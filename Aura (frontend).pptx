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4" r:id="rId4"/>
  </p:sldMasterIdLst>
  <p:notesMasterIdLst>
    <p:notesMasterId r:id="rId90"/>
  </p:notesMasterIdLst>
  <p:sldIdLst>
    <p:sldId id="256" r:id="rId5"/>
    <p:sldId id="257" r:id="rId6"/>
    <p:sldId id="258" r:id="rId7"/>
    <p:sldId id="259" r:id="rId8"/>
    <p:sldId id="260" r:id="rId9"/>
    <p:sldId id="263" r:id="rId10"/>
    <p:sldId id="261" r:id="rId11"/>
    <p:sldId id="262"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2" r:id="rId50"/>
    <p:sldId id="303" r:id="rId51"/>
    <p:sldId id="308" r:id="rId52"/>
    <p:sldId id="306" r:id="rId53"/>
    <p:sldId id="307" r:id="rId54"/>
    <p:sldId id="311" r:id="rId55"/>
    <p:sldId id="312" r:id="rId56"/>
    <p:sldId id="309" r:id="rId57"/>
    <p:sldId id="310" r:id="rId58"/>
    <p:sldId id="313" r:id="rId59"/>
    <p:sldId id="315" r:id="rId60"/>
    <p:sldId id="314" r:id="rId61"/>
    <p:sldId id="316" r:id="rId62"/>
    <p:sldId id="317" r:id="rId63"/>
    <p:sldId id="318" r:id="rId64"/>
    <p:sldId id="319" r:id="rId65"/>
    <p:sldId id="320" r:id="rId66"/>
    <p:sldId id="328" r:id="rId67"/>
    <p:sldId id="321" r:id="rId68"/>
    <p:sldId id="330" r:id="rId69"/>
    <p:sldId id="329" r:id="rId70"/>
    <p:sldId id="322" r:id="rId71"/>
    <p:sldId id="326" r:id="rId72"/>
    <p:sldId id="325" r:id="rId73"/>
    <p:sldId id="323" r:id="rId74"/>
    <p:sldId id="324" r:id="rId75"/>
    <p:sldId id="336" r:id="rId76"/>
    <p:sldId id="331" r:id="rId77"/>
    <p:sldId id="332" r:id="rId78"/>
    <p:sldId id="339" r:id="rId79"/>
    <p:sldId id="341" r:id="rId80"/>
    <p:sldId id="342" r:id="rId81"/>
    <p:sldId id="343" r:id="rId82"/>
    <p:sldId id="340" r:id="rId83"/>
    <p:sldId id="337" r:id="rId84"/>
    <p:sldId id="338" r:id="rId85"/>
    <p:sldId id="333" r:id="rId86"/>
    <p:sldId id="334" r:id="rId87"/>
    <p:sldId id="335" r:id="rId88"/>
    <p:sldId id="344"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0BF5669-3E84-4371-927B-97CFB815AD3B}">
          <p14:sldIdLst>
            <p14:sldId id="256"/>
            <p14:sldId id="257"/>
            <p14:sldId id="258"/>
            <p14:sldId id="259"/>
            <p14:sldId id="260"/>
            <p14:sldId id="263"/>
            <p14:sldId id="261"/>
            <p14:sldId id="262"/>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2"/>
            <p14:sldId id="303"/>
            <p14:sldId id="308"/>
            <p14:sldId id="306"/>
            <p14:sldId id="307"/>
            <p14:sldId id="311"/>
            <p14:sldId id="312"/>
            <p14:sldId id="309"/>
            <p14:sldId id="310"/>
            <p14:sldId id="313"/>
            <p14:sldId id="315"/>
            <p14:sldId id="314"/>
            <p14:sldId id="316"/>
            <p14:sldId id="317"/>
            <p14:sldId id="318"/>
            <p14:sldId id="319"/>
            <p14:sldId id="320"/>
            <p14:sldId id="328"/>
            <p14:sldId id="321"/>
            <p14:sldId id="330"/>
            <p14:sldId id="329"/>
            <p14:sldId id="322"/>
            <p14:sldId id="326"/>
            <p14:sldId id="325"/>
            <p14:sldId id="323"/>
            <p14:sldId id="324"/>
            <p14:sldId id="336"/>
            <p14:sldId id="331"/>
            <p14:sldId id="332"/>
            <p14:sldId id="339"/>
            <p14:sldId id="341"/>
            <p14:sldId id="342"/>
            <p14:sldId id="343"/>
            <p14:sldId id="340"/>
            <p14:sldId id="337"/>
            <p14:sldId id="338"/>
            <p14:sldId id="333"/>
            <p14:sldId id="334"/>
            <p14:sldId id="335"/>
            <p14:sldId id="344"/>
          </p14:sldIdLst>
        </p14:section>
        <p14:section name="Untitled Section" id="{0A56EB17-F059-4D02-A578-91F850741C2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66"/>
    <a:srgbClr val="FFFF00"/>
    <a:srgbClr val="FFC000"/>
    <a:srgbClr val="99A8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05" autoAdjust="0"/>
    <p:restoredTop sz="94660"/>
  </p:normalViewPr>
  <p:slideViewPr>
    <p:cSldViewPr snapToGrid="0">
      <p:cViewPr varScale="1">
        <p:scale>
          <a:sx n="78" d="100"/>
          <a:sy n="78" d="100"/>
        </p:scale>
        <p:origin x="80" y="1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notesMaster" Target="notesMasters/notesMaster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viewProps" Target="viewProps.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5T11:23:30.65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1191,'55'-2,"0"-2,57-11,106-33,-146 31,1119-297,-856 221,165-44,759-214,-1036 282,-150 45,100-47,-166 67,0 1,-1-1,1 0,6-6,-12 9,-1 1,0 0,1 0,-1 0,0 0,0-1,1 1,-1 0,0 0,1-1,-1 1,0 0,0 0,1-1,-1 1,0 0,0-1,0 1,0 0,1-1,-1 1,0 0,0-1,0 1,0 0,0-1,0 1,0 0,0-1,0 1,0-1,0 1,0 0,0-1,0 1,0 0,-1-1,1 1,0 0,0-1,0 1,0 0,-1-1,1 1,0 0,0 0,-1-1,1 1,0 0,-1-1,-17-3,-18 3,-1 1,-38 6,8-1,29-3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3:41.237"/>
    </inkml:context>
    <inkml:brush xml:id="br0">
      <inkml:brushProperty name="width" value="0.035" units="cm"/>
      <inkml:brushProperty name="height" value="0.03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0 1293 24575,'4069'-1293'0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3:44.775"/>
    </inkml:context>
    <inkml:brush xml:id="br0">
      <inkml:brushProperty name="width" value="0.035" units="cm"/>
      <inkml:brushProperty name="height" value="0.035" units="cm"/>
      <inkml:brushProperty name="color" value="#AE198D"/>
      <inkml:brushProperty name="inkEffects" value="galaxy"/>
      <inkml:brushProperty name="anchorX" value="-4809.12402"/>
      <inkml:brushProperty name="anchorY" value="273.09381"/>
      <inkml:brushProperty name="scaleFactor" value="0.5"/>
    </inkml:brush>
  </inkml:definitions>
  <inkml:trace contextRef="#ctx0" brushRef="#br0">1 0 24575,'0'0'0,"8"0"0,7 0 0,9 0 0,13 0 0,6 0 0,9 9 0,4 1 0,-1 4 0,4-1 0,-1-2 0,-12 6 0,-3-3 0,-6-1 0,-6-4 0,-3-4 0,-3-1 0,-1-3 0,-1-1 0,-6 9 0,1 0 0,5 0 0,5-1 0,11-3 0,1 8 0,-1-1 0,2-2 0,0 3 0,-2 7 0,-4-2 0,-4-3 0,2-4 0,-3-3 0,-5 5 0,-12-1 0,-14-12 0,1 0 0,1 0 0,-1 1 0,0-1 0,0 0 0,0 1 0,0-1 0,0 0 0,0 1 0,0-1 0,0 0 0,0 1 0,0-1 0,0 1 0,0-1 0,0 0 0,0 1 0,0-1 0,0 0 0,0 1 0,-1-1 0,1 0 0,0 0 0,0 1 0,0-1 0,0 0 0,-1 1 0,1-1 0,0 0 0,0 0 0,-1 1 0,-7 2 0,-12-3 0,-5-7 0,-3 0 0,0-1 0,0 2 0,6-3 0,21 12 0,1-3 0,-1 0 0,0 0 0,0 0 0,0 0 0,0 0 0,0 0 0,0 0 0,0 0 0,0 1 0,0-1 0,0 0 0,0 1 0,0-1 0,-1 2 0,-1 0 0,2 0 0,-1 0 0,1 0 0,-1 0 0,1 0 0,-1 0 0,1 1 0,-1 2 0,-13 34 0,-2 8 0,2 10 0,-5 6 0,3 5 0,3-6 0,3-5 0,-4-13 0,-3-4 0,-3-1 0,3-1 0,0-2 0,3-3 0,0-3 0,3-3 0,3-7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5:11.829"/>
    </inkml:context>
    <inkml:brush xml:id="br0">
      <inkml:brushProperty name="width" value="0.035" units="cm"/>
      <inkml:brushProperty name="height" value="0.035" units="cm"/>
      <inkml:brushProperty name="color" value="#E71224"/>
    </inkml:brush>
  </inkml:definitions>
  <inkml:trace contextRef="#ctx0" brushRef="#br0">2614 429 24575,'-417'0'0,"398"0"0,-1-1 0,1 0 0,0-2 0,0 0 0,0-2 0,1 0 0,-1 0 0,1-2 0,0-1 0,-18-10 0,-4-1 0,0 2 0,-2 2 0,-61-14 0,1 0 0,33 10 0,-74-10 0,37 9 0,51 10 0,-99-4 0,-56 12 0,138 3 0,44-1 0,0 2 0,0 1 0,0 1 0,1 1 0,0 1 0,0 2 0,-45 19 0,-44 18 0,75-34 0,24-7 0,0 1 0,0 1 0,-21 10 0,28-11 0,-6 2 0,0 1 0,0 1 0,1 1 0,1 0 0,-26 24 0,8-5 0,25-23 0,-1 1 0,1 0 0,1 0 0,-1 0 0,-7 12 0,5-1 0,1 0 0,0 1 0,2 0 0,0 1 0,-6 33 0,-12 40 0,13-62 0,2 1 0,2 0 0,0 0 0,3 0 0,0 1 0,2-1 0,2 1 0,0 0 0,3-1 0,11 62 0,-10-83 0,0 1 0,1-1 0,0 0 0,0 0 0,1 0 0,1-1 0,0 0 0,0 0 0,1 0 0,0-1 0,1 0 0,0-1 0,0 0 0,1-1 0,0 1 0,0-2 0,15 8 0,8 2 0,-1-2 0,2-1 0,0-2 0,62 13 0,78 6-1223,283 13 0,182-36-4308,-482-8 5826,350 1-295,526-4 0,-348-30-497,-395-4 5690,-243 32-4015,-17 2-495,31-6 0,-54 8-639,1 0 0,-1-1 1,0 1-1,0-1 0,0-1 0,0 1 1,0-1-1,-1 0 0,7-6 0,-10 7-44,-1 0 0,1 0 0,-1 0 0,0-1 0,0 1 0,0-1 0,0 1 0,-1-1 0,1 1 0,-1-1 0,0 0 0,0 1 0,-1-1 0,1 0 0,-1-6 0,1-8 0,-2 0 0,-2-21 0,0 5 0,2 15 0,0 1 0,0-1 0,-2 1 0,0 0 0,-2 0 0,0 0 0,0 0 0,-12-22 0,-7-6 0,4 5 0,-2 1 0,-2 1 0,-38-47 0,16 31 0,-3 2 0,-99-83 0,-145-73 0,252 184-395,-1 3-1,-2 1 0,0 2 0,-55-15 1,-188-35-3280,89 36 2818,-320-11 0,-204 40 740,600 5 124,104-1 23,-202 7 3312,176-3-2262,0 2 1,-81 20-1,117-24-1010,1 1 0,-1 0 1,1 0-1,-1 0 0,1 1 0,0 0 0,-11 8 1,16-9-54,-1-1-1,0 1 1,1 0 0,-1 0 0,1 1 0,0-1-1,0 0 1,0 1 0,1 0 0,-1-1 0,1 1-1,0 0 1,0-1 0,0 1 0,0 0 0,1 0-1,-1 6 1,2 49-1382,1-28-5461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5:14.456"/>
    </inkml:context>
    <inkml:brush xml:id="br0">
      <inkml:brushProperty name="width" value="0.035" units="cm"/>
      <inkml:brushProperty name="height" value="0.035" units="cm"/>
      <inkml:brushProperty name="color" value="#E71224"/>
    </inkml:brush>
  </inkml:definitions>
  <inkml:trace contextRef="#ctx0" brushRef="#br0">2714 237 24575,'-1798'0'0,"1711"4"0,-1 4 0,1 4 0,-147 39 0,185-35 0,0 1 0,2 3 0,0 2 0,1 2 0,-45 31 0,84-50 0,-1 0 0,1 0 0,0 1 0,0 0 0,1 0 0,-1 0 0,1 1 0,1 0 0,-6 8 0,8-9 0,0 1 0,1-1 0,-1 0 0,1 1 0,0-1 0,1 1 0,-1 0 0,1-1 0,1 1 0,-1 0 0,1 0 0,1 10 0,0-7 0,0 0 0,0 0 0,1 1 0,1-1 0,-1 0 0,2-1 0,-1 1 0,1-1 0,1 1 0,0-1 0,0 0 0,0-1 0,1 1 0,1-1 0,12 12 0,2-2 0,0-1 0,2-1 0,0-1 0,1-1 0,0-2 0,1 0 0,0-1 0,1-2 0,0 0 0,1-2 0,31 5 0,114 14-894,55 9-4975,-75-17 5833,66 3 892,295 16-4870,-331-32 6344,66-3-5151,119-7 7616,-351 4-2344,33-6 1,44-19-1435,-60 15-1150,51-9-1,-2 7 134,-1-5 0,-1-2 0,0-5 0,80-36 0,-142 54 0,-3 1 0,-1-1 0,0 0 0,17-11 0,-27 15 0,0-1 0,0 1 0,0 0 0,-1-1 0,1 0 0,-1 0 0,0 0 0,0 0 0,-1-1 0,1 1 0,-1-1 0,0 1 0,0-1 0,2-7 0,-1-10 0,0-1 0,-1 0 0,-1 1 0,-1-1 0,-3-23 0,1 8 0,1 17 0,-2 0 0,0 1 0,-2-1 0,0 1 0,-1 0 0,-1 1 0,0-1 0,-12-17 0,8 19 0,-1 1 0,-1 0 0,0 1 0,-28-26 0,-70-49 0,90 77 0,0 1 0,0 1 0,-1 1 0,-1 1 0,-41-13 0,-124-23 0,149 38 0,-19-4-341,0 3 0,-1 2-1,-86 2 1,126 5-6485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5:18.634"/>
    </inkml:context>
    <inkml:brush xml:id="br0">
      <inkml:brushProperty name="width" value="0.035" units="cm"/>
      <inkml:brushProperty name="height" value="0.035" units="cm"/>
      <inkml:brushProperty name="color" value="#E71224"/>
    </inkml:brush>
  </inkml:definitions>
  <inkml:trace contextRef="#ctx0" brushRef="#br0">0 1 24575,'0'1595'451,"0"2132"-6279,0-2586 6835,0-1 3363,1-1107-4370,0 1 0,13 64 0,-13-95 0,0 0 0,-1 0 0,1 0 0,1 0 0,-1 0 0,0 0 0,1-1 0,-1 1 0,1 0 0,0-1 0,0 1 0,0-1 0,0 0 0,1 0 0,-1 0 0,0 0 0,1 0 0,0 0 0,-1 0 0,1-1 0,0 0 0,0 1 0,0-1 0,0 0 0,0 0 0,0-1 0,0 1 0,0 0 0,0-1 0,4 0 0,8 0 0,0-1 0,1 0 0,-1-1 0,29-8 0,-38 8 0,90-21 0,287-59 0,-187 58 0,1 9 0,262 13 0,-458 2 0,1 0 0,0 0 0,-1 0 0,1 0 0,-1 0 0,1 0 0,0 0 0,-1 0 0,1-1 0,-1 1 0,1-1 0,0 1 0,-1-1 0,1 1 0,-1-1 0,0 0 0,1 0 0,-1 0 0,3-2 0,-4 2 0,1 0 0,-1 0 0,1 0 0,-1 0 0,1-1 0,-1 1 0,0 0 0,0 0 0,1-1 0,-1 1 0,0 0 0,0 0 0,0-1 0,0 1 0,-1 0 0,1 0 0,0-1 0,0 1 0,-2-2 0,-1-6 0,-2-1 0,0 1 0,0 0 0,-11-14 0,16 22 0,-131-172 0,77 105 0,33 44 0,16 20 0,0-1 0,1 0 0,0 0 0,0-1 0,0 1 0,-3-8 0,9 12 0,4 3 0,7 6 0,35 30 0,-2 2 0,77 89 0,-65-66 0,-27-32 0,-13-13 0,0 1 0,0 1 0,-2 0 0,-1 1 0,22 38 0,-35-53 0,0 0 0,0 0 0,0 0 0,0 1 0,-1-1 0,0 0 0,-1 1 0,0-1 0,0 1 0,0-1 0,0 1 0,-1-1 0,0 0 0,-1 1 0,1-1 0,-1 0 0,0 0 0,-1 0 0,0 0 0,0 0 0,0-1 0,-5 7 0,-6 8 0,-2-1 0,0 0 0,-1-1 0,-27 21 0,-127 101-1365,129-109-5461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5:19.595"/>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5:21.959"/>
    </inkml:context>
    <inkml:brush xml:id="br0">
      <inkml:brushProperty name="width" value="0.035" units="cm"/>
      <inkml:brushProperty name="height" value="0.035" units="cm"/>
      <inkml:brushProperty name="color" value="#E71224"/>
    </inkml:brush>
  </inkml:definitions>
  <inkml:trace contextRef="#ctx0" brushRef="#br0">99 1 24575,'0'61'0,"-2"0"0,-15 93 0,-39 172 0,43-220 0,2 119 0,15 403 0,-3-606 0,2-1 0,0 1 0,1 0 0,9 23 0,-5-15 0,6 40 0,-14-67 0,0 0 0,0-1 0,1 1 0,-1 0 0,1-1 0,-1 1 0,1-1 0,0 1 0,0-1 0,0 1 0,1-1 0,-1 0 0,0 1 0,1-1 0,0 0 0,-1 0 0,1 0 0,0 0 0,0 0 0,0-1 0,0 1 0,0-1 0,1 1 0,-1-1 0,0 0 0,1 0 0,-1 0 0,1 0 0,-1 0 0,1 0 0,4 0 0,25 3 0,0-1 0,1-1 0,48-4 0,-27 0 0,413-1 0,-463 3 0,0 0 0,1 0 0,-1 0 0,0-1 0,1 0 0,-1 1 0,5-3 0,-7 2 0,-1 0 0,0 1 0,0-1 0,1 0 0,-1 0 0,0 0 0,0 0 0,0 0 0,0 0 0,0 0 0,0-1 0,-1 1 0,1 0 0,0 0 0,-1-1 0,1 1 0,0 0 0,-1-1 0,0 1 0,1 0 0,-1-1 0,0 1 0,0-1 0,0 1 0,0-3 0,0-12 0,-1 0 0,0 0 0,-2 0 0,0 0 0,0 1 0,-7-18 0,-3-3 0,-27-50 0,13 39 0,-55-72 0,36 55 0,44 61 0,-9-15 0,10 18 0,1 0 0,0-1 0,-1 1 0,1-1 0,0 1 0,-1-1 0,1 1 0,0-1 0,0 1 0,0-1 0,0 1 0,-1-1 0,1 0 0,0 1 0,0-1 0,0 1 0,0-1 0,0 1 0,0-1 0,0 1 0,1-1 0,-1 1 0,0-1 0,0 0 0,0 1 0,1-1 0,7 6 0,3 9 0,-1 1 0,0 0 0,-2 0 0,0 0 0,7 18 0,8 17 0,-7-19 0,0 0 0,2-2 0,2 0 0,0-1 0,36 37 0,-49-58 0,0 1 0,0-1 0,-1 1 0,0 0 0,-1 1 0,0 0 0,0-1 0,-1 2 0,0-1 0,0 0 0,3 17 0,5 14 0,-4-15 0,7 36 0,-14-52 0,0 1 0,0-1 0,-1 0 0,0 1 0,-1-1 0,0 1 0,-3 14 0,-1-8 0,0-1 0,-1 1 0,-1-1 0,-17 28 0,-43 52 0,13-21 0,33-41-115,6-9-135,0 0 0,-2-1 0,0-1 0,-31 29 0,24-33-6576</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5:39.87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0 283 0,'12300'-283'0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6:54.601"/>
    </inkml:context>
    <inkml:brush xml:id="br0">
      <inkml:brushProperty name="width" value="0.1" units="cm"/>
      <inkml:brushProperty name="height" value="0.1" units="cm"/>
      <inkml:brushProperty name="color" value="#008C3A"/>
    </inkml:brush>
  </inkml:definitions>
  <inkml:trace contextRef="#ctx0" brushRef="#br0">0 0 15556,'15170'0'0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7:02.967"/>
    </inkml:context>
    <inkml:brush xml:id="br0">
      <inkml:brushProperty name="width" value="0.1" units="cm"/>
      <inkml:brushProperty name="height" value="0.1" units="cm"/>
      <inkml:brushProperty name="color" value="#008C3A"/>
    </inkml:brush>
  </inkml:definitions>
  <inkml:trace contextRef="#ctx0" brushRef="#br0">0 0 21686,'635'10890'0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7:05.627"/>
    </inkml:context>
    <inkml:brush xml:id="br0">
      <inkml:brushProperty name="width" value="0.1" units="cm"/>
      <inkml:brushProperty name="height" value="0.1" units="cm"/>
      <inkml:brushProperty name="color" value="#008C3A"/>
    </inkml:brush>
  </inkml:definitions>
  <inkml:trace contextRef="#ctx0" brushRef="#br0">1 240 6553,'147'2'2054,"166"-4"1466,-284-1-3170,0 0 0,-1-2 1,44-12-1,79-37-142,-125 44-116,17-6 258,2 3 0,0 2 1,0 1-1,51-3 0,187 3 1498,-263 10-1700,-1-1-1,0 0 1,1-2-1,-1 0 1,24-7-1,15-6 435,2 3 1,76-7-1,-124 19-522,12-2 111,1 1 0,-1 1 1,0 1-1,29 4 0,-42-1 15,1 0 1,20 10-1,19 5 268,-6-9-178,49 13 418,-18-5-135,-17-4-282,-36-6-252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7:08.065"/>
    </inkml:context>
    <inkml:brush xml:id="br0">
      <inkml:brushProperty name="width" value="0.1" units="cm"/>
      <inkml:brushProperty name="height" value="0.1" units="cm"/>
      <inkml:brushProperty name="color" value="#008C3A"/>
    </inkml:brush>
  </inkml:definitions>
  <inkml:trace contextRef="#ctx0" brushRef="#br0">0 1 6553,'1'1'39,"-1"0"-1,0 0 1,1 0-1,-1 0 1,1 0-1,-1 0 1,1 0-1,-1-1 1,1 1-1,-1 0 1,1 0-1,0 0 1,-1-1-1,1 1 1,0 0-1,0-1 1,0 1-1,0-1 1,0 1-1,1 0 1,23 11 353,-18-9-242,15 8 390,0 1 0,35 28 0,-24-17-222,-17-10-19,-1 1-1,0 0 1,-1 2 0,0-1 0,18 28 0,23 28 913,46 30 431,17 20-92,-112-115-1393,-1 0 0,0 1 0,-1-1 0,0 1 1,0 0-1,0 0 0,-1 1 0,0-1 0,-1 1 1,0 0-1,0-1 0,0 1 0,-1 0 0,0 0 1,0 0-1,-2 15 0,0-13-16,-1-1 1,0 0 0,-1 1-1,0-1 1,0 0-1,-1 0 1,0-1-1,-1 1 1,0-1-1,0 0 1,-1 0-1,0-1 1,-12 13-1,-23 16 615,-1-1-1,-3-3 1,-55 32-1,87-56-604,-12 8-17,0-2-1,0-1 0,-2-1 1,-36 12-1,21-13-134</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7:21.34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0 182 0,'3098'-29'0,"-5400"-124"0,1506 335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5T11:27:32.23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6777 377,'-2'2,"0"-1,0 1,0 0,0-1,0 1,1 0,-1 0,1 0,-1 0,1 1,0-1,-1 0,1 0,1 1,-2 2,-9 41,10-41,-5 38,3-1,1 51,-1 26,0-98,-2 0,0 0,-1 0,-1 0,-1-1,-13 23,0 3,20-42,-1 0,0 0,0 0,-1 0,1 0,-1-1,1 1,-1-1,0 0,-1 0,1 0,0 0,-8 3,6-3,-1-1,0 1,0-2,0 1,0-1,-1 0,1 0,0 0,-8-1,-160-4,-22 0,153 6,0 1,-64 14,-101 40,72-18,102-30,-55 7,59-12,0 1,-56 18,44-8,0-2,-1-2,0-2,-1-2,0-2,-57 0,-783-7,831-1,-100-18,138 18,-68-14,39 8,-69-8,-286 14,213 5,-130-16,-121 3,285 13,92-1,1-3,-89-15,54-3,-78-13,-158 9,121 12,-20 1,70 10,-139 4,234 4,48-4,0-1,0-1,0 0,0-1,0 0,-28-6,40 5,-1-1,1 0,0-1,-1 1,1-1,0 0,0 0,1 0,-1 0,1-1,-1 1,1-1,0 0,-3-6,-5-9,-16-37,21 44,-14-36,2 0,3-2,1 0,3 0,2-1,2 0,2-1,2-54,4 96,0 1,1-1,0 1,0 0,1 0,0 0,0 0,1 0,1 1,-1-1,1 1,1 1,-1-1,1 1,1-1,12-10,-4 5,2 0,-1 1,2 1,-1 0,2 2,36-15,48-7,-81 24,1 1,0 1,27-3,-18 4,-13 0,-1-1,25-10,8-2,-20 9,0 1,0 2,0 1,48 0,-49 2,46-7,-44 4,34-1,254 5,-148 2,-141-2,52-10,-51 6,51-3,466 9,-531 1,1 0,-1 2,0 0,0 0,0 2,25 12,-14-7,33 9,388 79,-413-91,1-2,58 1,78-8,-64-1,459 2,-557 0,0 1,0 0,1 0,-1 1,0 1,-1 0,1 1,0 0,13 7,-6 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9:00.863"/>
    </inkml:context>
    <inkml:brush xml:id="br0">
      <inkml:brushProperty name="width" value="0.035" units="cm"/>
      <inkml:brushProperty name="height" value="0.035" units="cm"/>
      <inkml:brushProperty name="color" value="#33CCFF"/>
    </inkml:brush>
  </inkml:definitions>
  <inkml:trace contextRef="#ctx0" brushRef="#br0">0 0 24575,'0'0'-8191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9:04.016"/>
    </inkml:context>
    <inkml:brush xml:id="br0">
      <inkml:brushProperty name="width" value="0.035" units="cm"/>
      <inkml:brushProperty name="height" value="0.035" units="cm"/>
      <inkml:brushProperty name="color" value="#33CCFF"/>
    </inkml:brush>
  </inkml:definitions>
  <inkml:trace contextRef="#ctx0" brushRef="#br0">1 0 23184,'7879'496'0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9:07.419"/>
    </inkml:context>
    <inkml:brush xml:id="br0">
      <inkml:brushProperty name="width" value="0.035" units="cm"/>
      <inkml:brushProperty name="height" value="0.035" units="cm"/>
      <inkml:brushProperty name="color" value="#33CCFF"/>
    </inkml:brush>
  </inkml:definitions>
  <inkml:trace contextRef="#ctx0" brushRef="#br0">1 0 24575,'0'0'-8191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9:20.032"/>
    </inkml:context>
    <inkml:brush xml:id="br0">
      <inkml:brushProperty name="width" value="0.035" units="cm"/>
      <inkml:brushProperty name="height" value="0.035" units="cm"/>
      <inkml:brushProperty name="color" value="#33CCFF"/>
    </inkml:brush>
  </inkml:definitions>
  <inkml:trace contextRef="#ctx0" brushRef="#br0">1 0 24575,'0'0'-8191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9:21.787"/>
    </inkml:context>
    <inkml:brush xml:id="br0">
      <inkml:brushProperty name="width" value="0.035" units="cm"/>
      <inkml:brushProperty name="height" value="0.035" units="cm"/>
      <inkml:brushProperty name="color" value="#33CCFF"/>
    </inkml:brush>
  </inkml:definitions>
  <inkml:trace contextRef="#ctx0" brushRef="#br0">103 0 24575,'2'1'0,"1"-1"0,-1 0 0,0 1 0,1-1 0,-1 1 0,0 0 0,0 0 0,1 0 0,-1 0 0,0 0 0,0 0 0,0 1 0,3 2 0,23 26 0,-22-23 0,125 172 0,-45-57 0,-66-96 0,-6-5 0,1-1 0,2 0 0,0-1 0,1-1 0,20 16 0,-36-33 0,-1 0 0,1 1 0,-1-1 0,1 1 0,-1-1 0,1 1 0,-1-1 0,0 1 0,1 0 0,-1 0 0,0 0 0,0 0 0,-1 0 0,1-1 0,0 2 0,-1-1 0,1 0 0,-1 0 0,1 4 0,-1-2 0,-1 0 0,1 0 0,-1 0 0,0 0 0,0 0 0,0-1 0,0 1 0,-1 0 0,-3 6 0,-3 4 0,-1 0 0,-1-1 0,0 0 0,-14 12 0,-5 2 0,-1-2 0,-47 31 0,55-41 0,10-7 0,-41 30 0,-1-2 0,-81 38 0,90-48-1365,28-14-5461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31:38.520"/>
    </inkml:context>
    <inkml:brush xml:id="br0">
      <inkml:brushProperty name="width" value="0.035" units="cm"/>
      <inkml:brushProperty name="height" value="0.035" units="cm"/>
      <inkml:brushProperty name="color" value="#FF0066"/>
    </inkml:brush>
  </inkml:definitions>
  <inkml:trace contextRef="#ctx0" brushRef="#br0">134 0 24575,'8'0'0,"0"1"0,1 0 0,-1 1 0,0-1 0,0 2 0,0-1 0,0 1 0,8 4 0,8 6 0,25 17 0,-9-5 0,-4-4 0,40 31 0,-64-42 0,0 0 0,0 1 0,-1 0 0,0 1 0,-1 0 0,12 20 0,-20-28 0,0 1 0,0-1 0,0 1 0,0 0 0,-1-1 0,1 1 0,-1 0 0,-1 0 0,1 0 0,-1 0 0,1 0 0,-1 0 0,-1 0 0,1 0 0,-1-1 0,0 1 0,0 0 0,0 0 0,-1 0 0,0-1 0,0 1 0,-3 6 0,-6 7 0,0-1 0,-1-1 0,-1 0 0,-17 16 0,21-22 0,-196 191 119,-1 1-1603,174-166-5342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32:05.227"/>
    </inkml:context>
    <inkml:brush xml:id="br0">
      <inkml:brushProperty name="width" value="0.035" units="cm"/>
      <inkml:brushProperty name="height" value="0.035" units="cm"/>
      <inkml:brushProperty name="color" value="#FF0066"/>
    </inkml:brush>
  </inkml:definitions>
  <inkml:trace contextRef="#ctx0" brushRef="#br0">978 73 24575,'0'-1'0,"0"0"0,-1 0 0,1 0 0,-1 0 0,1 0 0,-1 0 0,1 0 0,-1 0 0,0 0 0,0 0 0,1 0 0,-1 1 0,0-1 0,0 0 0,0 0 0,0 1 0,0-1 0,0 1 0,0-1 0,0 1 0,0-1 0,0 1 0,0 0 0,0-1 0,0 1 0,0 0 0,-2 0 0,-36-5 0,35 5 0,-168-2 0,109 4 0,0-4 0,-70-10 0,29-4 0,-148-2 0,243 17 0,1 1 0,-1 0 0,0 1 0,0 0 0,1 1 0,-10 2 0,16-3 0,-1 0 0,0 0 0,1 0 0,-1 1 0,1-1 0,0 1 0,-1 0 0,1 0 0,0 0 0,0 0 0,0 0 0,0 0 0,0 0 0,1 1 0,-1-1 0,1 1 0,0-1 0,-1 1 0,1-1 0,0 1 0,0 0 0,0 3 0,-3 22 0,1 0 0,1 1 0,1-1 0,6 53 0,-2-23 0,12 139 0,0 77 0,-15-269 0,0 0 0,0 0 0,1 0 0,-1 0 0,1 0 0,2 7 0,-2-11 0,0 1 0,-1-1 0,1 1 0,0-1 0,0 1 0,0-1 0,1 1 0,-1-1 0,0 0 0,0 0 0,1 0 0,-1 0 0,1 0 0,-1 0 0,1 0 0,-1 0 0,1 0 0,0-1 0,-1 1 0,1 0 0,0-1 0,2 1 0,19 2 0,1 0 0,39-2 0,2 1 0,-63-2 0,104 8 0,166-10 0,-245 0 0,1-1 0,-1-2 0,0-1 0,31-10 0,-33 8 0,1 1 0,32-4 0,-17 4 0,-38 6 0,0 0 0,0 0 0,0 0 0,0 0 0,-1-1 0,1 1 0,0-1 0,-1 1 0,1-1 0,-1 0 0,0 0 0,1 0 0,-1 0 0,0 0 0,0-1 0,-1 1 0,1-1 0,0 1 0,-1-1 0,1 0 0,-1 0 0,0 1 0,0-1 0,0 0 0,-1 0 0,2-3 0,0-9 0,0-1 0,-1 1 0,-1-30 0,-1 24 0,-2-77 0,2-82 0,4 159 0,1-1 0,12-40 0,-10 42 0,-1 0 0,0-1 0,2-30 0,-6 21-1365,-1 1-5461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33:15.296"/>
    </inkml:context>
    <inkml:brush xml:id="br0">
      <inkml:brushProperty name="width" value="0.035" units="cm"/>
      <inkml:brushProperty name="height" value="0.035" units="cm"/>
      <inkml:brushProperty name="color" value="#33CCFF"/>
    </inkml:brush>
  </inkml:definitions>
  <inkml:trace contextRef="#ctx0" brushRef="#br0">0 1 24575,'0'0'-8191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33:38.355"/>
    </inkml:context>
    <inkml:brush xml:id="br0">
      <inkml:brushProperty name="width" value="0.1" units="cm"/>
      <inkml:brushProperty name="height" value="0.1" units="cm"/>
      <inkml:brushProperty name="color" value="#CC912C"/>
      <inkml:brushProperty name="inkEffects" value="gold"/>
      <inkml:brushProperty name="anchorX" value="-58104.59375"/>
      <inkml:brushProperty name="anchorY" value="-7418.87695"/>
      <inkml:brushProperty name="scaleFactor" value="0.5"/>
    </inkml:brush>
  </inkml:definitions>
  <inkml:trace contextRef="#ctx0" brushRef="#br0">1 1 6553,'0'0'0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33:47.587"/>
    </inkml:context>
    <inkml:brush xml:id="br0">
      <inkml:brushProperty name="width" value="0.1" units="cm"/>
      <inkml:brushProperty name="height" value="0.1" units="cm"/>
      <inkml:brushProperty name="color" value="#CC912C"/>
      <inkml:brushProperty name="inkEffects" value="gold"/>
      <inkml:brushProperty name="anchorX" value="-39954.48828"/>
      <inkml:brushProperty name="anchorY" value="-6513.97656"/>
      <inkml:brushProperty name="scaleFactor" value="0.5"/>
    </inkml:brush>
  </inkml:definitions>
  <inkml:trace contextRef="#ctx0" brushRef="#br0">0 1 20562,'0'634'0,"2447"-634"0,-2447-634 0,-2447 634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34:04.566"/>
    </inkml:context>
    <inkml:brush xml:id="br0">
      <inkml:brushProperty name="width" value="0.1" units="cm"/>
      <inkml:brushProperty name="height" value="0.1" units="cm"/>
      <inkml:brushProperty name="color" value="#CC912C"/>
      <inkml:brushProperty name="inkEffects" value="gold"/>
      <inkml:brushProperty name="anchorX" value="-41747.77344"/>
      <inkml:brushProperty name="anchorY" value="-15869.94531"/>
      <inkml:brushProperty name="scaleFactor" value="0.5"/>
    </inkml:brush>
  </inkml:definitions>
  <inkml:trace contextRef="#ctx0" brushRef="#br0">1695 0 14830,'-1694'0'0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34:42.564"/>
    </inkml:context>
    <inkml:brush xml:id="br0">
      <inkml:brushProperty name="width" value="0.1" units="cm"/>
      <inkml:brushProperty name="height" value="0.1" units="cm"/>
      <inkml:brushProperty name="color" value="#CC912C"/>
      <inkml:brushProperty name="inkEffects" value="gold"/>
      <inkml:brushProperty name="anchorX" value="-36868.22656"/>
      <inkml:brushProperty name="anchorY" value="-52249.35547"/>
      <inkml:brushProperty name="scaleFactor" value="0.5"/>
    </inkml:brush>
  </inkml:definitions>
  <inkml:trace contextRef="#ctx0" brushRef="#br0">159 0 23329,'0'13720'0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34:52.421"/>
    </inkml:context>
    <inkml:brush xml:id="br0">
      <inkml:brushProperty name="width" value="0.1" units="cm"/>
      <inkml:brushProperty name="height" value="0.1" units="cm"/>
      <inkml:brushProperty name="color" value="#CC912C"/>
      <inkml:brushProperty name="inkEffects" value="gold"/>
      <inkml:brushProperty name="anchorX" value="-40489.86719"/>
      <inkml:brushProperty name="anchorY" value="-62736.71875"/>
      <inkml:brushProperty name="scaleFactor" value="0.5"/>
    </inkml:brush>
  </inkml:definitions>
  <inkml:trace contextRef="#ctx0" brushRef="#br0">0 1 18889,'2847'234'0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34:53.777"/>
    </inkml:context>
    <inkml:brush xml:id="br0">
      <inkml:brushProperty name="width" value="0.1" units="cm"/>
      <inkml:brushProperty name="height" value="0.1" units="cm"/>
      <inkml:brushProperty name="color" value="#CC912C"/>
      <inkml:brushProperty name="inkEffects" value="gold"/>
      <inkml:brushProperty name="anchorX" value="-64370.24219"/>
      <inkml:brushProperty name="anchorY" value="-95170.28125"/>
      <inkml:brushProperty name="scaleFactor" value="0.5"/>
    </inkml:brush>
  </inkml:definitions>
  <inkml:trace contextRef="#ctx0" brushRef="#br0">1 1 6553,'0'0'0,"4"0"241,11 9 512,4 10-313,4 5-109,2 13 531,6 5-265,-1 9 189,10 8 264,-1 1-637,7 3 767,12 3-28,1-3-590,5 1 601,3-8-503,-12-3-182,1-14 329,-4-6-340,-12-6-246,-1-4 415,-6-2-378,-4-4-2,-2-5 1,-7 0-16,-2-3-1,0 6 347,1-1-446,-8-2 149,-9 2 66,-4-14-321,2 1 0,0 0 0,-1 0-1,0-1 1,1 1 0,-1 0 0,1 0 0,-1-1 0,0 1-1,0 0 1,1-1 0,-1 1 0,-2 0 0,-20 12 488,-15 2 264,-12 7 25,-10-2-964,-6 2 291,-10 4-139,-1-3 0,4-5 0,5-5 0,12 4 0,10 2 0,9-3 0,7-3 0,9 0 0,7-2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37:33.222"/>
    </inkml:context>
    <inkml:brush xml:id="br0">
      <inkml:brushProperty name="width" value="0.035" units="cm"/>
      <inkml:brushProperty name="height" value="0.035" units="cm"/>
      <inkml:brushProperty name="color" value="#FF0066"/>
    </inkml:brush>
  </inkml:definitions>
  <inkml:trace contextRef="#ctx0" brushRef="#br0">0 0 24575,'0'0'-8191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37:40.057"/>
    </inkml:context>
    <inkml:brush xml:id="br0">
      <inkml:brushProperty name="width" value="0.035" units="cm"/>
      <inkml:brushProperty name="height" value="0.035" units="cm"/>
      <inkml:brushProperty name="color" value="#FF0066"/>
    </inkml:brush>
  </inkml:definitions>
  <inkml:trace contextRef="#ctx0" brushRef="#br0">0 261 24575,'2'1'0,"0"-1"0,0 0 0,-1 0 0,1 1 0,0-1 0,-1 1 0,1 0 0,0 0 0,-1-1 0,1 1 0,-1 0 0,1 0 0,-1 0 0,0 0 0,1 1 0,-1-1 0,0 0 0,0 1 0,0-1 0,0 0 0,0 1 0,0 0 0,0-1 0,0 1 0,-1-1 0,1 1 0,0 0 0,-1-1 0,1 4 0,1 6 0,0 1 0,0-1 0,0 17 0,-2-16 0,2 110 0,-2-69 0,9 81 0,3 29 0,-8-80 0,12 34 0,-13-101 0,-1-2 0,1-1 0,0 0 0,1 0 0,1 0 0,7 16 0,-11-27 0,1-1 0,-1 1 0,1 0 0,-1-1 0,1 1 0,0-1 0,-1 1 0,1-1 0,0 0 0,0 0 0,0 0 0,0 0 0,0 0 0,0 0 0,1-1 0,-1 1 0,0-1 0,0 1 0,0-1 0,5 0 0,4 0 0,0-1 0,0 0 0,12-2 0,-1-1 0,153-23 0,-99 13 0,98-5 0,-139 18 0,55 4 0,-78-2 0,-1 1 0,1 1 0,-1 0 0,0 0 0,0 1 0,0 0 0,0 1 0,15 10 0,1 2 0,1-1 0,0-2 0,32 12 0,-41-19 0,-1-1 0,1-2 0,0 0 0,1 0 0,-1-2 0,25 0 0,21-1 0,74 10 0,-26-2 0,161-7 0,-132-4 0,-26 1 0,134 3 0,-212 2 0,63 14 0,-70-10 0,-1-2 0,1-2 0,44 2 0,-64-7 0,-1-1 0,1 0 0,-1 0 0,1-1 0,-1 0 0,0-1 0,0 0 0,0 0 0,10-7 0,4-4 0,-1-1 0,27-23 0,-39 28 0,1-1 0,-1 0 0,-1 0 0,0-1 0,-1-1 0,0 0 0,-1 0 0,0-1 0,7-21 0,-6 11 0,-2 0 0,0-1 0,-2 1 0,-1-1 0,2-30 0,-3 26 0,1 1 0,9-31 0,-5 27 0,4-43 0,-1-37 0,0 8 0,-5-193 0,-6 295 0,0 0 0,0 0 0,-1 0 0,1 0 0,-1 0 0,0 0 0,0 0 0,0 0 0,0 0 0,0 1 0,-1-1 0,1 0 0,-1 1 0,1-1 0,-1 1 0,0 0 0,0-1 0,0 1 0,-4-3 0,2 3 0,0 0 0,0 1 0,0-1 0,0 1 0,0 0 0,0 0 0,0 0 0,-1 0 0,1 1 0,0 0 0,0 0 0,-1 0 0,-7 1 0,-74 13 0,44-7 0,-43 3 0,-367-8 0,230-4 0,-300 2 0,367-13 0,78 4 0,-132-26 0,148 22 0,0 3 0,-112-5 0,84 14 0,-104 5 0,159 2 0,0 1 0,0 1 0,1 2 0,0 2 0,-40 19 0,52-21 0,1 1 0,0 1 0,1 0 0,0 2 0,1 0 0,1 1 0,0 1 0,1 1 0,1 0 0,0 1 0,1 0 0,1 1 0,-11 22 0,23-38-80,-1 1 0,0-1-1,1 1 1,0-1 0,-1 1-1,1 0 1,1 0 0,-1-1-1,1 1 1,-1 0 0,1 0 0,0 0-1,0 0 1,1-1 0,-1 1-1,2 4 1,5 6-6746</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37:44.346"/>
    </inkml:context>
    <inkml:brush xml:id="br0">
      <inkml:brushProperty name="width" value="0.035" units="cm"/>
      <inkml:brushProperty name="height" value="0.035" units="cm"/>
      <inkml:brushProperty name="color" value="#FF0066"/>
    </inkml:brush>
  </inkml:definitions>
  <inkml:trace contextRef="#ctx0" brushRef="#br0">0 463 24575,'21'0'0,"0"2"0,0 1 0,-1 0 0,34 11 0,78 34 0,-25-8 0,75 9 0,-56-14 0,-91-23 0,0-2 0,0-1 0,42 4 0,305 8 0,1813-23 0,-1145 3 0,-563 11 110,-132-2-1350,437 14-3718,261 2-274,-1029-26 5288,41 1 1064,0-2 0,-1-4 0,78-15 0,-120 15-1353,164-31 7779,-105 29-8075,359 6 529,-197 3 0,337-2 0,-559-1 0,0-2 0,-1 0 0,1-1 0,26-10 0,-6 2 0,108-27 0,-133 34 0,-1-2 0,1 0 0,-1-1 0,-1 0 0,1-1 0,-1-1 0,16-14 0,9-6 0,-27 22 0,-1-1 0,0 0 0,0 0 0,-1-1 0,10-12 0,-17 18 0,0-1 0,0 0 0,-1 1 0,1-1 0,-1 0 0,0 0 0,0 0 0,-1-1 0,0 1 0,1 0 0,-2-1 0,1 1 0,-1-1 0,0 1 0,0 0 0,-1-10 0,-2-3 0,-1 0 0,0 0 0,-1 0 0,-1 0 0,-1 1 0,0 0 0,-1 0 0,-11-16 0,-6-1 0,-53-59 0,64 78 0,-27-33 0,37 39 0,7 8 0,12 13 0,31 48 0,68 111 0,-91-130 0,8 13 0,54 71 0,-78-116 0,-1 1 0,1 0 0,-2 1 0,0 0 0,0 0 0,-1 0 0,0 0 0,3 15 0,0 13 0,2 45 0,-6-51 0,0-9 0,-2 0 0,0 1 0,-2-1 0,-6 39 0,4-49 0,-1 0 0,0 0 0,0-1 0,-2 0 0,1 0 0,-2 0 0,0-1 0,0 0 0,-13 15 0,-14 16 0,3-1 0,-41 38 0,-40 30-1365,89-88-5461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5T11:38:02.336"/>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1 97,'0'-1,"0"0,1 0,-1 0,1 0,-1 0,1 0,-1 1,1-1,0 0,-1 0,1 1,0-1,-1 0,1 1,0-1,0 1,0-1,0 1,-1-1,1 1,2-1,27-9,-20 7,36-13,0 2,1 3,1 2,-1 1,63-1,372 9,-212 2,-199 0,72 10,-68-5,-40-5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38:15.052"/>
    </inkml:context>
    <inkml:brush xml:id="br0">
      <inkml:brushProperty name="width" value="0.1" units="cm"/>
      <inkml:brushProperty name="height" value="0.1" units="cm"/>
      <inkml:brushProperty name="color" value="#B4C3DA"/>
      <inkml:brushProperty name="inkEffects" value="silver"/>
      <inkml:brushProperty name="anchorX" value="-3590.53369"/>
      <inkml:brushProperty name="anchorY" value="-1260.005"/>
      <inkml:brushProperty name="scaleFactor" value="0.5"/>
    </inkml:brush>
  </inkml:definitions>
  <inkml:trace contextRef="#ctx0" brushRef="#br0">28 244 6553,'0'0'0,"8"8"680,3 8-513,-2 12 707,-1 14-233,3 6-134,-3 4-5,-1 5 268,-2 1-370,2-7-43,0-2 170,-2-2-70,4-6-140,-2 0 210,-1 0-70,-1-4-256,3-8 79,3-8-40,4-8 1,4-6-1,1-4 0,3-3 0,1-1 1,0-1-1,0 0 0,10 1 561,4 0-440,1 1-121,2-1 321,-3 1-401,-3 0 120,-4 0-39,-3 0-1,-2 0 0,-1 1 0,3-1 281,-1 0-361,11 0 681,-2 0-761,9 0 801,2 0-520,2 0 159,-4 0-319,0 0 359,-5 0-399,-5 0 119,0-10 271,2 1-680,-3-1 213,-1 2-84,-3-7 0,-3 2 0,3 1 0,4 4 0,-6-3 0,4 3 0,-2 1 0,-2 3 0,-1 1 0,-1 2 0,-1 0 0,-1-3 0,-5-5 0,-5-5-280,-5-13-481,0-9 334,8-10-524,-2-1 869,-2 4-262,1-6-503,-3 6 780,-2-6-820,-3 5 807,-3 4-241,-2 6 81,0 3 0,-2-5-561,1 1 721,-1 2-241,1 3 81,-1 1 0,1 3-1,0 1 1,0-3-281,-9 4 81,8 24 464,0-1 1,0-1 0,0 1-1,0 0 1,0-1-1,0 1 1,0 0-1,0 0 1,-1 0 0,-2-1-1,-15-6-24,-3 5 124,-2 4-9,-1 0 0,-5 1 135,-4 0-38,-5 0 18,6 3-133,-2 1 172,2-1-192,3-1 57,-2-2 116,-4 0-38,-3-1 18,2-1-134,2 0 39,3 0-20,3 0 1,3 0-1,1-1 0,2 1 1,-1 0-1,6 5 1,0 0-1,-5 4 167,-1 0-215,-1-1 73,0 2 31,-1-1-72,1-2 24,1-2-7,-5-2 134,-4-1-39,-10-1 154,1-1-307,-7-1 365,3 1-385,4 0 116,6-1-38,4 1-1,0 0 135,-3 0-39,-3 0 20,1 0-135,3 0 39,3 0-20,3 0 1,1 0-1,3 0 0,0 9 167,-4 6-48,5 4-142,5 3 47,-5 7-96,6 5-42,3 1 8,5-1-9,4 1 0,2-6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38:22.521"/>
    </inkml:context>
    <inkml:brush xml:id="br0">
      <inkml:brushProperty name="width" value="0.1" units="cm"/>
      <inkml:brushProperty name="height" value="0.1" units="cm"/>
      <inkml:brushProperty name="color" value="#B4C3DA"/>
      <inkml:brushProperty name="inkEffects" value="silver"/>
      <inkml:brushProperty name="anchorX" value="-2716.99951"/>
      <inkml:brushProperty name="anchorY" value="-533.58502"/>
      <inkml:brushProperty name="scaleFactor" value="0.5"/>
    </inkml:brush>
  </inkml:definitions>
  <inkml:trace contextRef="#ctx0" brushRef="#br0">263 990 6553,'0'0'0,"4"0"241,11 0 279,9 0-79,4 0-241,2 0 80,0 0-39,3 0 279,4 0-79,3 0 39,-1 0-279,-4 0 79,-3 0-40,-2-5 117,-4 0-150,-1 0 50,-2 1-17,0 1 0,0 1 1,5 1 279,4 1-79,1 0-241,8 0 641,4 0-481,2 0 161,-3 1-321,-4-6 197,-6 1-190,1-1 330,-3 1-377,-3 2 121,-1 0-41,-3 1 0,0 0 1,-2 1-1,1 0 0,3 1 281,6-1-81,0 0-239,-1 0 79,2 0 241,4 0-81,7 0 321,4 0-361,1 0 121,5 0 240,-5 0-641,0 5 547,-3-1-245,5 1 50,4-1-547,-5-1 152,4-2-77,3 0 0,-5 9 0,2 0 0,3-1 0,-1-1 0,3 2 0,-2-1 0,2 7 0,3-2 0,-3-1 0,-2 1 0,-3-3 0,1-2 0,3 1 0,-6-2 0,3-1 0,-3-3 0,-1-1 0,-1-1 0,-7-2 0,4 0 0,-1 0 0,1-1 0,4 1 0,6 0 0,-6-1 0,-5 1 0,-3 0 0,4 0 0,-4 0 0,4 0 0,0 0 0,6 0 0,-5 0 0,5 0 0,-6 0 0,-6 0 0,-6 0 0,-5 0 0,-4 0 0,-3 0 0,4 0 0,4 0 0,0 0 0,-1 0 0,-1 0 0,-2 0 0,2 0 0,4-5 0,0 1 0,-2-1 0,-2 1 0,7 1 0,-1 1 0,3 1 0,2 0 0,3 1 0,-4 0 0,-3 1 0,-4-10 0,1-1 0,1 1 0,-5-9 0,2-11 0,2-8-793,-5-2 740,-7-3-541,-3-7-173,-5-2 380,-5 0-140,-4-5-234,7 1 128,-1 1 179,-2-3-340,-1 1 393,-3-3-400,-3-2 120,0 1 241,-2-2-361,-5 7 565,0 8-52,0 3-249,-9 12 97,-4 9 681,-3 9-205,-2 6 102,-2 5 1,0 4-1,0 0 1,1 1-1,-1 0 1,1-1-1,1 0 1,-11 0 323,1-1-416,-4 0 300,-4 0-92,-3 0 23,3 0-162,-1 0 209,-5 0 91,-1 0-184,-7 0 231,6 0-393,4 0 116,2 0 115,1 0-46,4 0-139,4 0 47,3 0-24,4 0 1,-3 0 161,-3 0-46,-4 0 23,-9 0 161,2 0-368,-2 0 276,0 0-92,-1 0 23,-5 0 162,1 0-209,-1-5 109,5 0-235,7 0 63,1 1 133,-1 1-46,4 1-138,3 1 45,4 1-22,2 0-1,2 0-37,-4 0-113,-4 0 29,-4 1-17,0-1 0,3 0 0,2 0 0,3 0 0,2 0 0,-2 0 0,-5 0 0,2 0 0,-9 9 0,1 1 0,3-1 0,-7-1 0,-5-2 0,2 2 0,-5-1 0,4-1 0,1 3 0,-3-1 0,4-2 0,-5 8 0,1-2 0,5 0 0,0-4 0,1-2 0,0-2 0,-1-3 0,0 0 0,-1-1 0,-1-1 0,0 0 0,5 1 0,0 0 0,-1-1 0,5 1 0,-2 0 0,0 0 0,-7 0 0,3 0 0,4 0 0,4 0 0,4 0 0,5 0 0,-3 0 0,1 0 0,1 0 0,2 0 0,0 0 0,2 0 0,-5 0 0,-4 0 0,-5 0 0,1 0 0,-3 0 0,-6 0 0,3 0 0,-7 0 0,0 0 0,4 0 0,0 0 0,2 0 0,4 0 0,4 0 0,5 0 0,-1 0 0,-3 0 0,-4 0 0,-2 0 0,2 0 0,3 0 0,3 0 0,0 0 0,1 0 0,3 0 0,1 0 0,2-5 0,2 0 0,0 1 0,-4 0 0,-5 1 0,-9 10 0,37-4 0,-1-1 0,-1 1 0,1 0 0,-7 4 0,-17 17 0,3 3 0,9 1 0,1 5 0,5 3 0,4 5 0,4-3 0,1-2 0,3 2 0,0 0 0,1 3 0,-1-2 0,1-4 0,0-3 0,-1-4 0,5-2 0,5-1 0,-1-2 0,0 0 0,2 0 0,4-5 0,2-4 0,3-6 0,1 2 0,2-3 0,1-2 0,0-1 0,0-2 0,0-1 0,-4-1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38:26.851"/>
    </inkml:context>
    <inkml:brush xml:id="br0">
      <inkml:brushProperty name="width" value="0.1" units="cm"/>
      <inkml:brushProperty name="height" value="0.1" units="cm"/>
      <inkml:brushProperty name="color" value="#B4C3DA"/>
      <inkml:brushProperty name="inkEffects" value="silver"/>
      <inkml:brushProperty name="anchorX" value="-1867.0072"/>
      <inkml:brushProperty name="anchorY" value="452.77386"/>
      <inkml:brushProperty name="scaleFactor" value="0.5"/>
    </inkml:brush>
  </inkml:definitions>
  <inkml:trace contextRef="#ctx0" brushRef="#br0">85 1 6553,'0'0'0,"-4"4"340,-1 11 164,0 9-47,-8 13 474,0 7-579,2 5 193,2-2-345,2-6 81,4-4-41,1-6 0,1-3 0,1-3 1,0 4 279,1 3-79,0 5 39,-1-1-279,0-2 79,0-2-40,0 1 281,1 3-81,-1 4 41,-1 2 0,1 2-1,5-7-280,-3-35-129,-1 2-1,0-1 0,1 0 0,-1 0 0,1 0 0,-1 0 0,3 3 0,-2-3-50,-1-1 0,1 0 0,0 0 0,0 0 0,0 0 0,1 0 0,3 2 0,17 7 261,11-6 520,7-3-441,8-3 441,-1-1-681,-3 1 201,-7-1-81,5 1 561,-4 0-721,-3 1 240,5-1 481,-2 1-721,-3 0 241,1 0 199,-3 0-359,-3 0 119,7 1 521,-2-1-721,-1 0 240,1 0 196,3 0-635,7 0 198,7 0-79,-3 0 0,0 0 0,-6 0 0,0 0 0,-2 0 0,1 0 0,-3 0 0,-5 0 0,-4 0 0,-2 0 0,1 0 0,3 0 0,0 0 0,3 0 0,-6 4 0,2 1 0,-6 5 0,2-1 0,8-1 0,5-2 0,3-2 0,8-2 0,5-1 0,-3-1 0,3 0 0,3 4 0,-6 1 0,2-1 0,-2-1 0,-2 0 0,-6-1 0,-2-1 0,-1 4 0,1 0 0,-5 0 0,6-2 0,0 0 0,2-1 0,-3-1 0,-1-1 0,5 0 0,0 0 0,7 5 0,-6-1 0,-4 1 0,-7-1 0,-1-1 0,-4-1 0,-3-1 0,-2-1 0,-3 0 0,-1 0 0,0 0 0,-1 0 0,0-1 0,-1 1 0,6-9 0,-4-10 0,-1-15-886,4-8 346,-4 0 360,-5 1-134,-1 0-273,-5-5-115,-3-2 292,-4-6-391,-2-1 401,-3 1-121,0 7 321,0 1-361,-1 1 121,-4 10 240,0 0-361,0 4 401,1 2-121,1 3 41,-9 6-280,-3 6 771,-10 5-105,-2 4-71,-1 3 57,-6-2 143,-3 0-76,-4 0 31,2 2-136,3 0 37,3 1-18,-1 0 132,-2 1-38,-3 0 18,2 0-130,2 0 36,4-4 37,-2-1 61,-3 0-15,1 1-120,3-8 201,2 0-229,2 2 70,3 1-23,-4 4 132,-5 1-38,-3 2 18,0 2-131,3 0 38,2 0-19,3 1 0,-7-1 263,1 0-338,-7 1 375,-4-1-243,-6 0 206,7-10-188,1 1 56,1-1-18,4 2-132,0 2 170,-1 2-57,-2 2 18,3 1-131,4 1 38,8-4-19,3-1 0,-6 1 146,-1 1-320,-3 0 101,0 2-40,2 0 0,-3 0 0,-3 1 0,3 0 0,2 1 0,-7-1 0,2 0 0,2 0 0,4 0 0,2 0 0,4 0 0,1 0 0,-9 0 0,-8 5 0,-5 4 0,-3 1 0,-5 3 0,-1-1 0,6-2 0,2-3 0,-3-3 0,-5-2 0,1-1 0,6-1 0,1 0 0,1-1 0,2 1 0,4 4 0,5 0 0,4 1 0,-1 3 0,-6 0 0,0-1 0,-7 7 0,3-1 0,3-2 0,5-2 0,4-3 0,4-2 0,1-3 0,7 5 0,6-2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38:44.425"/>
    </inkml:context>
    <inkml:brush xml:id="br0">
      <inkml:brushProperty name="width" value="0.1" units="cm"/>
      <inkml:brushProperty name="height" value="0.1" units="cm"/>
      <inkml:brushProperty name="color" value="#B4C3DA"/>
      <inkml:brushProperty name="inkEffects" value="silver"/>
      <inkml:brushProperty name="anchorX" value="-936.23431"/>
      <inkml:brushProperty name="anchorY" value="1123.34229"/>
      <inkml:brushProperty name="scaleFactor" value="0.5"/>
    </inkml:brush>
  </inkml:definitions>
  <inkml:trace contextRef="#ctx0" brushRef="#br0">1 1 6553,'0'0'0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5T11:40:05.750"/>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1 0,'0'0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40:43.687"/>
    </inkml:context>
    <inkml:brush xml:id="br0">
      <inkml:brushProperty name="width" value="0.035" units="cm"/>
      <inkml:brushProperty name="height" value="0.035" units="cm"/>
      <inkml:brushProperty name="color" value="#DA0C07"/>
      <inkml:brushProperty name="inkEffects" value="lava"/>
      <inkml:brushProperty name="anchorX" value="-18983.95313"/>
      <inkml:brushProperty name="anchorY" value="-3935.43604"/>
      <inkml:brushProperty name="scaleFactor" value="0.5"/>
    </inkml:brush>
  </inkml:definitions>
  <inkml:trace contextRef="#ctx0" brushRef="#br0">0 0 24575,'0'0'0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48:33.234"/>
    </inkml:context>
    <inkml:brush xml:id="br0">
      <inkml:brushProperty name="width" value="0.035" units="cm"/>
      <inkml:brushProperty name="height" value="0.035" units="cm"/>
      <inkml:brushProperty name="color" value="#F6630D"/>
    </inkml:brush>
  </inkml:definitions>
  <inkml:trace contextRef="#ctx0" brushRef="#br0">1 0 24462,'8209'4106'0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48:36.784"/>
    </inkml:context>
    <inkml:brush xml:id="br0">
      <inkml:brushProperty name="width" value="0.035" units="cm"/>
      <inkml:brushProperty name="height" value="0.035" units="cm"/>
      <inkml:brushProperty name="color" value="#F6630D"/>
    </inkml:brush>
  </inkml:definitions>
  <inkml:trace contextRef="#ctx0" brushRef="#br0">1 1 24575</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48:41.040"/>
    </inkml:context>
    <inkml:brush xml:id="br0">
      <inkml:brushProperty name="width" value="0.035" units="cm"/>
      <inkml:brushProperty name="height" value="0.035" units="cm"/>
      <inkml:brushProperty name="color" value="#F6630D"/>
    </inkml:brush>
  </inkml:definitions>
  <inkml:trace contextRef="#ctx0" brushRef="#br0">710 24 24575,'3'0'0,"1"1"0,-1 0 0,0 0 0,1 0 0,-1 0 0,0 1 0,0-1 0,0 1 0,0 0 0,0 0 0,3 3 0,23 12 0,-19-14 0,1 0 0,0-1 0,-1 0 0,1-1 0,0 0 0,0 0 0,22-3 0,2-3 0,39-10 0,6-1 0,-6 8 0,111 4 0,43-4 0,263-6 0,-333 15 0,225-1 0,-358 2 0,1 1 0,-1 1 0,0 1 0,46 17 0,4 0 0,-49-16 0,35 14 0,-52-16 0,1 0 0,-1 1 0,-1 0 0,1 1 0,-1-1 0,14 14 0,-14-12 0,0-2 0,0 1 0,0-1 0,1 0 0,13 5 0,-11-5 0,0 1 0,17 12 0,-24-16 0,-1 1 0,0-1 0,0 1 0,0 0 0,-1 0 0,1 1 0,-1-1 0,1 0 0,-1 1 0,0 0 0,-1-1 0,3 6 0,5 27 0,-1 1 0,-2 0 0,-2 1 0,-1-1 0,-4 76 0,1-105 0,-1-1 0,0 1 0,0-1 0,0 0 0,-1 0 0,-3 9 0,4-13 0,0-1 0,0 0 0,-1 0 0,1 0 0,-1 0 0,1 0 0,-1 0 0,0 0 0,1-1 0,-1 1 0,0-1 0,0 1 0,0-1 0,0 0 0,-1 1 0,1-1 0,0 0 0,0 0 0,-1-1 0,1 1 0,-5 0 0,-60 9 0,0-3 0,-113-4 0,149-6 0,1-1 0,-36-10 0,-36-4 0,-298 9 0,234 12 0,-367-3 0,503 1 0,0 2 0,-1 1 0,1 1 0,-54 18 0,43-13 0,0-1 0,0-2 0,-63 2 0,-129-9 0,92-3 0,92 4 0,17 0 0,1-1 0,-1-2 0,-45-7 0,24 1 0,41 7 0,1 0 0,0-1 0,-1 0 0,1-1 0,0 0 0,0-1 0,-13-7 0,9 2 0,0-1 0,1-1 0,0 0 0,1-1 0,-23-25 0,-50-77 0,65 84 0,16 23 0,-11-14 0,2-2 0,-20-37 0,31 53 0,0 1 0,1 0 0,-1-1 0,1 1 0,1-1 0,-1 0 0,1 0 0,1 0 0,-1 1 0,1-1 0,0 0 0,1 0 0,0 0 0,0 0 0,3-10 0,-2 12 0,0 0 0,0 0 0,1 0 0,0 1 0,0-1 0,0 1 0,0 0 0,1 0 0,0 0 0,-1 0 0,2 0 0,-1 1 0,0 0 0,1 0 0,-1 0 0,1 0 0,0 1 0,0 0 0,0 0 0,0 0 0,0 0 0,9-1 0,10 0 0,-1 1 0,0 0 0,47 4 0,-31 0 0,69-3 0,64 4 0,-82 7 0,17 2 0,-71-11-1365,-4-1-5461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48:46.559"/>
    </inkml:context>
    <inkml:brush xml:id="br0">
      <inkml:brushProperty name="width" value="0.035" units="cm"/>
      <inkml:brushProperty name="height" value="0.035" units="cm"/>
      <inkml:brushProperty name="color" value="#F6630D"/>
    </inkml:brush>
  </inkml:definitions>
  <inkml:trace contextRef="#ctx0" brushRef="#br0">300 89 24575,'123'2'0,"136"-4"0,-202-4 0,85-19 0,12-3 0,-3 18 0,156 9 0,-129 3 0,853-2 0,-1026 0 0,1 0 0,-1 0 0,0 1 0,1 0 0,-1 0 0,0 0 0,0 1 0,0-1 0,0 1 0,0 0 0,0 1 0,-1-1 0,8 6 0,-7-4 0,0 1 0,-1 0 0,1 0 0,-1 0 0,-1 0 0,1 1 0,-1-1 0,0 1 0,0 0 0,4 12 0,3 15 0,-1 0 0,-1 1 0,-2 0 0,2 53 0,-8 143 0,-2-139 0,2-71 0,0-13 0,0 0 0,0-1 0,0 1 0,-1 0 0,0 0 0,-3 9 0,3-13 0,0-1 0,0 0 0,-1 0 0,1 0 0,-1 0 0,1 0 0,-1 0 0,0 0 0,1-1 0,-1 1 0,0-1 0,0 1 0,0-1 0,0 0 0,-1 1 0,1-1 0,0 0 0,0 0 0,-1-1 0,1 1 0,0 0 0,-4-1 0,-27 5 0,-14 4 0,31-4 0,-1-1 0,1-1 0,-1-1 0,-26 1 0,-72-6 0,32 0 0,-1041 2 0,567 2 0,490-5 0,-1-2 0,-75-18 0,85 13 0,42 9 0,0-1 0,0 0 0,1-2 0,-1 0 0,1 0 0,0-2 0,0 0 0,-25-16 0,14 5 0,4 2 0,-38-34 0,53 43 0,1 0 0,0 0 0,1 0 0,0 0 0,0-1 0,0 0 0,1 0 0,0 0 0,-4-15 0,-57-250 0,64 270 0,-12-91 0,11 82 0,2 1 0,0-1 0,0 1 0,1 0 0,1-1 0,2-10 0,-3 19 0,1 0 0,-1 0 0,0 1 0,1-1 0,0 1 0,0 0 0,-1-1 0,1 1 0,0 0 0,1 0 0,-1 0 0,0 0 0,1 1 0,-1-1 0,1 0 0,-1 1 0,1 0 0,0 0 0,0 0 0,-1 0 0,1 0 0,3 0 0,9-2 0,0 0 0,31-1 0,-38 4 0,5 0-136,-1 1-1,0 0 1,0 0-1,0 2 1,0-1-1,-1 2 1,1-1-1,-1 1 0,20 11 1,-22-9-6690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48:50.771"/>
    </inkml:context>
    <inkml:brush xml:id="br0">
      <inkml:brushProperty name="width" value="0.07938" units="cm"/>
      <inkml:brushProperty name="height" value="0.07938" units="cm"/>
      <inkml:brushProperty name="color" value="#F6630D"/>
    </inkml:brush>
  </inkml:definitions>
  <inkml:trace contextRef="#ctx0" brushRef="#br0">0 121 24159,'8014'0'0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48:53.041"/>
    </inkml:context>
    <inkml:brush xml:id="br0">
      <inkml:brushProperty name="width" value="0.07938" units="cm"/>
      <inkml:brushProperty name="height" value="0.07938" units="cm"/>
      <inkml:brushProperty name="color" value="#F6630D"/>
    </inkml:brush>
  </inkml:definitions>
  <inkml:trace contextRef="#ctx0" brushRef="#br0">69 0 24575,'5'4'0,"0"1"0,-1-1 0,1 0 0,-1 1 0,0 0 0,0 0 0,0 0 0,-1 1 0,1-1 0,-1 1 0,2 7 0,7 9 0,26 43 0,47 110 0,-45-49 0,-37-120 0,-1 0 0,1 1 0,-1-1 0,-1 1 0,1 0 0,-1-1 0,0 1 0,0 0 0,-1 0 0,0 0 0,0-1 0,-1 1 0,0 0 0,0 0 0,-1-1 0,1 1 0,-2-1 0,1 1 0,-1-1 0,1 0 0,-2 0 0,1 0 0,-8 10 0,-16 18 0,-56 58 0,11-14 0,-2 6-1365,55-63-5461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44:34.227"/>
    </inkml:context>
    <inkml:brush xml:id="br0">
      <inkml:brushProperty name="width" value="0.035" units="cm"/>
      <inkml:brushProperty name="height" value="0.035" units="cm"/>
      <inkml:brushProperty name="color" value="#AE198D"/>
      <inkml:brushProperty name="inkEffects" value="galaxy"/>
      <inkml:brushProperty name="anchorX" value="2303.98413"/>
      <inkml:brushProperty name="anchorY" value="1364.22559"/>
      <inkml:brushProperty name="scaleFactor" value="0.5"/>
    </inkml:brush>
  </inkml:definitions>
  <inkml:trace contextRef="#ctx0" brushRef="#br0">1 20 24575,'0'0'0,"0"-8"0,0-3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44:34.228"/>
    </inkml:context>
    <inkml:brush xml:id="br0">
      <inkml:brushProperty name="width" value="0.035" units="cm"/>
      <inkml:brushProperty name="height" value="0.035" units="cm"/>
      <inkml:brushProperty name="color" value="#FF0066"/>
    </inkml:brush>
  </inkml:definitions>
  <inkml:trace contextRef="#ctx0" brushRef="#br0">0 1 24575,'0'0'-8191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56:01.847"/>
    </inkml:context>
    <inkml:brush xml:id="br0">
      <inkml:brushProperty name="width" value="0.035" units="cm"/>
      <inkml:brushProperty name="height" value="0.035" units="cm"/>
      <inkml:brushProperty name="color" value="#CC0066"/>
    </inkml:brush>
  </inkml:definitions>
  <inkml:trace contextRef="#ctx0" brushRef="#br0">1 0 24575,'0'0'-8191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56:04.021"/>
    </inkml:context>
    <inkml:brush xml:id="br0">
      <inkml:brushProperty name="width" value="0.035" units="cm"/>
      <inkml:brushProperty name="height" value="0.035" units="cm"/>
      <inkml:brushProperty name="color" value="#CC0066"/>
    </inkml:brush>
  </inkml:definitions>
  <inkml:trace contextRef="#ctx0" brushRef="#br0">1412 0 24575,'-18'20'0,"-19"34"0,19-26 0,-273 472-833,201-324 823,-87 202 749,108-245-629,14-33-116,48-80 6,1 1 0,0 23 0,5-31 0,1-11 0,-1 0 0,1 0 0,-1 0 0,1-1 0,-1 1 0,0 0 0,0-1 0,0 1 0,-1 0 0,1-1 0,-1 1 0,0 0 0,0-1 0,-4 3 0,4-3 0,0 0 0,1-1 0,-1 1 0,0-1 0,0 1 0,0-1 0,0 1 0,0-1 0,0 0 0,0 1 0,0-1 0,0 0 0,0 0 0,0 0 0,0 0 0,-1 0 0,1 0 0,0 0 0,0 0 0,0 0 0,0 0 0,0-1 0,0 1 0,0 0 0,-3-2 0,-5 0 0,0-1 0,0 0 0,1 0 0,-1 0 0,2-1 0,-1 0 0,1 1 0,-10-7 0,-55-40 0,38 25 0,-60-39 0,-146-105 0,237 166 0,0 0 0,1 0 0,0 0 0,-5-6 0,8 8 0,-1 1 0,1-1 0,-1 1 0,1-1 0,0 1 0,0-1 0,-1 0 0,1 1 0,0-1 0,0 1 0,0-1 0,1 0 0,-1 1 0,0-1 0,0 1 0,1-1 0,-1 0 0,0 1 0,1-1 0,-1 1 0,1-1 0,-1 1 0,1-1 0,0 1 0,-1-1 0,1 1 0,0-1 0,0 1 0,0-1 0,0 1 0,0 0 0,0-1 0,0 1 0,0 0 0,0-1 0,1 1 0,1-1 0,-1 1 0,0 0 0,1 0 0,-1 0 0,0 0 0,1 0 0,-1 0 0,1 0 0,-1 0 0,1 0 0,-1 0 0,0 1 0,1-1 0,-1 0 0,0 1 0,3 0 0,36 12 0,-37-12 0,15 6 0,0 1 0,-1 1 0,28 16 0,42 32 0,-81-52 0,217 176 0,-199-158 0,30 30 0,21 16 0,-68-61 0,-4-4 0,0 0 0,1-1 0,9 7 0,-14-9 0,1-1 0,0 0 0,0 1 0,0-1 0,-1 1 0,1-1 0,0 0 0,0 1 0,0-1 0,0 0 0,0 1 0,0-1 0,0 0 0,0 0 0,0 0 0,1 1 0,-1-1 0,0 0 0,0 0 0,0 0 0,0 0 0,0 0 0,1 0 0,-1 0 0,0 0 0,0 0 0,0-1 0,0 1 0,0 0 0,0 0 0,0 0 0,0-1 0,2 0 0,6-2 0,-1-2 0,1 1 0,-2 0 0,1-1 0,-1 0 0,11-10 0,-5 5 0,342-277-680,15 0-685,-321 248-4781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56:11.934"/>
    </inkml:context>
    <inkml:brush xml:id="br0">
      <inkml:brushProperty name="width" value="0.035" units="cm"/>
      <inkml:brushProperty name="height" value="0.035" units="cm"/>
      <inkml:brushProperty name="color" value="#CC0066"/>
    </inkml:brush>
  </inkml:definitions>
  <inkml:trace contextRef="#ctx0" brushRef="#br0">2980 71 24575,'-65'0'0,"-90"6"0,72-1 0,-157-4 0,120-2 0,-1112 1 0,1205-1 0,-48-4 0,46 3 0,-39-2 0,46 4 0,0-1 0,0 0 0,0-1 0,0 0 0,0-1 0,1 0 0,-24-6 0,33 7 0,-1-1 0,0 1 0,-1 0 0,1 0 0,-1 1 0,0 0 0,-16-1 0,16 1 0,1 0 0,0 0 0,0-1 0,0 0 0,1 0 0,-15-4 0,12 2 0,-1 1 0,0 0 0,-25-2 0,5 3 0,0 0 0,0 2 0,0 0 0,0 2 0,-54 4 0,85-5 0,1-1 0,-1 1 0,0 0 0,1 0 0,-1-1 0,1 1 0,0 1 0,-1-1 0,1 0 0,0 1 0,0-1 0,1 1 0,-1-1 0,1 1 0,-1 0 0,1 0 0,0 0 0,0 0 0,-4 4 0,4-2 0,-1 1 0,2-1 0,-1 1 0,1-1 0,0 1 0,1 0 0,0-1 0,1 1 0,0 8 0,3 17 0,2-1 0,22 52 0,28 44 0,-8-3 0,-46-118 0,1 1 0,0-1 0,0 0 0,1 1 0,0-1 0,0 0 0,1 0 0,6 5 0,-6-7 0,-1 0 0,1 0 0,0 1 0,1-1 0,-1-1 0,0 1 0,1 0 0,0 0 0,0-1 0,0 0 0,0 1 0,1-1 0,6 1 0,5 0 0,0 0 0,1 0 0,-1-1 0,20 0 0,74-2 0,-46 0 0,273 8 0,-229-3 0,54 4 0,-88-5 0,-53-2 0,0 0 0,0 0 0,-1 1 0,1 0 0,-1 1 0,0 0 0,22 5 0,-30-5 0,1 0 0,-1-1 0,1 0 0,0 0 0,0-1 0,28 2 0,-10-2 0,60 9 0,9 0 0,43-8 0,-45-1 0,-80 0 0,34 4 0,-41-4 0,0 1 0,1-1 0,-1 0 0,1-1 0,18 0 0,32-4 0,-9 1 0,-1 1 0,1 0 0,83 5 0,-109-1 0,0 0 0,0-2 0,0 0 0,55-3 0,-2 0 0,-57 2 0,0 0 0,44-4 0,-63 4 0,1 0 0,-1-1 0,0 1 0,0 0 0,1-1 0,-2 0 0,1 0 0,0 1 0,-1-1 0,0-1 0,0 1 0,0 0 0,6-5 0,3-3 0,-2-1 0,12-13 0,-5 4 0,-9 11 0,-1-1 0,-1 0 0,-1 0 0,0-1 0,-2 1 0,0-1 0,1-12 0,-5-77 0,-3 47 0,4-2 0,-2-54 0,1 107 8,-1-1 0,1 1 0,-1 0 0,0-1 0,0 1 0,0-1 0,-1 1 0,0 0 0,0 0 0,0-1 0,0 1 0,-1 0 0,1 0 0,-5-3 0,2 3-122,1 1 0,0-1-1,0 0 1,-1 1 0,0-1 0,0 1-1,0 0 1,0 0 0,0 0 0,0 0-1,0 0 1,-7 0 0,-5-1-6712</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56:15.696"/>
    </inkml:context>
    <inkml:brush xml:id="br0">
      <inkml:brushProperty name="width" value="0.035" units="cm"/>
      <inkml:brushProperty name="height" value="0.035" units="cm"/>
      <inkml:brushProperty name="color" value="#66CC00"/>
    </inkml:brush>
  </inkml:definitions>
  <inkml:trace contextRef="#ctx0" brushRef="#br0">1 1 24575,'0'0'-8191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56:19.240"/>
    </inkml:context>
    <inkml:brush xml:id="br0">
      <inkml:brushProperty name="width" value="0.10583" units="cm"/>
      <inkml:brushProperty name="height" value="0.10583" units="cm"/>
      <inkml:brushProperty name="color" value="#66CC00"/>
    </inkml:brush>
  </inkml:definitions>
  <inkml:trace contextRef="#ctx0" brushRef="#br0">482 935 24575,'12'1'0,"0"0"0,0 1 0,-1-1 0,1 2 0,0-1 0,-1 1 0,0 0 0,19 7 0,-11-4 0,33 7 0,142 23 0,-156-30 0,0-1 0,0-1 0,62 1 0,120-5 0,-93-2 0,1310 2 0,-1429 0 0,0-1 0,0 1 0,0-1 0,0 0 0,-1 0 0,1 0 0,0-1 0,-1 0 0,1 0 0,-1 0 0,0 0 0,0-1 0,10-5 0,-8 4 0,-1-1 0,0 0 0,-1 0 0,0-1 0,0 1 0,-1-1 0,0 0 0,0 0 0,5-9 0,13-17 0,-14 20 0,-1-1 0,-1 1 0,10-23 0,4-18 0,-14 37 0,-1 0 0,-1 0 0,-1-1 0,1-19 0,-8-169 0,0 178 0,-2 0 0,-1 0 0,-20-43 0,19 58 0,-1 1 0,-1 0 0,0 0 0,-1 0 0,-1 1 0,-1 0 0,0 0 0,-1 1 0,-1 0 0,-22-12 0,25 15 0,0 2 0,-1-1 0,0 1 0,0 0 0,-1 0 0,0 1 0,-19-4 0,-24-7 0,-80-24 0,71 17 0,49 15 0,1 1 0,-2 1 0,1-1 0,-25-4 0,-119-9 0,-14-3 0,123 13 0,-1 1 0,0 2 0,0 1 0,-75 0 0,-227 15 0,327-10 0,1 1 0,0 1 0,1 1 0,-29 6 0,46-8 0,-14 3 0,1 0 0,-2-1 0,1 0 0,-40 4 0,29-6 0,0 2 0,0 1 0,-47 11 0,73-15 0,-52 9 0,35-6 0,-37 8 0,45-8 0,-1 0 0,0-2 0,0 1 0,0-1 0,-30 1 0,-82-3 0,92-1 0,0 1 0,-71 5 0,73-1 0,-63 12 0,84-13 0,0 1 0,1-1 0,-1 1 0,1 1 0,0-1 0,1 1 0,-18 10 0,-82 59 0,93-60 0,1 0 0,1 1 0,-21 26 0,30-30 0,1-1 0,1 1 0,0 0 0,1 0 0,1 0 0,-1 20 0,8 69 0,-4-97 0,0-1 0,8 49 0,-6-45 0,0 0 0,0-1 0,0 1 0,2-1 0,-1 1 0,8 8 0,62 53 0,10 10 0,-66-59 0,1 3 0,3-1 0,26 21 0,-42-38 0,-3 0 0,1-1 0,0 1 0,0-1 0,0 0 0,1 0 0,-1 0 0,1 0 0,0 0 0,0-1 0,0 1 0,0-1 0,1 1 0,-1-1 0,0 0 0,1 0 0,8 1 0,108 15-630,-107-14-105,15 1-6091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56:22.283"/>
    </inkml:context>
    <inkml:brush xml:id="br0">
      <inkml:brushProperty name="width" value="0.035" units="cm"/>
      <inkml:brushProperty name="height" value="0.035" units="cm"/>
      <inkml:brushProperty name="color" value="#66CC00"/>
    </inkml:brush>
  </inkml:definitions>
  <inkml:trace contextRef="#ctx0" brushRef="#br0">0 1 24575,'29'0'0,"0"0"0,1 1 0,-1 1 0,-1 0 0,1 1 0,-1 0 0,0 1 0,0 0 0,-1 0 0,-1 1 0,0 1 0,34 10 0,52 13 306,407 101-5661,-416-109 3983,129 19-1,8-11 2383,157 5-985,553 32 7211,-607-45-7713,288 28 477,-373-26 0,2-4 0,332 5 0,-11-26 0,-230 0 0,-312 2 0,69-1 0,-102 1 0,0 0 0,-1-1 0,1 1 0,0-1 0,-1 1 0,1-1 0,-1 0 0,1 0 0,-1 0 0,0 0 0,0 0 0,0-1 0,0 1 0,4-2 0,-8 2 0,0 0 0,0 1 0,0-1 0,-1 1 0,1-1 0,0 0 0,-1 1 0,0-1 0,1 0 0,-1 1 0,0-1 0,0 0 0,0 1 0,0-1 0,0 0 0,0 1 0,0-1 0,-1 0 0,1 1 0,0-1 0,-1 0 0,1 1 0,-1-1 0,0 0 0,0 1 0,1-1 0,-1 1 0,0-1 0,0 0 0,0 1 0,-1-1 0,1 1 0,0 0 0,0-1 0,-1 1 0,-1-1 0,-50-15 0,52 16 0,-65-16 0,-77-25 0,121 34 0,0-1 0,1 0 0,1-1 0,1 0 0,1-1 0,-26-16 0,11 3 0,21 16 0,0 0 0,2 0 0,0-1 0,1 1 0,1-1 0,0 0 0,2 0 0,-7-14 0,12 21 0,1 1 0,-1-1 0,1 0 0,0 0 0,-1 1 0,1-1 0,0 0 0,0 1 0,0-1 0,0 0 0,1 0 0,-1 1 0,0-1 0,1 0 0,-1 1 0,1-1 0,-1 0 0,1 0 0,0 1 0,0-1 0,0 1 0,0-1 0,0 0 0,0 1 0,0-1 0,0 1 0,2-1 0,0 1 0,-1 0 0,0 0 0,0 0 0,1 0 0,-1 0 0,0 0 0,0 0 0,0 1 0,1-1 0,-1 0 0,0 1 0,0-1 0,0 0 0,0 1 0,0-1 0,-1 1 0,4 1 0,77 31 0,-29 0 0,-4 0 0,-3 1 0,60 61 0,10 8 0,-29-41 0,-51-38 0,-2 0 0,28 30 0,-56-46 7,-1 0 0,-1 0-1,0 0 1,-1 0 0,-1 0-1,-1 0 1,-1 0-1,-1 1 1,0-1 0,-2 0-1,0 0 1,-1 0 0,-1 0-1,-1 0 1,0-1 0,-1 1-1,-17 12 1,-1-2-255,-1 0 1,-3-1-1,-1 0 1,-2-1-1,-62 25 1,19-13-6579</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58:27.694"/>
    </inkml:context>
    <inkml:brush xml:id="br0">
      <inkml:brushProperty name="width" value="0.2" units="cm"/>
      <inkml:brushProperty name="height" value="0.2" units="cm"/>
      <inkml:brushProperty name="color" value="#CC0066"/>
    </inkml:brush>
  </inkml:definitions>
  <inkml:trace contextRef="#ctx0" brushRef="#br0">0 0 24012,'3062'0'0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58:31.561"/>
    </inkml:context>
    <inkml:brush xml:id="br0">
      <inkml:brushProperty name="width" value="0.2" units="cm"/>
      <inkml:brushProperty name="height" value="0.2" units="cm"/>
      <inkml:brushProperty name="color" value="#CC0066"/>
    </inkml:brush>
  </inkml:definitions>
  <inkml:trace contextRef="#ctx0" brushRef="#br0">0 20 24575,'20'-1'0,"-1"-1"0,19-4 0,17-2 0,-19 6 0,-1 1 0,1 2 0,-1 2 0,42 8 0,38 6 0,-71-12 0,-1 2 0,1 1 0,43 16 0,-62-15 0,1-2 0,-1-1 0,1-1 0,27 1 0,106-2 0,1160-6 93,-799 2-1551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58:39.675"/>
    </inkml:context>
    <inkml:brush xml:id="br0">
      <inkml:brushProperty name="width" value="0.2" units="cm"/>
      <inkml:brushProperty name="height" value="0.2" units="cm"/>
      <inkml:brushProperty name="color" value="#CC0066"/>
    </inkml:brush>
  </inkml:definitions>
  <inkml:trace contextRef="#ctx0" brushRef="#br0">0 1906 20512,'9412'-1905'0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58:41.161"/>
    </inkml:context>
    <inkml:brush xml:id="br0">
      <inkml:brushProperty name="width" value="0.2" units="cm"/>
      <inkml:brushProperty name="height" value="0.2" units="cm"/>
      <inkml:brushProperty name="color" value="#CC0066"/>
    </inkml:brush>
  </inkml:definitions>
  <inkml:trace contextRef="#ctx0" brushRef="#br0">1 0 24575,'11'0'0,"0"0"0,0 1 0,0 1 0,0 0 0,0 0 0,-1 1 0,1 0 0,-1 1 0,1 0 0,-1 1 0,-1 0 0,1 0 0,17 14 0,139 121 0,-156-132 0,0-1 0,16 10 0,13 8 0,-29-17 0,7 6 0,22 22 0,-35-32 0,0 1 0,0-1 0,-1 1 0,1 0 0,-1 0 0,0 0 0,-1 1 0,1-1 0,-1 1 0,2 8 0,-1 3 0,0 1 0,-2 0 0,0-1 0,-1 1 0,-1 0 0,-1 0 0,0-1 0,-7 25 0,1-14 0,-1-1 0,-2-1 0,0 0 0,-24 38 0,-106 144-1365,116-174-5461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00:05.842"/>
    </inkml:context>
    <inkml:brush xml:id="br0">
      <inkml:brushProperty name="width" value="0.05" units="cm"/>
      <inkml:brushProperty name="height" value="0.05" units="cm"/>
      <inkml:brushProperty name="color" value="#CC0066"/>
    </inkml:brush>
  </inkml:definitions>
  <inkml:trace contextRef="#ctx0" brushRef="#br0">0 0 24575,'11'1'0,"0"0"0,-1 1 0,1 0 0,-1 0 0,15 6 0,14 4 0,337 55-174,8-30-175,-294-30 270,1089 40-644,-821-38 1043,40 1 60,-348-8-224,-1 1 1,0 3-1,74 18 0,19 9-156,77 20 0,44 8 0,-131-30 0,-92-19 0,64 9 0,-49-12 0,-1 3 0,69 24 0,45 11 0,-162-46 0,1 1 0,0 0 0,1-1 0,-1-1 0,11 1 0,-16-1 0,0 0 0,0-1 0,0 1 0,-1 0 0,1-1 0,0 1 0,-1-1 0,1 1 0,0-1 0,-1 0 0,1 0 0,-1 0 0,1 0 0,-1 0 0,1 0 0,-1 0 0,0-1 0,1 1 0,-1 0 0,0-1 0,0 1 0,0-1 0,1-2 0,1-3 0,-1 0 0,-1 1 0,1-1 0,-1 0 0,0 0 0,-1 0 0,0 0 0,0 0 0,0 0 0,-1 0 0,-2-8 0,-3-15 0,-12-34 0,14 54 0,-4-17 0,-24-48 0,27 65 0,0 1 0,-1-1 0,0 1 0,-1 0 0,0 1 0,0 0 0,-15-13 0,6 12 0,7 11 0,9-1 0,0 0 0,0 0 0,-1 0 0,1 0 0,0 1 0,0-1 0,0 0 0,0 0 0,0 0 0,0 0 0,1 0 0,-1 1 0,0-1 0,1 0 0,-1 0 0,0 0 0,1 0 0,-1 0 0,1 0 0,0 0 0,0 1 0,24 36 0,1-2 0,39 43 0,2 2 0,-37-45 0,-21-26 0,0 0 0,0 1 0,-1 0 0,10 19 0,-17-26 0,0-1 0,0 1 0,0-1 0,-1 1 0,1-1 0,-1 1 0,0 0 0,0-1 0,0 1 0,0 0 0,-1-1 0,0 1 0,1 0 0,-1-1 0,0 1 0,-1-1 0,1 0 0,-1 1 0,1-1 0,-1 0 0,0 0 0,0 0 0,-3 3 0,-7 8 0,0 0 0,-1-1 0,-20 15 0,16-13 0,-18 12 0,0-1 0,-49 27 0,15-11 0,57-35 0,0 0 0,-21 7 0,-8 3 0,9-1-1365,2-2-5461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01:41.519"/>
    </inkml:context>
    <inkml:brush xml:id="br0">
      <inkml:brushProperty name="width" value="0.05" units="cm"/>
      <inkml:brushProperty name="height" value="0.05" units="cm"/>
      <inkml:brushProperty name="color" value="#CC0066"/>
    </inkml:brush>
  </inkml:definitions>
  <inkml:trace contextRef="#ctx0" brushRef="#br0">0 0 24575,'0'0'-8191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09:10.501"/>
    </inkml:context>
    <inkml:brush xml:id="br0">
      <inkml:brushProperty name="width" value="0.2" units="cm"/>
      <inkml:brushProperty name="height" value="0.2" units="cm"/>
      <inkml:brushProperty name="color" value="#CC0066"/>
    </inkml:brush>
  </inkml:definitions>
  <inkml:trace contextRef="#ctx0" brushRef="#br0">290 0 24575,'-10'170'0,"-1"-24"0,9-88 0,-11 63 0,8-93 0,-1-1 0,-1 0 0,-1 0 0,-17 37 0,14-37 0,1 0 0,2 1 0,1 0 0,-5 38 0,-10 40 0,3-35 0,-29 114 0,38-137 0,-7 93 0,17 136 0,2-146 0,-4-93 80,-2 0-1,-13 62 1,-1-5-1684</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09:14.067"/>
    </inkml:context>
    <inkml:brush xml:id="br0">
      <inkml:brushProperty name="width" value="0.2" units="cm"/>
      <inkml:brushProperty name="height" value="0.2" units="cm"/>
      <inkml:brushProperty name="color" value="#CC0066"/>
    </inkml:brush>
  </inkml:definitions>
  <inkml:trace contextRef="#ctx0" brushRef="#br0">640 0 24575,'1'2'0,"-1"0"0,1 0 0,-1-1 0,1 1 0,0 0 0,-1-1 0,1 1 0,0-1 0,0 1 0,0-1 0,0 1 0,0-1 0,1 1 0,-1-1 0,0 0 0,1 0 0,-1 0 0,0 0 0,1 0 0,2 2 0,38 16 0,-36-16 0,368 113 0,-314-100 0,532 108 0,-469-102 0,34 3 0,2-7 0,282-5 0,50-15 0,-327 2 0,-134 2 0,1 1 0,50 12 0,12 1 0,299-2 0,-176-12 0,896 15 0,-709 5 0,-51 0 0,669-20 0,-499-4 0,-492 1 0,0-1 0,0-2 0,-1 0 0,1-3 0,-1 0 0,40-16 0,-24 7 0,0 2 0,1 2 0,69-8 0,-89 16 0,0-1 0,0-2 0,27-9 0,-47 14 0,-1 0 0,1 0 0,-1 1 0,1 0 0,9-1 0,-13 2 0,0 1 0,0-1 0,0 0 0,0 1 0,0-1 0,-1 1 0,1-1 0,0 1 0,0 0 0,-1 0 0,1 0 0,0 0 0,-1 0 0,1 0 0,-1 0 0,0 1 0,1-1 0,-1 0 0,0 1 0,2 1 0,3 7 0,1 1 0,-1 0 0,-1 0 0,0 0 0,-1 0 0,0 1 0,-1 0 0,0 0 0,2 23 0,-1 10 0,-4 60 0,0-71 0,-3 350 0,1-366 0,0 1 0,-1 0 0,-2 0 0,1-1 0,-14 32 0,-8 29 0,6-10 0,11-44 0,-7 38 0,5-8 0,-2 0 0,-26 68 0,37-119 0,0 0 0,1 0 0,-2-1 0,1 1 0,0 0 0,-1-1 0,1 0 0,-1 1 0,0-1 0,0 0 0,-1 0 0,1-1 0,0 1 0,-1-1 0,0 1 0,0-1 0,1-1 0,-1 1 0,0 0 0,0-1 0,-5 1 0,-7 1 0,-1 0 0,1-2 0,-1 0 0,-20-1 0,15-1 0,-62 0 0,-550 10 0,129 31 0,99-6 0,145-30 0,224-4 0,15 1 0,0 1 0,0 2 0,0 0 0,-27 9 0,-21 4 0,-27 2 0,-191 13 0,-346-34 0,307-8 0,-175-3 0,387 13 0,-741-13 0,-498 2 0,854 13 0,23-2 0,449-2 0,1-1 0,0-1 0,-36-10 0,-27-5 0,-25 5-682,-168 1-1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09:20.565"/>
    </inkml:context>
    <inkml:brush xml:id="br0">
      <inkml:brushProperty name="width" value="0.2" units="cm"/>
      <inkml:brushProperty name="height" value="0.2" units="cm"/>
      <inkml:brushProperty name="color" value="#CC0066"/>
    </inkml:brush>
  </inkml:definitions>
  <inkml:trace contextRef="#ctx0" brushRef="#br0">938 317 24575,'-4'0'0,"-51"-1"0,-1 3 0,-98 15 0,134-13 0,-27 6 0,-85 28 0,118-33 0,0 1 0,0 1 0,1 0 0,0 1 0,0 1 0,1 0 0,0 0 0,0 1 0,1 1 0,-11 13 0,-117 170 0,129-177 0,1 0 0,1 0 0,0 1 0,2 0 0,-1 1 0,2-1 0,1 1 0,-3 28 0,0-18 0,0-1 0,-2 0 0,-19 40 0,16-39 0,0 0 0,-13 57 0,17-19 0,2 0 0,4 0 0,5 67 0,0-25 0,-3 84 0,2 114 0,0-260 0,9 50 0,-8-80 0,0-1 0,2 0 0,0 0 0,0-1 0,2 1 0,13 23 0,64 111 0,30 45 0,-98-171 0,2 0 0,1-1 0,1-1 0,1-1 0,40 31 0,-22-27 0,1 0 0,1-3 0,1-1 0,0-3 0,2-1 0,0-2 0,75 15 0,-10-10 0,2-6 0,116 1 0,668-11 0,-491-8 0,661 17 0,614-2 0,-1040-13 0,3177 2 0,-3782-3 0,-1-1 0,0-1 0,0-2 0,0-1 0,37-16 0,48-11 0,-100 31 0,0 0 0,-1-2 0,0 0 0,0-1 0,0-1 0,-1 0 0,0-2 0,-1 1 0,0-2 0,0 0 0,-1-1 0,-1 0 0,0-1 0,0-1 0,-2 0 0,0 0 0,0-1 0,9-19 0,-13 20 0,0-1 0,-2 0 0,0-1 0,6-30 0,2-67 0,-11 88 0,15-104 0,1-2 0,-14 63 0,-4 0 0,-14-126 0,11 165 0,-2 1 0,0 0 0,-2 0 0,-1 1 0,-2 0 0,0 0 0,-2 1 0,-27-45 0,7 20 0,-38-55 0,57 89 0,-1 0 0,0 2 0,-33-28 0,-197-135 0,-34-26 0,217 154 0,-84-66 0,119 98 0,0 2 0,0 0 0,-2 2 0,-31-11 0,8 7 0,14 6 0,-48-23 0,58 21 0,-87-41 0,93 47 0,0 1 0,0 1 0,-40-7 0,-20 5 0,-117 2 0,-87 19 0,148-5 0,-1157 12 0,1257-20 0,-226-12 0,228 8 0,0-2 0,0-1 0,0-2 0,1-2 0,-46-20 0,15 0 0,-140-61 0,-126-26 0,238 90 0,-159-26 0,-101 22 0,-5 22 0,243 8 0,-442-2 0,58 1 0,156-14 0,278 10 0,1-4 0,1-2 0,-78-27 0,63 12 0,-146-46 0,180 63 0,-1 1 0,-1 2 0,-50-2 0,-188-8 0,271 18 0,0 1 0,1 0 0,-1 1 0,1 0 0,-23 7 0,-57 27 0,65-24 0,0-1 0,-46 12 0,22-13 0,25-6 0,0 1 0,0 1 0,1 2 0,-30 13 0,2 7 0,-49 36 0,22-13 0,-90 65 0,66-41 0,93-68-341,0-1 0,0 0-1,-12 5 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09:27.600"/>
    </inkml:context>
    <inkml:brush xml:id="br0">
      <inkml:brushProperty name="width" value="0.2" units="cm"/>
      <inkml:brushProperty name="height" value="0.2" units="cm"/>
      <inkml:brushProperty name="color" value="#CC0066"/>
    </inkml:brush>
  </inkml:definitions>
  <inkml:trace contextRef="#ctx0" brushRef="#br0">0 1 24575,'3'2'0,"0"0"0,-1 0 0,1-1 0,0 1 0,0-1 0,0 0 0,0 1 0,0-1 0,0-1 0,0 1 0,1 0 0,-1-1 0,7 1 0,9 1 0,42 12 0,-20-4 0,58 6 0,214 9 0,309 34 0,-579-53-6,506 65-723,1-24 73,-5-44 656,-535-4-2,1 0 0,-1 1 1,0 0-1,0 1 0,0 1 0,0-1 0,13 5 1,-19-5 10,-1 1-1,1 0 1,0 0 0,-1 0 0,1 1 0,-1-1 0,0 1 0,0 0 0,0 0 0,0 0 0,0 0 0,0 1-1,-1-1 1,0 1 0,0-1 0,0 1 0,0 0 0,0 0 0,1 5 0,7 25 164,-1 0 0,-2 0 0,4 58 0,-4 108 354,-7-177-519,0 33-8,-3 190 0,1-216 0,-2 0 0,-1 0 0,-1 0 0,-2 0 0,-1-1 0,-16 35 0,17-44 0,1 1 0,1-1 0,-5 34 0,8-40 0,2-11 0,1 1 0,-1 0 0,0-1 0,-1 1 0,1-1 0,-1 1 0,1-1 0,-1 0 0,0 0 0,0 1 0,0-1 0,-1-1 0,1 1 0,-1 0 0,0-1 0,1 1 0,-1-1 0,0 0 0,-1 0 0,1 0 0,0 0 0,0 0 0,-1-1 0,1 1 0,-1-1 0,0 0 0,1 0 0,-1-1 0,0 1 0,1-1 0,-1 0 0,0 0 0,0 0 0,1 0 0,-1 0 0,0-1 0,1 0 0,-7-1 0,-5-3 0,1 0 0,-1 0 0,1-2 0,0 0 0,-26-16 0,-58-54 0,9 6 0,56 47 0,3 3 0,-39-21 0,68 41 0,0 1 0,0-1 0,0 1 0,0-1 0,0 1 0,0 0 0,0-1 0,0 1 0,0 0 0,0 0 0,0 0 0,0 0 0,0 0 0,0 0 0,-2 0 0,3 0 0,-1 0 0,1 1 0,0-1 0,-1 0 0,1 0 0,0 1 0,0-1 0,-1 0 0,1 0 0,0 1 0,0-1 0,-1 0 0,1 1 0,0-1 0,0 0 0,0 1 0,-1-1 0,1 1 0,0-1 0,0 0 0,0 1 0,0-1 0,0 1 0,0-1 0,0 0 0,0 1 0,0 3 0,1-1 0,-1 0 0,1 0 0,0 0 0,0 0 0,0 0 0,0 0 0,3 4 0,14 24 0,1-1 0,2-1 0,1 0 0,1-2 0,1-1 0,33 27 0,10 2 0,104 64 0,-152-107 0,0-1 0,1-1 0,0-1 0,0-1 0,1 0 0,35 7 0,-43-12 0,0-1 0,0-1 0,0 0 0,0-1 0,0-1 0,0 0 0,0 0 0,0-1 0,0-1 0,0 0 0,-1-1 0,21-9 0,-9 1 0,-1-2 0,0 0 0,-2-2 0,40-35 0,69-87 0,-108 114 0,27-33 171,-7 8-939,71-64 0,-73 79-6058</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10:14.514"/>
    </inkml:context>
    <inkml:brush xml:id="br0">
      <inkml:brushProperty name="width" value="0.2" units="cm"/>
      <inkml:brushProperty name="height" value="0.2" units="cm"/>
      <inkml:brushProperty name="color" value="#FFC114"/>
    </inkml:brush>
  </inkml:definitions>
  <inkml:trace contextRef="#ctx0" brushRef="#br0">1067 1 24575,'-7'22'0,"-1"0"0,-1-1 0,-1 0 0,-1 0 0,-14 19 0,-143 175 0,137-176 0,-16 24 0,-51 93 0,57-87 0,-58 75 0,16-31 0,71-95 0,2 1 0,0 0 0,1 1 0,-10 30 0,10 0 0,8-40 0,-1 0 0,0 0 0,0-1 0,-1 1 0,-5 13 0,1-5 0,0 1 0,2 0 0,0 0 0,-3 32 0,5-31 0,-1-1 0,0 1 0,-1-1 0,-9 21 0,13-37 0,0-1 0,0 1 0,-1-1 0,1 0 0,0 0 0,-1 0 0,0 0 0,1 0 0,-1 0 0,0 0 0,0-1 0,0 1 0,-3 1 0,4-3 0,0 1 0,0-1 0,0 0 0,0 0 0,0 0 0,0 1 0,0-1 0,0 0 0,0 0 0,0-1 0,0 1 0,0 0 0,0 0 0,0 0 0,0-1 0,0 1 0,0 0 0,1-1 0,-1 1 0,0-1 0,0 1 0,0-1 0,0 0 0,0 1 0,1-1 0,-1 0 0,0 1 0,1-1 0,-1 0 0,0 0 0,1 0 0,-1 0 0,1 1 0,0-1 0,-1-2 0,-4-7 0,0-1 0,1 0 0,0 0 0,-4-22 0,-9-25 0,5 30 0,-2 0 0,-1 2 0,-1 0 0,-25-31 0,27 38 0,0-1 0,-17-33 0,26 44 0,1 0 0,1 0 0,-1-1 0,2 1 0,-1-1 0,1 0 0,1 1 0,-1-18 0,5 14 0,4 15 0,8 18 0,-4 7 0,-1 1 0,-1 0 0,-1 1 0,4 36 0,-3-19 0,-2-8 0,-3-16 0,0-1 0,1 1 0,1 0 0,1-1 0,1-1 0,1 1 0,14 24 0,-18-38 0,-1 0 0,1 0 0,0 0 0,0 0 0,7 6 0,-10-11 0,1 0 0,-1-1 0,0 1 0,0-1 0,1 1 0,-1-1 0,0 0 0,1 0 0,-1 0 0,1 0 0,0-1 0,-1 1 0,1-1 0,0 1 0,-1-1 0,1 0 0,3 0 0,14-3 0,0 0 0,-1-1 0,0-1 0,0-1 0,0-1 0,23-12 0,105-64 0,-114 63 0,32-21 0,-28 17 0,2 1 0,60-27 0,-61 35-341,1 2 0,1 1-1,79-12 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11:25.231"/>
    </inkml:context>
    <inkml:brush xml:id="br0">
      <inkml:brushProperty name="width" value="0.05" units="cm"/>
      <inkml:brushProperty name="height" value="0.05" units="cm"/>
      <inkml:brushProperty name="color" value="#FFC114"/>
    </inkml:brush>
  </inkml:definitions>
  <inkml:trace contextRef="#ctx0" brushRef="#br0">411 1139 24575,'58'-1'0,"-32"-1"0,1 2 0,-1 0 0,1 2 0,-1 1 0,50 12 0,-48-7 0,0-1 0,0-1 0,1-2 0,36 1 0,116-7 0,-178 2 0,52-3 0,-1-2 0,1-3 0,75-21 0,-96 21 0,1 1 0,-1 2 0,46-2 0,108 8 0,-74 1 0,-83-2 0,-1-1 0,0-2 0,47-10 0,-22 2 0,0 2 0,79-2 0,114 12 0,-109 1 0,35 10 0,-24-1 0,22-8 0,174 8 0,191-1 0,-353-12 0,-148 3 0,0-3 0,0 0 0,0-3 0,-1-1 0,1-1 0,35-14 0,-55 16 0,68-26 0,93-20 0,-101 32 0,-36 8 0,60-9 0,-83 18 0,-1 0 0,1-2 0,-1 0 0,0 0 0,21-11 0,-32 13 0,0 0 0,0 0 0,-1-1 0,0 0 0,1 0 0,-1 0 0,0 0 0,0-1 0,-1 0 0,1 0 0,-1 0 0,0 0 0,0 0 0,0-1 0,0 1 0,-1-1 0,0 0 0,0 1 0,0-1 0,0 0 0,0-6 0,0-2 0,-2 0 0,0 0 0,0 0 0,-1 0 0,-1 0 0,0 1 0,-1-1 0,-5-15 0,-2-1 0,-2 0 0,-20-36 0,-3 7 0,-3 2 0,-58-67 0,91 119 0,0 0 0,1 0 0,-1 0 0,-1 1 0,1 0 0,0 0 0,-1 0 0,1 0 0,-1 1 0,-11-3 0,10 3 0,0 0 0,1-1 0,-1 0 0,0 0 0,1-1 0,0 1 0,-11-10 0,12 9 0,0 0 0,0 0 0,-1 1 0,1-1 0,-1 1 0,0 0 0,0 1 0,0 0 0,-12-4 0,-3 2 0,-36-3 0,36 6 0,-32-8 0,-53-24 0,70 21 0,-1 1 0,-57-10 0,-10 8 0,-107 0 0,57 15 0,-144-4 0,188-9 0,-38-1 0,-289 13 0,422-3 0,1 1 0,-1-2 0,1 0 0,0-1 0,0 0 0,-18-9 0,10 5 0,-29-7 0,14 7 0,-1 3 0,0 1 0,-1 2 0,1 1 0,0 2 0,-1 2 0,1 1 0,0 2 0,1 2 0,-70 24 0,39-10 0,-1-2 0,-123 18 0,45-6 0,54-9 0,6 2 0,58-15 0,-55 11 0,-335 13 0,-5-34 0,183-2 0,43 2 0,195 0 0,0 0 0,-1 0 0,1 0 0,0 1 0,0-1 0,-1 1 0,1 0 0,0 0 0,0 0 0,0 0 0,0 0 0,0 1 0,0-1 0,1 1 0,-1 0 0,0 0 0,1 0 0,-4 4 0,3-2 0,-1 2 0,1-1 0,0 0 0,1 0 0,-1 1 0,1 0 0,0-1 0,0 1 0,-1 9 0,-2 22 0,1 1 0,2-1 0,3 41 0,-1-41 0,1-24 0,0 0 0,1 0 0,0 0 0,1 0 0,0-1 0,1 1 0,1-1 0,5 12 0,10 12 0,28 42 0,11 21 0,-45-75 0,20 27 0,4 8 0,-33-49 0,0 1 0,0 0 0,3 17 0,10 22 0,-16-47 0,-1 0 0,1-1 0,0 1 0,1 0 0,-1-1 0,0 0 0,1 1 0,-1-1 0,1 0 0,0 0 0,0-1 0,3 3 0,39 15 0,-41-18 0,6 2 31,-1 0 0,1 0-1,0-2 1,0 1 0,0-1 0,0 0-1,0-1 1,-1 0 0,1-1 0,12-2-1,5-3-455,-1-1 0,35-15 0,-47 17-3,6-2-6398</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11:36.333"/>
    </inkml:context>
    <inkml:brush xml:id="br0">
      <inkml:brushProperty name="width" value="0.05" units="cm"/>
      <inkml:brushProperty name="height" value="0.05" units="cm"/>
      <inkml:brushProperty name="color" value="#FFC114"/>
    </inkml:brush>
  </inkml:definitions>
  <inkml:trace contextRef="#ctx0" brushRef="#br0">0 4 24575,'3'1'0,"-1"1"0,0-1 0,0 1 0,1 0 0,-1 0 0,0 0 0,0 0 0,-1 0 0,1 1 0,0-1 0,-1 0 0,3 5 0,-1-1 0,7 11 0,-1 0 0,0 0 0,-1 1 0,-2 0 0,8 31 0,15 99 0,-28-140 0,11 98 0,-4 156 0,-7-144 0,4-37 0,3 0 0,3-1 0,34 121 0,-44-193 0,2 0 0,-1-1 0,1 1 0,1-1 0,-1 1 0,7 8 0,-8-14 0,0 1 0,0-1 0,0 1 0,1-1 0,-1 0 0,1 0 0,0 0 0,0 0 0,-1-1 0,1 1 0,0-1 0,0 0 0,0 0 0,1 0 0,-1 0 0,0 0 0,6 0 0,26 1 0,0-2 0,49-5 0,-9-1 0,606 1-294,-404 7 114,-75-1 81,225-3 103,-382-2 152,64-13 1,26-4 99,-46 17-102,-45 3-475,1-2 0,-1-2 0,68-16 0,10-12-5240,-52 17 5530,1 3 0,79-5 0,320 13 2859,118-9 1128,-237 6-3956,-210 11 0,-88-1 0,70 12 0,-34-2 0,-87-12 0,1 1 0,-1-1 0,1 0 0,0-1 0,-1 1 0,1 0 0,0-1 0,-1 1 0,1-1 0,-1 0 0,1 0 0,-1 0 0,1 0 0,-1-1 0,0 1 0,0 0 0,3-3 0,-1 0 0,-1 0 0,1 1 0,-1-1 0,0-1 0,0 1 0,-1 0 0,1-1 0,2-7 0,1-5 0,-1-1 0,-1 0 0,5-36 0,-6 24 0,-2-1 0,0 1 0,-2-1 0,-2 1 0,-1-1 0,-1 1 0,-1 0 0,-19-54 0,-51-106 0,53 140 0,-51-80 0,46 86 0,11 16 0,-1 0 0,-42-47 0,50 65 0,-1 1 0,0 0 0,0 1 0,0 1 0,-1-1 0,-1 2 0,-12-6 0,-96-29 0,105 36 0,-21-4 0,-1 1 0,0 1 0,-46-1 0,-118 5 0,140 4 0,-72-1 0,-247 5 0,1 29 0,96 15 0,-152 20 0,287-50 0,32-3 0,-120 1 0,180-13 0,0 1 0,-77 19 0,74-12 0,-117 9 0,-347-20 0,241-3 0,4-11 0,84 3-1365,172 10-5461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11:39.428"/>
    </inkml:context>
    <inkml:brush xml:id="br0">
      <inkml:brushProperty name="width" value="0.05" units="cm"/>
      <inkml:brushProperty name="height" value="0.05" units="cm"/>
      <inkml:brushProperty name="color" value="#FFC114"/>
    </inkml:brush>
  </inkml:definitions>
  <inkml:trace contextRef="#ctx0" brushRef="#br0">1 213 24575,'0'2'-57,"0"-1"1,1 1-1,-1-1 0,1 1 0,0-1 1,-1 1-1,1-1 0,0 1 0,0-1 1,0 0-1,0 1 0,0-1 0,0 0 0,0 0 1,0 0-1,1 0 0,-1 0 0,0 0 1,1 0-1,-1-1 0,0 1 0,1 0 1,-1-1-1,1 1 0,-1-1 0,4 1 0,45 9 918,-46-9-992,80 14 436,114 37 0,-48-11-112,87 9-2008,2-10-1,336 12 0,490-43-5237,-920-11 6734,407-1 13138,-517 2-12980,1-2-1,-1-1 1,0-1-1,0-2 1,-1-2-1,49-18 1,-45 12-3428,-17 9 3176,0-2 0,0-1 0,-1-1 0,25-16 0,-44 26 475,0 0 0,-1-1-1,1 1 1,0-1 0,0 0 0,0 1-1,-1-1 1,1 0 0,0 1 0,-1-1-1,1 0 1,-1 0 0,1 1 0,-1-1-1,1 0 1,-1 0 0,0 0 0,1 0-1,-1 0 1,0 0 0,1 0 0,-1 0-1,0 0 1,0 0 0,0 0-1,0 1 1,0-1 0,0 0 0,0 0-1,-1 0 1,1 0 0,0 0 0,0 0-1,-1 0 1,1 0 0,0 0 0,-1 0-1,1 1 1,-1-1 0,-1-1 0,-2-3 559,-1 0 0,0 1 0,0-1 0,0 2 0,-7-6 0,-3 0-95,-161-114-526,76 56 0,42 32 0,42 27 0,1-1 0,0-1 0,1 0 0,-16-14 0,30 24 0,0-1 0,-1 1 0,1 0 0,0 0 0,0 0 0,-1 0 0,1-1 0,0 1 0,0 0 0,-1 0 0,1-1 0,0 1 0,0 0 0,0 0 0,-1-1 0,1 1 0,0 0 0,0-1 0,0 1 0,0 0 0,0 0 0,0-1 0,0 1 0,0 0 0,0-1 0,0 1 0,0 0 0,0-1 0,0 1 0,0 0 0,0-1 0,0 1 0,0 0 0,0-1 0,0 1 0,0 0 0,0 0 0,1-1 0,-1 1 0,0 0 0,0-1 0,0 1 0,0 0 0,1 0 0,-1-1 0,0 1 0,0 0 0,1 0 0,-1 0 0,0-1 0,0 1 0,1 0 0,0 0 0,18-3 0,-8 3-267,1 1 1,0 0-1,0 1 0,-1 1 0,1 0 1,-1 0-1,0 1 0,0 1 0,12 6 0,98 62-3471,-85-48 3360,-25-18 456,6 3-171,26 22-1,-38-27 249,1 1 0,-1-1 0,0 1 0,0 0 0,-1 1 0,0-1 0,6 13 0,0 8 1055,0 0 1,10 53 0,-15-53-706,2 1 0,2-1 1,11 28-1,50 98-505,-62-136 0,-5-9 0,1-1 0,-1 1 0,0 0 0,-1 0 0,2 10 0,-3-15 0,-1 0 0,0-1 0,0 1 0,0 0 0,-1 0 0,1-1 0,-1 1 0,1 0 0,-1-1 0,0 1 0,0 0 0,0-1 0,-1 1 0,1-1 0,0 0 0,-1 1 0,0-1 0,1 0 0,-1 0 0,-2 2 0,-21 17 0,0-2 0,0 0 0,-2-2 0,-37 18 0,26-14 0,-48 34 0,8-5 0,36-24 0,-45 19-1365,64-30-5461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11:47.745"/>
    </inkml:context>
    <inkml:brush xml:id="br0">
      <inkml:brushProperty name="width" value="0.05" units="cm"/>
      <inkml:brushProperty name="height" value="0.05" units="cm"/>
      <inkml:brushProperty name="color" value="#FFC114"/>
    </inkml:brush>
  </inkml:definitions>
  <inkml:trace contextRef="#ctx0" brushRef="#br0">1 150 24575,'1985'0'0,"-1810"-11"0,-23 0 0,136 22-4133,-49 1 2613,620-13 7173,-826 2-5653,42 8 0,14 1 0,448-6 0,-294-6 0,-162 1 0,90 3 0,-28 19 0,-101-13 0,1-1 0,58 1 0,-73-10 0,1-1 0,-1-1 0,29-8 0,51-8 0,180 14 0,-210 8 0,-59-1 0,0 1 0,-1 1 0,1 1 0,21 7 0,-19-4 0,1-2 0,35 5 0,244-7 0,-157-6 0,-10 3 0,621-8 0,608-6-2293,-478 73-3053,-845-51 7497,-1 1 0,59 23 0,-42-13-1008,-26-9-1137,14 5 3,0-2 1,0-1-1,77 8 0,-25-12-9,97 5 0,-182-12 0,40 3 0,-47-4 0,-1 1 0,1 0 0,0 0 0,-1 0 0,1 1 0,-1-1 0,1 1 0,-1 0 0,0 0 0,5 3 0,-7-4 0,-1-1 0,1 1 0,-1-1 0,1 1 0,-1-1 0,1 1 0,-1-1 0,0 1 0,1-1 0,-1 1 0,0 0 0,1-1 0,-1 1 0,0-1 0,0 1 0,0 0 0,1-1 0,-1 1 0,0 0 0,0 0 0,0-1 0,0 1 0,0 0 0,0-1 0,0 1 0,0 0 0,-1-1 0,1 1 0,0 0 0,0-1 0,-1 1 0,1-1 0,0 1 0,0 0 0,-1-1 0,1 1 0,-1-1 0,1 1 0,-1-1 0,1 1 0,-1-1 0,1 1 0,-1 0 0,-27 16 0,27-17 0,-79 32 0,53-23 0,-43 22 0,64-29 0,0 1 0,0-1 0,0-1 0,0 1 0,-7 0 0,8-1 0,0 0 0,0 0 0,0 1 0,0-1 0,1 1 0,-9 4 0,13-6 0,0 0 0,0 0 0,0 0 0,0 0 0,0 0 0,-1 0 0,1 0 0,0 0 0,0 0 0,0 0 0,0 0 0,0 0 0,0 1 0,0-1 0,0 0 0,0 0 0,-1 0 0,1 0 0,0 0 0,0 0 0,0 0 0,0 0 0,0 1 0,0-1 0,0 0 0,0 0 0,0 0 0,0 0 0,0 0 0,0 0 0,0 0 0,0 1 0,0-1 0,0 0 0,0 0 0,0 0 0,0 0 0,0 0 0,0 0 0,0 1 0,0-1 0,0 0 0,0 0 0,0 0 0,0 0 0,0 0 0,0 0 0,1 0 0,-1 0 0,0 1 0,0-1 0,0 0 0,0 0 0,0 0 0,0 0 0,11 4 0,13-2 0,-4-4 0,30-6 0,-29 3 0,30-1 0,-40 5 0,7 1 0,-1-1 0,0-1 0,0-1 0,24-6 0,-37 7 0,0 1 0,0-1 0,0 1 0,0-1 0,0-1 0,0 1 0,-1 0 0,1-1 0,-1 0 0,0 0 0,1 0 0,-1 0 0,-1 0 0,1-1 0,0 0 0,-1 1 0,0-1 0,0 0 0,0 0 0,0 0 0,-1 0 0,3-8 0,-3 0 0,0-1 0,-1 1 0,0-1 0,-1 1 0,0-1 0,-1 1 0,0 0 0,-1 0 0,0 0 0,-1 0 0,-9-18 0,-3 2 0,-2 1 0,-2 0 0,0 1 0,-32-31 0,-16-20 0,61 68-341,1 1 0,0-2-1,-5-10 1,2 0-6485</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18:11.586"/>
    </inkml:context>
    <inkml:brush xml:id="br0">
      <inkml:brushProperty name="width" value="0.05" units="cm"/>
      <inkml:brushProperty name="height" value="0.0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0 362 24438,'4650'-362'0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18:14.542"/>
    </inkml:context>
    <inkml:brush xml:id="br0">
      <inkml:brushProperty name="width" value="0.05" units="cm"/>
      <inkml:brushProperty name="height" value="0.05" units="cm"/>
      <inkml:brushProperty name="color" value="#BB5B18"/>
      <inkml:brushProperty name="inkEffects" value="bronze"/>
      <inkml:brushProperty name="anchorX" value="-5163.95068"/>
      <inkml:brushProperty name="anchorY" value="-555.63257"/>
      <inkml:brushProperty name="scaleFactor" value="0.5"/>
    </inkml:brush>
  </inkml:definitions>
  <inkml:trace contextRef="#ctx0" brushRef="#br0">1 0 24575,'0'0'0,"7"0"0,9 9 0,-2 5 0,7 9 0,2 7 0,7 7 0,-5 9 0,5 3 0,-6-2 0,3-6 0,-1-1 0,5-4 0,-6 5 0,3-4 0,0-2 0,-6 5 0,-1-7 0,-5-3 0,-6-3 0,1-7 0,-3-2 0,-2 0 0,2-5 0,-1 2 0,3-4 0,-1 1 0,7-1 0,-1 5 0,6-1 0,-2 2 0,-4 1 0,1 2 0,0-4 0,2-3 0,2-4 0,-17-10 0,-1 1 0,1 0 0,-1 0 0,1-1 0,-1 1 0,0 0 0,1-1 0,2 0 0,21-6 0,-3-11 0,-6-8 0,-5-4 0,-5 0 0,-3 0 0,-3 2 0,-1 2 0,-1 6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18:15.489"/>
    </inkml:context>
    <inkml:brush xml:id="br0">
      <inkml:brushProperty name="width" value="0.05" units="cm"/>
      <inkml:brushProperty name="height" value="0.05" units="cm"/>
      <inkml:brushProperty name="color" value="#BB5B18"/>
      <inkml:brushProperty name="inkEffects" value="bronze"/>
      <inkml:brushProperty name="anchorX" value="-6763.91016"/>
      <inkml:brushProperty name="anchorY" value="-2039.80835"/>
      <inkml:brushProperty name="scaleFactor" value="0.5"/>
    </inkml:brush>
  </inkml:definitions>
  <inkml:trace contextRef="#ctx0" brushRef="#br0">622 0 24575,'0'0'0,"0"8"0,0 7 0,0 4 0,0 2 0,0 2 0,-5 10 0,1 1 0,-10-1 0,1 7 0,-8 3 0,-2 2 0,2-3 0,-4 4 0,4-3 0,0 4 0,1 5 0,-5 0 0,3 0 0,5-1 0,-4-2 0,0-1 0,-2-6 0,1-5 0,3-1 0,0 1 0,1-3 0,-1 1 0,-1-6 0,3 2 0,0-7 0,-1 2 0,-5 0 0,-2-2 0,0 1 0,-1-1 0,5-1 0,6-5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22:02.242"/>
    </inkml:context>
    <inkml:brush xml:id="br0">
      <inkml:brushProperty name="width" value="0.05" units="cm"/>
      <inkml:brushProperty name="height" value="0.05" units="cm"/>
      <inkml:brushProperty name="color" value="#66CC00"/>
    </inkml:brush>
  </inkml:definitions>
  <inkml:trace contextRef="#ctx0" brushRef="#br0">0 398 24575,'55'3'0,"-1"2"0,73 17 0,-11-2 0,428 30 0,-218-25 0,440 11 0,-611-38 0,-153 2 0,1 0 0,-1 0 0,0-1 0,1 1 0,-1 0 0,0-1 0,1 0 0,-1 1 0,0-1 0,0 0 0,0 0 0,0 0 0,0 0 0,0-1 0,0 1 0,2-2 0,-3 1 0,-1 1 0,1 0 0,-1-1 0,1 1 0,-1-1 0,1 1 0,-1-1 0,0 1 0,0-1 0,0 1 0,0-1 0,0 1 0,0-1 0,0 1 0,0-1 0,-1 1 0,1-1 0,0 1 0,-1-1 0,1 1 0,-1 0 0,0-1 0,0 1 0,1 0 0,-1-1 0,-1 0 0,-37-58 0,-52-63 0,81 110 0,-15-19 0,-1 1 0,-2 2 0,-1 0 0,-1 2 0,-35-24 0,46 40 0,-1 1 0,0 1 0,0 0 0,-43-11 0,28 10 0,7-4 0,17 4 0,11 9 0,-1 1 0,1 0 0,0 0 0,0-1 0,0 1 0,0 0 0,0-1 0,0 1 0,0 0 0,0 0 0,0-1 0,0 1 0,0 0 0,0-1 0,0 1 0,0 0 0,0 0 0,0-1 0,0 1 0,1 0 0,-1-1 0,0 1 0,0 0 0,0 0 0,0-1 0,1 1 0,-1 0 0,0 0 0,0 0 0,0-1 0,1 1 0,-1 0 0,0 0 0,0 0 0,1 0 0,-1-1 0,1 1 0,1-1 0,0 1 0,0-1 0,0 0 0,0 1 0,1-1 0,-1 1 0,0 0 0,0 0 0,1 0 0,-1 0 0,0 0 0,0 1 0,1-1 0,-1 1 0,0-1 0,4 2 0,37 18 0,-41-19 0,405 245 0,-233-134 0,-170-109 0,0 0 0,0 0 0,0 1 0,-1 0 0,1 0 0,-1 0 0,0 0 0,0 0 0,-1 0 0,1 1 0,-1 0 0,0-1 0,0 1 0,0 0 0,-1 0 0,0 0 0,1 10 0,1 9 0,-2-1 0,-2 41 0,-1-30 0,2-9 0,-2 0 0,0 0 0,-2 1 0,-1-2 0,0 1 0,-2-1 0,-1 0 0,-17 35 0,-12 16 0,-4-2 0,-76 103 0,12-42-1365,91-115-5461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53:10.112"/>
    </inkml:context>
    <inkml:brush xml:id="br0">
      <inkml:brushProperty name="width" value="0.05" units="cm"/>
      <inkml:brushProperty name="height" value="0.05" units="cm"/>
      <inkml:brushProperty name="color" value="#CC0066"/>
    </inkml:brush>
  </inkml:definitions>
  <inkml:trace contextRef="#ctx0" brushRef="#br0">0 2609 24575,'19'-34'0,"40"-53"0,-23 35 0,726-995-834,-732 1008 1043,0-1-1,-3-2 1,32-63-1,-47 79-208,0 0 0,2 1 0,1 1 0,1 0 0,2 1 0,0 1 0,35-34 0,349-261 0,-342 273 0,69-42 0,-80 55 0,-1-2 0,82-73 0,146-175 0,-257 260-1365,-5 3-5461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53:13.540"/>
    </inkml:context>
    <inkml:brush xml:id="br0">
      <inkml:brushProperty name="width" value="0.05" units="cm"/>
      <inkml:brushProperty name="height" value="0.05" units="cm"/>
      <inkml:brushProperty name="color" value="#CC0066"/>
    </inkml:brush>
  </inkml:definitions>
  <inkml:trace contextRef="#ctx0" brushRef="#br0">1054 116 24575,'-13'-1'0,"0"0"0,0-1 0,0-1 0,-20-6 0,-10-2 0,-252-46 0,-5 26 0,59 32 0,152 0 0,948-1 0,-848 0 0,0 1 0,0 1 0,0 0 0,0 0 0,0 1 0,-1 0 0,1 1 0,-1 0 0,0 1 0,0 0 0,15 11 0,-4-4 0,-12-7 0,-1 0 0,1 0 0,-1 1 0,-1 0 0,11 10 0,-8-6 0,0-1 0,1 0 0,0 0 0,1-1 0,0 0 0,0-1 0,22 9 0,-32-15 0,0-1 0,-1 1 0,1-1 0,-1 1 0,1 0 0,-1 0 0,1 0 0,-1 0 0,0 0 0,1 0 0,-1 0 0,0 0 0,0 1 0,0-1 0,0 0 0,0 1 0,0-1 0,0 1 0,0-1 0,0 1 0,-1-1 0,1 1 0,-1-1 0,1 1 0,-1 0 0,0-1 0,1 1 0,-1 0 0,0 0 0,0-1 0,0 1 0,0 0 0,-1-1 0,1 1 0,0 0 0,-1-1 0,1 1 0,-1 0 0,-1 2 0,-3 7 0,-1 1 0,0-1 0,-1 0 0,-11 14 0,4-6 0,-56 94 0,-87 188 0,129-243 0,-2-2 0,-2-1 0,-55 71 0,80-118 0,1 1 0,0 0 0,0 1 0,1-1 0,0 1 0,1 0 0,-5 17 0,9-33 0,1 0 0,1 0 0,-1 0 0,1 0 0,0 0 0,0 0 0,7-11 0,28-40 0,-8 12 0,1-10 0,30-81 0,11-64 0,-54 151 0,3-6 0,-12 38 0,-2 1 0,0-1 0,-1-1 0,-1 1 0,0-1 0,1-33 0,-6-43-1365,1 70-5461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53:13.893"/>
    </inkml:context>
    <inkml:brush xml:id="br0">
      <inkml:brushProperty name="width" value="0.05" units="cm"/>
      <inkml:brushProperty name="height" value="0.05" units="cm"/>
      <inkml:brushProperty name="color" value="#CC0066"/>
    </inkml:brush>
  </inkml:definitions>
  <inkml:trace contextRef="#ctx0" brushRef="#br0">0 1 24575,'0'0'-8191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53:25.359"/>
    </inkml:context>
    <inkml:brush xml:id="br0">
      <inkml:brushProperty name="width" value="0.05" units="cm"/>
      <inkml:brushProperty name="height" value="0.05" units="cm"/>
      <inkml:brushProperty name="color" value="#CC0066"/>
    </inkml:brush>
  </inkml:definitions>
  <inkml:trace contextRef="#ctx0" brushRef="#br0">0 232 24575,'3709'0'0,"-3651"-1"0,0-4 0,0-1 0,-1-4 0,100-29 0,-58 6 0,170-84 0,-261 113 0,1 1 0,0 0 0,-1 0 0,2 1 0,-1 0 0,0 1 0,12-1 0,69 4 0,-33 1 0,79-3-1365,-116 0-5461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53:26.160"/>
    </inkml:context>
    <inkml:brush xml:id="br0">
      <inkml:brushProperty name="width" value="0.05" units="cm"/>
      <inkml:brushProperty name="height" value="0.05" units="cm"/>
      <inkml:brushProperty name="color" value="#CC0066"/>
    </inkml:brush>
  </inkml:definitions>
  <inkml:trace contextRef="#ctx0" brushRef="#br0">1 0 24575,'0'0'-8191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33:47.350"/>
    </inkml:context>
    <inkml:brush xml:id="br0">
      <inkml:brushProperty name="width" value="0.05" units="cm"/>
      <inkml:brushProperty name="height" value="0.05" units="cm"/>
      <inkml:brushProperty name="color" value="#66CC00"/>
    </inkml:brush>
  </inkml:definitions>
  <inkml:trace contextRef="#ctx0" brushRef="#br0">11 0 23563,'0'1295'0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33:51.221"/>
    </inkml:context>
    <inkml:brush xml:id="br0">
      <inkml:brushProperty name="width" value="0.05" units="cm"/>
      <inkml:brushProperty name="height" value="0.05" units="cm"/>
      <inkml:brushProperty name="color" value="#66CC00"/>
    </inkml:brush>
  </inkml:definitions>
  <inkml:trace contextRef="#ctx0" brushRef="#br0">1 1 24575,'78'0'0,"491"18"0,16 11 0,423-31 0,-547 3 0,-441 0 0,0 1 0,0 0 0,-1 1 0,24 7 0,74 30 0,-1 0 0,-96-35 0,0 0 0,0-1 0,1-2 0,20 1 0,94-6-1365,-116 2-5461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33:52.653"/>
    </inkml:context>
    <inkml:brush xml:id="br0">
      <inkml:brushProperty name="width" value="0.05" units="cm"/>
      <inkml:brushProperty name="height" value="0.05" units="cm"/>
      <inkml:brushProperty name="color" value="#66CC00"/>
    </inkml:brush>
  </inkml:definitions>
  <inkml:trace contextRef="#ctx0" brushRef="#br0">1 1436 24575,'-1'-39'0,"4"-79"0,-1 99 0,0 1 0,1 0 0,1 0 0,9-24 0,-4 21 0,-1 0 0,-2 0 0,0 0 0,-1-1 0,-1 0 0,-1 0 0,0-35 0,-6-604 113,4 390-1591,-1 246-5348</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33:53.898"/>
    </inkml:context>
    <inkml:brush xml:id="br0">
      <inkml:brushProperty name="width" value="0.05" units="cm"/>
      <inkml:brushProperty name="height" value="0.05" units="cm"/>
      <inkml:brushProperty name="color" value="#66CC00"/>
    </inkml:brush>
  </inkml:definitions>
  <inkml:trace contextRef="#ctx0" brushRef="#br0">3559 1 24575,'-3472'0'0,"3405"0"-1365,47 0-5461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33:54.299"/>
    </inkml:context>
    <inkml:brush xml:id="br0">
      <inkml:brushProperty name="width" value="0.05" units="cm"/>
      <inkml:brushProperty name="height" value="0.05" units="cm"/>
      <inkml:brushProperty name="color" value="#66CC00"/>
    </inkml:brush>
  </inkml:definitions>
  <inkml:trace contextRef="#ctx0" brushRef="#br0">0 1 24575,'0'0'-8191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34:01.032"/>
    </inkml:context>
    <inkml:brush xml:id="br0">
      <inkml:brushProperty name="width" value="0.05" units="cm"/>
      <inkml:brushProperty name="height" value="0.05" units="cm"/>
      <inkml:brushProperty name="color" value="#66CC00"/>
    </inkml:brush>
  </inkml:definitions>
  <inkml:trace contextRef="#ctx0" brushRef="#br0">0 0 24575,'2395'0'0,"-2356"1"0,0 1 0,-1 2 0,1 2 0,59 17 0,220 56 0,-265-69 0,108 4 0,57-14 0,-97-2 0,467 2-1365,-569 0-5461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34:05.814"/>
    </inkml:context>
    <inkml:brush xml:id="br0">
      <inkml:brushProperty name="width" value="0.05" units="cm"/>
      <inkml:brushProperty name="height" value="0.05" units="cm"/>
      <inkml:brushProperty name="color" value="#66CC00"/>
    </inkml:brush>
  </inkml:definitions>
  <inkml:trace contextRef="#ctx0" brushRef="#br0">0 2 24575,'342'-1'-79,"277"1"-277,-5 23 132,-436-11 224,395 30 0,-5 25 0,-353-33 0,241 34 0,5-35 0,353 34 659,-616-39-659,337 93 0,-63-4 0,-438-111 0,0 2 0,-1 2 0,-1 0 0,1 3 0,-2 0 0,0 2 0,-1 2 0,46 31 0,18 28 0,-4 3 0,-3 4 0,129 159 0,-155-160 0,52 90 0,-94-139 0,-2 1 0,-2 1 0,-1 0 0,18 69 0,-27-74 0,-2 0 0,0 1 0,-2-1 0,-4 44 0,1 2 0,2 59-1365,0-115-5461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34:06.344"/>
    </inkml:context>
    <inkml:brush xml:id="br0">
      <inkml:brushProperty name="width" value="0.05" units="cm"/>
      <inkml:brushProperty name="height" value="0.05" units="cm"/>
      <inkml:brushProperty name="color" value="#66CC00"/>
    </inkml:brush>
  </inkml:definitions>
  <inkml:trace contextRef="#ctx0" brushRef="#br0">1 1 24575,'0'0'-8191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34:16.732"/>
    </inkml:context>
    <inkml:brush xml:id="br0">
      <inkml:brushProperty name="width" value="0.05" units="cm"/>
      <inkml:brushProperty name="height" value="0.05" units="cm"/>
      <inkml:brushProperty name="color" value="#66CC00"/>
    </inkml:brush>
  </inkml:definitions>
  <inkml:trace contextRef="#ctx0" brushRef="#br0">0 1 24575,'0'48'0,"2"0"0,2 0 0,3-1 0,17 68 0,17 50 0,-35-129 0,-1 0 0,0 63 0,-7-14 0,2 97 0,2-167 0,1 0 0,1 0 0,1 0 0,-1-1 0,12 23 0,-9-24 0,-1 1 0,-1 0 0,-1 0 0,0 0 0,0 1 0,1 17 0,-5 80-1365,-1-92-5461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38:00.084"/>
    </inkml:context>
    <inkml:brush xml:id="br0">
      <inkml:brushProperty name="width" value="0.05" units="cm"/>
      <inkml:brushProperty name="height" value="0.05" units="cm"/>
      <inkml:brushProperty name="color" value="#CC0066"/>
    </inkml:brush>
  </inkml:definitions>
  <inkml:trace contextRef="#ctx0" brushRef="#br0">1 1 24575,'450'101'0,"132"30"0,-510-112 0,1-3 0,1-4 0,116 6 0,-99-17 0,134 5 0,625 9 0,-552-17 0,-185 2-1365,-94 0-5461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38:01.107"/>
    </inkml:context>
    <inkml:brush xml:id="br0">
      <inkml:brushProperty name="width" value="0.05" units="cm"/>
      <inkml:brushProperty name="height" value="0.05" units="cm"/>
      <inkml:brushProperty name="color" value="#CC0066"/>
    </inkml:brush>
  </inkml:definitions>
  <inkml:trace contextRef="#ctx0" brushRef="#br0">825 880 24575,'0'0'0,"0"0"0,0 0 0,0 0 0,0 0 0,1 0 0,-1 0 0,0 0 0,0 0 0,0 0 0,0 0 0,0 0 0,0 0 0,0 0 0,0 0 0,0 0 0,1 0 0,-1-1 0,0 1 0,0 0 0,0 0 0,0 0 0,0 0 0,0 0 0,0 0 0,0 0 0,0 0 0,0 0 0,0-1 0,0 1 0,0 0 0,0 0 0,0 0 0,0 0 0,0 0 0,0 0 0,0 0 0,0 0 0,0-1 0,0 1 0,0 0 0,0 0 0,0 0 0,0 0 0,0 0 0,0 0 0,0 0 0,0 0 0,0-1 0,0 1 0,0 0 0,0 0 0,0 0 0,0 0 0,0 0 0,-1 0 0,1 0 0,0 0 0,-7-10 0,-241-264 0,9 10 0,155 169 0,-132-114 0,199 195-1365,3 4-5461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38:04.332"/>
    </inkml:context>
    <inkml:brush xml:id="br0">
      <inkml:brushProperty name="width" value="0.05" units="cm"/>
      <inkml:brushProperty name="height" value="0.05" units="cm"/>
      <inkml:brushProperty name="color" value="#CC0066"/>
    </inkml:brush>
  </inkml:definitions>
  <inkml:trace contextRef="#ctx0" brushRef="#br0">834 0 24575,'-16'17'0,"-24"36"0,-2 3 0,-101 122 0,86-113 0,-56 67 0,-141 124 0,227-233-455,-2-2 0,-45 27 0,35-27-6371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38:04.717"/>
    </inkml:context>
    <inkml:brush xml:id="br0">
      <inkml:brushProperty name="width" value="0.05" units="cm"/>
      <inkml:brushProperty name="height" value="0.05" units="cm"/>
      <inkml:brushProperty name="color" value="#CC0066"/>
    </inkml:brush>
  </inkml:definitions>
  <inkml:trace contextRef="#ctx0" brushRef="#br0">0 0 24575,'0'0'-8191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41:23.543"/>
    </inkml:context>
    <inkml:brush xml:id="br0">
      <inkml:brushProperty name="width" value="0.05" units="cm"/>
      <inkml:brushProperty name="height" value="0.05" units="cm"/>
      <inkml:brushProperty name="color" value="#CC0066"/>
    </inkml:brush>
  </inkml:definitions>
  <inkml:trace contextRef="#ctx0" brushRef="#br0">0 387 24575,'35'-1'0,"0"-2"0,-1-1 0,1-2 0,33-10 0,131-50 0,-141 45 0,75-27 0,-37 11 0,155-38 0,147 1 0,-319 60 0,1 3 0,0 4 0,115 3 0,236 6 151,-241-3-1667,-167 1-5310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41:26.558"/>
    </inkml:context>
    <inkml:brush xml:id="br0">
      <inkml:brushProperty name="width" value="0.05" units="cm"/>
      <inkml:brushProperty name="height" value="0.05" units="cm"/>
      <inkml:brushProperty name="color" value="#CC0066"/>
    </inkml:brush>
  </inkml:definitions>
  <inkml:trace contextRef="#ctx0" brushRef="#br0">1015 951 24575,'-5'-9'0,"-1"0"0,0 0 0,-1 0 0,-7-8 0,-2-1 0,-129-152 0,-203-184 0,299 305 0,36 33 0,-1 2 0,0 0 0,-2 0 0,-31-20 0,-207-133 0,230 152 0,18 11 0,-1 0 0,1 0 0,-11-10 0,17 14 0,0 0 0,0 0 0,0-1 0,0 1 0,0 0 0,0 0 0,0 0 0,0 0 0,0 0 0,0-1 0,-1 1 0,1 0 0,0 0 0,0 0 0,0-1 0,0 1 0,0 0 0,0 0 0,1 0 0,-1 0 0,0-1 0,0 1 0,0 0 0,0 0 0,0 0 0,0 0 0,0 0 0,0-1 0,0 1 0,0 0 0,0 0 0,1 0 0,-1 0 0,0 0 0,0 0 0,0-1 0,0 1 0,0 0 0,1 0 0,-1 0 0,0 0 0,0 0 0,0 0 0,0 0 0,0 0 0,1 0 0,-1 0 0,0 0 0,0 0 0,0 0 0,1 0 0,-1 0 0,0 0 0,0 0 0,0 0 0,0 0 0,1 0 0,-1 0 0,0 0 0,0 0 0,0 0 0,0 0 0,0 0 0,1 0 0,-1 1 0,18 0 0,11 7 0,0 1 0,-1 2 0,0 1 0,51 30 0,-27-14 0,1-1 0,226 123 0,-210-108 0,123 97 0,-175-122 0,0 2 0,-2 0 0,0 0 0,-1 2 0,13 25 0,-9-13 0,19 48 0,-32-68 0,-2 0 0,1 0 0,-2 0 0,1 0 0,-1 21 0,-4 71 0,0-35 0,1-55 0,0 0 0,-2 0 0,1 1 0,-2-2 0,0 1 0,-1 0 0,0-1 0,-1 0 0,-1 0 0,-11 18 0,-11 11 0,-58 67 0,67-86 0,-203 233 0,143-180 0,-2 4 0,33-29 0,-18 23 0,58-64 0,1 0 0,0 1 0,1 1 0,-11 23 0,28-55 0,2-1 0,1 1 0,24-28 0,72-73 0,66-75 0,-95 113 0,-52 55 0,32-40 0,-51 56 0,-2 0 0,1 0 0,-2-1 0,1 0 0,-2 0 0,1-1 0,5-22 0,-5 15 85,1 0-1,1 1 1,14-25 0,-13 28-426,-1-1 0,-1 0 0,0 0 1,7-30-1,-10 23-6485</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41:27.007"/>
    </inkml:context>
    <inkml:brush xml:id="br0">
      <inkml:brushProperty name="width" value="0.05" units="cm"/>
      <inkml:brushProperty name="height" value="0.05" units="cm"/>
      <inkml:brushProperty name="color" value="#CC0066"/>
    </inkml:brush>
  </inkml:definitions>
  <inkml:trace contextRef="#ctx0" brushRef="#br0">1 1 24575,'0'0'-8191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57:42.794"/>
    </inkml:context>
    <inkml:brush xml:id="br0">
      <inkml:brushProperty name="width" value="0.05" units="cm"/>
      <inkml:brushProperty name="height" value="0.05" units="cm"/>
      <inkml:brushProperty name="color" value="#CC0066"/>
    </inkml:brush>
  </inkml:definitions>
  <inkml:trace contextRef="#ctx0" brushRef="#br0">453 118 24575,'0'590'0,"-1"-587"0,1-1 0,0 1 0,1 0 0,-1 0 0,0-1 0,1 1 0,0 0 0,-1-1 0,1 1 0,0-1 0,0 1 0,1-1 0,-1 0 0,0 1 0,1-1 0,-1 0 0,1 0 0,0 0 0,0 0 0,0 0 0,2 2 0,1-2 0,-1 1 0,1-1 0,-1 0 0,1-1 0,0 1 0,0-1 0,0 0 0,0 0 0,0 0 0,9-1 0,202-1 0,-72-2 0,799 3 0,-933 0 0,0 0 0,0-1 0,-1 0 0,1-1 0,-1 0 0,10-3 0,-15 4 0,-1 0 0,0-1 0,0 1 0,0-1 0,0 0 0,0 0 0,0 0 0,-1 0 0,1-1 0,-1 1 0,1-1 0,-1 1 0,0-1 0,0 0 0,0 0 0,0 0 0,-1 0 0,1 0 0,-1 0 0,2-6 0,1-12 0,-1 0 0,-1 0 0,-1 0 0,-1 0 0,-5-36 0,1-12 0,5 30 0,0 25 0,-1-1 0,0 1 0,-1 0 0,-1 0 0,0 0 0,0 0 0,-2 0 0,-4-14 0,-3 5 0,0 0 0,-15-22 0,19 35 0,0 0 0,-1 0 0,0 1 0,-1 1 0,0-1 0,-13-9 0,9 8 0,0-2 0,-17-18 0,19 18 0,0 0 0,-16-10 0,22 18 0,0 0 0,-1 1 0,1 0 0,-1 0 0,0 1 0,1 0 0,-1 0 0,-1 0 0,-6-1 0,-24-1 0,0 1 0,-50 4 0,36 0 0,-71-1 0,-262 6 0,3 27 0,280-18 0,0 2 0,0-5 0,-127-1 0,208-12-1365,3 1-5461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57:43.323"/>
    </inkml:context>
    <inkml:brush xml:id="br0">
      <inkml:brushProperty name="width" value="0.05" units="cm"/>
      <inkml:brushProperty name="height" value="0.05" units="cm"/>
      <inkml:brushProperty name="color" value="#CC0066"/>
    </inkml:brush>
  </inkml:definitions>
  <inkml:trace contextRef="#ctx0" brushRef="#br0">1 1 24575,'0'0'-8191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57:49.042"/>
    </inkml:context>
    <inkml:brush xml:id="br0">
      <inkml:brushProperty name="width" value="0.05" units="cm"/>
      <inkml:brushProperty name="height" value="0.05" units="cm"/>
      <inkml:brushProperty name="color" value="#CC0066"/>
    </inkml:brush>
  </inkml:definitions>
  <inkml:trace contextRef="#ctx0" brushRef="#br0">336 1 24575,'3'0'0,"1"1"0,-1-1 0,0 1 0,0 0 0,0 0 0,0 0 0,0 0 0,0 0 0,0 1 0,0 0 0,-1-1 0,1 1 0,0 0 0,3 4 0,1 1 0,1 1 0,-2 0 0,8 10 0,9 17 0,-2 0 0,-1 2 0,-2 0 0,-1 2 0,-2-1 0,-2 2 0,-2 0 0,-1 0 0,-2 1 0,-2 0 0,2 57 0,-8 418 0,-3-238 0,3-221 0,-14 298 0,4-124 0,9-222 0,0 1 0,-1-1 0,0 0 0,-1 0 0,0 0 0,0-1 0,-1 1 0,0-1 0,0 0 0,-1 0 0,-7 10 0,5-8 0,0 1 0,1-1 0,1 1 0,0 1 0,0-1 0,-3 14 0,3 8 0,2 0 0,2 1 0,4 57 0,-1-10 0,-2 259 0,0-338 0,0 2 0,0 1 0,0-1 0,0 1 0,-1-1 0,-2 8 0,3-11 0,0 0 0,-1 0 0,1 0 0,0-1 0,-1 1 0,1 0 0,-1 0 0,0-1 0,1 1 0,-1 0 0,1-1 0,-1 1 0,0-1 0,1 1 0,-1-1 0,0 1 0,0-1 0,0 1 0,1-1 0,-1 0 0,0 1 0,0-1 0,0 0 0,0 0 0,0 0 0,1 1 0,-1-1 0,0 0 0,0 0 0,0-1 0,0 1 0,0 0 0,0 0 0,0 0 0,-1-1 0,-5-1 0,-1-1 0,1 0 0,0 0 0,0 0 0,0-1 0,0 0 0,-6-6 0,-46-39 0,32 24 0,8 10 0,-27-15 0,31 21 0,0-1 0,1 0 0,-25-23 0,27 20 0,0 1 0,-1 0 0,-1 1 0,0 0 0,-1 1 0,-29-15 0,44 25 0,-1-1 0,1 1 0,-1 0 0,0-1 0,1 1 0,-1 0 0,0-1 0,1 1 0,-1 0 0,1 0 0,-1-1 0,0 1 0,0 0 0,1 0 0,-1 0 0,0 0 0,1 0 0,-1 0 0,0 0 0,1 0 0,-1 0 0,0 1 0,1-1 0,-1 0 0,0 0 0,0 1 0,1 0 0,0 0 0,0-1 0,0 1 0,0 0 0,0 0 0,1 0 0,-1 0 0,0 0 0,0-1 0,1 1 0,-1 0 0,1 0 0,-1-1 0,1 1 0,-1 0 0,1 1 0,28 32 0,62 81 0,-58-71 0,19 17 0,-33-41 0,29 41 0,-45-57 0,0 0 0,0 0 0,0 0 0,1-1 0,-1 0 0,1 0 0,0 0 0,0 0 0,0 0 0,0-1 0,1 0 0,-1 0 0,1 0 0,-1 0 0,1-1 0,0 0 0,-1 0 0,7 1 0,9 0 0,1-2 0,-1 0 0,25-3 0,7-1 0,-20 4 0,-8 1 0,1-2 0,25-4 0,-42 3 0,1 0 0,-1 0 0,0 0 0,0-1 0,0-1 0,-1 1 0,1-1 0,-1 0 0,12-10 0,-6 2 0,0 0 0,-1-1 0,-1-1 0,0 0 0,11-20 0,-15 22 0,1 0 0,1 0 0,-1 1 0,2 0 0,-1 0 0,2 1 0,-1 0 0,22-14 0,0 5 0,-15 11 0,-2-1 0,1-1 0,26-23 0,-16 15-1365,-13 13-5461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57:49.427"/>
    </inkml:context>
    <inkml:brush xml:id="br0">
      <inkml:brushProperty name="width" value="0.05" units="cm"/>
      <inkml:brushProperty name="height" value="0.05" units="cm"/>
      <inkml:brushProperty name="color" value="#CC0066"/>
    </inkml:brush>
  </inkml:definitions>
  <inkml:trace contextRef="#ctx0" brushRef="#br0">0 1 24575,'0'0'-8191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57:56.966"/>
    </inkml:context>
    <inkml:brush xml:id="br0">
      <inkml:brushProperty name="width" value="0.05" units="cm"/>
      <inkml:brushProperty name="height" value="0.05" units="cm"/>
      <inkml:brushProperty name="color" value="#CC0066"/>
    </inkml:brush>
  </inkml:definitions>
  <inkml:trace contextRef="#ctx0" brushRef="#br0">0 0 22186,'1746'340'0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57:58.291"/>
    </inkml:context>
    <inkml:brush xml:id="br0">
      <inkml:brushProperty name="width" value="0.05" units="cm"/>
      <inkml:brushProperty name="height" value="0.05" units="cm"/>
      <inkml:brushProperty name="color" value="#CC0066"/>
    </inkml:brush>
  </inkml:definitions>
  <inkml:trace contextRef="#ctx0" brushRef="#br0">0 1 24575,'0'0'-8191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58:01.880"/>
    </inkml:context>
    <inkml:brush xml:id="br0">
      <inkml:brushProperty name="width" value="0.05" units="cm"/>
      <inkml:brushProperty name="height" value="0.05" units="cm"/>
      <inkml:brushProperty name="color" value="#CC0066"/>
    </inkml:brush>
  </inkml:definitions>
  <inkml:trace contextRef="#ctx0" brushRef="#br0">402 271 24575,'-4'-8'0,"-1"1"0,0 0 0,-1 0 0,-10-9 0,-5-7 0,10 9 0,-2-1 0,1-1 0,-19-30 0,29 42 0,0 0 0,0 0 0,0 0 0,0 0 0,1-1 0,0 1 0,0-1 0,0 1 0,0-1 0,1 1 0,-1-1 0,1 1 0,0-1 0,1 0 0,-1 1 0,1-1 0,2-7 0,-3 11 0,1-1 0,0 1 0,-1-1 0,1 1 0,0 0 0,0-1 0,0 1 0,0 0 0,0 0 0,0 0 0,0 0 0,0 0 0,1 0 0,-1 0 0,0 0 0,1 0 0,-1 0 0,0 1 0,1-1 0,-1 0 0,1 1 0,-1-1 0,1 1 0,-1 0 0,1 0 0,0-1 0,-1 1 0,1 0 0,-1 0 0,1 0 0,-1 1 0,1-1 0,0 0 0,-1 1 0,1-1 0,-1 1 0,3 0 0,2 2 0,-1-1 0,0 1 0,1 0 0,-1 0 0,0 0 0,-1 0 0,1 1 0,8 8 0,6 10 0,0 1 0,-2 1 0,20 34 0,-32-49 0,-1 0 0,0 0 0,0 1 0,-1 0 0,0-1 0,0 1 0,-1 0 0,-1 1 0,0-1 0,0 0 0,-1 0 0,0 0 0,-3 14 0,-1-7 0,-2 0 0,0 0 0,-1 0 0,-17 29 0,5-11 0,-1 5 0,-3 0 0,0-2 0,-42 49 0,49-67 0,-1-2 0,-1 0 0,-1-1 0,-1-1 0,0-1 0,-1-1 0,-38 20 0,48-28 0,-35 15 0,44-20 0,0-1 0,1 1 0,-1-1 0,0 1 0,0-1 0,1 1 0,-1-1 0,0 0 0,0 0 0,1 0 0,-1 0 0,0 0 0,0-1 0,1 1 0,-1 0 0,0-1 0,0 1 0,1-1 0,-1 0 0,1 0 0,-1 1 0,-2-3 0,4 2 0,-1 0 0,0 0 0,1 0 0,-1 0 0,1-1 0,-1 1 0,1 0 0,0 0 0,-1-1 0,1 1 0,0 0 0,0-1 0,0 1 0,0 0 0,0-1 0,0 1 0,0 0 0,1 0 0,-1-1 0,0 1 0,1 0 0,-1 0 0,1-1 0,-1 1 0,1 0 0,0 0 0,1-2 0,23-32 0,-24 34 0,142-145 0,-30 35 0,-86 82 0,59-48 0,-71 66 0,0 0 0,1 1 0,0 1 0,1 1 0,0 0 0,23-7 0,-21 8-1365,-5 1-5461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58:02.328"/>
    </inkml:context>
    <inkml:brush xml:id="br0">
      <inkml:brushProperty name="width" value="0.05" units="cm"/>
      <inkml:brushProperty name="height" value="0.05" units="cm"/>
      <inkml:brushProperty name="color" value="#CC0066"/>
    </inkml:brush>
  </inkml:definitions>
  <inkml:trace contextRef="#ctx0" brushRef="#br0">0 1 24575,'0'0'-8191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59:29.937"/>
    </inkml:context>
    <inkml:brush xml:id="br0">
      <inkml:brushProperty name="width" value="0.05" units="cm"/>
      <inkml:brushProperty name="height" value="0.05" units="cm"/>
      <inkml:brushProperty name="color" value="#66CC00"/>
    </inkml:brush>
  </inkml:definitions>
  <inkml:trace contextRef="#ctx0" brushRef="#br0">1 367 24575,'0'704'0,"0"-696"0,0 0 0,0-1 0,1 1 0,0-1 0,1 1 0,0-1 0,4 12 0,-5-16 0,1 0 0,-1-1 0,1 1 0,0-1 0,-1 1 0,1-1 0,0 0 0,0 0 0,0 0 0,1 0 0,-1 0 0,0 0 0,1-1 0,-1 1 0,1-1 0,0 1 0,-1-1 0,1 0 0,0 0 0,0-1 0,0 1 0,3 0 0,30 2 0,-1-2 0,45-3 0,-2-1 0,1328 3 0,-1401 0 0,0 0 0,0 0 0,0-1 0,-1 1 0,1-1 0,0 0 0,0-1 0,-1 1 0,1-1 0,7-4 0,-9 5 0,-1-1 0,0 0 0,1 0 0,-1 0 0,0-1 0,0 1 0,0 0 0,-1-1 0,1 1 0,0-1 0,-1 0 0,0 0 0,0 1 0,0-1 0,0 0 0,0 0 0,0 0 0,0-5 0,2-24 0,-2 0 0,-4-57 0,0 12 0,3 66 0,0-1 0,0 0 0,0 0 0,-1 0 0,-1 0 0,0 0 0,0 0 0,-9-22 0,-21-36 0,-49-120 0,-20-53 0,95 228 0,-2-6 0,0 0 0,-15-24 0,19 38 0,-1 0 0,0 1 0,0-1 0,-1 1 0,0 0 0,0 0 0,0 1 0,-1-1 0,-11-5 0,-10-6 0,-61-26 0,74 37 0,0 2 0,1-1 0,-1 2 0,-1 0 0,1 1 0,-25 0 0,-313 5 0,339-2 0,0 0 0,1 1 0,-1 0 0,1 1 0,-1 1 0,1 0 0,-18 8 0,-85 50 0,109-58 0,-182 126 0,69-44 0,113-82 31,-1 1-1,0-2 1,0 1-1,0-1 1,0 0-1,0 0 1,-1-1 0,1 0-1,-14 0 1,-5 0-269,-46-4 1,23 0-959,31 1-5630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00:01.648"/>
    </inkml:context>
    <inkml:brush xml:id="br0">
      <inkml:brushProperty name="width" value="0.05" units="cm"/>
      <inkml:brushProperty name="height" value="0.05" units="cm"/>
      <inkml:brushProperty name="color" value="#66CC00"/>
    </inkml:brush>
  </inkml:definitions>
  <inkml:trace contextRef="#ctx0" brushRef="#br0">0 537 24575,'9'-1'0,"0"0"0,0-1 0,-1 0 0,1 0 0,0-1 0,15-8 0,0 2 0,20-8 0,282-96 0,-294 105 0,79-25 0,-95 27 0,-1-1 0,0 0 0,0-1 0,25-17 0,83-75 0,-107 85 0,0-1 0,-1-1 0,-1 0 0,-1-1 0,12-20 0,-23 34 0,22-32 0,-23 34 0,0 0 0,1 1 0,-1-1 0,1 1 0,-1-1 0,1 1 0,0 0 0,0-1 0,-1 1 0,1 0 0,0 0 0,0 0 0,0 1 0,0-1 0,0 0 0,0 1 0,3-1 0,-4 1 0,0 0 0,0 0 0,-1 1 0,1-1 0,0 0 0,0 0 0,0 1 0,0-1 0,0 1 0,0-1 0,0 1 0,0-1 0,-1 1 0,1-1 0,0 1 0,0 0 0,-1-1 0,1 1 0,0 0 0,-1 0 0,1-1 0,-1 1 0,1 0 0,-1 0 0,1 0 0,-1 0 0,0 0 0,1 0 0,-1 0 0,0 0 0,0 0 0,1 1 0,-1 3 0,1-1 0,-1 0 0,0 1 0,0-1 0,0 1 0,-1 4 0,0-4 0,-1 1 0,1-1 0,-1 0 0,0 0 0,0 1 0,0-1 0,-1-1 0,1 1 0,-1 0 0,-1-1 0,1 1 0,0-1 0,-8 7 0,5-7 0,0 1 0,0-1 0,-1 0 0,1-1 0,-1 1 0,0-2 0,0 1 0,0 0 0,-8 0 0,-13 2 0,-1-2 0,1-1 0,-1-1 0,-36-4 0,39 2 0,-97-1 0,663 2 0,-536 0 0,1 0 0,-1 0 0,1 1 0,-1 0 0,1-1 0,-1 1 0,0 1 0,1-1 0,-1 1 0,0-1 0,0 1 0,0 0 0,0 1 0,0-1 0,-1 1 0,1 0 0,4 4 0,-4-2 0,-1-1 0,1 1 0,-1 0 0,-1 0 0,1 1 0,-1-1 0,0 0 0,0 1 0,0 0 0,-1-1 0,1 1 0,-2 0 0,1 6 0,0 75-868,-1-81 371,0 14-6329</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00:02.463"/>
    </inkml:context>
    <inkml:brush xml:id="br0">
      <inkml:brushProperty name="width" value="0.05" units="cm"/>
      <inkml:brushProperty name="height" value="0.05" units="cm"/>
      <inkml:brushProperty name="color" value="#66CC00"/>
    </inkml:brush>
  </inkml:definitions>
  <inkml:trace contextRef="#ctx0" brushRef="#br0">0 1 24575,'0'0'-8191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00:02.753"/>
    </inkml:context>
    <inkml:brush xml:id="br0">
      <inkml:brushProperty name="width" value="0.05" units="cm"/>
      <inkml:brushProperty name="height" value="0.05" units="cm"/>
      <inkml:brushProperty name="color" value="#66CC00"/>
    </inkml:brush>
  </inkml:definitions>
  <inkml:trace contextRef="#ctx0" brushRef="#br0">0 1 24575,'0'0'-8191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02:02.236"/>
    </inkml:context>
    <inkml:brush xml:id="br0">
      <inkml:brushProperty name="width" value="0.05" units="cm"/>
      <inkml:brushProperty name="height" value="0.05" units="cm"/>
      <inkml:brushProperty name="color" value="#33CCFF"/>
    </inkml:brush>
  </inkml:definitions>
  <inkml:trace contextRef="#ctx0" brushRef="#br0">1 1 24575,'0'0'-8191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02:51.104"/>
    </inkml:context>
    <inkml:brush xml:id="br0">
      <inkml:brushProperty name="width" value="0.05" units="cm"/>
      <inkml:brushProperty name="height" value="0.05" units="cm"/>
      <inkml:brushProperty name="color" value="#CC0066"/>
    </inkml:brush>
  </inkml:definitions>
  <inkml:trace contextRef="#ctx0" brushRef="#br0">0 0 24575,'0'0'-8191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08:13.621"/>
    </inkml:context>
    <inkml:brush xml:id="br0">
      <inkml:brushProperty name="width" value="0.05" units="cm"/>
      <inkml:brushProperty name="height" value="0.05" units="cm"/>
      <inkml:brushProperty name="color" value="#CC0066"/>
    </inkml:brush>
  </inkml:definitions>
  <inkml:trace contextRef="#ctx0" brushRef="#br0">1 1 24575,'0'1404'-1365,"0"-1383"-5461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08:15.251"/>
    </inkml:context>
    <inkml:brush xml:id="br0">
      <inkml:brushProperty name="width" value="0.05" units="cm"/>
      <inkml:brushProperty name="height" value="0.05" units="cm"/>
      <inkml:brushProperty name="color" value="#CC0066"/>
    </inkml:brush>
  </inkml:definitions>
  <inkml:trace contextRef="#ctx0" brushRef="#br0">372 312 24575,'-12'-11'0,"-1"0"0,-1 1 0,-14-10 0,-13-8 0,-6-8 0,-150-123 0,195 157 0,0 1 0,0-2 0,0 1 0,1 0 0,-1 0 0,1 0 0,-1-1 0,1 1 0,0-1 0,-2-3 0,3 5 0,0 1 0,0 0 0,0 0 0,0-1 0,0 1 0,0 0 0,0 0 0,0-1 0,0 1 0,0 0 0,0 0 0,0-1 0,0 1 0,0 0 0,0 0 0,0-1 0,0 1 0,0 0 0,0-1 0,0 1 0,1 0 0,-1 0 0,0 0 0,0-1 0,0 1 0,0 0 0,1 0 0,-1 0 0,0-1 0,0 1 0,0 0 0,1 0 0,-1 0 0,0 0 0,2-1 0,-1 1 0,0 0 0,0 0 0,0 1 0,1-1 0,-1 0 0,0 0 0,0 0 0,0 1 0,0-1 0,0 1 0,1-1 0,0 1 0,14 9 0,0 0 0,0 1 0,-1 0 0,0 2 0,-1-1 0,24 30 0,-19-21 0,1-1 0,27 21 0,-22-22 153,-18-12-305,0-1 0,0-1 0,1 1 1,0-1-1,0-1 0,0 1 0,0-1 1,1-1-1,10 3 0,-1-3-6674</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08:16.142"/>
    </inkml:context>
    <inkml:brush xml:id="br0">
      <inkml:brushProperty name="width" value="0.05" units="cm"/>
      <inkml:brushProperty name="height" value="0.05" units="cm"/>
      <inkml:brushProperty name="color" value="#CC0066"/>
    </inkml:brush>
  </inkml:definitions>
  <inkml:trace contextRef="#ctx0" brushRef="#br0">0 531 24575,'8'-8'0,"2"-14"0,3-10 0,8-13 0,7-5 0,4-6 0,-1 3 0,3 2 0,-1 6 0,-2 7 0,-3 6 0,-2 5 0,-5 3 0,-3 5 0,-4 3 0,-4 3-8191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08:16.524"/>
    </inkml:context>
    <inkml:brush xml:id="br0">
      <inkml:brushProperty name="width" value="0.05" units="cm"/>
      <inkml:brushProperty name="height" value="0.05" units="cm"/>
      <inkml:brushProperty name="color" value="#CC0066"/>
    </inkml:brush>
  </inkml:definitions>
  <inkml:trace contextRef="#ctx0" brushRef="#br0">1 0 24575,'0'0'-8191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22:08.469"/>
    </inkml:context>
    <inkml:brush xml:id="br0">
      <inkml:brushProperty name="width" value="0.05" units="cm"/>
      <inkml:brushProperty name="height" value="0.05" units="cm"/>
      <inkml:brushProperty name="color" value="#CC0066"/>
    </inkml:brush>
  </inkml:definitions>
  <inkml:trace contextRef="#ctx0" brushRef="#br0">0 0 24158,'13381'1201'0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22:11.884"/>
    </inkml:context>
    <inkml:brush xml:id="br0">
      <inkml:brushProperty name="width" value="0.05" units="cm"/>
      <inkml:brushProperty name="height" value="0.05" units="cm"/>
      <inkml:brushProperty name="color" value="#CC0066"/>
    </inkml:brush>
  </inkml:definitions>
  <inkml:trace contextRef="#ctx0" brushRef="#br0">688 704 24575,'-1'-10'0,"0"-1"0,-1 1 0,0-1 0,-1 1 0,0 0 0,-10-20 0,2 1 0,-73-188 0,55 150 0,-46-77 0,67 133 0,1 0 0,-1 1 0,-1-1 0,0 2 0,-1-1 0,1 1 0,-2 1 0,1 0 0,-16-9 0,10 9 0,0-1 0,-1 2 0,0 0 0,0 1 0,-1 1 0,-19-4 0,55 14 0,-1 1 0,0 0 0,0 2 0,-1-1 0,0 2 0,0 0 0,-1 1 0,0 1 0,0 0 0,17 19 0,-2-1 0,-2 1 0,-1 2 0,42 63 0,-52-68 0,-1 1 0,-1 0 0,-1 1 0,-2 0 0,9 35 0,-13-40 0,0 0 0,2-1 0,0 0 0,1-1 0,22 32 0,82 97 0,-32-65 0,-33-37 0,-47-46 0,0 0 0,0 0 0,-1 0 0,1 1 0,-1-1 0,1 1 0,-1-1 0,0 1 0,-1 0 0,1 0 0,-1 0 0,1 0 0,-1 0 0,0 0 0,-1 0 0,1 0 0,-1 0 0,1 0 0,-1 0 0,-1 1 0,1-1 0,0 0 0,-1 0 0,0 0 0,0 0 0,0 0 0,-1 0 0,1 0 0,-1 0 0,0-1 0,0 1 0,0 0 0,-4 3 0,-2 4 0,-1 0 0,0-1 0,-1 0 0,0-1 0,-1 0 0,0-1 0,0 0 0,-22 12 0,-9 1 0,-56 18 0,44-18 0,13-5 0,-1-3 0,0-1 0,-1-2 0,0-1 0,-1-3 0,1-2 0,-76-1 0,-134-6-1365,229 4-5461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22:18.896"/>
    </inkml:context>
    <inkml:brush xml:id="br0">
      <inkml:brushProperty name="width" value="0.05" units="cm"/>
      <inkml:brushProperty name="height" value="0.05" units="cm"/>
      <inkml:brushProperty name="color" value="#CC0066"/>
    </inkml:brush>
  </inkml:definitions>
  <inkml:trace contextRef="#ctx0" brushRef="#br0">1 615 24575,'17'0'0,"1"0"0,-1-2 0,20-3 0,16-4 0,922-70-3054,-716 63 2660,1683-34 1011,-449 52 2214,-1042 18-2831,-224 12 0,26 2 0,340-26 0,-345-11 0,2252 3 0,-2403-3 0,-1-4 0,0-4 0,117-29 0,-57-1 0,168-69 0,416-140 0,-640 225 0,0 4 0,2 5 0,0 4 0,129 1 0,1575 14 0,-1788-2 0,0 1 0,0 0 0,0 1 0,0 1 0,0 1 0,-1 0 0,0 1 0,22 12 0,12 9 0,60 43 0,-58-35 0,-45-31 0,0 1 0,0-2 0,0 1 0,1-1 0,-1 0 0,1-1 0,0 0 0,0-1 0,11 2 0,12-2 0,42-4 0,-15 1 0,29 3 0,74-3 0,-146 0 69,1-2 0,-1 1-1,17-7 1,15-4-1709,-19 8-5186</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22:23.386"/>
    </inkml:context>
    <inkml:brush xml:id="br0">
      <inkml:brushProperty name="width" value="0.05" units="cm"/>
      <inkml:brushProperty name="height" value="0.05" units="cm"/>
      <inkml:brushProperty name="color" value="#CC0066"/>
    </inkml:brush>
  </inkml:definitions>
  <inkml:trace contextRef="#ctx0" brushRef="#br0">1 117 24575,'5474'0'0,"-4972"-18"-178,0-21-195,291-13-14,548 45 390,-769 10-140,715-3-156,-1264 0-6533</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22:25.559"/>
    </inkml:context>
    <inkml:brush xml:id="br0">
      <inkml:brushProperty name="width" value="0.05" units="cm"/>
      <inkml:brushProperty name="height" value="0.05" units="cm"/>
      <inkml:brushProperty name="color" value="#CC0066"/>
    </inkml:brush>
  </inkml:definitions>
  <inkml:trace contextRef="#ctx0" brushRef="#br0">1 0 24575,'8440'0'-1365,"-8421"0"-5461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22:28.480"/>
    </inkml:context>
    <inkml:brush xml:id="br0">
      <inkml:brushProperty name="width" value="0.05" units="cm"/>
      <inkml:brushProperty name="height" value="0.05" units="cm"/>
      <inkml:brushProperty name="color" value="#CC0066"/>
    </inkml:brush>
  </inkml:definitions>
  <inkml:trace contextRef="#ctx0" brushRef="#br0">0 544 24575,'25'-1'0,"43"-7"0,-32 3 0,519-82-785,-8 2 27,711-54 694,-718 120 552,1 21 347,-147 1-551,2190-3-284,-2533-2 0,0-2 0,61-12 0,98-32 0,-47 9 0,-102 28 0,1 3 0,0 2 0,84 3 0,290 4 0,-239-2 0,-184 0 36,0 0 1,0-1-1,0-1 0,0 0 0,0-1 0,-1-1 0,22-10 0,-16 7-587,1 0-1,23-5 1,-23 9-6275</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25:37.979"/>
    </inkml:context>
    <inkml:brush xml:id="br0">
      <inkml:brushProperty name="width" value="0.05" units="cm"/>
      <inkml:brushProperty name="height" value="0.05" units="cm"/>
      <inkml:brushProperty name="color" value="#CC0066"/>
    </inkml:brush>
  </inkml:definitions>
  <inkml:trace contextRef="#ctx0" brushRef="#br0">1455 501 24575,'-20'0'0,"-593"19"0,558-12 0,0 3 0,-57 17 0,-103 42 0,192-61 0,1 1 0,0 1 0,-24 15 0,35-17 0,-1 0 0,1 0 0,1 1 0,0 1 0,0 0 0,-16 21 0,-84 132 0,100-148 0,1 1 0,1 0 0,0 0 0,1 1 0,0 0 0,2 0 0,0 1 0,1-1 0,1 1 0,0 0 0,1 0 0,2 32 0,0 15 0,6 98 0,-4-134 0,2 0 0,2-1 0,13 45 0,21 28 0,105 186 0,-97-198 0,-10-25 0,2-1 0,68 79 0,-79-102 0,31 55 0,7 10 0,-54-87 0,0-1 0,2-1 0,28 26 0,2-8 0,2-3 0,1-1 0,97 43 0,-60-31 0,36 29 0,-82-46 0,1-2 0,52 23 0,-52-32 0,0-2 0,1-1 0,0-2 0,1-2 0,43 1 0,214-6 0,-153-4 0,-100 1 0,0-1 0,-1-2 0,1-2 0,65-18 0,-47 3 0,-1-2 0,-2-3 0,0-3 0,62-39 0,215-165 0,-326 224 0,116-81 0,90-68 0,-200 142 0,-1 0 0,0-1 0,-2 0 0,22-31 0,41-83 0,-54 89 0,-15 29 0,-1 0 0,0-1 0,-1 0 0,-1-1 0,0 1 0,-1-1 0,-1 0 0,5-30 0,-8-170 0,-3 116 0,-1 38 0,-3 0 0,-2 0 0,-3 1 0,-3 0 0,-2 1 0,-2 1 0,-37-78 0,5 35 0,-3 2 0,-5 2 0,-78-98 0,-50-33 0,143 181 0,-3 2 0,-82-62 0,99 88 0,-1 1 0,0 1 0,-1 1 0,-1 2 0,0 1 0,-1 2 0,-1 1 0,-48-7 0,0 5 0,0 5 0,-116 3 0,162 5 0,0 3 0,0 1 0,1 1 0,-63 21 0,29-2 0,-91 46 0,106-41 0,1 3 0,2 3 0,2 1 0,-60 59 0,91-80 0,1 0 0,1 2 0,0 0 0,1 0 0,1 1 0,-16 28 0,28-41-273,0 0 0,0 0 0,0 0 0,0 9 0,-1 4-6553</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25:45.547"/>
    </inkml:context>
    <inkml:brush xml:id="br0">
      <inkml:brushProperty name="width" value="0.05" units="cm"/>
      <inkml:brushProperty name="height" value="0.05" units="cm"/>
      <inkml:brushProperty name="color" value="#CC0066"/>
    </inkml:brush>
  </inkml:definitions>
  <inkml:trace contextRef="#ctx0" brushRef="#br0">209 139 24575,'1'178'0,"-3"192"0,-21-184 0,14-131 0,-5 102 0,16 2508 0,-5-2618 0,-2-1 0,-2 0 0,-20 70 0,-3 18 0,-40 264 0,59-310 0,0 91 0,13 89 0,0-82 0,-2 1716 0,1-1883 0,1 0 0,0 1 0,2-1 0,0 0 0,1-1 0,1 1 0,0-1 0,2 0 0,16 29 0,-14-27 0,13 44 0,-17-44 0,2 0 0,13 27 0,-8-25 0,2 0 0,0-1 0,27 28 0,63 53 0,-38-37 0,-37-38 0,0-1 0,2-1 0,46 28 0,111 47 0,-166-87 0,-1 0 0,27 22 0,-35-24 0,1 0 0,0-1 0,0-1 0,1 0 0,0-1 0,31 10 0,-4-9 0,1-2 0,82 1 0,-61-4 0,756 8 0,-521-14 0,-259 2 0,57-8 0,-79 5 0,0-1 0,0-1 0,0 0 0,-1-2 0,19-9 0,200-122 0,-214 124 0,-5 2 0,0 0 0,-1-2 0,-1 1 0,0-2 0,22-26 0,-31 33 0,-1-1 0,0 0 0,0 0 0,-1 0 0,0-1 0,-1 0 0,0 0 0,0 0 0,-1 0 0,-1-1 0,0 1 0,2-22 0,14-232 0,-14-623 0,-6 485 0,2-913 0,-2 1220 0,-4 0 0,-22-113 0,12 98 0,5 0 0,5-178 0,8-778 0,-3 565 0,-2 429 0,-2-1 0,-4 1 0,-3 0 0,-41-138 0,-39-130 0,88 315 0,2 0 0,0-35 0,1-2 0,-1 49 0,0 1 0,0 0 0,-2 0 0,1 0 0,-1 0 0,-1 1 0,0-1 0,-9-14 0,-5-4 0,-37-45 0,45 59 0,0 0 0,2-1 0,0 1 0,-11-31 0,11 24 0,-25-43 0,-8-3 0,-37-54 0,67 107 0,1 0 0,0-1 0,1 0 0,1-1 0,-10-25 0,11 26 0,0 0 0,-1 0 0,-1 1 0,-22-28 0,-8-13 0,-26-58 0,-27-43 0,69 126 0,-50-49 0,59 66 0,8 8 0,-1 1 0,0 0 0,0 0 0,-1 0 0,1 1 0,-1 0 0,-1 1 0,1 0 0,0 0 0,-1 1 0,0 0 0,0 1 0,-13-2 0,-14 1 0,1 1 0,-53 5 0,18-1 0,-26 0 0,-154-4 0,87-19 0,-5-1 0,-307 19 0,250 5 0,222-2 0,-1 0 0,1 0 0,0 0 0,0 1 0,0-1 0,0 1 0,0 0 0,0 1 0,0-1 0,0 1 0,1-1 0,-1 1 0,1 0 0,-1 1 0,1-1 0,-1 1 0,1-1 0,0 1 0,0 0 0,1 0 0,-1 0 0,0 1 0,1-1 0,0 0 0,0 1 0,0 0 0,0-1 0,1 1 0,-3 7 0,0 6 0,1 0 0,0 0 0,1 1 0,1-1 0,2 30 0,-1-37-195,0 0 0,-1 0 0,-1-1 0,1 1 0,-2 0 0,-5 15 0,-6 15-6631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25:48.726"/>
    </inkml:context>
    <inkml:brush xml:id="br0">
      <inkml:brushProperty name="width" value="0.05" units="cm"/>
      <inkml:brushProperty name="height" value="0.05" units="cm"/>
      <inkml:brushProperty name="color" value="#CC0066"/>
    </inkml:brush>
  </inkml:definitions>
  <inkml:trace contextRef="#ctx0" brushRef="#br0">48 1 24575,'0'3462'0,"-22"-2936"0,3-153 0,13 765 0,8-659 0,47 637 0,-28-701 0,-22 1 0,-1-150 0,0-26 0,8 381 0,26-331 0,2 35 0,-32-270 0,3 1 0,14 63 0,-11-66 0,-1 1 0,-3 106 0,-2-136 0,1-1 0,1 0 0,1 0 0,1-1 0,1 1 0,11 26 0,-3-9 0,-6-15 0,2-1 0,0 0 0,2 0 0,27 37 0,50 88 0,-31-47 0,-28-48 0,37 83 0,10 61 0,-49-121 0,70 264 0,-78-256 0,-14-47 0,-2 0 0,-1 0 0,-2 0 0,-4 49 0,1-20 0,1-63-76,0 1 1,0-1-1,0 0 0,-1 0 0,1 0 0,-1 0 0,0 0 0,0 0 1,-1 0-1,1-1 0,-1 1 0,0 0 0,0-1 0,0 1 1,0-1-1,-1 1 0,-2 2 0,-20 19-6750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25:56.029"/>
    </inkml:context>
    <inkml:brush xml:id="br0">
      <inkml:brushProperty name="width" value="0.05" units="cm"/>
      <inkml:brushProperty name="height" value="0.05" units="cm"/>
      <inkml:brushProperty name="color" value="#CC0066"/>
    </inkml:brush>
  </inkml:definitions>
  <inkml:trace contextRef="#ctx0" brushRef="#br0">1 418 24575,'49'-11'0,"76"-25"0,-71 18 0,67-20-33,464-136-674,-398 126 430,227-26 0,-107 56 650,2 22 284,-59 0-393,51-6-264,294 5 0,-248 27 0,-185-13 0,101 24 0,30 1 0,262-34 0,-343-11 0,-92 2 0,273 8 0,-331-1 0,0 2 0,0 2 0,-1 3 0,73 27 0,-62-15 0,0-3 0,2-3 0,89 11 0,-111-20 0,0 2 0,98 37 0,-143-46 0,18 7 0,0 1 0,-1 1 0,0 1 0,21 17 0,84 70 0,-94-70 0,40 37 0,118 139 0,-171-178 0,-1 1 0,30 55 0,-33-50 0,2-1 0,29 35 0,-27-39 0,0 1 0,-2 1 0,-1 1 0,-2 0 0,14 37 0,-21-45 0,24 53 0,43 149 0,-45-106 0,20 89 0,64 398 0,-33-280 0,26-7 0,-35-105 0,-10-31 0,40 124 0,-81-211 0,20 196 0,-24-129 0,-8-86 0,34 285 0,1-27 0,-13-126 0,-7-39 0,17 200 0,-42 192 0,-3-267 0,2 1761 0,-22-1736 0,1-64 0,18 207 0,4-276 0,-3-156 0,-2-1 0,-1 1 0,-2-1 0,-19 57 0,4-14 0,10-35 0,-2-1 0,-2 0 0,-1-2 0,-2 0 0,-1 0 0,-32 41 0,-13 5 0,-91 91 0,84-104 0,-91 66 0,86-75 0,-85 87 0,96-81 0,-2-4 0,-151 106 0,104-88 0,17-10 0,-176 93 0,243-146 0,2 1 0,0 1 0,-30 27 0,0 1 0,16-19 0,-2-2 0,0-2 0,-53 19 0,41-20 0,0-2 0,-2-4 0,0-1 0,-68 7 0,27-14 0,-166-8 0,129-4 0,-853 3 0,939-1 0,0-3 0,-65-13 0,-96-32 0,75 15 0,-25-7 0,-40-8 0,146 41 0,1 3 0,-1 2 0,-82 5 0,40 1 0,-109 4 0,0 9 0,-221 46 0,-77 16 0,345-63 0,-192-7 0,235-9 0,-48-2 0,150 1 0,0 0 0,0-1 0,0-1 0,1-1 0,0 0 0,0 0 0,0-2 0,0 0 0,-12-9 0,-6-5 0,2-1 0,-40-39 0,45 38 0,-52-51 0,67 63 0,0-1 0,0 0 0,1-1 0,-12-23 0,17 25-170,0 0-1,1 0 0,0 0 1,1 0-1,0-1 0,1 1 1,-1-18-1,2 6-6655</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3:32:46.54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8 0,'612'0'0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6T03:32:49.92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932 495,'0'-5,"-1"1,1-1,-1 0,0 1,0-1,-1 1,0-1,0 1,0 0,-4-6,-31-40,13 20,-104-128,69 88,50 60,-1 1,0 0,0 0,-1 1,0 0,-22-11,0 2,-42-13,66 27,1 0,0 1,-1 1,0-1,1 1,-1 1,0 0,1 0,-1 0,0 1,1 1,-1-1,1 1,-1 1,1 0,0 0,0 0,-11 8,5-3,1 1,0 1,0 0,1 1,1 1,0 0,0 0,2 1,-11 16,-16 26,-43 79,70-116,1 0,1 0,1 1,1 0,-6 39,7-13,6 87,-1-120,1 0,1 0,0 0,1-1,0 1,0-1,2 0,-1 0,1 0,1-1,8 12,-4-9,-1-1,2 0,0 0,0-1,1 0,0-2,26 16,-26-19,-1-1,2-1,-1 0,0 0,1-2,0 1,21 0,-8-3,0 0,52-8,-68 6,-1 0,1-1,-1 0,0-1,0 0,0 0,0-1,-1 0,0-1,0 0,12-11,141-113,-142 114,-2 5</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3:33:06.864"/>
    </inkml:context>
    <inkml:brush xml:id="br0">
      <inkml:brushProperty name="width" value="0.05" units="cm"/>
      <inkml:brushProperty name="height" value="0.05" units="cm"/>
      <inkml:brushProperty name="color" value="#CC0066"/>
    </inkml:brush>
  </inkml:definitions>
  <inkml:trace contextRef="#ctx0" brushRef="#br0">1322 10068 24575,'-2'-2'0,"1"-1"0,-1 1 0,0-1 0,0 1 0,0 0 0,-1 0 0,1 0 0,0 0 0,-1 0 0,1 0 0,-1 1 0,-5-3 0,-39-13 0,22 9 0,-12-5 0,-48-27 0,69 31 0,-1-1 0,1-1 0,1-1 0,-27-25 0,-3-8 0,-1 2 0,-3 1 0,-1 3 0,-84-49 0,116 76 0,0 0 0,1 0 0,1-2 0,0 0 0,1-1 0,-26-33 0,-64-112 0,102 157 0,-34-65 0,2 0 0,-43-125 0,-26-156 0,59 181 0,-41-311 0,56-40-717,31-4-1,39-67-2436,-16 428 1577,71-255 0,44-23 1420,33-119-66,42-307 223,-39 141 0,-171 711 48,91-367-66,-54 190 2012,-9-5 3943,-13 90-5856,33-106 0,4-21-2548,31-106-1850,-57 240 7709,17-105 0,-32 141-3392,31-79 0,-16 55 0,-21 62 0,1 1 0,1 1 0,1 0 0,1 1 0,1 0 0,29-34 0,-4 12 0,83-71 0,-76 79 0,88-52 0,7-4 0,11-32 0,-148 121 0,-1 1 0,0-1 0,1 1 0,-1-1 0,-1 0 0,1-1 0,0 1 0,-1 0 0,1-1 0,-1 1 0,2-6 0,-4 8 0,1-1 0,-1 0 0,1-1 0,-1 1 0,0 0 0,0 0 0,0 0 0,0 0 0,0 0 0,0 0 0,-1 0 0,1 0 0,0 0 0,-1 0 0,0 0 0,0 0 0,1 0 0,-1 1 0,0-1 0,0 0 0,-1 0 0,1 1 0,0-1 0,-3-2 0,-13-12 0,0 2 0,-1 0 0,-1 1 0,0 0 0,0 2 0,-38-16 0,27 12 0,27 13 0,-1 0 0,1 0 0,0 0 0,0 0 0,0-1 0,-4-3 0,7 6 0,0 0 0,0-1 0,-1 1 0,1 0 0,0 0 0,0-1 0,0 1 0,0 0 0,-1 0 0,1-1 0,0 1 0,0 0 0,0-1 0,0 1 0,0 0 0,0-1 0,0 1 0,0 0 0,0-1 0,0 1 0,0 0 0,0 0 0,0-1 0,0 1 0,0 0 0,0-1 0,0 1 0,0 0 0,0-1 0,1 1 0,-1-1 0,1 1 0,0-1 0,0 1 0,0-1 0,0 1 0,0-1 0,0 1 0,0 0 0,0 0 0,0-1 0,0 1 0,0 0 0,0 0 0,1 0 0,0 0 0,7 1 0,1 0 0,-1 0 0,0 1 0,0 0 0,0 1 0,0 0 0,0 0 0,-1 1 0,1 0 0,12 9 0,6 5 0,41 35 0,-23-18 0,-22-18 0,36 35 0,-54-46 0,1 0 0,-1 0 0,-1 0 0,1 1 0,-1 0 0,0 0 0,0 0 0,-1 0 0,0 1 0,4 14 0,-4-3 0,0 0 0,-2 1 0,0-1 0,-1 1 0,-1-1 0,0 0 0,-7 27 0,-6 11 0,-24 61 0,11-38 0,-20 50-1365,35-100-5461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3:33:19.415"/>
    </inkml:context>
    <inkml:brush xml:id="br0">
      <inkml:brushProperty name="width" value="0.05" units="cm"/>
      <inkml:brushProperty name="height" value="0.05" units="cm"/>
      <inkml:brushProperty name="color" value="#CC0066"/>
    </inkml:brush>
  </inkml:definitions>
  <inkml:trace contextRef="#ctx0" brushRef="#br0">15715 8011 24575,'23'-1'0,"-1"0"0,1-2 0,-1-1 0,1-1 0,31-11 0,104-50 0,-121 49 0,292-148 0,-5 2 0,-237 125 0,167-50 0,-203 77 0,68-7 0,8 0 0,-105 13 0,0 0 0,0-2 0,33-14 0,-49 18 0,0 0 0,0 0 0,-1 0 0,1-1 0,-1 0 0,0 0 0,0-1 0,0 1 0,0-1 0,-1 0 0,1 0 0,-1-1 0,-1 1 0,1-1 0,-1 0 0,0 0 0,0 0 0,-1 0 0,0 0 0,0-1 0,0 1 0,-1-1 0,0 1 0,0-1 0,0-10 0,-2-210 0,-3 109 0,0-1444-1045,4 1087 602,-5 145-285,-61-429-1,-150-352-1907,-61 18-473,239 950 3046,-49-161 4439,62 232-2917,-3 2 0,-43-76 0,-265-391-1459,319 512 0,-1-2 0,-1 0 0,-1 2 0,-25-24 0,30 36 0,-1 2 0,0 0 0,-1 0 0,-1 2 0,1 0 0,-1 1 0,-38-11 0,25 11 0,0 3 0,0 0 0,-35 1 0,-100 4 0,83 2 0,-1408 1 0,1236-3 0,-54 10 0,244-4 0,-1 3 0,-107 30 0,-66 20 0,56-14 0,133-34 0,0-1 0,-90 4 0,-102-12 0,45-2 0,108 8 0,1 4 0,-126 33 0,167-34 0,-70 20 0,65-16 0,-1-2 0,-74 8 0,-274-16 0,222-8 0,-3590 3 0,3527 7-3455,-324 51 0,-251 16 3429,209-11 3494,468-38-2312,1 6 0,-179 64 0,286-85-1156,-69 11 0,66-14 0,-68 20 0,-55 31 0,-212 70 0,289-105 0,0-4 0,-144 16 0,-308-11 0,-3-24 0,228-2 0,254 2 0,-104-14 0,54-7 0,47 9 0,-83-7 0,84 14 0,1-1 0,-86-22 0,59 9 0,-133-13 0,-63 28 0,158 6 0,72-2 127,7 1-624,0-1-1,-58-9 1,52-1-6329</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3:33:21.753"/>
    </inkml:context>
    <inkml:brush xml:id="br0">
      <inkml:brushProperty name="width" value="0.05" units="cm"/>
      <inkml:brushProperty name="height" value="0.05" units="cm"/>
      <inkml:brushProperty name="color" value="#CC0066"/>
    </inkml:brush>
  </inkml:definitions>
  <inkml:trace contextRef="#ctx0" brushRef="#br0">0 592 24575,'0'-4'0,"12"-12"0,3-9 0,4-2 0,6-10 0,-2-5 0,4-3 0,8-6 0,3 1 0,-2 3 0,-7-3 0,3 4 0,-3 4 0,-4 3 0,-1 1 0,-6 5-8191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3:33:23.146"/>
    </inkml:context>
    <inkml:brush xml:id="br0">
      <inkml:brushProperty name="width" value="0.05" units="cm"/>
      <inkml:brushProperty name="height" value="0.05" units="cm"/>
      <inkml:brushProperty name="color" value="#CC0066"/>
    </inkml:brush>
  </inkml:definitions>
  <inkml:trace contextRef="#ctx0" brushRef="#br0">1 0 24575,'0'5'0,"0"0"0,1-1 0,0 1 0,0 0 0,0-1 0,1 1 0,0-1 0,-1 1 0,2-1 0,-1 0 0,0 0 0,1 0 0,0 0 0,0 0 0,5 5 0,6 4 0,1 0 0,26 17 0,-13-9 0,54 34 0,9 8 0,-70-49 0,33 19 0,-10-7 0,68 45-1365,-82-54-5461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3:33:28.85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0,'772'136'0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6T03:33:32.42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617 1,'-79'3,"0"3,-92 20,144-22,1 2,-47 16,65-19,1 0,0 1,0 0,0 0,0 1,0 0,1 0,0 0,0 1,0 0,1 0,0 1,-7 10,2 2,1 0,0 1,2 0,0 1,2-1,-5 28,6-16,1 0,1 1,5 45,-3-73,1 0,0 0,1 0,-1 0,1-1,0 1,0 0,1-1,-1 1,1-1,0 0,0 0,1 0,-1 0,6 4,6 4,0 0,28 16,-33-22,2 1,0-1,20 7,-20-9,0 1,0 0,16 11,-19-10,0 0,1-1,0 1,0-2,1 0,-1 0,1-1,0 0,0-1,0 0,0-1,14 1,-15-3,1 1,-1-2,1 1,-1-1,1-1,-1 0,0 0,0-1,-1 0,1-1,-1 0,0-1,0 0,11-9,-2 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3:34:13.563"/>
    </inkml:context>
    <inkml:brush xml:id="br0">
      <inkml:brushProperty name="width" value="0.05" units="cm"/>
      <inkml:brushProperty name="height" value="0.05" units="cm"/>
      <inkml:brushProperty name="color" value="#CC0066"/>
    </inkml:brush>
  </inkml:definitions>
  <inkml:trace contextRef="#ctx0" brushRef="#br0">118 706 24575,'4'-3'0,"-1"1"0,1 0 0,0 0 0,0 0 0,1 0 0,-1 1 0,0-1 0,0 1 0,1 0 0,-1 0 0,1 1 0,-1-1 0,8 1 0,6-1 0,119-28 0,-90 17 0,61-7 0,369 5 0,-351 15 0,1514 2 0,-1543-7 0,-1-3 0,136-29 0,-220 34 0,0-1 0,0 0 0,-1 0 0,20-10 0,-28 12 0,0-1 0,-1 1 0,1-1 0,0 0 0,-1 0 0,1-1 0,-1 1 0,0 0 0,0-1 0,0 1 0,0-1 0,0 0 0,0 0 0,-1 0 0,1 0 0,-1 0 0,0 0 0,0 0 0,0 0 0,0 0 0,-1 0 0,1-4 0,0-8 0,-1-1 0,0 1 0,-1-1 0,-1 1 0,0 0 0,-1 0 0,-1 0 0,0 0 0,-1 0 0,0 1 0,-2 0 0,1 0 0,-2 1 0,0 0 0,0 0 0,-17-18 0,14 21 0,-1 0 0,0 1 0,-1 1 0,-23-13 0,14 9 0,-22-11 0,0 2 0,-1 2 0,-83-22 0,72 28 0,-1 2 0,-85-3 0,-117 8 0,183 6 0,-1166 3 0,1144 1 0,1 5 0,-121 27 0,58-19 0,14-2 0,124-11 0,-1 1 0,1 1 0,1 1 0,-31 13 0,45-16 0,1 0 0,-1 0 0,1 0 0,0 1 0,0 0 0,0 1 0,1-1 0,-1 1 0,1 0 0,1 0 0,-1 1 0,-6 12 0,1 3 0,1 0 0,-13 45 0,17-45 0,1 0 0,1 1 0,1-1 0,1 1 0,0 0 0,4 25 0,-1-40 0,-1 0 0,1 0 0,1-1 0,-1 1 0,1-1 0,0 1 0,1-1 0,0 0 0,0 0 0,1-1 0,-1 1 0,1-1 0,8 8 0,-3-4 0,1 0 0,1-1 0,-1 0 0,1-1 0,1-1 0,18 10 0,-9-8 0,0-1 0,1 0 0,0-2 0,0-1 0,0-1 0,45 3 0,-29-7 0,1-1 0,-1-2 0,52-11 0,151-26-1365,-207 35-5461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3:34:16.702"/>
    </inkml:context>
    <inkml:brush xml:id="br0">
      <inkml:brushProperty name="width" value="0.05" units="cm"/>
      <inkml:brushProperty name="height" value="0.05" units="cm"/>
      <inkml:brushProperty name="color" value="#CC0066"/>
    </inkml:brush>
  </inkml:definitions>
  <inkml:trace contextRef="#ctx0" brushRef="#br0">413 708 24575,'2'2'0,"-1"1"0,1-1 0,0 0 0,0 0 0,0 0 0,0 0 0,0 0 0,1 0 0,-1 0 0,1-1 0,-1 1 0,1-1 0,-1 0 0,1 0 0,0 0 0,4 1 0,6 1 0,0 0 0,18 0 0,-20-2 0,361 6 0,-222-9 0,903 2 0,-1024-1 0,42-8 0,9-1 0,168 7 0,-159 4 0,-81-1 0,-1-1 0,0 0 0,0-1 0,0 0 0,0 0 0,0 0 0,-1-1 0,1 0 0,-1 0 0,1 0 0,-1-1 0,0 0 0,-1 0 0,8-8 0,-3 4 0,-1-1 0,-1-1 0,1 0 0,-2 0 0,1 0 0,-2-1 0,8-15 0,-9 15 0,0-1 0,-2 1 0,1-1 0,-1 1 0,-1-1 0,0 0 0,-1 0 0,0 0 0,-1 0 0,0 0 0,-1 0 0,-3-17 0,2 19 0,-1 1 0,0 0 0,0 0 0,0 0 0,-1 0 0,-1 1 0,1-1 0,-1 1 0,-1 0 0,0 1 0,0-1 0,0 1 0,-1 0 0,0 1 0,0-1 0,-9-4 0,-203-116 0,167 102-484,-2 2-1,-1 3 1,0 2-1,-1 3 0,-1 2 1,-86-8-1,-353 3-2907,309 19 2400,-57 0-2817,82 2 4074,113-1 1322,-1 1 1,-79 17-1,99-13 1127,-36 15 0,30-8-1889,3-3-764,2 1 0,0 2 0,0 2 0,-32 21 0,10-1-61,-1-3 0,-113 51 0,158-80 0,-1 0 0,2 1 0,-1 0 0,0 0 0,1 1 0,0 0 0,-9 10 0,13-11 0,-1 0 0,2 0 0,-1 1 0,1-1 0,0 1 0,0 0 0,0 0 0,1 0 0,0 0 0,0 0 0,1 1 0,-2 8 0,2-9 0,1 0 0,-1 0 0,1 0 0,0 0 0,1 0 0,0 0 0,0 0 0,0 0 0,1 0 0,-1-1 0,1 1 0,3 5 0,3 2 0,0 1 0,1-2 0,13 16 0,-17-22 0,20 29 0,-19-26 0,0 0 0,0-1 0,1 0 0,0 0 0,1 0 0,14 10 0,-6-7 0,0-1 0,1-1 0,1-1 0,-1 0 0,1-2 0,27 7 0,-37-10 0,42 10 0,1-2 0,94 9 0,53-19-6848,-184-1 6678,14 0-1003</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4:11:23.483"/>
    </inkml:context>
    <inkml:brush xml:id="br0">
      <inkml:brushProperty name="width" value="0.10583" units="cm"/>
      <inkml:brushProperty name="height" value="0.10583" units="cm"/>
      <inkml:brushProperty name="color" value="#CC0066"/>
    </inkml:brush>
  </inkml:definitions>
  <inkml:trace contextRef="#ctx0" brushRef="#br0">0 1248 23059,'9979'-1247'0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4:11:26.770"/>
    </inkml:context>
    <inkml:brush xml:id="br0">
      <inkml:brushProperty name="width" value="0.05" units="cm"/>
      <inkml:brushProperty name="height" value="0.05" units="cm"/>
      <inkml:brushProperty name="color" value="#CC0066"/>
    </inkml:brush>
  </inkml:definitions>
  <inkml:trace contextRef="#ctx0" brushRef="#br0">0 2 24575,'30'0'0,"-9"-1"0,1 1 0,0 0 0,0 2 0,-1 1 0,1 0 0,-1 2 0,26 8 0,-16 0 0,6 1 0,40 23 0,-66-30 0,0 0 0,0 0 0,0 1 0,-1 1 0,0-1 0,-1 2 0,13 15 0,-16-16 0,1 0 0,-1 0 0,-1 1 0,1 0 0,3 12 0,-8-19 0,1 1 0,-1 0 0,0 0 0,-1 0 0,1 0 0,-1-1 0,0 1 0,0 0 0,0 0 0,0 0 0,-1 0 0,1 0 0,-1 0 0,0 0 0,0 0 0,-1-1 0,1 1 0,-3 4 0,-137 205 0,85-134 0,19-20 299,21-31-1131,-28 34 0,24-39-5994</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4:13:09.312"/>
    </inkml:context>
    <inkml:brush xml:id="br0">
      <inkml:brushProperty name="width" value="0.10583" units="cm"/>
      <inkml:brushProperty name="height" value="0.10583" units="cm"/>
      <inkml:brushProperty name="color" value="#CC0066"/>
    </inkml:brush>
  </inkml:definitions>
  <inkml:trace contextRef="#ctx0" brushRef="#br0">0 0 23059,'5247'656'0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4:13:40.070"/>
    </inkml:context>
    <inkml:brush xml:id="br0">
      <inkml:brushProperty name="width" value="0.05" units="cm"/>
      <inkml:brushProperty name="height" value="0.05" units="cm"/>
      <inkml:brushProperty name="color" value="#CC0066"/>
    </inkml:brush>
  </inkml:definitions>
  <inkml:trace contextRef="#ctx0" brushRef="#br0">646 604 24575,'-45'-48'0,"-14"-13"0,8 16 0,-158-151 0,195 181 0,-166-198 0,170 194 0,11 20 0,-1-1 0,0 0 0,0 0 0,0 0 0,1 0 0,-1 0 0,0 0 0,0 0 0,0 0 0,1 0 0,-1 0 0,0 0 0,0 0 0,1 0 0,-1 0 0,0 0 0,0 0 0,0 0 0,1 0 0,-1 0 0,0 0 0,0 0 0,0 0 0,1 0 0,-1 0 0,0-1 0,0 1 0,0 0 0,1 0 0,-1 0 0,0 0 0,0 0 0,0-1 0,0 1 0,0 0 0,1 0 0,-1 0 0,0-1 0,0 1 0,0 0 0,0 0 0,0 0 0,0-1 0,0 1 0,0 0 0,0 0 0,0 0 0,0-1 0,0 1 0,0 0 0,0 0 0,0-1 0,0 1 0,0 0 0,0 0 0,0 0 0,0-1 0,0 1 0,0 0 0,0 0 0,0 0 0,-1-1 0,28 14 0,-2 1 0,0 1 0,-1 1 0,0 1 0,-1 2 0,-1 0 0,32 36 0,-38-36 0,2-2 0,0 0 0,30 21 0,-28-23 0,0 1 0,-1 1 0,24 28 0,8 9 0,-37-42 0,-1 2 0,-1 0 0,15 20 0,-15-16 0,-8-13 0,0 1 0,0 0 0,-1 0 0,1 0 0,2 10 0,-5-14 0,-1-1 0,1 1 0,-1 0 0,0 0 0,0 0 0,0 0 0,0 0 0,0-1 0,0 1 0,0 0 0,-1 0 0,1 0 0,-1 0 0,0-1 0,1 1 0,-1 0 0,0 0 0,0-1 0,0 1 0,0-1 0,0 1 0,0-1 0,0 1 0,-3 1 0,-20 18 0,0-1 0,-51 29 0,31-20 0,-99 63 0,-103 73 0,224-146 0,0 0 0,-19 23 0,31-29 0,18-16 0,22-19 0,223-231 0,-161 157 0,-48 49-1365,-26 30-5461</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4:28:33.117"/>
    </inkml:context>
    <inkml:brush xml:id="br0">
      <inkml:brushProperty name="width" value="0.1" units="cm"/>
      <inkml:brushProperty name="height" value="0.1" units="cm"/>
      <inkml:brushProperty name="color" value="#66CC00"/>
    </inkml:brush>
  </inkml:definitions>
  <inkml:trace contextRef="#ctx0" brushRef="#br0">0 2 24575,'361'-1'-1644,"386"3"-3457,-689-1 5091,0 4 0,0 1 1,62 17-1,-58-11 1367,0-2 0,0-3 0,0-3-1,64-3 1,462-3-1357,-351 2 0,-229 0 0,0 0 0,0 1 0,0 0 0,0 0 0,0 1 0,0 0 0,0 0 0,11 5 0,-13-4 0,-1 0 0,0 0 0,-1 1 0,1-1 0,-1 1 0,1 0 0,-1 1 0,0-1 0,-1 1 0,1-1 0,-1 1 0,5 9 0,-1 2 0,-1 0 0,-1 0 0,0 1 0,-1 0 0,-1 0 0,2 26 0,4 17 0,1-5 0,60 251 0,-59-264 0,-1 1 0,-3 0 0,-1 1 0,-3-1 0,-2 75 0,1-75 0,1-1 0,3 0 0,16 61 0,-11-53 0,10 97 0,-18 259 0,-5-204 0,2 750 0,0-949 0,0 4 0,0-1 0,0 0 0,-1 0 0,0 0 0,-2 9 0,2-14 0,1 0 0,0 0 0,-1 0 0,1 0 0,-1 0 0,1 0 0,-1-1 0,1 1 0,-1 0 0,0 0 0,1-1 0,-1 1 0,0-1 0,0 1 0,1 0 0,-1-1 0,0 1 0,0-1 0,0 0 0,0 1 0,0-1 0,0 0 0,0 1 0,0-1 0,1 0 0,-1 0 0,0 0 0,0 0 0,0 0 0,0 0 0,0 0 0,0 0 0,0 0 0,0-1 0,0 1 0,0 0 0,0 0 0,0-1 0,0 1 0,0-1 0,1 1 0,-1-1 0,-1 0 0,-45-24 0,-70-50 0,28 17 0,66 42 0,2 0 0,0-2 0,0 0 0,2-1 0,0-1 0,-23-33 0,-44-46 0,-4-6 0,75 87 0,10 13 0,1-1 0,0 1 0,0-1 0,0 0 0,0 0 0,-4-10 0,8 15 0,0 1 0,0-1 0,-1 1 0,1-1 0,0 0 0,0 1 0,0-1 0,-1 0 0,1 1 0,0-1 0,0 1 0,0-1 0,0 0 0,0 1 0,1-1 0,-1 0 0,0 1 0,0-1 0,0 1 0,0-1 0,1 0 0,-1 0 0,1 1 0,-1-1 0,1 1 0,-1 0 0,1 0 0,0 0 0,-1-1 0,1 1 0,-1 0 0,1 0 0,-1 0 0,1 0 0,-1 0 0,1 0 0,-1 0 0,1 0 0,-1 1 0,1-1 0,0 0 0,-1 0 0,1 1 0,31 15 0,-30-14 0,149 103 0,-61-40 0,-72-51 0,0 2 0,-2 0 0,0 1 0,0 0 0,22 36 0,4 3 0,-31-41 0,-2 0 0,1 1 0,8 22 0,-10-20 0,1-1 0,18 25 0,-7-10 0,-15-24 0,1 1 0,-1-1 0,1 0 0,1 0 0,12 12 0,-17-19 0,0 1 0,0-1 0,0 0 0,1 1 0,-1-1 0,0 0 0,1 0 0,-1-1 0,1 1 0,-1 0 0,1-1 0,-1 1 0,1-1 0,-1 0 0,1 0 0,-1 0 0,1 0 0,-1-1 0,1 1 0,-1-1 0,1 1 0,-1-1 0,1 0 0,-1 0 0,0 0 0,1 0 0,2-2 0,6-4 0,-1-1 0,0 0 0,-1 0 0,0-1 0,14-17 0,17-16 0,-13 17 0,-1-2 0,-1-1 0,-1-1 0,-2-1 0,0 0 0,-3-2 0,0-1 0,22-56 0,-18 36 0,54-90 0,43-41 0,-78 133 215,-21 26-1795,-3 2-5246</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4:29:35.207"/>
    </inkml:context>
    <inkml:brush xml:id="br0">
      <inkml:brushProperty name="width" value="0.1" units="cm"/>
      <inkml:brushProperty name="height" value="0.1" units="cm"/>
      <inkml:brushProperty name="color" value="#33CCFF"/>
    </inkml:brush>
  </inkml:definitions>
  <inkml:trace contextRef="#ctx0" brushRef="#br0">1 1 24575</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4:29:37.152"/>
    </inkml:context>
    <inkml:brush xml:id="br0">
      <inkml:brushProperty name="width" value="0.1" units="cm"/>
      <inkml:brushProperty name="height" value="0.1" units="cm"/>
      <inkml:brushProperty name="color" value="#33CCFF"/>
    </inkml:brush>
  </inkml:definitions>
  <inkml:trace contextRef="#ctx0" brushRef="#br0">1026 0 24575,'-1'1'0,"0"-1"0,1 0 0,-1 0 0,1 0 0,-1 0 0,0 1 0,1-1 0,-1 0 0,1 0 0,-1 1 0,1-1 0,-1 0 0,1 1 0,-1-1 0,1 1 0,-1-1 0,1 1 0,0-1 0,-1 1 0,1-1 0,0 1 0,-1-1 0,1 1 0,0-1 0,0 1 0,-1 0 0,-4 21 0,3-13 0,-8 32 0,-26 125 0,23-96 0,-4 0 0,-3-1 0,-28 68 0,16-49 0,-37 87 0,35-94 0,-34 119 0,41-110 0,-78 169 0,28-76 0,71-167 0,-5 9 0,1 2 0,1-1 0,2 1 0,-8 54 0,11 274 0,7-183 0,-3-103 0,-1 78 0,1-142 0,-1-1 0,1 1 0,-1-1 0,0 1 0,-2 7 0,2-12 0,1 1 0,0-1 0,0 0 0,0 1 0,-1-1 0,1 0 0,0 1 0,0-1 0,-1 0 0,1 1 0,0-1 0,-1 0 0,1 1 0,0-1 0,-1 0 0,1 0 0,0 1 0,-1-1 0,1 0 0,-1 0 0,1 0 0,0 0 0,-1 0 0,1 1 0,-1-1 0,0-1 0,-1 1 0,1 0 0,0-1 0,0 1 0,0-1 0,0 1 0,0-1 0,1 1 0,-1-1 0,0 0 0,0 1 0,0-1 0,0 0 0,1 0 0,-2-1 0,-4-6 0,-1-1 0,2 0 0,-10-18 0,-5-9 0,-27-38 0,-52-86 0,75 116 0,-33-83 0,50 113 63,0-1 0,-1 1 0,-11-16-1,-4-8-1678,8 11-5210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4:29:38.365"/>
    </inkml:context>
    <inkml:brush xml:id="br0">
      <inkml:brushProperty name="width" value="0.1" units="cm"/>
      <inkml:brushProperty name="height" value="0.1" units="cm"/>
      <inkml:brushProperty name="color" value="#33CCFF"/>
    </inkml:brush>
  </inkml:definitions>
  <inkml:trace contextRef="#ctx0" brushRef="#br0">18 888 24575,'-1'0'0,"0"0"0,1-1 0,-1 1 0,0 0 0,0-1 0,1 1 0,-1 0 0,0-1 0,1 1 0,-1-1 0,1 1 0,-1-1 0,0 1 0,1-1 0,-1 1 0,1-1 0,0 0 0,-1 1 0,1-1 0,-1 0 0,1 1 0,0-1 0,-1 0 0,1 1 0,0-1 0,0 0 0,0 0 0,0-1 0,-3-23 0,2 23 0,2-6 0,-1-1 0,1 0 0,1 0 0,0 0 0,0 0 0,0 1 0,1-1 0,1 1 0,-1 0 0,1 0 0,1 0 0,0 0 0,10-13 0,9-7 0,1 0 0,29-24 0,-40 39 0,75-66 157,148-101 0,115-45-746,-202 132-501,-127 78-5736</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6T04:29:49.324"/>
    </inkml:context>
    <inkml:brush xml:id="br0">
      <inkml:brushProperty name="width" value="0.05" units="cm"/>
      <inkml:brushProperty name="height" value="0.3" units="cm"/>
      <inkml:brushProperty name="color" value="#FFC114"/>
      <inkml:brushProperty name="ignorePressure" value="1"/>
      <inkml:brushProperty name="inkEffects" value="pencil"/>
    </inkml:brush>
  </inkml:definitions>
  <inkml:trace contextRef="#ctx0" brushRef="#br0">1 0,'3'4,"2"1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4:38:34.524"/>
    </inkml:context>
    <inkml:brush xml:id="br0">
      <inkml:brushProperty name="width" value="0.1" units="cm"/>
      <inkml:brushProperty name="height" value="0.1" units="cm"/>
      <inkml:brushProperty name="color" value="#33CCFF"/>
    </inkml:brush>
  </inkml:definitions>
  <inkml:trace contextRef="#ctx0" brushRef="#br0">0 252 24575,'23'-2'0,"0"-1"0,0 0 0,0-2 0,-1-1 0,41-17 0,-12 5 0,4-3 0,-40 15 0,0 0 0,0 1 0,1 0 0,-1 1 0,1 1 0,26-2 0,19 5 0,-37 1 0,1-1 0,-1-1 0,36-6 0,-7-1 0,1 2 0,-1 3 0,74 5 0,-37-1 0,400-1 0,-471 1 0,0 1 0,26 6 0,20 2 0,208-8 0,-21-1 0,-145 10 0,32 1 0,-76-12 0,-18 0 0,0 1 0,63 11 0,-11 2 0,2-3 0,158-4 0,-218-6 0,48 8 0,15 2 0,377-9 0,-247-4 0,1878 2-6784,-1999-6 7333,-80 1 2549,47-13 1,25-6-3052,-55 13-51,51-17-1,-55 14 5,0 2 0,56-7 0,62-21 0,-117 26 0,0 3 0,1 1 0,63-5 0,287 14 0,-186 3 0,-152-3 0,0 3 0,0 2 0,63 14 0,-24 5 0,-44-9 0,0-2 0,103 8 0,242-19 0,-183-3 0,-36 2-1365,-148 0-5461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4:38:38.033"/>
    </inkml:context>
    <inkml:brush xml:id="br0">
      <inkml:brushProperty name="width" value="0.1" units="cm"/>
      <inkml:brushProperty name="height" value="0.1" units="cm"/>
      <inkml:brushProperty name="color" value="#33CCFF"/>
    </inkml:brush>
  </inkml:definitions>
  <inkml:trace contextRef="#ctx0" brushRef="#br0">1 0 24575,'4'2'0,"0"-1"0,1 1 0,-1 1 0,0-1 0,0 0 0,0 1 0,0 0 0,-1 0 0,7 6 0,-9-8 0,17 17 0,-2-1 0,0 2 0,0 0 0,-2 1 0,-1 0 0,0 1 0,10 25 0,18 28 0,-30-57 0,-1 0 0,-1 1 0,0 1 0,8 26 0,8 34 0,-14-47 0,-1 0 0,-2 0 0,6 49 0,-12-68 0,0-1 0,7 22 0,-5-23 0,-1 0 0,-1 1 0,0-1 0,1 12 0,-2 4 0,0 18 0,9 63 0,-10-105 0,1-1 0,-1 1 0,1 0 0,0 0 0,0 0 0,0 0 0,0 0 0,0-1 0,1 1 0,-1 0 0,1-1 0,-1 1 0,1-1 0,0 0 0,0 0 0,0 1 0,1-1 0,-1 0 0,0-1 0,1 1 0,-1 0 0,1-1 0,-1 1 0,1-1 0,0 0 0,0 0 0,0 0 0,-1 0 0,1-1 0,0 1 0,0-1 0,0 0 0,0 1 0,0-1 0,0-1 0,0 1 0,3-1 0,12-2 0,-1-1 0,0-1 0,0 0 0,-1-1 0,18-9 0,-17 7 0,1 2 0,0 0 0,1 0 0,-1 2 0,1 0 0,34-1 0,99 6 0,-56 2 0,-79-3 93,4 0-579,-1 0 0,23-4 0,-20-1-6340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4:38:39.138"/>
    </inkml:context>
    <inkml:brush xml:id="br0">
      <inkml:brushProperty name="width" value="0.1" units="cm"/>
      <inkml:brushProperty name="height" value="0.1" units="cm"/>
      <inkml:brushProperty name="color" value="#33CCFF"/>
    </inkml:brush>
  </inkml:definitions>
  <inkml:trace contextRef="#ctx0" brushRef="#br0">27 0 24575,'9'1'0,"1"0"0,0 0 0,0 1 0,0 0 0,-1 1 0,1 0 0,-1 0 0,0 1 0,17 10 0,4 5 0,40 34 0,-31-22 0,-22-18 0,-1 2 0,0 0 0,-2 0 0,0 2 0,17 23 0,50 96 0,-75-127 0,-4-6 0,0 1 0,-1-1 0,1 0 0,0 0 0,-1 1 0,0-1 0,1 1 0,-1-1 0,-1 1 0,1-1 0,0 1 0,-1 0 0,0-1 0,0 1 0,0 0 0,0-1 0,-1 1 0,1 0 0,-1-1 0,0 1 0,0-1 0,0 1 0,-1-1 0,1 0 0,-3 5 0,-11 17 0,0-1 0,-1 0 0,-32 34 0,-70 61 0,46-47 0,-81 74-1365,113-107-5461</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7:44:32.821"/>
    </inkml:context>
    <inkml:brush xml:id="br0">
      <inkml:brushProperty name="width" value="0.1" units="cm"/>
      <inkml:brushProperty name="height" value="0.1" units="cm"/>
      <inkml:brushProperty name="color" value="#CC0066"/>
    </inkml:brush>
  </inkml:definitions>
  <inkml:trace contextRef="#ctx0" brushRef="#br0">166 94 24575,'-14'303'0,"-10"-63"0,18-162 0,3 109 0,4-132 0,-2-52 0,2 0 0,-1 0 0,0 0 0,1 0 0,-1 0 0,1 0 0,0 0 0,0 0 0,0 0 0,0 0 0,1 0 0,-1 0 0,1-1 0,0 1 0,3 4 0,-1-3 0,0-1 0,0 0 0,0 0 0,0 0 0,1-1 0,-1 0 0,1 1 0,0-1 0,7 1 0,11 3 0,0-2 0,1-1 0,-1-1 0,1-1 0,44-3 0,-18 1 0,12 0 0,0-2 0,71-13 0,-113 12 0,285-48 0,-220 42 0,143 1 0,360 11 0,-329-3 0,-212 3 0,0 1 0,1 2 0,83 21 0,62 23 0,-172-45 0,0-1 0,1-1 0,0-1 0,-1-1 0,32-3 0,-49 3 0,0-1 0,-1 0 0,1 1 0,0-1 0,0 0 0,-1-1 0,1 1 0,0-1 0,-1 0 0,0 0 0,1 0 0,-1 0 0,0 0 0,0-1 0,4-3 0,-3 1 0,-1 1 0,1-1 0,-1 0 0,0 0 0,-1-1 0,1 1 0,-1-1 0,0 1 0,1-8 0,1-10 0,-1 0 0,-1 0 0,-1 0 0,-2-27 0,1 37 0,0 5 0,-6-79 0,4 77 0,0-1 0,-1 1 0,0 0 0,0 0 0,-1 0 0,-7-12 0,-34-52 0,23 39 0,-34-72 0,51 96 0,-1-5 0,0 0 0,-1 1 0,-1 0 0,0 1 0,-21-27 0,26 38 0,0 0 0,0 0 0,-1 1 0,1 0 0,-1 0 0,0 0 0,0 0 0,1 0 0,-8-1 0,-41-8 0,21 5 0,-42-11 0,-200-50 0,105 29 0,47 12 0,63 6 0,45 14 0,0 1 0,0 1 0,-20-4 0,-61-13 0,56 12 0,-49-6 0,-251 9 0,202 9 0,-282-3 0,379 1 0,0 2 0,-67 14 0,-71 30 0,83-16 267,-80 20-1899,141-44-5194</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7:44:32.836"/>
    </inkml:context>
    <inkml:brush xml:id="br0">
      <inkml:brushProperty name="width" value="0.1" units="cm"/>
      <inkml:brushProperty name="height" value="0.1" units="cm"/>
      <inkml:brushProperty name="color" value="#CC0066"/>
    </inkml:brush>
  </inkml:definitions>
  <inkml:trace contextRef="#ctx0" brushRef="#br0">0 477 24575,'52'0'0,"76"-10"0,-112 8 0,1-1 0,0-1 0,-1-1 0,0 0 0,0-1 0,0-1 0,-1-1 0,21-13 0,-5-3 0,-2-2 0,0-1 0,-2-2 0,25-33 0,19-20 0,-38 44 0,-14 17 0,21-21 0,-34 37 0,0-1 0,1 1 0,0 0 0,0 1 0,0 0 0,1 0 0,14-6 0,-11 7 0,0 1 0,-1 0 0,1 0 0,0 1 0,0 0 0,0 1 0,0 0 0,0 0 0,15 4 0,-11-1 0,0 1 0,-1 1 0,0 0 0,0 1 0,0 1 0,13 8 0,13 12 0,-1 2 0,-2 2 0,44 47 0,-26-25 0,-24-24-1365,-6-6-5461</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7:44:32.837"/>
    </inkml:context>
    <inkml:brush xml:id="br0">
      <inkml:brushProperty name="width" value="0.1" units="cm"/>
      <inkml:brushProperty name="height" value="0.1" units="cm"/>
      <inkml:brushProperty name="color" value="#CC0066"/>
    </inkml:brush>
  </inkml:definitions>
  <inkml:trace contextRef="#ctx0" brushRef="#br0">532 1 24575,'-2'0'0,"-1"0"0,1 0 0,0 0 0,0 0 0,0 1 0,-1-1 0,1 1 0,0 0 0,0 0 0,0-1 0,0 1 0,0 0 0,0 1 0,0-1 0,0 0 0,1 1 0,-1-1 0,0 1 0,1-1 0,-1 1 0,1 0 0,0-1 0,-1 1 0,1 0 0,0 0 0,-1 2 0,-1 6 0,0-1 0,0 0 0,1 1 0,-2 18 0,-1 2 0,2-15 0,-2-1 0,0 0 0,0 0 0,-2 0 0,1-1 0,-14 20 0,-59 67 0,47-61 0,26-32 0,1 1 0,0-1 0,0 1 0,1 1 0,0-1 0,0 0 0,1 1 0,1 0 0,-1 0 0,1 0 0,0 0 0,1 0 0,0 0 0,1 0 0,1 18 0,-2 2 0,-2-1 0,-1 0 0,-1 0 0,-1 0 0,-17 45 0,-10 51 0,0-4 0,10-46 0,11-21 0,5-25 0,-14 44 0,9-42 0,1 0 0,2 0 0,1 1 0,-5 44 0,-8 74 0,17-127-1365,-1-3-5461</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5:27.179"/>
    </inkml:context>
    <inkml:brush xml:id="br0">
      <inkml:brushProperty name="width" value="0.1" units="cm"/>
      <inkml:brushProperty name="height" value="0.1" units="cm"/>
      <inkml:brushProperty name="color" value="#CC0066"/>
    </inkml:brush>
  </inkml:definitions>
  <inkml:trace contextRef="#ctx0" brushRef="#br0">0 0 24518,'321'1098'0,"1783"-1098"0,-2426-1098 0,-1781 1098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5:29.694"/>
    </inkml:context>
    <inkml:brush xml:id="br0">
      <inkml:brushProperty name="width" value="0.1" units="cm"/>
      <inkml:brushProperty name="height" value="0.1" units="cm"/>
      <inkml:brushProperty name="color" value="#CC0066"/>
    </inkml:brush>
  </inkml:definitions>
  <inkml:trace contextRef="#ctx0" brushRef="#br0">845 0 24575,'-13'0'0,"-18"0"0,-31 4 0,51-2 0,-1 0 0,1 1 0,0 0 0,0 1 0,0 0 0,-11 6 0,-62 39 0,-101 76 0,139-93 0,-63 40 0,58-40 0,2 1 0,-46 42 0,94-74 0,-3 2 0,1 0 0,-1 0 0,1 1 0,0 0 0,0-1 0,-4 8 0,6-10 0,1 0 0,0 0 0,0-1 0,-1 1 0,1 0 0,0 0 0,0-1 0,0 1 0,0 0 0,0 0 0,0 0 0,0-1 0,0 1 0,0 0 0,0 0 0,0 0 0,1-1 0,-1 1 0,1 1 0,-1-1 0,1 0 0,0 0 0,0 0 0,1 0 0,-1 1 0,0-1 0,0-1 0,0 1 0,1 0 0,-1 0 0,0 0 0,1-1 0,1 2 0,77 28 0,34 15 0,-49-16 0,8 2 0,-2 4 0,85 54 0,34 35 259,-78-53-1883,-79-49-5202</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5:34.008"/>
    </inkml:context>
    <inkml:brush xml:id="br0">
      <inkml:brushProperty name="width" value="0.1" units="cm"/>
      <inkml:brushProperty name="height" value="0.1" units="cm"/>
      <inkml:brushProperty name="color" value="#CC0066"/>
    </inkml:brush>
  </inkml:definitions>
  <inkml:trace contextRef="#ctx0" brushRef="#br0">0 1088 23212,'17259'-1088'0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5:51.094"/>
    </inkml:context>
    <inkml:brush xml:id="br0">
      <inkml:brushProperty name="width" value="0.1" units="cm"/>
      <inkml:brushProperty name="height" value="0.1" units="cm"/>
      <inkml:brushProperty name="color" value="#CC0066"/>
    </inkml:brush>
  </inkml:definitions>
  <inkml:trace contextRef="#ctx0" brushRef="#br0">0 0 24575,'0'0'-8191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6:46.852"/>
    </inkml:context>
    <inkml:brush xml:id="br0">
      <inkml:brushProperty name="width" value="0.1" units="cm"/>
      <inkml:brushProperty name="height" value="0.1" units="cm"/>
      <inkml:brushProperty name="color" value="#CC0066"/>
    </inkml:brush>
  </inkml:definitions>
  <inkml:trace contextRef="#ctx0" brushRef="#br0">13790 0 24173,'-13790'4027'0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6:55.740"/>
    </inkml:context>
    <inkml:brush xml:id="br0">
      <inkml:brushProperty name="width" value="0.1" units="cm"/>
      <inkml:brushProperty name="height" value="0.1" units="cm"/>
      <inkml:brushProperty name="color" value="#CC0066"/>
    </inkml:brush>
  </inkml:definitions>
  <inkml:trace contextRef="#ctx0" brushRef="#br0">0 0 24575,'0'709'0,"2"-676"0,1-1 0,15 63 0,3 29 0,-20-49 0,-2-53 0,4 44 0,-2-61 0,0 0 0,0-1 0,1 1 0,-1 0 0,1-1 0,0 1 0,0-1 0,1 1 0,-1-1 0,1 0 0,0 0 0,0 0 0,1 0 0,-1-1 0,1 1 0,3 2 0,7 3 0,-1 0 0,1-1 0,24 10 0,-10-5 0,-4-3 0,-1-1 0,2-1 0,-1-1 0,1-1 0,0-1 0,1-1 0,32 0 0,-28 0 0,-1 1 0,0 2 0,-1 1 0,38 15 0,56 16 0,13 4 0,-33-9 0,125 29 0,-49-9-1365,-149-46-5461</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8:00.925"/>
    </inkml:context>
    <inkml:brush xml:id="br0">
      <inkml:brushProperty name="width" value="0.1" units="cm"/>
      <inkml:brushProperty name="height" value="0.1" units="cm"/>
      <inkml:brushProperty name="color" value="#CC0066"/>
    </inkml:brush>
  </inkml:definitions>
  <inkml:trace contextRef="#ctx0" brushRef="#br0">1 0 24575</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8:22.106"/>
    </inkml:context>
    <inkml:brush xml:id="br0">
      <inkml:brushProperty name="width" value="0.1" units="cm"/>
      <inkml:brushProperty name="height" value="0.1" units="cm"/>
      <inkml:brushProperty name="color" value="#CC0066"/>
    </inkml:brush>
  </inkml:definitions>
  <inkml:trace contextRef="#ctx0" brushRef="#br0">1 0 24483,'15965'3833'0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8:34.760"/>
    </inkml:context>
    <inkml:brush xml:id="br0">
      <inkml:brushProperty name="width" value="0.1" units="cm"/>
      <inkml:brushProperty name="height" value="0.1" units="cm"/>
      <inkml:brushProperty name="color" value="#CC0066"/>
    </inkml:brush>
  </inkml:definitions>
  <inkml:trace contextRef="#ctx0" brushRef="#br0">0 0 24512,'0'1065'0,"1142"-1065"0,-1142-1065 0,-1142 1065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8:42.163"/>
    </inkml:context>
    <inkml:brush xml:id="br0">
      <inkml:brushProperty name="width" value="0.1" units="cm"/>
      <inkml:brushProperty name="height" value="0.1" units="cm"/>
      <inkml:brushProperty name="color" value="#CC0066"/>
    </inkml:brush>
  </inkml:definitions>
  <inkml:trace contextRef="#ctx0" brushRef="#br0">0 0 24512,'15853'2881'0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8:48.973"/>
    </inkml:context>
    <inkml:brush xml:id="br0">
      <inkml:brushProperty name="width" value="0.1" units="cm"/>
      <inkml:brushProperty name="height" value="0.1" units="cm"/>
      <inkml:brushProperty name="color" value="#CC0066"/>
    </inkml:brush>
  </inkml:definitions>
  <inkml:trace contextRef="#ctx0" brushRef="#br0">364 1368 24499,'1809'0'0,"-1809"-861"0,-2173 355 0,2537 1873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8:56.324"/>
    </inkml:context>
    <inkml:brush xml:id="br0">
      <inkml:brushProperty name="width" value="0.1" units="cm"/>
      <inkml:brushProperty name="height" value="0.1" units="cm"/>
      <inkml:brushProperty name="color" value="#CC0066"/>
    </inkml:brush>
  </inkml:definitions>
  <inkml:trace contextRef="#ctx0" brushRef="#br0">1 0 24104,'15330'1021'0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9:10.392"/>
    </inkml:context>
    <inkml:brush xml:id="br0">
      <inkml:brushProperty name="width" value="0.1" units="cm"/>
      <inkml:brushProperty name="height" value="0.1" units="cm"/>
      <inkml:brushProperty name="color" value="#CC0066"/>
    </inkml:brush>
  </inkml:definitions>
  <inkml:trace contextRef="#ctx0" brushRef="#br0">6163 1228 24527,'-2'49'0,"-5"-1"0,-5 0 0,-5-1 0,-4 1 0,-5-1 0,-5 0 0,-4-1 0,-4-1 0,-6 0 0,-3-1 0,-5 0 0,-4-2 0,-4 0 0,-4-2 0,-4 0 0,-5-2 0,-2 0 0,-5-2 0,-3-2 0,-3 0 0,-3-2 0,-4-2 0,-2 0 0,-3-3 0,-3-1 0,-3-2 0,-1-1 0,-3-2 0,-2-1 0,-2-3 0,-1-1 0,-2-2 0,-1-2 0,-1-2 0,-1-1 0,-1-3 0,-1-1 0,1-2 0,-1-2 0,0-2 0,0-2 0,0-2 0,2-1 0,0-3 0,0-1 0,2-2 0,1-2 0,2-2 0,1-1 0,3-3 0,1-1 0,2-2 0,3-1 0,2-2 0,3-1 0,2-3 0,4 0 0,2-2 0,4-2 0,3 0 0,4-2 0,3-2 0,4 0 0,4-2 0,3 0 0,5-2 0,4 0 0,4-2 0,5 0 0,4-1 0,4 0 0,5-1 0,4-1 0,6 0 0,3-1 0,6 1 0,4-1 0,5 0 0,4-1 0,6 1 0,4 0 0,5 0 0,4 0 0,6 1 0,3 0 0,6 0 0,4 1 0,5 0 0,4 2 0,4-1 0,5 2 0,4 0 0,4 2 0,5 0 0,3 2 0,4 0 0,4 2 0,3 1 0,4 1 0,3 2 0,4 1 0,2 1 0,4 2 0,2 2 0,3 1 0,2 1 0,3 2 0,2 2 0,1 2 0,3 2 0,1 1 0,2 2 0,1 2 0,2 1 0,0 3 0,0 1 0,2 2 0,0 3 0,0 1 0,0 2 0,-1 1 0,1 3 0,-1 2 0,-1 1 0,-1 3 0,-1 1 0,-1 2 0,-2 2 0,-1 1 0,-2 2 0,-2 2 0,-3 2 0,-1 2 0,-3 1 0,-3 1 0,-3 2 0,-2 2 0,-4 1 0,-3 1 0,-3 2 0,-3 1 0,-5 1 0,-2 2 0,-5 0 0,-4 2 0,-4 0 0,-4 2 0,-4 0 0,-5 2 0,-3-1 0,-6 2 0,-4 0 0,-4 1 0,-5 0 0,-5 0 0,-4 1 0,-5 0 0,-5 0 0,-5 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9:15.008"/>
    </inkml:context>
    <inkml:brush xml:id="br0">
      <inkml:brushProperty name="width" value="0.1" units="cm"/>
      <inkml:brushProperty name="height" value="0.1" units="cm"/>
      <inkml:brushProperty name="color" value="#CC0066"/>
    </inkml:brush>
  </inkml:definitions>
  <inkml:trace contextRef="#ctx0" brushRef="#br0">1 7 24221,'11251'0'0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9:30.464"/>
    </inkml:context>
    <inkml:brush xml:id="br0">
      <inkml:brushProperty name="width" value="0.1" units="cm"/>
      <inkml:brushProperty name="height" value="0.1" units="cm"/>
      <inkml:brushProperty name="color" value="#CC0066"/>
    </inkml:brush>
  </inkml:definitions>
  <inkml:trace contextRef="#ctx0" brushRef="#br0">0 1 24374,'0'14533'0,"14533"-14533"0,-14533-14533 0,-14533 14533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9:15:46.276"/>
    </inkml:context>
    <inkml:brush xml:id="br0">
      <inkml:brushProperty name="width" value="0.1" units="cm"/>
      <inkml:brushProperty name="height" value="0.1" units="cm"/>
      <inkml:brushProperty name="color" value="#CC0066"/>
      <inkml:brushProperty name="transparency" value="153"/>
    </inkml:brush>
  </inkml:definitions>
  <inkml:trace contextRef="#ctx0" brushRef="#br0">6163 865 24527,'-2'35'0,"-5"-1"0,-5-1 0,-5 0 0,-4 1 0,-5-1 0,-5 0 0,-4 0 0,-4-1 0,-6-1 0,-3 0 0,-5 0 0,-4-1 0,-4-1 0,-4 0 0,-4-1 0,-5-1 0,-2-1 0,-5 0 0,-3-2 0,-3 0 0,-3-2 0,-4-1 0,-2 0 0,-3-2 0,-3 0 0,-3-2 0,-1-1 0,-3-1 0,-2-1 0,-2-2 0,-1-1 0,-2-1 0,-1-2 0,-1-1 0,-1 0 0,-1-3 0,-1-1 0,1-1 0,-1-1 0,0-2 0,0-1 0,0-1 0,2-1 0,0-3 0,0 0 0,2-1 0,1-2 0,2-1 0,1-1 0,3-2 0,1-1 0,2-1 0,3-1 0,2-2 0,3 0 0,2-2 0,4 0 0,2-1 0,4-2 0,3 0 0,4-2 0,3 0 0,4-1 0,4-1 0,3-1 0,5 0 0,4-1 0,4-1 0,5 0 0,4 0 0,4-1 0,5-1 0,4 0 0,6 0 0,3-1 0,6 1 0,4 0 0,5-1 0,4-1 0,6 1 0,4 1 0,5-1 0,4 0 0,6 1 0,3 0 0,6 0 0,4 0 0,5 1 0,4 1 0,4-1 0,5 2 0,4 0 0,4 1 0,5 0 0,3 1 0,4 1 0,4 1 0,3 1 0,4 0 0,3 2 0,4 0 0,2 1 0,4 2 0,2 1 0,3 0 0,2 2 0,3 1 0,2 1 0,1 2 0,3 1 0,1 0 0,2 2 0,1 2 0,2 0 0,0 3 0,0 0 0,2 1 0,0 3 0,0 0 0,0 2 0,-1 0 0,1 3 0,-1 1 0,-1 0 0,-1 3 0,-1 0 0,-1 2 0,-2 2 0,-1 0 0,-2 1 0,-2 2 0,-3 1 0,-1 1 0,-3 2 0,-3 0 0,-3 1 0,-2 2 0,-4 1 0,-3 0 0,-3 2 0,-3 0 0,-5 1 0,-2 1 0,-5 1 0,-4 1 0,-4 0 0,-4 1 0,-4 0 0,-5 2 0,-3-1 0,-6 1 0,-4 1 0,-4 0 0,-5 0 0,-5 0 0,-4 1 0,-5 0 0,-5-1 0,-5 1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9:58:03.456"/>
    </inkml:context>
    <inkml:brush xml:id="br0">
      <inkml:brushProperty name="width" value="0.1" units="cm"/>
      <inkml:brushProperty name="height" value="0.1" units="cm"/>
      <inkml:brushProperty name="color" value="#CC0066"/>
    </inkml:brush>
  </inkml:definitions>
  <inkml:trace contextRef="#ctx0" brushRef="#br0">0 2623 24575,'10'-7'0,"-1"0"0,1 1 0,0 0 0,1 1 0,-1 0 0,1 0 0,0 1 0,21-4 0,8-5 0,40-11 0,-48 15 0,-1-1 0,56-27 0,7-15 0,-2-4 0,-3-4 0,-3-4 0,141-136 0,-79 49 0,246-328 0,-349 416 0,58-63 0,-84 106 0,1 1 0,0 0 0,2 2 0,-1 0 0,2 2 0,42-23 0,-48 30 0,298-156 0,5-35 0,-221 126 0,-64 45 0,45-27 0,-45 33 0,0 2 0,2 1 0,69-24 0,-67 33 0,-26 7 0,-1 0 0,0 0 0,0-1 0,0-1 0,-1 0 0,1-1 0,11-7 0,1-3 0,0 1 0,0 2 0,2 0 0,-1 1 0,2 2 0,35-10 0,170-24 0,-177 35 0,-33 5 0,-1-1 0,0-1 0,0 0 0,35-17 0,-35 14 0,0 2 0,1 1 0,42-8 0,-38 10 0,-1-2 0,30-10 0,-48 13 0,-1 0 0,1-1 0,-1 0 0,10-8 0,-12 9 0,1-1 0,0 0 0,0 1 0,0 0 0,0 0 0,1 1 0,-1-1 0,9-1 0,56-12 0,90-17 0,-127 27-682,53-16-1,-65 15-6143</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9:58:09.299"/>
    </inkml:context>
    <inkml:brush xml:id="br0">
      <inkml:brushProperty name="width" value="0.1" units="cm"/>
      <inkml:brushProperty name="height" value="0.1" units="cm"/>
      <inkml:brushProperty name="color" value="#CC0066"/>
    </inkml:brush>
  </inkml:definitions>
  <inkml:trace contextRef="#ctx0" brushRef="#br0">0 2338 24575,'20'0'0,"-1"0"0,1 2 0,-1 0 0,1 1 0,25 8 0,114 35 0,-136-39 0,0-1 0,0-1 0,1-1 0,36 2 0,99-6 0,-78-2 0,53 1 0,245 3 0,5 34 0,-248-19 0,73 9 0,155 15 0,173-21 0,2-22 0,-235 0 0,397 28 0,-133-4 0,3-24 0,-198 0 0,-339 2 0,15 2 0,1-3 0,-1-2 0,0-3 0,56-12 0,-34 4 0,-47 10 0,0-1 0,0 0 0,29-12 0,-46 14 0,-2 0 0,1 0 0,0 0 0,0 0 0,-1-1 0,0 0 0,0 0 0,0-1 0,0 1 0,-1-1 0,1 0 0,-1 0 0,0 0 0,-1-1 0,1 0 0,4-11 0,3-18 0,-2 0 0,-2 0 0,-1 0 0,2-47 0,8-46 0,23-51 0,94-262 0,-103 359 0,21-65 0,-43 120 0,-2-1 0,-1 0 0,3-42 0,19-190 0,-16 179 0,5 1 0,44-137 0,-51 192 0,1 1 0,2 0 0,0 0 0,2 1 0,0 0 0,1 2 0,2-1 0,0 2 0,1 1 0,1 0 0,1 1 0,31-23 0,-3 10 0,86-42 0,-110 62 0,0 2 0,0 0 0,0 2 0,1 0 0,0 2 0,29-2 0,-44 7 0,-1 1 0,1 0 0,-1 0 0,1 1 0,-1 1 0,0 0 0,0 0 0,0 0 0,0 1 0,-1 0 0,13 9 0,-5-4 0,31 12 0,-17-13-195,0-2 0,0 0 0,1-3 0,-1 0 0,1-2 0,37-3 0,-47 1-6631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9:58:50.147"/>
    </inkml:context>
    <inkml:brush xml:id="br0">
      <inkml:brushProperty name="width" value="0.1" units="cm"/>
      <inkml:brushProperty name="height" value="0.1" units="cm"/>
      <inkml:brushProperty name="color" value="#CC0066"/>
    </inkml:brush>
  </inkml:definitions>
  <inkml:trace contextRef="#ctx0" brushRef="#br0">0 0 24575,'0'0'-8191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11:54:47.864"/>
    </inkml:context>
    <inkml:brush xml:id="br0">
      <inkml:brushProperty name="width" value="0.1" units="cm"/>
      <inkml:brushProperty name="height" value="0.1" units="cm"/>
      <inkml:brushProperty name="color" value="#CC0066"/>
    </inkml:brush>
  </inkml:definitions>
  <inkml:trace contextRef="#ctx0" brushRef="#br0">0 45 23679,'6169'-45'0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11:54:50.666"/>
    </inkml:context>
    <inkml:brush xml:id="br0">
      <inkml:brushProperty name="width" value="0.1" units="cm"/>
      <inkml:brushProperty name="height" value="0.1" units="cm"/>
      <inkml:brushProperty name="color" value="#CC0066"/>
    </inkml:brush>
  </inkml:definitions>
  <inkml:trace contextRef="#ctx0" brushRef="#br0">13 9 24575,'-12'-9'0,"22"29"0,13 14 0,2-2 0,2 0 0,1-1 0,39 33 0,-19-25 0,0-2 0,71 41 0,-61-47 0,-31-18 0,33 23 0,217 155 0,-222-151 0,-12-9 0,62 34 0,-87-56 0,43 23 0,93 63 0,54 74 0,-171-135 0,-2 2 0,-1 2 0,35 51 0,-55-71 0,1 0 0,0-1 0,1-1 0,1 0 0,0-1 0,1-1 0,27 17 0,-40-28 43,-1 0 0,0 1-1,1-1 1,-1 1 0,-1 0-1,1 0 1,4 7 0,-7-9-115,0-1 1,0 1 0,0 0 0,0-1 0,0 1 0,0 0 0,-1 0 0,1 0 0,-1 0-1,0-1 1,1 1 0,-1 0 0,0 0 0,0 0 0,0 0 0,0 0 0,0 0 0,-1 0 0,1 0-1,0 0 1,-1 0 0,0-1 0,-1 5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11:54:55.818"/>
    </inkml:context>
    <inkml:brush xml:id="br0">
      <inkml:brushProperty name="width" value="0.1" units="cm"/>
      <inkml:brushProperty name="height" value="0.1" units="cm"/>
      <inkml:brushProperty name="color" value="#CC0066"/>
    </inkml:brush>
  </inkml:definitions>
  <inkml:trace contextRef="#ctx0" brushRef="#br0">643 599 24575,'-291'17'0,"125"-11"0,155-6 0,0 2 0,0 0 0,0 0 0,0 1 0,-18 7 0,-22 5 0,25-10 0,1 0 0,55-3 0,447-4 0,-474 2 0,0 0 0,0 1 0,0-2 0,0 1 0,0 0 0,0-1 0,0 1 0,0-1 0,0 0 0,-1 0 0,1 0 0,0 0 0,0-1 0,-1 1 0,1-1 0,-1 0 0,1 1 0,-1-1 0,0 0 0,0 0 0,0-1 0,0 1 0,0 0 0,0-1 0,0 1 0,-1-1 0,1 0 0,-1 1 0,0-1 0,1-3 0,11-24 0,-2 1 0,14-62 0,1-64 0,-24 146 0,3-32 0,1 1 0,14-43 0,-18 76 0,8-27 0,22-46 0,-31 79 0,-1 0 0,0 0 0,1 0 0,-1 0 0,1 0 0,-1 0 0,1 0 0,-1 0 0,1 0 0,0 1 0,0-1 0,-1 0 0,1 0 0,0 0 0,0 1 0,0-1 0,0 1 0,0-1 0,1 0 0,-1 1 0,-1 0 0,1 1 0,-1-1 0,1 1 0,-1-1 0,0 0 0,1 1 0,-1-1 0,1 1 0,-1-1 0,0 1 0,1-1 0,-1 1 0,0-1 0,0 1 0,1-1 0,-1 1 0,0 0 0,0-1 0,0 1 0,0-1 0,0 1 0,1 1 0,2 47 0,-3-47 0,-3 394 0,3-392 0,0 0 0,0 0 0,0 0 0,-1 0 0,1 0 0,-1 0 0,0-1 0,0 1 0,-1 0 0,1 0 0,-1-1 0,-2 6 0,1-6 0,0-1 0,1 1 0,-1 0 0,0-1 0,0 0 0,0 0 0,0 0 0,-1 0 0,1 0 0,-1-1 0,1 0 0,-1 1 0,-4 0 0,-13 2-1365,1-1-5461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A20EFA-C502-4A94-A412-F5533C65364A}" type="datetimeFigureOut">
              <a:rPr lang="en-US" smtClean="0"/>
              <a:t>11/16/2025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535299-7BF6-4345-9E5B-00E7E98E4EF2}" type="slidenum">
              <a:rPr lang="en-US" smtClean="0"/>
              <a:t>‹#›</a:t>
            </a:fld>
            <a:endParaRPr lang="en-US"/>
          </a:p>
        </p:txBody>
      </p:sp>
    </p:spTree>
    <p:extLst>
      <p:ext uri="{BB962C8B-B14F-4D97-AF65-F5344CB8AC3E}">
        <p14:creationId xmlns:p14="http://schemas.microsoft.com/office/powerpoint/2010/main" val="2358326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CB89B60-5E49-4865-8E91-A069C48428C4}" type="datetimeFigureOut">
              <a:rPr lang="en-IN" smtClean="0"/>
              <a:t>16-11-2025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3944705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CB89B60-5E49-4865-8E91-A069C48428C4}" type="datetimeFigureOut">
              <a:rPr lang="en-IN" smtClean="0"/>
              <a:t>16-11-2025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34351816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CB89B60-5E49-4865-8E91-A069C48428C4}" type="datetimeFigureOut">
              <a:rPr lang="en-IN" smtClean="0"/>
              <a:t>16-11-2025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537201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CB89B60-5E49-4865-8E91-A069C48428C4}" type="datetimeFigureOut">
              <a:rPr lang="en-IN" smtClean="0"/>
              <a:t>16-11-2025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1948981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CB89B60-5E49-4865-8E91-A069C48428C4}" type="datetimeFigureOut">
              <a:rPr lang="en-IN" smtClean="0"/>
              <a:t>16-11-2025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4217716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CB89B60-5E49-4865-8E91-A069C48428C4}" type="datetimeFigureOut">
              <a:rPr lang="en-IN" smtClean="0"/>
              <a:t>16-11-2025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3880780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B89B60-5E49-4865-8E91-A069C48428C4}" type="datetimeFigureOut">
              <a:rPr lang="en-IN" smtClean="0"/>
              <a:t>16-11-2025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2308003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CB89B60-5E49-4865-8E91-A069C48428C4}" type="datetimeFigureOut">
              <a:rPr lang="en-IN" smtClean="0"/>
              <a:t>16-11-2025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859505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CB89B60-5E49-4865-8E91-A069C48428C4}" type="datetimeFigureOut">
              <a:rPr lang="en-IN" smtClean="0"/>
              <a:t>16-11-2025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761043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CB89B60-5E49-4865-8E91-A069C48428C4}" type="datetimeFigureOut">
              <a:rPr lang="en-IN" smtClean="0"/>
              <a:t>16-11-2025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843062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CB89B60-5E49-4865-8E91-A069C48428C4}" type="datetimeFigureOut">
              <a:rPr lang="en-IN" smtClean="0"/>
              <a:t>16-11-2025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575595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CB89B60-5E49-4865-8E91-A069C48428C4}" type="datetimeFigureOut">
              <a:rPr lang="en-IN" smtClean="0"/>
              <a:t>16-11-2025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7101461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B89B60-5E49-4865-8E91-A069C48428C4}" type="datetimeFigureOut">
              <a:rPr lang="en-IN" smtClean="0"/>
              <a:t>16-11-2025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33567130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CB89B60-5E49-4865-8E91-A069C48428C4}" type="datetimeFigureOut">
              <a:rPr lang="en-IN" smtClean="0"/>
              <a:t>16-11-2025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28721827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CB89B60-5E49-4865-8E91-A069C48428C4}" type="datetimeFigureOut">
              <a:rPr lang="en-IN" smtClean="0"/>
              <a:t>16-11-2025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5878208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CB89B60-5E49-4865-8E91-A069C48428C4}" type="datetimeFigureOut">
              <a:rPr lang="en-IN" smtClean="0"/>
              <a:t>16-11-2025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21804280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CB89B60-5E49-4865-8E91-A069C48428C4}" type="datetimeFigureOut">
              <a:rPr lang="en-IN" smtClean="0"/>
              <a:t>16-11-2025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37226039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B89B60-5E49-4865-8E91-A069C48428C4}" type="datetimeFigureOut">
              <a:rPr lang="en-IN" smtClean="0"/>
              <a:t>16-11-2025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6223228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CB89B60-5E49-4865-8E91-A069C48428C4}" type="datetimeFigureOut">
              <a:rPr lang="en-IN" smtClean="0"/>
              <a:t>16-11-2025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33270883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CB89B60-5E49-4865-8E91-A069C48428C4}" type="datetimeFigureOut">
              <a:rPr lang="en-IN" smtClean="0"/>
              <a:t>16-11-2025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13644310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B89B60-5E49-4865-8E91-A069C48428C4}" type="datetimeFigureOut">
              <a:rPr lang="en-IN" smtClean="0"/>
              <a:t>16-11-2025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32481280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B89B60-5E49-4865-8E91-A069C48428C4}" type="datetimeFigureOut">
              <a:rPr lang="en-IN" smtClean="0"/>
              <a:t>16-11-2025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37105145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CB89B60-5E49-4865-8E91-A069C48428C4}" type="datetimeFigureOut">
              <a:rPr lang="en-IN" smtClean="0"/>
              <a:t>16-11-2025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18756694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B89B60-5E49-4865-8E91-A069C48428C4}" type="datetimeFigureOut">
              <a:rPr lang="en-IN" smtClean="0"/>
              <a:t>16-11-2025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1414628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CB89B60-5E49-4865-8E91-A069C48428C4}" type="datetimeFigureOut">
              <a:rPr lang="en-IN" smtClean="0"/>
              <a:t>16-11-2025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16847083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CB89B60-5E49-4865-8E91-A069C48428C4}" type="datetimeFigureOut">
              <a:rPr lang="en-IN" smtClean="0"/>
              <a:t>16-11-2025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9995662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CB89B60-5E49-4865-8E91-A069C48428C4}" type="datetimeFigureOut">
              <a:rPr lang="en-IN" smtClean="0"/>
              <a:t>16-11-2025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25010755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CB89B60-5E49-4865-8E91-A069C48428C4}" type="datetimeFigureOut">
              <a:rPr lang="en-IN" smtClean="0"/>
              <a:t>16-11-2025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33122257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B89B60-5E49-4865-8E91-A069C48428C4}" type="datetimeFigureOut">
              <a:rPr lang="en-IN" smtClean="0"/>
              <a:t>16-11-2025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13156425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CB89B60-5E49-4865-8E91-A069C48428C4}" type="datetimeFigureOut">
              <a:rPr lang="en-IN" smtClean="0"/>
              <a:t>16-11-2025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33525883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CB89B60-5E49-4865-8E91-A069C48428C4}" type="datetimeFigureOut">
              <a:rPr lang="en-IN" smtClean="0"/>
              <a:t>16-11-2025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32389409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B89B60-5E49-4865-8E91-A069C48428C4}" type="datetimeFigureOut">
              <a:rPr lang="en-IN" smtClean="0"/>
              <a:t>16-11-2025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273388193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B89B60-5E49-4865-8E91-A069C48428C4}" type="datetimeFigureOut">
              <a:rPr lang="en-IN" smtClean="0"/>
              <a:t>16-11-2025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38996278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CB89B60-5E49-4865-8E91-A069C48428C4}" type="datetimeFigureOut">
              <a:rPr lang="en-IN" smtClean="0"/>
              <a:t>16-11-2025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229597349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B89B60-5E49-4865-8E91-A069C48428C4}" type="datetimeFigureOut">
              <a:rPr lang="en-IN" smtClean="0"/>
              <a:t>16-11-2025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300695602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CB89B60-5E49-4865-8E91-A069C48428C4}" type="datetimeFigureOut">
              <a:rPr lang="en-IN" smtClean="0"/>
              <a:t>16-11-2025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229892114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CB89B60-5E49-4865-8E91-A069C48428C4}" type="datetimeFigureOut">
              <a:rPr lang="en-IN" smtClean="0"/>
              <a:t>16-11-2025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284053197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CB89B60-5E49-4865-8E91-A069C48428C4}" type="datetimeFigureOut">
              <a:rPr lang="en-IN" smtClean="0"/>
              <a:t>16-11-2025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307513836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CB89B60-5E49-4865-8E91-A069C48428C4}" type="datetimeFigureOut">
              <a:rPr lang="en-IN" smtClean="0"/>
              <a:t>16-11-2025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419776350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B89B60-5E49-4865-8E91-A069C48428C4}" type="datetimeFigureOut">
              <a:rPr lang="en-IN" smtClean="0"/>
              <a:t>16-11-2025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259533090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CB89B60-5E49-4865-8E91-A069C48428C4}" type="datetimeFigureOut">
              <a:rPr lang="en-IN" smtClean="0"/>
              <a:t>16-11-2025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234683245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CB89B60-5E49-4865-8E91-A069C48428C4}" type="datetimeFigureOut">
              <a:rPr lang="en-IN" smtClean="0"/>
              <a:t>16-11-2025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305333657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B89B60-5E49-4865-8E91-A069C48428C4}" type="datetimeFigureOut">
              <a:rPr lang="en-IN" smtClean="0"/>
              <a:t>16-11-2025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376115297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B89B60-5E49-4865-8E91-A069C48428C4}" type="datetimeFigureOut">
              <a:rPr lang="en-IN" smtClean="0"/>
              <a:t>16-11-2025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1CE630-D763-4013-8BD6-5B0E8D5F7807}" type="slidenum">
              <a:rPr lang="en-IN" smtClean="0"/>
              <a:t>‹#›</a:t>
            </a:fld>
            <a:endParaRPr lang="en-IN"/>
          </a:p>
        </p:txBody>
      </p:sp>
    </p:spTree>
    <p:extLst>
      <p:ext uri="{BB962C8B-B14F-4D97-AF65-F5344CB8AC3E}">
        <p14:creationId xmlns:p14="http://schemas.microsoft.com/office/powerpoint/2010/main" val="1759483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B89B60-5E49-4865-8E91-A069C48428C4}" type="datetimeFigureOut">
              <a:rPr lang="en-IN" smtClean="0"/>
              <a:t>16-11-2025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1CE630-D763-4013-8BD6-5B0E8D5F7807}" type="slidenum">
              <a:rPr lang="en-IN" smtClean="0"/>
              <a:t>‹#›</a:t>
            </a:fld>
            <a:endParaRPr lang="en-IN"/>
          </a:p>
        </p:txBody>
      </p:sp>
    </p:spTree>
    <p:extLst>
      <p:ext uri="{BB962C8B-B14F-4D97-AF65-F5344CB8AC3E}">
        <p14:creationId xmlns:p14="http://schemas.microsoft.com/office/powerpoint/2010/main" val="15722831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B89B60-5E49-4865-8E91-A069C48428C4}" type="datetimeFigureOut">
              <a:rPr lang="en-IN" smtClean="0"/>
              <a:t>16-11-2025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1CE630-D763-4013-8BD6-5B0E8D5F7807}" type="slidenum">
              <a:rPr lang="en-IN" smtClean="0"/>
              <a:t>‹#›</a:t>
            </a:fld>
            <a:endParaRPr lang="en-IN"/>
          </a:p>
        </p:txBody>
      </p:sp>
    </p:spTree>
    <p:extLst>
      <p:ext uri="{BB962C8B-B14F-4D97-AF65-F5344CB8AC3E}">
        <p14:creationId xmlns:p14="http://schemas.microsoft.com/office/powerpoint/2010/main" val="225582990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B89B60-5E49-4865-8E91-A069C48428C4}" type="datetimeFigureOut">
              <a:rPr lang="en-IN" smtClean="0"/>
              <a:t>16-11-2025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1CE630-D763-4013-8BD6-5B0E8D5F7807}" type="slidenum">
              <a:rPr lang="en-IN" smtClean="0"/>
              <a:t>‹#›</a:t>
            </a:fld>
            <a:endParaRPr lang="en-IN"/>
          </a:p>
        </p:txBody>
      </p:sp>
    </p:spTree>
    <p:extLst>
      <p:ext uri="{BB962C8B-B14F-4D97-AF65-F5344CB8AC3E}">
        <p14:creationId xmlns:p14="http://schemas.microsoft.com/office/powerpoint/2010/main" val="1392391576"/>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B89B60-5E49-4865-8E91-A069C48428C4}" type="datetimeFigureOut">
              <a:rPr lang="en-IN" smtClean="0"/>
              <a:t>16-11-2025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1CE630-D763-4013-8BD6-5B0E8D5F7807}" type="slidenum">
              <a:rPr lang="en-IN" smtClean="0"/>
              <a:t>‹#›</a:t>
            </a:fld>
            <a:endParaRPr lang="en-IN"/>
          </a:p>
        </p:txBody>
      </p:sp>
    </p:spTree>
    <p:extLst>
      <p:ext uri="{BB962C8B-B14F-4D97-AF65-F5344CB8AC3E}">
        <p14:creationId xmlns:p14="http://schemas.microsoft.com/office/powerpoint/2010/main" val="37252786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2.png"/><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5.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5.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5.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5.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26" Type="http://schemas.openxmlformats.org/officeDocument/2006/relationships/customXml" Target="../ink/ink12.xml"/><Relationship Id="rId21" Type="http://schemas.openxmlformats.org/officeDocument/2006/relationships/image" Target="../media/image51.png"/><Relationship Id="rId42" Type="http://schemas.openxmlformats.org/officeDocument/2006/relationships/image" Target="../media/image61.png"/><Relationship Id="rId47" Type="http://schemas.openxmlformats.org/officeDocument/2006/relationships/image" Target="../media/image64.png"/><Relationship Id="rId63" Type="http://schemas.openxmlformats.org/officeDocument/2006/relationships/customXml" Target="../ink/ink31.xml"/><Relationship Id="rId68" Type="http://schemas.openxmlformats.org/officeDocument/2006/relationships/image" Target="../media/image74.png"/><Relationship Id="rId84" Type="http://schemas.openxmlformats.org/officeDocument/2006/relationships/customXml" Target="../ink/ink41.xml"/><Relationship Id="rId89" Type="http://schemas.openxmlformats.org/officeDocument/2006/relationships/image" Target="../media/image85.png"/><Relationship Id="rId16" Type="http://schemas.openxmlformats.org/officeDocument/2006/relationships/customXml" Target="../ink/ink7.xml"/><Relationship Id="rId11" Type="http://schemas.openxmlformats.org/officeDocument/2006/relationships/image" Target="../media/image46.png"/><Relationship Id="rId32" Type="http://schemas.openxmlformats.org/officeDocument/2006/relationships/customXml" Target="../ink/ink15.xml"/><Relationship Id="rId37" Type="http://schemas.openxmlformats.org/officeDocument/2006/relationships/image" Target="../media/image59.png"/><Relationship Id="rId53" Type="http://schemas.openxmlformats.org/officeDocument/2006/relationships/customXml" Target="../ink/ink26.xml"/><Relationship Id="rId58" Type="http://schemas.openxmlformats.org/officeDocument/2006/relationships/image" Target="../media/image69.png"/><Relationship Id="rId74" Type="http://schemas.openxmlformats.org/officeDocument/2006/relationships/image" Target="../media/image77.png"/><Relationship Id="rId79" Type="http://schemas.openxmlformats.org/officeDocument/2006/relationships/customXml" Target="../ink/ink39.xml"/><Relationship Id="rId5" Type="http://schemas.openxmlformats.org/officeDocument/2006/relationships/image" Target="../media/image43.png"/><Relationship Id="rId90" Type="http://schemas.openxmlformats.org/officeDocument/2006/relationships/customXml" Target="../ink/ink44.xml"/><Relationship Id="rId22" Type="http://schemas.openxmlformats.org/officeDocument/2006/relationships/customXml" Target="../ink/ink10.xml"/><Relationship Id="rId27" Type="http://schemas.openxmlformats.org/officeDocument/2006/relationships/image" Target="../media/image54.png"/><Relationship Id="rId43" Type="http://schemas.openxmlformats.org/officeDocument/2006/relationships/customXml" Target="../ink/ink21.xml"/><Relationship Id="rId48" Type="http://schemas.openxmlformats.org/officeDocument/2006/relationships/customXml" Target="../ink/ink23.xml"/><Relationship Id="rId64" Type="http://schemas.openxmlformats.org/officeDocument/2006/relationships/image" Target="../media/image72.png"/><Relationship Id="rId69" Type="http://schemas.openxmlformats.org/officeDocument/2006/relationships/customXml" Target="../ink/ink34.xml"/><Relationship Id="rId8" Type="http://schemas.openxmlformats.org/officeDocument/2006/relationships/customXml" Target="../ink/ink3.xml"/><Relationship Id="rId51" Type="http://schemas.openxmlformats.org/officeDocument/2006/relationships/customXml" Target="../ink/ink25.xml"/><Relationship Id="rId72" Type="http://schemas.openxmlformats.org/officeDocument/2006/relationships/image" Target="../media/image76.png"/><Relationship Id="rId80" Type="http://schemas.openxmlformats.org/officeDocument/2006/relationships/image" Target="../media/image80.png"/><Relationship Id="rId85" Type="http://schemas.openxmlformats.org/officeDocument/2006/relationships/image" Target="../media/image83.png"/><Relationship Id="rId93" Type="http://schemas.openxmlformats.org/officeDocument/2006/relationships/image" Target="../media/image87.png"/><Relationship Id="rId3" Type="http://schemas.openxmlformats.org/officeDocument/2006/relationships/image" Target="../media/image42.png"/><Relationship Id="rId12" Type="http://schemas.openxmlformats.org/officeDocument/2006/relationships/customXml" Target="../ink/ink5.xml"/><Relationship Id="rId17" Type="http://schemas.openxmlformats.org/officeDocument/2006/relationships/image" Target="../media/image49.png"/><Relationship Id="rId25" Type="http://schemas.openxmlformats.org/officeDocument/2006/relationships/image" Target="../media/image53.png"/><Relationship Id="rId33" Type="http://schemas.openxmlformats.org/officeDocument/2006/relationships/image" Target="../media/image57.png"/><Relationship Id="rId38" Type="http://schemas.openxmlformats.org/officeDocument/2006/relationships/customXml" Target="../ink/ink18.xml"/><Relationship Id="rId46" Type="http://schemas.openxmlformats.org/officeDocument/2006/relationships/image" Target="../media/image63.png"/><Relationship Id="rId59" Type="http://schemas.openxmlformats.org/officeDocument/2006/relationships/customXml" Target="../ink/ink29.xml"/><Relationship Id="rId67" Type="http://schemas.openxmlformats.org/officeDocument/2006/relationships/customXml" Target="../ink/ink33.xml"/><Relationship Id="rId20" Type="http://schemas.openxmlformats.org/officeDocument/2006/relationships/customXml" Target="../ink/ink9.xml"/><Relationship Id="rId41" Type="http://schemas.openxmlformats.org/officeDocument/2006/relationships/image" Target="../media/image60.png"/><Relationship Id="rId54" Type="http://schemas.openxmlformats.org/officeDocument/2006/relationships/image" Target="../media/image67.png"/><Relationship Id="rId62" Type="http://schemas.openxmlformats.org/officeDocument/2006/relationships/image" Target="../media/image71.png"/><Relationship Id="rId70" Type="http://schemas.openxmlformats.org/officeDocument/2006/relationships/image" Target="../media/image75.png"/><Relationship Id="rId75" Type="http://schemas.openxmlformats.org/officeDocument/2006/relationships/customXml" Target="../ink/ink37.xml"/><Relationship Id="rId83" Type="http://schemas.openxmlformats.org/officeDocument/2006/relationships/image" Target="../media/image82.png"/><Relationship Id="rId88" Type="http://schemas.openxmlformats.org/officeDocument/2006/relationships/customXml" Target="../ink/ink43.xml"/><Relationship Id="rId91" Type="http://schemas.openxmlformats.org/officeDocument/2006/relationships/image" Target="../media/image86.png"/><Relationship Id="rId1" Type="http://schemas.openxmlformats.org/officeDocument/2006/relationships/slideLayout" Target="../slideLayouts/slideLayout35.xml"/><Relationship Id="rId6" Type="http://schemas.openxmlformats.org/officeDocument/2006/relationships/customXml" Target="../ink/ink2.xml"/><Relationship Id="rId15" Type="http://schemas.openxmlformats.org/officeDocument/2006/relationships/image" Target="../media/image48.png"/><Relationship Id="rId23" Type="http://schemas.openxmlformats.org/officeDocument/2006/relationships/image" Target="../media/image52.png"/><Relationship Id="rId28" Type="http://schemas.openxmlformats.org/officeDocument/2006/relationships/customXml" Target="../ink/ink13.xml"/><Relationship Id="rId36" Type="http://schemas.openxmlformats.org/officeDocument/2006/relationships/customXml" Target="../ink/ink17.xml"/><Relationship Id="rId49" Type="http://schemas.openxmlformats.org/officeDocument/2006/relationships/customXml" Target="../ink/ink24.xml"/><Relationship Id="rId57" Type="http://schemas.openxmlformats.org/officeDocument/2006/relationships/customXml" Target="../ink/ink28.xml"/><Relationship Id="rId10" Type="http://schemas.openxmlformats.org/officeDocument/2006/relationships/customXml" Target="../ink/ink4.xml"/><Relationship Id="rId31" Type="http://schemas.openxmlformats.org/officeDocument/2006/relationships/image" Target="../media/image56.png"/><Relationship Id="rId44" Type="http://schemas.openxmlformats.org/officeDocument/2006/relationships/image" Target="../media/image62.png"/><Relationship Id="rId52" Type="http://schemas.openxmlformats.org/officeDocument/2006/relationships/image" Target="../media/image66.png"/><Relationship Id="rId60" Type="http://schemas.openxmlformats.org/officeDocument/2006/relationships/image" Target="../media/image70.png"/><Relationship Id="rId65" Type="http://schemas.openxmlformats.org/officeDocument/2006/relationships/customXml" Target="../ink/ink32.xml"/><Relationship Id="rId73" Type="http://schemas.openxmlformats.org/officeDocument/2006/relationships/customXml" Target="../ink/ink36.xml"/><Relationship Id="rId78" Type="http://schemas.openxmlformats.org/officeDocument/2006/relationships/image" Target="../media/image79.png"/><Relationship Id="rId81" Type="http://schemas.openxmlformats.org/officeDocument/2006/relationships/image" Target="../media/image81.png"/><Relationship Id="rId86" Type="http://schemas.openxmlformats.org/officeDocument/2006/relationships/customXml" Target="../ink/ink42.xml"/><Relationship Id="rId4" Type="http://schemas.openxmlformats.org/officeDocument/2006/relationships/customXml" Target="../ink/ink1.xml"/><Relationship Id="rId9" Type="http://schemas.openxmlformats.org/officeDocument/2006/relationships/image" Target="../media/image45.png"/><Relationship Id="rId13" Type="http://schemas.openxmlformats.org/officeDocument/2006/relationships/image" Target="../media/image47.png"/><Relationship Id="rId18" Type="http://schemas.openxmlformats.org/officeDocument/2006/relationships/customXml" Target="../ink/ink8.xml"/><Relationship Id="rId39" Type="http://schemas.openxmlformats.org/officeDocument/2006/relationships/customXml" Target="../ink/ink19.xml"/><Relationship Id="rId34" Type="http://schemas.openxmlformats.org/officeDocument/2006/relationships/customXml" Target="../ink/ink16.xml"/><Relationship Id="rId50" Type="http://schemas.openxmlformats.org/officeDocument/2006/relationships/image" Target="../media/image65.png"/><Relationship Id="rId55" Type="http://schemas.openxmlformats.org/officeDocument/2006/relationships/customXml" Target="../ink/ink27.xml"/><Relationship Id="rId76" Type="http://schemas.openxmlformats.org/officeDocument/2006/relationships/image" Target="../media/image78.png"/><Relationship Id="rId7" Type="http://schemas.openxmlformats.org/officeDocument/2006/relationships/image" Target="../media/image44.png"/><Relationship Id="rId71" Type="http://schemas.openxmlformats.org/officeDocument/2006/relationships/customXml" Target="../ink/ink35.xml"/><Relationship Id="rId92" Type="http://schemas.openxmlformats.org/officeDocument/2006/relationships/customXml" Target="../ink/ink45.xml"/><Relationship Id="rId2" Type="http://schemas.openxmlformats.org/officeDocument/2006/relationships/image" Target="../media/image41.png"/><Relationship Id="rId29" Type="http://schemas.openxmlformats.org/officeDocument/2006/relationships/image" Target="../media/image55.png"/><Relationship Id="rId24" Type="http://schemas.openxmlformats.org/officeDocument/2006/relationships/customXml" Target="../ink/ink11.xml"/><Relationship Id="rId40" Type="http://schemas.openxmlformats.org/officeDocument/2006/relationships/customXml" Target="../ink/ink20.xml"/><Relationship Id="rId45" Type="http://schemas.openxmlformats.org/officeDocument/2006/relationships/customXml" Target="../ink/ink22.xml"/><Relationship Id="rId66" Type="http://schemas.openxmlformats.org/officeDocument/2006/relationships/image" Target="../media/image73.png"/><Relationship Id="rId87" Type="http://schemas.openxmlformats.org/officeDocument/2006/relationships/image" Target="../media/image84.png"/><Relationship Id="rId61" Type="http://schemas.openxmlformats.org/officeDocument/2006/relationships/customXml" Target="../ink/ink30.xml"/><Relationship Id="rId82" Type="http://schemas.openxmlformats.org/officeDocument/2006/relationships/customXml" Target="../ink/ink40.xml"/><Relationship Id="rId19" Type="http://schemas.openxmlformats.org/officeDocument/2006/relationships/image" Target="../media/image50.png"/><Relationship Id="rId14" Type="http://schemas.openxmlformats.org/officeDocument/2006/relationships/customXml" Target="../ink/ink6.xml"/><Relationship Id="rId30" Type="http://schemas.openxmlformats.org/officeDocument/2006/relationships/customXml" Target="../ink/ink14.xml"/><Relationship Id="rId35" Type="http://schemas.openxmlformats.org/officeDocument/2006/relationships/image" Target="../media/image58.png"/><Relationship Id="rId56" Type="http://schemas.openxmlformats.org/officeDocument/2006/relationships/image" Target="../media/image68.png"/><Relationship Id="rId77" Type="http://schemas.openxmlformats.org/officeDocument/2006/relationships/customXml" Target="../ink/ink38.xml"/></Relationships>
</file>

<file path=ppt/slides/_rels/slide32.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customXml" Target="../ink/ink51.xml"/><Relationship Id="rId18" Type="http://schemas.openxmlformats.org/officeDocument/2006/relationships/image" Target="../media/image94.png"/><Relationship Id="rId26" Type="http://schemas.openxmlformats.org/officeDocument/2006/relationships/image" Target="../media/image98.png"/><Relationship Id="rId3" Type="http://schemas.openxmlformats.org/officeDocument/2006/relationships/image" Target="../media/image820.png"/><Relationship Id="rId21" Type="http://schemas.openxmlformats.org/officeDocument/2006/relationships/customXml" Target="../ink/ink55.xml"/><Relationship Id="rId7" Type="http://schemas.openxmlformats.org/officeDocument/2006/relationships/customXml" Target="../ink/ink48.xml"/><Relationship Id="rId12" Type="http://schemas.openxmlformats.org/officeDocument/2006/relationships/image" Target="../media/image91.png"/><Relationship Id="rId17" Type="http://schemas.openxmlformats.org/officeDocument/2006/relationships/customXml" Target="../ink/ink53.xml"/><Relationship Id="rId25" Type="http://schemas.openxmlformats.org/officeDocument/2006/relationships/customXml" Target="../ink/ink57.xml"/><Relationship Id="rId2" Type="http://schemas.openxmlformats.org/officeDocument/2006/relationships/customXml" Target="../ink/ink46.xml"/><Relationship Id="rId16" Type="http://schemas.openxmlformats.org/officeDocument/2006/relationships/image" Target="../media/image93.png"/><Relationship Id="rId20" Type="http://schemas.openxmlformats.org/officeDocument/2006/relationships/image" Target="../media/image95.png"/><Relationship Id="rId29" Type="http://schemas.openxmlformats.org/officeDocument/2006/relationships/customXml" Target="../ink/ink59.xml"/><Relationship Id="rId1" Type="http://schemas.openxmlformats.org/officeDocument/2006/relationships/slideLayout" Target="../slideLayouts/slideLayout35.xml"/><Relationship Id="rId6" Type="http://schemas.openxmlformats.org/officeDocument/2006/relationships/image" Target="../media/image41.png"/><Relationship Id="rId11" Type="http://schemas.openxmlformats.org/officeDocument/2006/relationships/customXml" Target="../ink/ink50.xml"/><Relationship Id="rId24" Type="http://schemas.openxmlformats.org/officeDocument/2006/relationships/image" Target="../media/image97.png"/><Relationship Id="rId5" Type="http://schemas.openxmlformats.org/officeDocument/2006/relationships/image" Target="../media/image88.png"/><Relationship Id="rId15" Type="http://schemas.openxmlformats.org/officeDocument/2006/relationships/customXml" Target="../ink/ink52.xml"/><Relationship Id="rId23" Type="http://schemas.openxmlformats.org/officeDocument/2006/relationships/customXml" Target="../ink/ink56.xml"/><Relationship Id="rId28" Type="http://schemas.openxmlformats.org/officeDocument/2006/relationships/image" Target="../media/image99.png"/><Relationship Id="rId10" Type="http://schemas.openxmlformats.org/officeDocument/2006/relationships/image" Target="../media/image90.png"/><Relationship Id="rId19" Type="http://schemas.openxmlformats.org/officeDocument/2006/relationships/customXml" Target="../ink/ink54.xml"/><Relationship Id="rId4" Type="http://schemas.openxmlformats.org/officeDocument/2006/relationships/customXml" Target="../ink/ink47.xml"/><Relationship Id="rId9" Type="http://schemas.openxmlformats.org/officeDocument/2006/relationships/customXml" Target="../ink/ink49.xml"/><Relationship Id="rId14" Type="http://schemas.openxmlformats.org/officeDocument/2006/relationships/image" Target="../media/image92.png"/><Relationship Id="rId22" Type="http://schemas.openxmlformats.org/officeDocument/2006/relationships/image" Target="../media/image96.png"/><Relationship Id="rId27" Type="http://schemas.openxmlformats.org/officeDocument/2006/relationships/customXml" Target="../ink/ink58.xml"/><Relationship Id="rId30" Type="http://schemas.openxmlformats.org/officeDocument/2006/relationships/image" Target="../media/image100.png"/></Relationships>
</file>

<file path=ppt/slides/_rels/slide33.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customXml" Target="../ink/ink60.xml"/><Relationship Id="rId7" Type="http://schemas.openxmlformats.org/officeDocument/2006/relationships/customXml" Target="../ink/ink62.xml"/><Relationship Id="rId12" Type="http://schemas.openxmlformats.org/officeDocument/2006/relationships/image" Target="../media/image106.png"/><Relationship Id="rId2" Type="http://schemas.openxmlformats.org/officeDocument/2006/relationships/image" Target="../media/image101.png"/><Relationship Id="rId1" Type="http://schemas.openxmlformats.org/officeDocument/2006/relationships/slideLayout" Target="../slideLayouts/slideLayout35.xml"/><Relationship Id="rId6" Type="http://schemas.openxmlformats.org/officeDocument/2006/relationships/image" Target="../media/image103.png"/><Relationship Id="rId11" Type="http://schemas.openxmlformats.org/officeDocument/2006/relationships/customXml" Target="../ink/ink64.xml"/><Relationship Id="rId5" Type="http://schemas.openxmlformats.org/officeDocument/2006/relationships/customXml" Target="../ink/ink61.xml"/><Relationship Id="rId10" Type="http://schemas.openxmlformats.org/officeDocument/2006/relationships/image" Target="../media/image105.png"/><Relationship Id="rId4" Type="http://schemas.openxmlformats.org/officeDocument/2006/relationships/image" Target="../media/image102.png"/><Relationship Id="rId9" Type="http://schemas.openxmlformats.org/officeDocument/2006/relationships/customXml" Target="../ink/ink63.xml"/></Relationships>
</file>

<file path=ppt/slides/_rels/slide34.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customXml" Target="../ink/ink70.xml"/><Relationship Id="rId18" Type="http://schemas.openxmlformats.org/officeDocument/2006/relationships/customXml" Target="../ink/ink72.xml"/><Relationship Id="rId26" Type="http://schemas.openxmlformats.org/officeDocument/2006/relationships/customXml" Target="../ink/ink75.xml"/><Relationship Id="rId3" Type="http://schemas.openxmlformats.org/officeDocument/2006/relationships/customXml" Target="../ink/ink65.xml"/><Relationship Id="rId21" Type="http://schemas.openxmlformats.org/officeDocument/2006/relationships/image" Target="../media/image118.png"/><Relationship Id="rId7" Type="http://schemas.openxmlformats.org/officeDocument/2006/relationships/customXml" Target="../ink/ink67.xml"/><Relationship Id="rId12" Type="http://schemas.openxmlformats.org/officeDocument/2006/relationships/image" Target="../media/image112.png"/><Relationship Id="rId17" Type="http://schemas.openxmlformats.org/officeDocument/2006/relationships/image" Target="../media/image115.png"/><Relationship Id="rId25" Type="http://schemas.openxmlformats.org/officeDocument/2006/relationships/image" Target="../media/image120.png"/><Relationship Id="rId2" Type="http://schemas.openxmlformats.org/officeDocument/2006/relationships/image" Target="../media/image107.png"/><Relationship Id="rId16" Type="http://schemas.openxmlformats.org/officeDocument/2006/relationships/image" Target="../media/image114.png"/><Relationship Id="rId20" Type="http://schemas.openxmlformats.org/officeDocument/2006/relationships/image" Target="../media/image117.png"/><Relationship Id="rId29" Type="http://schemas.openxmlformats.org/officeDocument/2006/relationships/image" Target="../media/image121.png"/><Relationship Id="rId1" Type="http://schemas.openxmlformats.org/officeDocument/2006/relationships/slideLayout" Target="../slideLayouts/slideLayout35.xml"/><Relationship Id="rId6" Type="http://schemas.openxmlformats.org/officeDocument/2006/relationships/image" Target="../media/image109.png"/><Relationship Id="rId11" Type="http://schemas.openxmlformats.org/officeDocument/2006/relationships/customXml" Target="../ink/ink69.xml"/><Relationship Id="rId24" Type="http://schemas.openxmlformats.org/officeDocument/2006/relationships/customXml" Target="../ink/ink74.xml"/><Relationship Id="rId5" Type="http://schemas.openxmlformats.org/officeDocument/2006/relationships/customXml" Target="../ink/ink66.xml"/><Relationship Id="rId15" Type="http://schemas.openxmlformats.org/officeDocument/2006/relationships/customXml" Target="../ink/ink71.xml"/><Relationship Id="rId23" Type="http://schemas.openxmlformats.org/officeDocument/2006/relationships/image" Target="../media/image119.png"/><Relationship Id="rId28" Type="http://schemas.openxmlformats.org/officeDocument/2006/relationships/customXml" Target="../ink/ink76.xml"/><Relationship Id="rId10" Type="http://schemas.openxmlformats.org/officeDocument/2006/relationships/image" Target="../media/image111.png"/><Relationship Id="rId19" Type="http://schemas.openxmlformats.org/officeDocument/2006/relationships/image" Target="../media/image116.png"/><Relationship Id="rId4" Type="http://schemas.openxmlformats.org/officeDocument/2006/relationships/image" Target="../media/image108.png"/><Relationship Id="rId9" Type="http://schemas.openxmlformats.org/officeDocument/2006/relationships/customXml" Target="../ink/ink68.xml"/><Relationship Id="rId14" Type="http://schemas.openxmlformats.org/officeDocument/2006/relationships/image" Target="../media/image113.png"/><Relationship Id="rId22" Type="http://schemas.openxmlformats.org/officeDocument/2006/relationships/customXml" Target="../ink/ink73.xml"/><Relationship Id="rId27" Type="http://schemas.openxmlformats.org/officeDocument/2006/relationships/image" Target="../media/image100.png"/><Relationship Id="rId30" Type="http://schemas.openxmlformats.org/officeDocument/2006/relationships/customXml" Target="../ink/ink77.xml"/></Relationships>
</file>

<file path=ppt/slides/_rels/slide35.xml.rels><?xml version="1.0" encoding="UTF-8" standalone="yes"?>
<Relationships xmlns="http://schemas.openxmlformats.org/package/2006/relationships"><Relationship Id="rId8" Type="http://schemas.openxmlformats.org/officeDocument/2006/relationships/image" Target="../media/image125.png"/><Relationship Id="rId13" Type="http://schemas.openxmlformats.org/officeDocument/2006/relationships/customXml" Target="../ink/ink83.xml"/><Relationship Id="rId18" Type="http://schemas.openxmlformats.org/officeDocument/2006/relationships/customXml" Target="../ink/ink86.xml"/><Relationship Id="rId3" Type="http://schemas.openxmlformats.org/officeDocument/2006/relationships/customXml" Target="../ink/ink78.xml"/><Relationship Id="rId7" Type="http://schemas.openxmlformats.org/officeDocument/2006/relationships/customXml" Target="../ink/ink80.xml"/><Relationship Id="rId12" Type="http://schemas.openxmlformats.org/officeDocument/2006/relationships/image" Target="../media/image127.png"/><Relationship Id="rId17" Type="http://schemas.openxmlformats.org/officeDocument/2006/relationships/customXml" Target="../ink/ink85.xml"/><Relationship Id="rId2" Type="http://schemas.openxmlformats.org/officeDocument/2006/relationships/image" Target="../media/image122.png"/><Relationship Id="rId16" Type="http://schemas.openxmlformats.org/officeDocument/2006/relationships/image" Target="../media/image129.png"/><Relationship Id="rId1" Type="http://schemas.openxmlformats.org/officeDocument/2006/relationships/slideLayout" Target="../slideLayouts/slideLayout35.xml"/><Relationship Id="rId6" Type="http://schemas.openxmlformats.org/officeDocument/2006/relationships/image" Target="../media/image124.png"/><Relationship Id="rId11" Type="http://schemas.openxmlformats.org/officeDocument/2006/relationships/customXml" Target="../ink/ink82.xml"/><Relationship Id="rId5" Type="http://schemas.openxmlformats.org/officeDocument/2006/relationships/customXml" Target="../ink/ink79.xml"/><Relationship Id="rId15" Type="http://schemas.openxmlformats.org/officeDocument/2006/relationships/customXml" Target="../ink/ink84.xml"/><Relationship Id="rId10" Type="http://schemas.openxmlformats.org/officeDocument/2006/relationships/image" Target="../media/image126.png"/><Relationship Id="rId19" Type="http://schemas.openxmlformats.org/officeDocument/2006/relationships/image" Target="../media/image130.png"/><Relationship Id="rId4" Type="http://schemas.openxmlformats.org/officeDocument/2006/relationships/image" Target="../media/image123.png"/><Relationship Id="rId9" Type="http://schemas.openxmlformats.org/officeDocument/2006/relationships/customXml" Target="../ink/ink81.xml"/><Relationship Id="rId14" Type="http://schemas.openxmlformats.org/officeDocument/2006/relationships/image" Target="../media/image128.png"/></Relationships>
</file>

<file path=ppt/slides/_rels/slide36.xml.rels><?xml version="1.0" encoding="UTF-8" standalone="yes"?>
<Relationships xmlns="http://schemas.openxmlformats.org/package/2006/relationships"><Relationship Id="rId8" Type="http://schemas.openxmlformats.org/officeDocument/2006/relationships/image" Target="../media/image134.png"/><Relationship Id="rId13" Type="http://schemas.openxmlformats.org/officeDocument/2006/relationships/image" Target="../media/image136.png"/><Relationship Id="rId3" Type="http://schemas.openxmlformats.org/officeDocument/2006/relationships/customXml" Target="../ink/ink87.xml"/><Relationship Id="rId7" Type="http://schemas.openxmlformats.org/officeDocument/2006/relationships/customXml" Target="../ink/ink89.xml"/><Relationship Id="rId12" Type="http://schemas.openxmlformats.org/officeDocument/2006/relationships/customXml" Target="../ink/ink91.xml"/><Relationship Id="rId17" Type="http://schemas.openxmlformats.org/officeDocument/2006/relationships/image" Target="../media/image138.png"/><Relationship Id="rId2" Type="http://schemas.openxmlformats.org/officeDocument/2006/relationships/image" Target="../media/image131.png"/><Relationship Id="rId16" Type="http://schemas.openxmlformats.org/officeDocument/2006/relationships/customXml" Target="../ink/ink93.xml"/><Relationship Id="rId1" Type="http://schemas.openxmlformats.org/officeDocument/2006/relationships/slideLayout" Target="../slideLayouts/slideLayout35.xml"/><Relationship Id="rId6" Type="http://schemas.openxmlformats.org/officeDocument/2006/relationships/image" Target="../media/image133.png"/><Relationship Id="rId11" Type="http://schemas.openxmlformats.org/officeDocument/2006/relationships/image" Target="../media/image135.png"/><Relationship Id="rId5" Type="http://schemas.openxmlformats.org/officeDocument/2006/relationships/customXml" Target="../ink/ink88.xml"/><Relationship Id="rId15" Type="http://schemas.openxmlformats.org/officeDocument/2006/relationships/image" Target="../media/image137.png"/><Relationship Id="rId10" Type="http://schemas.openxmlformats.org/officeDocument/2006/relationships/image" Target="../media/image100.png"/><Relationship Id="rId4" Type="http://schemas.openxmlformats.org/officeDocument/2006/relationships/image" Target="../media/image132.png"/><Relationship Id="rId9" Type="http://schemas.openxmlformats.org/officeDocument/2006/relationships/customXml" Target="../ink/ink90.xml"/><Relationship Id="rId14" Type="http://schemas.openxmlformats.org/officeDocument/2006/relationships/customXml" Target="../ink/ink92.xml"/></Relationships>
</file>

<file path=ppt/slides/_rels/slide37.xml.rels><?xml version="1.0" encoding="UTF-8" standalone="yes"?>
<Relationships xmlns="http://schemas.openxmlformats.org/package/2006/relationships"><Relationship Id="rId13" Type="http://schemas.openxmlformats.org/officeDocument/2006/relationships/image" Target="../media/image143.png"/><Relationship Id="rId18" Type="http://schemas.openxmlformats.org/officeDocument/2006/relationships/image" Target="../media/image145.png"/><Relationship Id="rId26" Type="http://schemas.openxmlformats.org/officeDocument/2006/relationships/image" Target="../media/image148.png"/><Relationship Id="rId39" Type="http://schemas.openxmlformats.org/officeDocument/2006/relationships/image" Target="../media/image155.png"/><Relationship Id="rId21" Type="http://schemas.openxmlformats.org/officeDocument/2006/relationships/customXml" Target="../ink/ink103.xml"/><Relationship Id="rId34" Type="http://schemas.openxmlformats.org/officeDocument/2006/relationships/image" Target="../media/image152.png"/><Relationship Id="rId7" Type="http://schemas.openxmlformats.org/officeDocument/2006/relationships/customXml" Target="../ink/ink95.xml"/><Relationship Id="rId12" Type="http://schemas.openxmlformats.org/officeDocument/2006/relationships/customXml" Target="../ink/ink98.xml"/><Relationship Id="rId17" Type="http://schemas.openxmlformats.org/officeDocument/2006/relationships/customXml" Target="../ink/ink101.xml"/><Relationship Id="rId25" Type="http://schemas.openxmlformats.org/officeDocument/2006/relationships/customXml" Target="../ink/ink105.xml"/><Relationship Id="rId33" Type="http://schemas.openxmlformats.org/officeDocument/2006/relationships/customXml" Target="../ink/ink109.xml"/><Relationship Id="rId38" Type="http://schemas.openxmlformats.org/officeDocument/2006/relationships/image" Target="../media/image154.png"/><Relationship Id="rId2" Type="http://schemas.openxmlformats.org/officeDocument/2006/relationships/image" Target="../media/image139.png"/><Relationship Id="rId16" Type="http://schemas.openxmlformats.org/officeDocument/2006/relationships/image" Target="../media/image144.png"/><Relationship Id="rId20" Type="http://schemas.openxmlformats.org/officeDocument/2006/relationships/image" Target="../media/image146.png"/><Relationship Id="rId29" Type="http://schemas.openxmlformats.org/officeDocument/2006/relationships/image" Target="../media/image150.png"/><Relationship Id="rId1" Type="http://schemas.openxmlformats.org/officeDocument/2006/relationships/slideLayout" Target="../slideLayouts/slideLayout35.xml"/><Relationship Id="rId6" Type="http://schemas.openxmlformats.org/officeDocument/2006/relationships/image" Target="../media/image141.png"/><Relationship Id="rId11" Type="http://schemas.openxmlformats.org/officeDocument/2006/relationships/customXml" Target="../ink/ink97.xml"/><Relationship Id="rId24" Type="http://schemas.openxmlformats.org/officeDocument/2006/relationships/image" Target="../media/image127.png"/><Relationship Id="rId32" Type="http://schemas.openxmlformats.org/officeDocument/2006/relationships/image" Target="../media/image151.png"/><Relationship Id="rId37" Type="http://schemas.openxmlformats.org/officeDocument/2006/relationships/customXml" Target="../ink/ink111.xml"/><Relationship Id="rId5" Type="http://schemas.openxmlformats.org/officeDocument/2006/relationships/customXml" Target="../ink/ink94.xml"/><Relationship Id="rId15" Type="http://schemas.openxmlformats.org/officeDocument/2006/relationships/customXml" Target="../ink/ink100.xml"/><Relationship Id="rId23" Type="http://schemas.openxmlformats.org/officeDocument/2006/relationships/customXml" Target="../ink/ink104.xml"/><Relationship Id="rId28" Type="http://schemas.openxmlformats.org/officeDocument/2006/relationships/image" Target="../media/image149.png"/><Relationship Id="rId36" Type="http://schemas.openxmlformats.org/officeDocument/2006/relationships/image" Target="../media/image153.png"/><Relationship Id="rId10" Type="http://schemas.openxmlformats.org/officeDocument/2006/relationships/image" Target="../media/image142.png"/><Relationship Id="rId19" Type="http://schemas.openxmlformats.org/officeDocument/2006/relationships/customXml" Target="../ink/ink102.xml"/><Relationship Id="rId31" Type="http://schemas.openxmlformats.org/officeDocument/2006/relationships/customXml" Target="../ink/ink108.xml"/><Relationship Id="rId4" Type="http://schemas.openxmlformats.org/officeDocument/2006/relationships/image" Target="../media/image140.png"/><Relationship Id="rId9" Type="http://schemas.openxmlformats.org/officeDocument/2006/relationships/customXml" Target="../ink/ink96.xml"/><Relationship Id="rId14" Type="http://schemas.openxmlformats.org/officeDocument/2006/relationships/customXml" Target="../ink/ink99.xml"/><Relationship Id="rId22" Type="http://schemas.openxmlformats.org/officeDocument/2006/relationships/image" Target="../media/image147.png"/><Relationship Id="rId27" Type="http://schemas.openxmlformats.org/officeDocument/2006/relationships/customXml" Target="../ink/ink106.xml"/><Relationship Id="rId30" Type="http://schemas.openxmlformats.org/officeDocument/2006/relationships/customXml" Target="../ink/ink107.xml"/><Relationship Id="rId35" Type="http://schemas.openxmlformats.org/officeDocument/2006/relationships/customXml" Target="../ink/ink110.xml"/><Relationship Id="rId8" Type="http://schemas.openxmlformats.org/officeDocument/2006/relationships/image" Target="../media/image100.png"/><Relationship Id="rId3" Type="http://schemas.openxmlformats.org/officeDocument/2006/relationships/image" Target="../media/image117.png"/></Relationships>
</file>

<file path=ppt/slides/_rels/slide38.xml.rels><?xml version="1.0" encoding="UTF-8" standalone="yes"?>
<Relationships xmlns="http://schemas.openxmlformats.org/package/2006/relationships"><Relationship Id="rId8" Type="http://schemas.openxmlformats.org/officeDocument/2006/relationships/image" Target="../media/image159.png"/><Relationship Id="rId13" Type="http://schemas.openxmlformats.org/officeDocument/2006/relationships/customXml" Target="../ink/ink117.xml"/><Relationship Id="rId3" Type="http://schemas.openxmlformats.org/officeDocument/2006/relationships/customXml" Target="../ink/ink112.xml"/><Relationship Id="rId7" Type="http://schemas.openxmlformats.org/officeDocument/2006/relationships/customXml" Target="../ink/ink114.xml"/><Relationship Id="rId12" Type="http://schemas.openxmlformats.org/officeDocument/2006/relationships/image" Target="../media/image161.png"/><Relationship Id="rId2" Type="http://schemas.openxmlformats.org/officeDocument/2006/relationships/image" Target="../media/image156.png"/><Relationship Id="rId1" Type="http://schemas.openxmlformats.org/officeDocument/2006/relationships/slideLayout" Target="../slideLayouts/slideLayout35.xml"/><Relationship Id="rId6" Type="http://schemas.openxmlformats.org/officeDocument/2006/relationships/image" Target="../media/image158.png"/><Relationship Id="rId11" Type="http://schemas.openxmlformats.org/officeDocument/2006/relationships/customXml" Target="../ink/ink116.xml"/><Relationship Id="rId5" Type="http://schemas.openxmlformats.org/officeDocument/2006/relationships/customXml" Target="../ink/ink113.xml"/><Relationship Id="rId10" Type="http://schemas.openxmlformats.org/officeDocument/2006/relationships/image" Target="../media/image160.png"/><Relationship Id="rId4" Type="http://schemas.openxmlformats.org/officeDocument/2006/relationships/image" Target="../media/image157.png"/><Relationship Id="rId9" Type="http://schemas.openxmlformats.org/officeDocument/2006/relationships/customXml" Target="../ink/ink115.xml"/><Relationship Id="rId14" Type="http://schemas.openxmlformats.org/officeDocument/2006/relationships/image" Target="../media/image162.png"/></Relationships>
</file>

<file path=ppt/slides/_rels/slide39.xml.rels><?xml version="1.0" encoding="UTF-8" standalone="yes"?>
<Relationships xmlns="http://schemas.openxmlformats.org/package/2006/relationships"><Relationship Id="rId8" Type="http://schemas.openxmlformats.org/officeDocument/2006/relationships/image" Target="../media/image166.png"/><Relationship Id="rId3" Type="http://schemas.openxmlformats.org/officeDocument/2006/relationships/customXml" Target="../ink/ink118.xml"/><Relationship Id="rId7" Type="http://schemas.openxmlformats.org/officeDocument/2006/relationships/customXml" Target="../ink/ink120.xml"/><Relationship Id="rId2" Type="http://schemas.openxmlformats.org/officeDocument/2006/relationships/image" Target="../media/image163.png"/><Relationship Id="rId1" Type="http://schemas.openxmlformats.org/officeDocument/2006/relationships/slideLayout" Target="../slideLayouts/slideLayout35.xml"/><Relationship Id="rId6" Type="http://schemas.openxmlformats.org/officeDocument/2006/relationships/image" Target="../media/image165.png"/><Relationship Id="rId5" Type="http://schemas.openxmlformats.org/officeDocument/2006/relationships/customXml" Target="../ink/ink119.xml"/><Relationship Id="rId10" Type="http://schemas.openxmlformats.org/officeDocument/2006/relationships/image" Target="../media/image167.png"/><Relationship Id="rId4" Type="http://schemas.openxmlformats.org/officeDocument/2006/relationships/image" Target="../media/image164.png"/><Relationship Id="rId9" Type="http://schemas.openxmlformats.org/officeDocument/2006/relationships/customXml" Target="../ink/ink121.xml"/></Relationships>
</file>

<file path=ppt/slides/_rels/slide40.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image" Target="../media/image168.png"/><Relationship Id="rId1" Type="http://schemas.openxmlformats.org/officeDocument/2006/relationships/slideLayout" Target="../slideLayouts/slideLayout34.xml"/></Relationships>
</file>

<file path=ppt/slides/_rels/slide41.xml.rels><?xml version="1.0" encoding="UTF-8" standalone="yes"?>
<Relationships xmlns="http://schemas.openxmlformats.org/package/2006/relationships"><Relationship Id="rId2" Type="http://schemas.openxmlformats.org/officeDocument/2006/relationships/image" Target="../media/image169.png"/><Relationship Id="rId1" Type="http://schemas.openxmlformats.org/officeDocument/2006/relationships/slideLayout" Target="../slideLayouts/slideLayout35.xml"/></Relationships>
</file>

<file path=ppt/slides/_rels/slide42.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35.xml"/></Relationships>
</file>

<file path=ppt/slides/_rels/slide43.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image" Target="../media/image171.png"/><Relationship Id="rId1" Type="http://schemas.openxmlformats.org/officeDocument/2006/relationships/slideLayout" Target="../slideLayouts/slideLayout35.xml"/></Relationships>
</file>

<file path=ppt/slides/_rels/slide44.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image" Target="../media/image172.png"/><Relationship Id="rId1" Type="http://schemas.openxmlformats.org/officeDocument/2006/relationships/slideLayout" Target="../slideLayouts/slideLayout35.xml"/></Relationships>
</file>

<file path=ppt/slides/_rels/slide45.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35.xml"/></Relationships>
</file>

<file path=ppt/slides/_rels/slide46.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image" Target="../media/image174.png"/><Relationship Id="rId1" Type="http://schemas.openxmlformats.org/officeDocument/2006/relationships/slideLayout" Target="../slideLayouts/slideLayout34.xml"/><Relationship Id="rId4" Type="http://schemas.openxmlformats.org/officeDocument/2006/relationships/image" Target="../media/image176.png"/></Relationships>
</file>

<file path=ppt/slides/_rels/slide47.xml.rels><?xml version="1.0" encoding="UTF-8" standalone="yes"?>
<Relationships xmlns="http://schemas.openxmlformats.org/package/2006/relationships"><Relationship Id="rId8" Type="http://schemas.openxmlformats.org/officeDocument/2006/relationships/customXml" Target="../ink/ink124.xml"/><Relationship Id="rId13" Type="http://schemas.openxmlformats.org/officeDocument/2006/relationships/image" Target="../media/image182.png"/><Relationship Id="rId18" Type="http://schemas.openxmlformats.org/officeDocument/2006/relationships/customXml" Target="../ink/ink129.xml"/><Relationship Id="rId3" Type="http://schemas.openxmlformats.org/officeDocument/2006/relationships/image" Target="../media/image175.png"/><Relationship Id="rId21" Type="http://schemas.openxmlformats.org/officeDocument/2006/relationships/image" Target="../media/image186.png"/><Relationship Id="rId7" Type="http://schemas.openxmlformats.org/officeDocument/2006/relationships/image" Target="../media/image179.png"/><Relationship Id="rId12" Type="http://schemas.openxmlformats.org/officeDocument/2006/relationships/customXml" Target="../ink/ink126.xml"/><Relationship Id="rId17" Type="http://schemas.openxmlformats.org/officeDocument/2006/relationships/image" Target="../media/image184.png"/><Relationship Id="rId2" Type="http://schemas.openxmlformats.org/officeDocument/2006/relationships/image" Target="../media/image177.png"/><Relationship Id="rId16" Type="http://schemas.openxmlformats.org/officeDocument/2006/relationships/customXml" Target="../ink/ink128.xml"/><Relationship Id="rId20" Type="http://schemas.openxmlformats.org/officeDocument/2006/relationships/customXml" Target="../ink/ink130.xml"/><Relationship Id="rId1" Type="http://schemas.openxmlformats.org/officeDocument/2006/relationships/slideLayout" Target="../slideLayouts/slideLayout35.xml"/><Relationship Id="rId6" Type="http://schemas.openxmlformats.org/officeDocument/2006/relationships/customXml" Target="../ink/ink123.xml"/><Relationship Id="rId11" Type="http://schemas.openxmlformats.org/officeDocument/2006/relationships/image" Target="../media/image181.png"/><Relationship Id="rId5" Type="http://schemas.openxmlformats.org/officeDocument/2006/relationships/image" Target="../media/image178.png"/><Relationship Id="rId15" Type="http://schemas.openxmlformats.org/officeDocument/2006/relationships/image" Target="../media/image183.png"/><Relationship Id="rId23" Type="http://schemas.openxmlformats.org/officeDocument/2006/relationships/image" Target="../media/image187.png"/><Relationship Id="rId10" Type="http://schemas.openxmlformats.org/officeDocument/2006/relationships/customXml" Target="../ink/ink125.xml"/><Relationship Id="rId19" Type="http://schemas.openxmlformats.org/officeDocument/2006/relationships/image" Target="../media/image185.png"/><Relationship Id="rId4" Type="http://schemas.openxmlformats.org/officeDocument/2006/relationships/customXml" Target="../ink/ink122.xml"/><Relationship Id="rId9" Type="http://schemas.openxmlformats.org/officeDocument/2006/relationships/image" Target="../media/image180.png"/><Relationship Id="rId14" Type="http://schemas.openxmlformats.org/officeDocument/2006/relationships/customXml" Target="../ink/ink127.xml"/><Relationship Id="rId22" Type="http://schemas.openxmlformats.org/officeDocument/2006/relationships/customXml" Target="../ink/ink131.xml"/></Relationships>
</file>

<file path=ppt/slides/_rels/slide48.xml.rels><?xml version="1.0" encoding="UTF-8" standalone="yes"?>
<Relationships xmlns="http://schemas.openxmlformats.org/package/2006/relationships"><Relationship Id="rId2" Type="http://schemas.openxmlformats.org/officeDocument/2006/relationships/image" Target="../media/image188.png"/><Relationship Id="rId1" Type="http://schemas.openxmlformats.org/officeDocument/2006/relationships/slideLayout" Target="../slideLayouts/slideLayout35.xml"/></Relationships>
</file>

<file path=ppt/slides/_rels/slide49.xml.rels><?xml version="1.0" encoding="UTF-8" standalone="yes"?>
<Relationships xmlns="http://schemas.openxmlformats.org/package/2006/relationships"><Relationship Id="rId8" Type="http://schemas.openxmlformats.org/officeDocument/2006/relationships/customXml" Target="../ink/ink134.xml"/><Relationship Id="rId13" Type="http://schemas.openxmlformats.org/officeDocument/2006/relationships/image" Target="../media/image195.png"/><Relationship Id="rId18" Type="http://schemas.openxmlformats.org/officeDocument/2006/relationships/image" Target="../media/image197.png"/><Relationship Id="rId26" Type="http://schemas.openxmlformats.org/officeDocument/2006/relationships/image" Target="../media/image202.png"/><Relationship Id="rId3" Type="http://schemas.openxmlformats.org/officeDocument/2006/relationships/customXml" Target="../ink/ink132.xml"/><Relationship Id="rId21" Type="http://schemas.openxmlformats.org/officeDocument/2006/relationships/customXml" Target="../ink/ink139.xml"/><Relationship Id="rId7" Type="http://schemas.openxmlformats.org/officeDocument/2006/relationships/image" Target="../media/image188.png"/><Relationship Id="rId12" Type="http://schemas.openxmlformats.org/officeDocument/2006/relationships/image" Target="../media/image194.png"/><Relationship Id="rId17" Type="http://schemas.openxmlformats.org/officeDocument/2006/relationships/customXml" Target="../ink/ink137.xml"/><Relationship Id="rId25" Type="http://schemas.openxmlformats.org/officeDocument/2006/relationships/image" Target="../media/image201.png"/><Relationship Id="rId2" Type="http://schemas.openxmlformats.org/officeDocument/2006/relationships/image" Target="../media/image189.png"/><Relationship Id="rId16" Type="http://schemas.openxmlformats.org/officeDocument/2006/relationships/image" Target="../media/image175.png"/><Relationship Id="rId20" Type="http://schemas.openxmlformats.org/officeDocument/2006/relationships/image" Target="../media/image198.png"/><Relationship Id="rId1" Type="http://schemas.openxmlformats.org/officeDocument/2006/relationships/slideLayout" Target="../slideLayouts/slideLayout35.xml"/><Relationship Id="rId6" Type="http://schemas.openxmlformats.org/officeDocument/2006/relationships/image" Target="../media/image191.png"/><Relationship Id="rId11" Type="http://schemas.openxmlformats.org/officeDocument/2006/relationships/image" Target="../media/image193.png"/><Relationship Id="rId24" Type="http://schemas.openxmlformats.org/officeDocument/2006/relationships/image" Target="../media/image200.png"/><Relationship Id="rId5" Type="http://schemas.openxmlformats.org/officeDocument/2006/relationships/customXml" Target="../ink/ink133.xml"/><Relationship Id="rId15" Type="http://schemas.openxmlformats.org/officeDocument/2006/relationships/image" Target="../media/image196.png"/><Relationship Id="rId23" Type="http://schemas.openxmlformats.org/officeDocument/2006/relationships/customXml" Target="../ink/ink140.xml"/><Relationship Id="rId28" Type="http://schemas.openxmlformats.org/officeDocument/2006/relationships/image" Target="../media/image204.png"/><Relationship Id="rId10" Type="http://schemas.openxmlformats.org/officeDocument/2006/relationships/customXml" Target="../ink/ink135.xml"/><Relationship Id="rId19" Type="http://schemas.openxmlformats.org/officeDocument/2006/relationships/customXml" Target="../ink/ink138.xml"/><Relationship Id="rId4" Type="http://schemas.openxmlformats.org/officeDocument/2006/relationships/image" Target="../media/image190.png"/><Relationship Id="rId9" Type="http://schemas.openxmlformats.org/officeDocument/2006/relationships/image" Target="../media/image192.png"/><Relationship Id="rId14" Type="http://schemas.openxmlformats.org/officeDocument/2006/relationships/customXml" Target="../ink/ink136.xml"/><Relationship Id="rId22" Type="http://schemas.openxmlformats.org/officeDocument/2006/relationships/image" Target="../media/image199.png"/><Relationship Id="rId27" Type="http://schemas.openxmlformats.org/officeDocument/2006/relationships/image" Target="../media/image203.png"/></Relationships>
</file>

<file path=ppt/slides/_rels/slide50.xml.rels><?xml version="1.0" encoding="UTF-8" standalone="yes"?>
<Relationships xmlns="http://schemas.openxmlformats.org/package/2006/relationships"><Relationship Id="rId8" Type="http://schemas.openxmlformats.org/officeDocument/2006/relationships/image" Target="../media/image208.png"/><Relationship Id="rId3" Type="http://schemas.openxmlformats.org/officeDocument/2006/relationships/customXml" Target="../ink/ink141.xml"/><Relationship Id="rId7" Type="http://schemas.openxmlformats.org/officeDocument/2006/relationships/customXml" Target="../ink/ink142.xml"/><Relationship Id="rId2" Type="http://schemas.openxmlformats.org/officeDocument/2006/relationships/image" Target="../media/image189.png"/><Relationship Id="rId1" Type="http://schemas.openxmlformats.org/officeDocument/2006/relationships/slideLayout" Target="../slideLayouts/slideLayout35.xml"/><Relationship Id="rId6" Type="http://schemas.openxmlformats.org/officeDocument/2006/relationships/image" Target="../media/image207.png"/><Relationship Id="rId10" Type="http://schemas.openxmlformats.org/officeDocument/2006/relationships/image" Target="../media/image209.png"/><Relationship Id="rId9" Type="http://schemas.openxmlformats.org/officeDocument/2006/relationships/customXml" Target="../ink/ink143.xml"/></Relationships>
</file>

<file path=ppt/slides/_rels/slide51.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image" Target="../media/image205.png"/><Relationship Id="rId1" Type="http://schemas.openxmlformats.org/officeDocument/2006/relationships/slideLayout" Target="../slideLayouts/slideLayout35.xml"/></Relationships>
</file>

<file path=ppt/slides/_rels/slide52.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image" Target="../media/image206.png"/><Relationship Id="rId1" Type="http://schemas.openxmlformats.org/officeDocument/2006/relationships/slideLayout" Target="../slideLayouts/slideLayout35.xml"/></Relationships>
</file>

<file path=ppt/slides/_rels/slide53.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35.xml"/></Relationships>
</file>

<file path=ppt/slides/_rels/slide54.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image" Target="../media/image211.png"/><Relationship Id="rId1" Type="http://schemas.openxmlformats.org/officeDocument/2006/relationships/slideLayout" Target="../slideLayouts/slideLayout35.xml"/><Relationship Id="rId4" Type="http://schemas.openxmlformats.org/officeDocument/2006/relationships/image" Target="../media/image213.png"/></Relationships>
</file>

<file path=ppt/slides/_rels/slide55.xml.rels><?xml version="1.0" encoding="UTF-8" standalone="yes"?>
<Relationships xmlns="http://schemas.openxmlformats.org/package/2006/relationships"><Relationship Id="rId8" Type="http://schemas.openxmlformats.org/officeDocument/2006/relationships/customXml" Target="../ink/ink146.xml"/><Relationship Id="rId3" Type="http://schemas.openxmlformats.org/officeDocument/2006/relationships/image" Target="../media/image215.png"/><Relationship Id="rId7" Type="http://schemas.openxmlformats.org/officeDocument/2006/relationships/image" Target="../media/image217.png"/><Relationship Id="rId2" Type="http://schemas.openxmlformats.org/officeDocument/2006/relationships/image" Target="../media/image214.png"/><Relationship Id="rId1" Type="http://schemas.openxmlformats.org/officeDocument/2006/relationships/slideLayout" Target="../slideLayouts/slideLayout35.xml"/><Relationship Id="rId6" Type="http://schemas.openxmlformats.org/officeDocument/2006/relationships/customXml" Target="../ink/ink145.xml"/><Relationship Id="rId5" Type="http://schemas.openxmlformats.org/officeDocument/2006/relationships/image" Target="../media/image216.png"/><Relationship Id="rId4" Type="http://schemas.openxmlformats.org/officeDocument/2006/relationships/customXml" Target="../ink/ink144.xml"/><Relationship Id="rId9" Type="http://schemas.openxmlformats.org/officeDocument/2006/relationships/image" Target="../media/image218.png"/></Relationships>
</file>

<file path=ppt/slides/_rels/slide56.xml.rels><?xml version="1.0" encoding="UTF-8" standalone="yes"?>
<Relationships xmlns="http://schemas.openxmlformats.org/package/2006/relationships"><Relationship Id="rId2" Type="http://schemas.openxmlformats.org/officeDocument/2006/relationships/image" Target="../media/image219.png"/><Relationship Id="rId1" Type="http://schemas.openxmlformats.org/officeDocument/2006/relationships/slideLayout" Target="../slideLayouts/slideLayout35.xml"/></Relationships>
</file>

<file path=ppt/slides/_rels/slide57.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35.xml"/></Relationships>
</file>

<file path=ppt/slides/_rels/slide58.xml.rels><?xml version="1.0" encoding="UTF-8" standalone="yes"?>
<Relationships xmlns="http://schemas.openxmlformats.org/package/2006/relationships"><Relationship Id="rId13" Type="http://schemas.openxmlformats.org/officeDocument/2006/relationships/image" Target="../media/image227.png"/><Relationship Id="rId18" Type="http://schemas.openxmlformats.org/officeDocument/2006/relationships/customXml" Target="../ink/ink154.xml"/><Relationship Id="rId26" Type="http://schemas.openxmlformats.org/officeDocument/2006/relationships/customXml" Target="../ink/ink158.xml"/><Relationship Id="rId3" Type="http://schemas.openxmlformats.org/officeDocument/2006/relationships/customXml" Target="../ink/ink147.xml"/><Relationship Id="rId21" Type="http://schemas.openxmlformats.org/officeDocument/2006/relationships/image" Target="../media/image231.png"/><Relationship Id="rId7" Type="http://schemas.openxmlformats.org/officeDocument/2006/relationships/customXml" Target="../ink/ink149.xml"/><Relationship Id="rId12" Type="http://schemas.openxmlformats.org/officeDocument/2006/relationships/customXml" Target="../ink/ink151.xml"/><Relationship Id="rId17" Type="http://schemas.openxmlformats.org/officeDocument/2006/relationships/image" Target="../media/image229.png"/><Relationship Id="rId25" Type="http://schemas.openxmlformats.org/officeDocument/2006/relationships/image" Target="../media/image233.png"/><Relationship Id="rId33" Type="http://schemas.openxmlformats.org/officeDocument/2006/relationships/image" Target="../media/image237.png"/><Relationship Id="rId2" Type="http://schemas.openxmlformats.org/officeDocument/2006/relationships/image" Target="../media/image221.png"/><Relationship Id="rId16" Type="http://schemas.openxmlformats.org/officeDocument/2006/relationships/customXml" Target="../ink/ink153.xml"/><Relationship Id="rId20" Type="http://schemas.openxmlformats.org/officeDocument/2006/relationships/customXml" Target="../ink/ink155.xml"/><Relationship Id="rId29" Type="http://schemas.openxmlformats.org/officeDocument/2006/relationships/image" Target="../media/image235.png"/><Relationship Id="rId1" Type="http://schemas.openxmlformats.org/officeDocument/2006/relationships/slideLayout" Target="../slideLayouts/slideLayout35.xml"/><Relationship Id="rId6" Type="http://schemas.openxmlformats.org/officeDocument/2006/relationships/image" Target="../media/image223.png"/><Relationship Id="rId11" Type="http://schemas.openxmlformats.org/officeDocument/2006/relationships/image" Target="../media/image226.png"/><Relationship Id="rId24" Type="http://schemas.openxmlformats.org/officeDocument/2006/relationships/customXml" Target="../ink/ink157.xml"/><Relationship Id="rId32" Type="http://schemas.openxmlformats.org/officeDocument/2006/relationships/customXml" Target="../ink/ink161.xml"/><Relationship Id="rId5" Type="http://schemas.openxmlformats.org/officeDocument/2006/relationships/customXml" Target="../ink/ink148.xml"/><Relationship Id="rId15" Type="http://schemas.openxmlformats.org/officeDocument/2006/relationships/image" Target="../media/image228.png"/><Relationship Id="rId23" Type="http://schemas.openxmlformats.org/officeDocument/2006/relationships/image" Target="../media/image232.png"/><Relationship Id="rId28" Type="http://schemas.openxmlformats.org/officeDocument/2006/relationships/customXml" Target="../ink/ink159.xml"/><Relationship Id="rId10" Type="http://schemas.openxmlformats.org/officeDocument/2006/relationships/image" Target="../media/image225.png"/><Relationship Id="rId19" Type="http://schemas.openxmlformats.org/officeDocument/2006/relationships/image" Target="../media/image230.png"/><Relationship Id="rId31" Type="http://schemas.openxmlformats.org/officeDocument/2006/relationships/image" Target="../media/image236.png"/><Relationship Id="rId4" Type="http://schemas.openxmlformats.org/officeDocument/2006/relationships/image" Target="../media/image222.png"/><Relationship Id="rId9" Type="http://schemas.openxmlformats.org/officeDocument/2006/relationships/customXml" Target="../ink/ink150.xml"/><Relationship Id="rId14" Type="http://schemas.openxmlformats.org/officeDocument/2006/relationships/customXml" Target="../ink/ink152.xml"/><Relationship Id="rId22" Type="http://schemas.openxmlformats.org/officeDocument/2006/relationships/customXml" Target="../ink/ink156.xml"/><Relationship Id="rId27" Type="http://schemas.openxmlformats.org/officeDocument/2006/relationships/image" Target="../media/image234.png"/><Relationship Id="rId30" Type="http://schemas.openxmlformats.org/officeDocument/2006/relationships/customXml" Target="../ink/ink160.xml"/><Relationship Id="rId8" Type="http://schemas.openxmlformats.org/officeDocument/2006/relationships/image" Target="../media/image224.png"/></Relationships>
</file>

<file path=ppt/slides/_rels/slide59.xml.rels><?xml version="1.0" encoding="UTF-8" standalone="yes"?>
<Relationships xmlns="http://schemas.openxmlformats.org/package/2006/relationships"><Relationship Id="rId3" Type="http://schemas.openxmlformats.org/officeDocument/2006/relationships/image" Target="../media/image239.png"/><Relationship Id="rId2" Type="http://schemas.openxmlformats.org/officeDocument/2006/relationships/image" Target="../media/image238.png"/><Relationship Id="rId1" Type="http://schemas.openxmlformats.org/officeDocument/2006/relationships/slideLayout" Target="../slideLayouts/slideLayout35.xml"/></Relationships>
</file>

<file path=ppt/slides/_rels/slide60.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35.xml"/></Relationships>
</file>

<file path=ppt/slides/_rels/slide61.xml.rels><?xml version="1.0" encoding="UTF-8" standalone="yes"?>
<Relationships xmlns="http://schemas.openxmlformats.org/package/2006/relationships"><Relationship Id="rId3" Type="http://schemas.openxmlformats.org/officeDocument/2006/relationships/image" Target="../media/image242.png"/><Relationship Id="rId2" Type="http://schemas.openxmlformats.org/officeDocument/2006/relationships/image" Target="../media/image241.png"/><Relationship Id="rId1" Type="http://schemas.openxmlformats.org/officeDocument/2006/relationships/slideLayout" Target="../slideLayouts/slideLayout35.xml"/><Relationship Id="rId4" Type="http://schemas.openxmlformats.org/officeDocument/2006/relationships/image" Target="../media/image243.png"/></Relationships>
</file>

<file path=ppt/slides/_rels/slide62.xml.rels><?xml version="1.0" encoding="UTF-8" standalone="yes"?>
<Relationships xmlns="http://schemas.openxmlformats.org/package/2006/relationships"><Relationship Id="rId3" Type="http://schemas.openxmlformats.org/officeDocument/2006/relationships/image" Target="../media/image245.png"/><Relationship Id="rId2" Type="http://schemas.openxmlformats.org/officeDocument/2006/relationships/image" Target="../media/image244.png"/><Relationship Id="rId1" Type="http://schemas.openxmlformats.org/officeDocument/2006/relationships/slideLayout" Target="../slideLayouts/slideLayout35.xml"/><Relationship Id="rId4" Type="http://schemas.openxmlformats.org/officeDocument/2006/relationships/image" Target="../media/image246.png"/></Relationships>
</file>

<file path=ppt/slides/_rels/slide63.xml.rels><?xml version="1.0" encoding="UTF-8" standalone="yes"?>
<Relationships xmlns="http://schemas.openxmlformats.org/package/2006/relationships"><Relationship Id="rId3" Type="http://schemas.openxmlformats.org/officeDocument/2006/relationships/customXml" Target="../ink/ink162.xml"/><Relationship Id="rId2" Type="http://schemas.openxmlformats.org/officeDocument/2006/relationships/image" Target="../media/image247.png"/><Relationship Id="rId1" Type="http://schemas.openxmlformats.org/officeDocument/2006/relationships/slideLayout" Target="../slideLayouts/slideLayout35.xml"/><Relationship Id="rId5" Type="http://schemas.openxmlformats.org/officeDocument/2006/relationships/image" Target="../media/image248.png"/><Relationship Id="rId4" Type="http://schemas.openxmlformats.org/officeDocument/2006/relationships/image" Target="../media/image2470.png"/></Relationships>
</file>

<file path=ppt/slides/_rels/slide64.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249.png"/><Relationship Id="rId1" Type="http://schemas.openxmlformats.org/officeDocument/2006/relationships/slideLayout" Target="../slideLayouts/slideLayout35.xml"/></Relationships>
</file>

<file path=ppt/slides/_rels/slide65.xml.rels><?xml version="1.0" encoding="UTF-8" standalone="yes"?>
<Relationships xmlns="http://schemas.openxmlformats.org/package/2006/relationships"><Relationship Id="rId3" Type="http://schemas.openxmlformats.org/officeDocument/2006/relationships/image" Target="../media/image252.png"/><Relationship Id="rId2" Type="http://schemas.openxmlformats.org/officeDocument/2006/relationships/image" Target="../media/image251.png"/><Relationship Id="rId1" Type="http://schemas.openxmlformats.org/officeDocument/2006/relationships/slideLayout" Target="../slideLayouts/slideLayout35.xml"/></Relationships>
</file>

<file path=ppt/slides/_rels/slide66.xml.rels><?xml version="1.0" encoding="UTF-8" standalone="yes"?>
<Relationships xmlns="http://schemas.openxmlformats.org/package/2006/relationships"><Relationship Id="rId2" Type="http://schemas.openxmlformats.org/officeDocument/2006/relationships/image" Target="../media/image253.png"/><Relationship Id="rId1" Type="http://schemas.openxmlformats.org/officeDocument/2006/relationships/slideLayout" Target="../slideLayouts/slideLayout34.xml"/></Relationships>
</file>

<file path=ppt/slides/_rels/slide67.xml.rels><?xml version="1.0" encoding="UTF-8" standalone="yes"?>
<Relationships xmlns="http://schemas.openxmlformats.org/package/2006/relationships"><Relationship Id="rId2" Type="http://schemas.openxmlformats.org/officeDocument/2006/relationships/image" Target="../media/image254.png"/><Relationship Id="rId1" Type="http://schemas.openxmlformats.org/officeDocument/2006/relationships/slideLayout" Target="../slideLayouts/slideLayout35.xml"/></Relationships>
</file>

<file path=ppt/slides/_rels/slide68.xml.rels><?xml version="1.0" encoding="UTF-8" standalone="yes"?>
<Relationships xmlns="http://schemas.openxmlformats.org/package/2006/relationships"><Relationship Id="rId8" Type="http://schemas.openxmlformats.org/officeDocument/2006/relationships/customXml" Target="../ink/ink165.xml"/><Relationship Id="rId3" Type="http://schemas.openxmlformats.org/officeDocument/2006/relationships/image" Target="../media/image256.png"/><Relationship Id="rId7" Type="http://schemas.openxmlformats.org/officeDocument/2006/relationships/image" Target="../media/image258.png"/><Relationship Id="rId2" Type="http://schemas.openxmlformats.org/officeDocument/2006/relationships/image" Target="../media/image255.png"/><Relationship Id="rId1" Type="http://schemas.openxmlformats.org/officeDocument/2006/relationships/slideLayout" Target="../slideLayouts/slideLayout35.xml"/><Relationship Id="rId6" Type="http://schemas.openxmlformats.org/officeDocument/2006/relationships/customXml" Target="../ink/ink164.xml"/><Relationship Id="rId5" Type="http://schemas.openxmlformats.org/officeDocument/2006/relationships/image" Target="../media/image257.png"/><Relationship Id="rId10" Type="http://schemas.openxmlformats.org/officeDocument/2006/relationships/image" Target="../media/image260.png"/><Relationship Id="rId4" Type="http://schemas.openxmlformats.org/officeDocument/2006/relationships/customXml" Target="../ink/ink163.xml"/><Relationship Id="rId9" Type="http://schemas.openxmlformats.org/officeDocument/2006/relationships/image" Target="../media/image259.png"/></Relationships>
</file>

<file path=ppt/slides/_rels/slide69.xml.rels><?xml version="1.0" encoding="UTF-8" standalone="yes"?>
<Relationships xmlns="http://schemas.openxmlformats.org/package/2006/relationships"><Relationship Id="rId2" Type="http://schemas.openxmlformats.org/officeDocument/2006/relationships/image" Target="../media/image261.png"/><Relationship Id="rId1" Type="http://schemas.openxmlformats.org/officeDocument/2006/relationships/slideLayout" Target="../slideLayouts/slideLayout35.xml"/></Relationships>
</file>

<file path=ppt/slides/_rels/slide70.xml.rels><?xml version="1.0" encoding="UTF-8" standalone="yes"?>
<Relationships xmlns="http://schemas.openxmlformats.org/package/2006/relationships"><Relationship Id="rId2" Type="http://schemas.openxmlformats.org/officeDocument/2006/relationships/image" Target="../media/image262.png"/><Relationship Id="rId1" Type="http://schemas.openxmlformats.org/officeDocument/2006/relationships/slideLayout" Target="../slideLayouts/slideLayout35.xml"/></Relationships>
</file>

<file path=ppt/slides/_rels/slide71.xml.rels><?xml version="1.0" encoding="UTF-8" standalone="yes"?>
<Relationships xmlns="http://schemas.openxmlformats.org/package/2006/relationships"><Relationship Id="rId8" Type="http://schemas.openxmlformats.org/officeDocument/2006/relationships/customXml" Target="../ink/ink168.xml"/><Relationship Id="rId3" Type="http://schemas.openxmlformats.org/officeDocument/2006/relationships/image" Target="../media/image264.png"/><Relationship Id="rId7" Type="http://schemas.openxmlformats.org/officeDocument/2006/relationships/image" Target="../media/image266.png"/><Relationship Id="rId2" Type="http://schemas.openxmlformats.org/officeDocument/2006/relationships/image" Target="../media/image263.png"/><Relationship Id="rId1" Type="http://schemas.openxmlformats.org/officeDocument/2006/relationships/slideLayout" Target="../slideLayouts/slideLayout35.xml"/><Relationship Id="rId6" Type="http://schemas.openxmlformats.org/officeDocument/2006/relationships/customXml" Target="../ink/ink167.xml"/><Relationship Id="rId5" Type="http://schemas.openxmlformats.org/officeDocument/2006/relationships/image" Target="../media/image265.png"/><Relationship Id="rId4" Type="http://schemas.openxmlformats.org/officeDocument/2006/relationships/customXml" Target="../ink/ink166.xml"/><Relationship Id="rId9" Type="http://schemas.openxmlformats.org/officeDocument/2006/relationships/image" Target="../media/image267.png"/></Relationships>
</file>

<file path=ppt/slides/_rels/slide72.xml.rels><?xml version="1.0" encoding="UTF-8" standalone="yes"?>
<Relationships xmlns="http://schemas.openxmlformats.org/package/2006/relationships"><Relationship Id="rId3" Type="http://schemas.openxmlformats.org/officeDocument/2006/relationships/image" Target="../media/image246.png"/><Relationship Id="rId2" Type="http://schemas.openxmlformats.org/officeDocument/2006/relationships/image" Target="../media/image268.png"/><Relationship Id="rId1" Type="http://schemas.openxmlformats.org/officeDocument/2006/relationships/slideLayout" Target="../slideLayouts/slideLayout35.xml"/></Relationships>
</file>

<file path=ppt/slides/_rels/slide73.xml.rels><?xml version="1.0" encoding="UTF-8" standalone="yes"?>
<Relationships xmlns="http://schemas.openxmlformats.org/package/2006/relationships"><Relationship Id="rId2" Type="http://schemas.openxmlformats.org/officeDocument/2006/relationships/image" Target="../media/image269.png"/><Relationship Id="rId1" Type="http://schemas.openxmlformats.org/officeDocument/2006/relationships/slideLayout" Target="../slideLayouts/slideLayout35.xml"/></Relationships>
</file>

<file path=ppt/slides/_rels/slide74.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35.xml"/></Relationships>
</file>

<file path=ppt/slides/_rels/slide75.xml.rels><?xml version="1.0" encoding="UTF-8" standalone="yes"?>
<Relationships xmlns="http://schemas.openxmlformats.org/package/2006/relationships"><Relationship Id="rId2" Type="http://schemas.openxmlformats.org/officeDocument/2006/relationships/image" Target="../media/image271.png"/><Relationship Id="rId1" Type="http://schemas.openxmlformats.org/officeDocument/2006/relationships/slideLayout" Target="../slideLayouts/slideLayout35.xml"/></Relationships>
</file>

<file path=ppt/slides/_rels/slide76.xml.rels><?xml version="1.0" encoding="UTF-8" standalone="yes"?>
<Relationships xmlns="http://schemas.openxmlformats.org/package/2006/relationships"><Relationship Id="rId2" Type="http://schemas.openxmlformats.org/officeDocument/2006/relationships/image" Target="../media/image272.png"/><Relationship Id="rId1" Type="http://schemas.openxmlformats.org/officeDocument/2006/relationships/slideLayout" Target="../slideLayouts/slideLayout35.xml"/></Relationships>
</file>

<file path=ppt/slides/_rels/slide77.xml.rels><?xml version="1.0" encoding="UTF-8" standalone="yes"?>
<Relationships xmlns="http://schemas.openxmlformats.org/package/2006/relationships"><Relationship Id="rId2" Type="http://schemas.openxmlformats.org/officeDocument/2006/relationships/image" Target="../media/image273.png"/><Relationship Id="rId1" Type="http://schemas.openxmlformats.org/officeDocument/2006/relationships/slideLayout" Target="../slideLayouts/slideLayout35.xml"/></Relationships>
</file>

<file path=ppt/slides/_rels/slide78.xml.rels><?xml version="1.0" encoding="UTF-8" standalone="yes"?>
<Relationships xmlns="http://schemas.openxmlformats.org/package/2006/relationships"><Relationship Id="rId2" Type="http://schemas.openxmlformats.org/officeDocument/2006/relationships/image" Target="../media/image274.png"/><Relationship Id="rId1" Type="http://schemas.openxmlformats.org/officeDocument/2006/relationships/slideLayout" Target="../slideLayouts/slideLayout35.xml"/></Relationships>
</file>

<file path=ppt/slides/_rels/slide79.xml.rels><?xml version="1.0" encoding="UTF-8" standalone="yes"?>
<Relationships xmlns="http://schemas.openxmlformats.org/package/2006/relationships"><Relationship Id="rId2" Type="http://schemas.openxmlformats.org/officeDocument/2006/relationships/image" Target="../media/image275.png"/><Relationship Id="rId1" Type="http://schemas.openxmlformats.org/officeDocument/2006/relationships/slideLayout" Target="../slideLayouts/slideLayout35.xml"/></Relationships>
</file>

<file path=ppt/slides/_rels/slide80.xml.rels><?xml version="1.0" encoding="UTF-8" standalone="yes"?>
<Relationships xmlns="http://schemas.openxmlformats.org/package/2006/relationships"><Relationship Id="rId2" Type="http://schemas.openxmlformats.org/officeDocument/2006/relationships/image" Target="../media/image276.png"/><Relationship Id="rId1" Type="http://schemas.openxmlformats.org/officeDocument/2006/relationships/slideLayout" Target="../slideLayouts/slideLayout35.xml"/></Relationships>
</file>

<file path=ppt/slides/_rels/slide81.xml.rels><?xml version="1.0" encoding="UTF-8" standalone="yes"?>
<Relationships xmlns="http://schemas.openxmlformats.org/package/2006/relationships"><Relationship Id="rId2" Type="http://schemas.openxmlformats.org/officeDocument/2006/relationships/image" Target="../media/image277.png"/><Relationship Id="rId1" Type="http://schemas.openxmlformats.org/officeDocument/2006/relationships/slideLayout" Target="../slideLayouts/slideLayout35.xml"/></Relationships>
</file>

<file path=ppt/slides/_rels/slide82.xml.rels><?xml version="1.0" encoding="UTF-8" standalone="yes"?>
<Relationships xmlns="http://schemas.openxmlformats.org/package/2006/relationships"><Relationship Id="rId3" Type="http://schemas.openxmlformats.org/officeDocument/2006/relationships/image" Target="../media/image279.png"/><Relationship Id="rId2" Type="http://schemas.openxmlformats.org/officeDocument/2006/relationships/image" Target="../media/image278.png"/><Relationship Id="rId1" Type="http://schemas.openxmlformats.org/officeDocument/2006/relationships/slideLayout" Target="../slideLayouts/slideLayout35.xml"/></Relationships>
</file>

<file path=ppt/slides/_rels/slide83.xml.rels><?xml version="1.0" encoding="UTF-8" standalone="yes"?>
<Relationships xmlns="http://schemas.openxmlformats.org/package/2006/relationships"><Relationship Id="rId3" Type="http://schemas.openxmlformats.org/officeDocument/2006/relationships/image" Target="../media/image281.png"/><Relationship Id="rId2" Type="http://schemas.openxmlformats.org/officeDocument/2006/relationships/image" Target="../media/image280.png"/><Relationship Id="rId1" Type="http://schemas.openxmlformats.org/officeDocument/2006/relationships/slideLayout" Target="../slideLayouts/slideLayout35.xml"/><Relationship Id="rId6" Type="http://schemas.openxmlformats.org/officeDocument/2006/relationships/image" Target="../media/image246.png"/><Relationship Id="rId5" Type="http://schemas.openxmlformats.org/officeDocument/2006/relationships/image" Target="../media/image283.png"/><Relationship Id="rId4" Type="http://schemas.openxmlformats.org/officeDocument/2006/relationships/image" Target="../media/image282.png"/></Relationships>
</file>

<file path=ppt/slides/_rels/slide84.xml.rels><?xml version="1.0" encoding="UTF-8" standalone="yes"?>
<Relationships xmlns="http://schemas.openxmlformats.org/package/2006/relationships"><Relationship Id="rId3" Type="http://schemas.openxmlformats.org/officeDocument/2006/relationships/image" Target="../media/image285.png"/><Relationship Id="rId2" Type="http://schemas.openxmlformats.org/officeDocument/2006/relationships/image" Target="../media/image284.png"/><Relationship Id="rId1" Type="http://schemas.openxmlformats.org/officeDocument/2006/relationships/slideLayout" Target="../slideLayouts/slideLayout35.xml"/></Relationships>
</file>

<file path=ppt/slides/_rels/slide85.xml.rels><?xml version="1.0" encoding="UTF-8" standalone="yes"?>
<Relationships xmlns="http://schemas.openxmlformats.org/package/2006/relationships"><Relationship Id="rId3" Type="http://schemas.openxmlformats.org/officeDocument/2006/relationships/image" Target="../media/image287.png"/><Relationship Id="rId7" Type="http://schemas.openxmlformats.org/officeDocument/2006/relationships/image" Target="../media/image291.png"/><Relationship Id="rId2" Type="http://schemas.openxmlformats.org/officeDocument/2006/relationships/image" Target="../media/image286.png"/><Relationship Id="rId1" Type="http://schemas.openxmlformats.org/officeDocument/2006/relationships/slideLayout" Target="../slideLayouts/slideLayout35.xml"/><Relationship Id="rId6" Type="http://schemas.openxmlformats.org/officeDocument/2006/relationships/image" Target="../media/image290.png"/><Relationship Id="rId5" Type="http://schemas.openxmlformats.org/officeDocument/2006/relationships/image" Target="../media/image289.png"/><Relationship Id="rId4" Type="http://schemas.openxmlformats.org/officeDocument/2006/relationships/image" Target="../media/image28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Now till now we have developed the backend</a:t>
            </a:r>
            <a:endParaRPr lang="en-IN" dirty="0"/>
          </a:p>
        </p:txBody>
      </p:sp>
      <p:sp>
        <p:nvSpPr>
          <p:cNvPr id="3" name="Subtitle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2732323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ShadCnui</a:t>
            </a:r>
            <a:endParaRPr lang="en-IN" dirty="0"/>
          </a:p>
        </p:txBody>
      </p:sp>
      <p:pic>
        <p:nvPicPr>
          <p:cNvPr id="4" name="Content Placeholder 3"/>
          <p:cNvPicPr>
            <a:picLocks noGrp="1" noChangeAspect="1"/>
          </p:cNvPicPr>
          <p:nvPr>
            <p:ph idx="1"/>
          </p:nvPr>
        </p:nvPicPr>
        <p:blipFill>
          <a:blip r:embed="rId2"/>
          <a:stretch>
            <a:fillRect/>
          </a:stretch>
        </p:blipFill>
        <p:spPr>
          <a:xfrm>
            <a:off x="1086304" y="1431741"/>
            <a:ext cx="9685328" cy="4802309"/>
          </a:xfrm>
          <a:prstGeom prst="rect">
            <a:avLst/>
          </a:prstGeom>
        </p:spPr>
      </p:pic>
    </p:spTree>
    <p:extLst>
      <p:ext uri="{BB962C8B-B14F-4D97-AF65-F5344CB8AC3E}">
        <p14:creationId xmlns:p14="http://schemas.microsoft.com/office/powerpoint/2010/main" val="1196821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028765" y="2336164"/>
            <a:ext cx="9150200" cy="1970660"/>
          </a:xfrm>
          <a:prstGeom prst="rect">
            <a:avLst/>
          </a:prstGeom>
        </p:spPr>
      </p:pic>
      <p:pic>
        <p:nvPicPr>
          <p:cNvPr id="4" name="Picture 3"/>
          <p:cNvPicPr>
            <a:picLocks noChangeAspect="1"/>
          </p:cNvPicPr>
          <p:nvPr/>
        </p:nvPicPr>
        <p:blipFill>
          <a:blip r:embed="rId3"/>
          <a:stretch>
            <a:fillRect/>
          </a:stretch>
        </p:blipFill>
        <p:spPr>
          <a:xfrm>
            <a:off x="1277347" y="336655"/>
            <a:ext cx="8653037" cy="1373334"/>
          </a:xfrm>
          <a:prstGeom prst="rect">
            <a:avLst/>
          </a:prstGeom>
        </p:spPr>
      </p:pic>
    </p:spTree>
    <p:extLst>
      <p:ext uri="{BB962C8B-B14F-4D97-AF65-F5344CB8AC3E}">
        <p14:creationId xmlns:p14="http://schemas.microsoft.com/office/powerpoint/2010/main" val="33873481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73856" y="826738"/>
            <a:ext cx="10646690" cy="4833398"/>
          </a:xfrm>
          <a:prstGeom prst="rect">
            <a:avLst/>
          </a:prstGeom>
        </p:spPr>
      </p:pic>
    </p:spTree>
    <p:extLst>
      <p:ext uri="{BB962C8B-B14F-4D97-AF65-F5344CB8AC3E}">
        <p14:creationId xmlns:p14="http://schemas.microsoft.com/office/powerpoint/2010/main" val="3222439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idx="1"/>
          </p:nvPr>
        </p:nvPicPr>
        <p:blipFill>
          <a:blip r:embed="rId2"/>
          <a:stretch>
            <a:fillRect/>
          </a:stretch>
        </p:blipFill>
        <p:spPr>
          <a:xfrm>
            <a:off x="838200" y="1261872"/>
            <a:ext cx="10950861" cy="4702166"/>
          </a:xfrm>
          <a:prstGeom prst="rect">
            <a:avLst/>
          </a:prstGeom>
        </p:spPr>
      </p:pic>
    </p:spTree>
    <p:extLst>
      <p:ext uri="{BB962C8B-B14F-4D97-AF65-F5344CB8AC3E}">
        <p14:creationId xmlns:p14="http://schemas.microsoft.com/office/powerpoint/2010/main" val="1308736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82804" y="857839"/>
            <a:ext cx="10739915" cy="4383464"/>
          </a:xfrm>
          <a:prstGeom prst="rect">
            <a:avLst/>
          </a:prstGeom>
        </p:spPr>
      </p:pic>
    </p:spTree>
    <p:extLst>
      <p:ext uri="{BB962C8B-B14F-4D97-AF65-F5344CB8AC3E}">
        <p14:creationId xmlns:p14="http://schemas.microsoft.com/office/powerpoint/2010/main" val="272256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554736" y="1690688"/>
            <a:ext cx="11238429" cy="4258159"/>
          </a:xfrm>
          <a:prstGeom prst="rect">
            <a:avLst/>
          </a:prstGeom>
        </p:spPr>
      </p:pic>
    </p:spTree>
    <p:extLst>
      <p:ext uri="{BB962C8B-B14F-4D97-AF65-F5344CB8AC3E}">
        <p14:creationId xmlns:p14="http://schemas.microsoft.com/office/powerpoint/2010/main" val="3438350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75692" y="2567380"/>
            <a:ext cx="11640615" cy="3110747"/>
          </a:xfrm>
          <a:prstGeom prst="rect">
            <a:avLst/>
          </a:prstGeom>
        </p:spPr>
      </p:pic>
    </p:spTree>
    <p:extLst>
      <p:ext uri="{BB962C8B-B14F-4D97-AF65-F5344CB8AC3E}">
        <p14:creationId xmlns:p14="http://schemas.microsoft.com/office/powerpoint/2010/main" val="3328357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25288" y="1690688"/>
            <a:ext cx="9003564" cy="4262367"/>
          </a:xfrm>
          <a:prstGeom prst="rect">
            <a:avLst/>
          </a:prstGeom>
        </p:spPr>
      </p:pic>
    </p:spTree>
    <p:extLst>
      <p:ext uri="{BB962C8B-B14F-4D97-AF65-F5344CB8AC3E}">
        <p14:creationId xmlns:p14="http://schemas.microsoft.com/office/powerpoint/2010/main" val="2736639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Now after adding all these…</a:t>
            </a:r>
            <a:endParaRPr lang="en-IN" dirty="0"/>
          </a:p>
        </p:txBody>
      </p:sp>
      <p:sp>
        <p:nvSpPr>
          <p:cNvPr id="3" name="Content Placeholder 2"/>
          <p:cNvSpPr>
            <a:spLocks noGrp="1"/>
          </p:cNvSpPr>
          <p:nvPr>
            <p:ph idx="1"/>
          </p:nvPr>
        </p:nvSpPr>
        <p:spPr/>
        <p:txBody>
          <a:bodyPr/>
          <a:lstStyle/>
          <a:p>
            <a:r>
              <a:rPr lang="en-US" dirty="0"/>
              <a:t>We can start adding components in our project and start using </a:t>
            </a:r>
            <a:r>
              <a:rPr lang="en-US" dirty="0" err="1"/>
              <a:t>shadcn</a:t>
            </a:r>
            <a:r>
              <a:rPr lang="en-US" dirty="0"/>
              <a:t> </a:t>
            </a:r>
            <a:r>
              <a:rPr lang="en-US" dirty="0" err="1"/>
              <a:t>ui</a:t>
            </a:r>
            <a:r>
              <a:rPr lang="en-US" dirty="0"/>
              <a:t> components</a:t>
            </a:r>
            <a:endParaRPr lang="en-IN" dirty="0"/>
          </a:p>
        </p:txBody>
      </p:sp>
    </p:spTree>
    <p:extLst>
      <p:ext uri="{BB962C8B-B14F-4D97-AF65-F5344CB8AC3E}">
        <p14:creationId xmlns:p14="http://schemas.microsoft.com/office/powerpoint/2010/main" val="3171600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button</a:t>
            </a:r>
            <a:endParaRPr lang="en-IN" dirty="0"/>
          </a:p>
        </p:txBody>
      </p:sp>
      <p:pic>
        <p:nvPicPr>
          <p:cNvPr id="4" name="Content Placeholder 3"/>
          <p:cNvPicPr>
            <a:picLocks noGrp="1" noChangeAspect="1"/>
          </p:cNvPicPr>
          <p:nvPr>
            <p:ph idx="1"/>
          </p:nvPr>
        </p:nvPicPr>
        <p:blipFill rotWithShape="1">
          <a:blip r:embed="rId2"/>
          <a:srcRect l="8931" t="40314" r="12450" b="4808"/>
          <a:stretch/>
        </p:blipFill>
        <p:spPr>
          <a:xfrm>
            <a:off x="513872" y="1871088"/>
            <a:ext cx="8961120" cy="1356744"/>
          </a:xfrm>
          <a:prstGeom prst="rect">
            <a:avLst/>
          </a:prstGeom>
        </p:spPr>
      </p:pic>
      <p:pic>
        <p:nvPicPr>
          <p:cNvPr id="5" name="Picture 4"/>
          <p:cNvPicPr>
            <a:picLocks noChangeAspect="1"/>
          </p:cNvPicPr>
          <p:nvPr/>
        </p:nvPicPr>
        <p:blipFill>
          <a:blip r:embed="rId3"/>
          <a:stretch>
            <a:fillRect/>
          </a:stretch>
        </p:blipFill>
        <p:spPr>
          <a:xfrm>
            <a:off x="8355134" y="365125"/>
            <a:ext cx="3559497" cy="6381877"/>
          </a:xfrm>
          <a:prstGeom prst="rect">
            <a:avLst/>
          </a:prstGeom>
        </p:spPr>
      </p:pic>
      <p:cxnSp>
        <p:nvCxnSpPr>
          <p:cNvPr id="7" name="Straight Arrow Connector 6"/>
          <p:cNvCxnSpPr/>
          <p:nvPr/>
        </p:nvCxnSpPr>
        <p:spPr>
          <a:xfrm>
            <a:off x="4261104" y="1027906"/>
            <a:ext cx="4809744" cy="1642142"/>
          </a:xfrm>
          <a:prstGeom prst="straightConnector1">
            <a:avLst/>
          </a:prstGeom>
          <a:ln w="76200">
            <a:tailEnd type="triangle"/>
          </a:ln>
          <a:effectLst>
            <a:glow rad="2286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8638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0184" y="265176"/>
            <a:ext cx="10515600" cy="876872"/>
          </a:xfrm>
        </p:spPr>
        <p:txBody>
          <a:bodyPr/>
          <a:lstStyle/>
          <a:p>
            <a:r>
              <a:rPr lang="en-US" dirty="0"/>
              <a:t>Sample running of localhost:5173</a:t>
            </a:r>
            <a:endParaRPr lang="en-IN" dirty="0"/>
          </a:p>
        </p:txBody>
      </p:sp>
      <p:pic>
        <p:nvPicPr>
          <p:cNvPr id="4" name="Content Placeholder 3"/>
          <p:cNvPicPr>
            <a:picLocks noGrp="1" noChangeAspect="1"/>
          </p:cNvPicPr>
          <p:nvPr>
            <p:ph idx="1"/>
          </p:nvPr>
        </p:nvPicPr>
        <p:blipFill>
          <a:blip r:embed="rId2"/>
          <a:stretch>
            <a:fillRect/>
          </a:stretch>
        </p:blipFill>
        <p:spPr>
          <a:xfrm>
            <a:off x="1202285" y="1234440"/>
            <a:ext cx="8541152" cy="5317427"/>
          </a:xfrm>
          <a:prstGeom prst="rect">
            <a:avLst/>
          </a:prstGeom>
        </p:spPr>
      </p:pic>
    </p:spTree>
    <p:extLst>
      <p:ext uri="{BB962C8B-B14F-4D97-AF65-F5344CB8AC3E}">
        <p14:creationId xmlns:p14="http://schemas.microsoft.com/office/powerpoint/2010/main" val="14708445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949166" y="283464"/>
            <a:ext cx="6289834" cy="739712"/>
          </a:xfrm>
        </p:spPr>
        <p:txBody>
          <a:bodyPr/>
          <a:lstStyle/>
          <a:p>
            <a:r>
              <a:rPr lang="en-US" dirty="0"/>
              <a:t>Testing the button working</a:t>
            </a:r>
            <a:endParaRPr lang="en-IN" dirty="0"/>
          </a:p>
        </p:txBody>
      </p:sp>
      <p:pic>
        <p:nvPicPr>
          <p:cNvPr id="4" name="Content Placeholder 3"/>
          <p:cNvPicPr>
            <a:picLocks noGrp="1" noChangeAspect="1"/>
          </p:cNvPicPr>
          <p:nvPr>
            <p:ph idx="4294967295"/>
          </p:nvPr>
        </p:nvPicPr>
        <p:blipFill rotWithShape="1">
          <a:blip r:embed="rId2"/>
          <a:srcRect b="48034"/>
          <a:stretch/>
        </p:blipFill>
        <p:spPr>
          <a:xfrm>
            <a:off x="7815580" y="1196594"/>
            <a:ext cx="3644900" cy="825500"/>
          </a:xfrm>
          <a:prstGeom prst="rect">
            <a:avLst/>
          </a:prstGeom>
          <a:effectLst>
            <a:glow rad="228600">
              <a:schemeClr val="accent4">
                <a:satMod val="175000"/>
                <a:alpha val="40000"/>
              </a:schemeClr>
            </a:glow>
          </a:effectLst>
        </p:spPr>
      </p:pic>
      <p:pic>
        <p:nvPicPr>
          <p:cNvPr id="7" name="Picture 6"/>
          <p:cNvPicPr>
            <a:picLocks noChangeAspect="1"/>
          </p:cNvPicPr>
          <p:nvPr/>
        </p:nvPicPr>
        <p:blipFill>
          <a:blip r:embed="rId3"/>
          <a:stretch>
            <a:fillRect/>
          </a:stretch>
        </p:blipFill>
        <p:spPr>
          <a:xfrm>
            <a:off x="587638" y="1123442"/>
            <a:ext cx="6651362" cy="5521366"/>
          </a:xfrm>
          <a:prstGeom prst="rect">
            <a:avLst/>
          </a:prstGeom>
        </p:spPr>
      </p:pic>
      <p:sp>
        <p:nvSpPr>
          <p:cNvPr id="8" name="Oval 7"/>
          <p:cNvSpPr/>
          <p:nvPr/>
        </p:nvSpPr>
        <p:spPr>
          <a:xfrm>
            <a:off x="3447288" y="3337560"/>
            <a:ext cx="3054096" cy="502920"/>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p:cNvCxnSpPr/>
          <p:nvPr/>
        </p:nvCxnSpPr>
        <p:spPr>
          <a:xfrm flipV="1">
            <a:off x="6419088" y="2022094"/>
            <a:ext cx="1700784" cy="1566926"/>
          </a:xfrm>
          <a:prstGeom prst="straightConnector1">
            <a:avLst/>
          </a:prstGeom>
          <a:ln w="76200">
            <a:tailEnd type="triangle"/>
          </a:ln>
          <a:effectLst>
            <a:glow rad="1016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4014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287997" y="4044184"/>
            <a:ext cx="7969099" cy="2246887"/>
          </a:xfrm>
          <a:prstGeom prst="rect">
            <a:avLst/>
          </a:prstGeom>
        </p:spPr>
      </p:pic>
      <p:pic>
        <p:nvPicPr>
          <p:cNvPr id="5" name="Picture 4"/>
          <p:cNvPicPr>
            <a:picLocks noChangeAspect="1"/>
          </p:cNvPicPr>
          <p:nvPr/>
        </p:nvPicPr>
        <p:blipFill>
          <a:blip r:embed="rId3"/>
          <a:stretch>
            <a:fillRect/>
          </a:stretch>
        </p:blipFill>
        <p:spPr>
          <a:xfrm>
            <a:off x="3395331" y="416095"/>
            <a:ext cx="4284781" cy="2664484"/>
          </a:xfrm>
          <a:prstGeom prst="rect">
            <a:avLst/>
          </a:prstGeom>
        </p:spPr>
      </p:pic>
      <p:cxnSp>
        <p:nvCxnSpPr>
          <p:cNvPr id="6" name="Straight Arrow Connector 5"/>
          <p:cNvCxnSpPr/>
          <p:nvPr/>
        </p:nvCxnSpPr>
        <p:spPr>
          <a:xfrm flipH="1" flipV="1">
            <a:off x="5614416" y="2286000"/>
            <a:ext cx="2765246" cy="1874520"/>
          </a:xfrm>
          <a:prstGeom prst="straightConnector1">
            <a:avLst/>
          </a:prstGeom>
          <a:ln w="762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flipV="1">
            <a:off x="5537721" y="2706624"/>
            <a:ext cx="2238827" cy="1524000"/>
          </a:xfrm>
          <a:prstGeom prst="straightConnector1">
            <a:avLst/>
          </a:prstGeom>
          <a:ln w="76200">
            <a:solidFill>
              <a:srgbClr val="92D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2497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44262" y="145245"/>
            <a:ext cx="11524650" cy="5896781"/>
          </a:xfrm>
          <a:prstGeom prst="rect">
            <a:avLst/>
          </a:prstGeom>
        </p:spPr>
      </p:pic>
      <p:pic>
        <p:nvPicPr>
          <p:cNvPr id="5" name="Picture 4"/>
          <p:cNvPicPr>
            <a:picLocks noChangeAspect="1"/>
          </p:cNvPicPr>
          <p:nvPr/>
        </p:nvPicPr>
        <p:blipFill rotWithShape="1">
          <a:blip r:embed="rId3"/>
          <a:srcRect l="34076" r="8069"/>
          <a:stretch/>
        </p:blipFill>
        <p:spPr>
          <a:xfrm>
            <a:off x="8312057" y="1215200"/>
            <a:ext cx="3111847" cy="3168813"/>
          </a:xfrm>
          <a:prstGeom prst="rect">
            <a:avLst/>
          </a:prstGeom>
        </p:spPr>
      </p:pic>
    </p:spTree>
    <p:extLst>
      <p:ext uri="{BB962C8B-B14F-4D97-AF65-F5344CB8AC3E}">
        <p14:creationId xmlns:p14="http://schemas.microsoft.com/office/powerpoint/2010/main" val="2892098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634472" cy="2003171"/>
          </a:xfrm>
        </p:spPr>
        <p:txBody>
          <a:bodyPr>
            <a:noAutofit/>
          </a:bodyPr>
          <a:lstStyle/>
          <a:p>
            <a:r>
              <a:rPr lang="en-US" sz="3600" dirty="0"/>
              <a:t>Supports GET, POST, PUT, DELETE, etc.</a:t>
            </a:r>
            <a:br>
              <a:rPr lang="en-US" sz="3600" dirty="0"/>
            </a:br>
            <a:r>
              <a:rPr lang="en-US" sz="3600" dirty="0"/>
              <a:t>Handles JSON automatically.</a:t>
            </a:r>
            <a:br>
              <a:rPr lang="en-US" sz="3600" dirty="0"/>
            </a:br>
            <a:r>
              <a:rPr lang="en-US" sz="3600" dirty="0"/>
              <a:t>Allows setting custom headers and interceptors.</a:t>
            </a:r>
            <a:br>
              <a:rPr lang="en-US" sz="3600" dirty="0"/>
            </a:br>
            <a:r>
              <a:rPr lang="en-US" sz="3600" dirty="0"/>
              <a:t>Works with </a:t>
            </a:r>
            <a:r>
              <a:rPr lang="en-US" sz="3600" dirty="0" err="1"/>
              <a:t>async</a:t>
            </a:r>
            <a:r>
              <a:rPr lang="en-US" sz="3600" dirty="0"/>
              <a:t>/await for cleaner code.</a:t>
            </a:r>
            <a:br>
              <a:rPr lang="en-US" sz="3600" dirty="0"/>
            </a:br>
            <a:endParaRPr lang="en-IN" sz="3600" dirty="0"/>
          </a:p>
        </p:txBody>
      </p:sp>
      <p:pic>
        <p:nvPicPr>
          <p:cNvPr id="4" name="Content Placeholder 3"/>
          <p:cNvPicPr>
            <a:picLocks noGrp="1" noChangeAspect="1"/>
          </p:cNvPicPr>
          <p:nvPr>
            <p:ph idx="1"/>
          </p:nvPr>
        </p:nvPicPr>
        <p:blipFill>
          <a:blip r:embed="rId2"/>
          <a:stretch>
            <a:fillRect/>
          </a:stretch>
        </p:blipFill>
        <p:spPr>
          <a:xfrm>
            <a:off x="1056787" y="2368296"/>
            <a:ext cx="9276410" cy="2822639"/>
          </a:xfrm>
          <a:prstGeom prst="rect">
            <a:avLst/>
          </a:prstGeom>
        </p:spPr>
      </p:pic>
      <p:sp>
        <p:nvSpPr>
          <p:cNvPr id="3" name="TextBox 2"/>
          <p:cNvSpPr txBox="1"/>
          <p:nvPr/>
        </p:nvSpPr>
        <p:spPr>
          <a:xfrm>
            <a:off x="411103" y="5797295"/>
            <a:ext cx="11061569" cy="646331"/>
          </a:xfrm>
          <a:prstGeom prst="rect">
            <a:avLst/>
          </a:prstGeom>
          <a:solidFill>
            <a:srgbClr val="00B0F0"/>
          </a:solidFill>
        </p:spPr>
        <p:txBody>
          <a:bodyPr wrap="square" rtlCol="0">
            <a:spAutoFit/>
          </a:bodyPr>
          <a:lstStyle/>
          <a:p>
            <a:r>
              <a:rPr lang="en-US" dirty="0" err="1">
                <a:solidFill>
                  <a:srgbClr val="FFFF00"/>
                </a:solidFill>
              </a:rPr>
              <a:t>Axios</a:t>
            </a:r>
            <a:r>
              <a:rPr lang="en-US" dirty="0">
                <a:solidFill>
                  <a:srgbClr val="FFFF00"/>
                </a:solidFill>
              </a:rPr>
              <a:t> is a popular JavaScript library used to make HTTP requests from the browser or Node.js.  It supports promises and </a:t>
            </a:r>
            <a:r>
              <a:rPr lang="en-US" dirty="0" err="1">
                <a:solidFill>
                  <a:srgbClr val="FFFF00"/>
                </a:solidFill>
              </a:rPr>
              <a:t>async</a:t>
            </a:r>
            <a:r>
              <a:rPr lang="en-US" dirty="0">
                <a:solidFill>
                  <a:srgbClr val="FFFF00"/>
                </a:solidFill>
              </a:rPr>
              <a:t>/await, making it easy to fetch data from APIs,  send data to servers, and handle responses and errors.</a:t>
            </a:r>
            <a:endParaRPr lang="en-IN" dirty="0">
              <a:solidFill>
                <a:srgbClr val="FFFF00"/>
              </a:solidFill>
            </a:endParaRPr>
          </a:p>
        </p:txBody>
      </p:sp>
      <p:cxnSp>
        <p:nvCxnSpPr>
          <p:cNvPr id="6" name="Straight Arrow Connector 5"/>
          <p:cNvCxnSpPr/>
          <p:nvPr/>
        </p:nvCxnSpPr>
        <p:spPr>
          <a:xfrm>
            <a:off x="8375904" y="2962656"/>
            <a:ext cx="137160" cy="2834639"/>
          </a:xfrm>
          <a:prstGeom prst="straightConnector1">
            <a:avLst/>
          </a:prstGeom>
          <a:ln w="7620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7" name="Oval 6"/>
          <p:cNvSpPr/>
          <p:nvPr/>
        </p:nvSpPr>
        <p:spPr>
          <a:xfrm>
            <a:off x="7351776" y="2606040"/>
            <a:ext cx="1490472" cy="356616"/>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80984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9288" y="719025"/>
            <a:ext cx="2124456" cy="787019"/>
          </a:xfrm>
          <a:solidFill>
            <a:srgbClr val="FFFF00"/>
          </a:solidFill>
          <a:effectLst>
            <a:glow rad="228600">
              <a:schemeClr val="accent1">
                <a:satMod val="175000"/>
                <a:alpha val="40000"/>
              </a:schemeClr>
            </a:glow>
          </a:effectLst>
        </p:spPr>
        <p:txBody>
          <a:bodyPr/>
          <a:lstStyle/>
          <a:p>
            <a:r>
              <a:rPr lang="en-US" dirty="0">
                <a:solidFill>
                  <a:srgbClr val="FF0000"/>
                </a:solidFill>
                <a:effectLst>
                  <a:glow rad="228600">
                    <a:schemeClr val="accent2">
                      <a:satMod val="175000"/>
                      <a:alpha val="40000"/>
                    </a:schemeClr>
                  </a:glow>
                </a:effectLst>
              </a:rPr>
              <a:t>Sonner</a:t>
            </a:r>
            <a:endParaRPr lang="en-IN" dirty="0">
              <a:solidFill>
                <a:srgbClr val="FF0000"/>
              </a:solidFill>
              <a:effectLst>
                <a:glow rad="228600">
                  <a:schemeClr val="accent2">
                    <a:satMod val="175000"/>
                    <a:alpha val="40000"/>
                  </a:schemeClr>
                </a:glow>
              </a:effectLst>
            </a:endParaRPr>
          </a:p>
        </p:txBody>
      </p:sp>
      <p:pic>
        <p:nvPicPr>
          <p:cNvPr id="4" name="Picture 3"/>
          <p:cNvPicPr>
            <a:picLocks noChangeAspect="1"/>
          </p:cNvPicPr>
          <p:nvPr/>
        </p:nvPicPr>
        <p:blipFill>
          <a:blip r:embed="rId2"/>
          <a:stretch>
            <a:fillRect/>
          </a:stretch>
        </p:blipFill>
        <p:spPr>
          <a:xfrm>
            <a:off x="2785872" y="170729"/>
            <a:ext cx="9223997" cy="1883613"/>
          </a:xfrm>
          <a:prstGeom prst="rect">
            <a:avLst/>
          </a:prstGeom>
        </p:spPr>
      </p:pic>
      <p:pic>
        <p:nvPicPr>
          <p:cNvPr id="5" name="Picture 4"/>
          <p:cNvPicPr>
            <a:picLocks noChangeAspect="1"/>
          </p:cNvPicPr>
          <p:nvPr/>
        </p:nvPicPr>
        <p:blipFill>
          <a:blip r:embed="rId3"/>
          <a:stretch>
            <a:fillRect/>
          </a:stretch>
        </p:blipFill>
        <p:spPr>
          <a:xfrm>
            <a:off x="198120" y="2154660"/>
            <a:ext cx="7400544" cy="6239145"/>
          </a:xfrm>
          <a:prstGeom prst="rect">
            <a:avLst/>
          </a:prstGeom>
        </p:spPr>
      </p:pic>
      <p:sp>
        <p:nvSpPr>
          <p:cNvPr id="3" name="TextBox 2"/>
          <p:cNvSpPr txBox="1"/>
          <p:nvPr/>
        </p:nvSpPr>
        <p:spPr>
          <a:xfrm>
            <a:off x="8442343" y="5111516"/>
            <a:ext cx="3294876" cy="923330"/>
          </a:xfrm>
          <a:prstGeom prst="rect">
            <a:avLst/>
          </a:prstGeom>
          <a:noFill/>
        </p:spPr>
        <p:txBody>
          <a:bodyPr wrap="none" rtlCol="0">
            <a:spAutoFit/>
          </a:bodyPr>
          <a:lstStyle/>
          <a:p>
            <a:r>
              <a:rPr lang="en-US" dirty="0">
                <a:ln>
                  <a:solidFill>
                    <a:srgbClr val="92D050"/>
                  </a:solidFill>
                </a:ln>
              </a:rPr>
              <a:t>To make </a:t>
            </a:r>
            <a:r>
              <a:rPr lang="en-US" dirty="0" err="1">
                <a:ln>
                  <a:solidFill>
                    <a:srgbClr val="92D050"/>
                  </a:solidFill>
                </a:ln>
              </a:rPr>
              <a:t>sonner</a:t>
            </a:r>
            <a:r>
              <a:rPr lang="en-US" dirty="0">
                <a:ln>
                  <a:solidFill>
                    <a:srgbClr val="92D050"/>
                  </a:solidFill>
                </a:ln>
              </a:rPr>
              <a:t> work..</a:t>
            </a:r>
          </a:p>
          <a:p>
            <a:r>
              <a:rPr lang="en-US" dirty="0">
                <a:ln>
                  <a:solidFill>
                    <a:srgbClr val="92D050"/>
                  </a:solidFill>
                </a:ln>
              </a:rPr>
              <a:t>We need to attach Toaster in the </a:t>
            </a:r>
          </a:p>
          <a:p>
            <a:r>
              <a:rPr lang="en-US" dirty="0" err="1">
                <a:ln>
                  <a:solidFill>
                    <a:srgbClr val="92D050"/>
                  </a:solidFill>
                </a:ln>
              </a:rPr>
              <a:t>Main.jsx</a:t>
            </a:r>
            <a:endParaRPr lang="en-IN" dirty="0">
              <a:ln>
                <a:solidFill>
                  <a:srgbClr val="92D050"/>
                </a:solidFill>
              </a:ln>
            </a:endParaRPr>
          </a:p>
        </p:txBody>
      </p:sp>
      <p:sp>
        <p:nvSpPr>
          <p:cNvPr id="6" name="Oval 5"/>
          <p:cNvSpPr/>
          <p:nvPr/>
        </p:nvSpPr>
        <p:spPr>
          <a:xfrm>
            <a:off x="3118104" y="4315968"/>
            <a:ext cx="1371600" cy="228600"/>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Arrow Connector 7"/>
          <p:cNvCxnSpPr>
            <a:stCxn id="6" idx="6"/>
            <a:endCxn id="9" idx="1"/>
          </p:cNvCxnSpPr>
          <p:nvPr/>
        </p:nvCxnSpPr>
        <p:spPr>
          <a:xfrm flipV="1">
            <a:off x="4489704" y="2728038"/>
            <a:ext cx="3794760" cy="170223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8284464" y="2404872"/>
            <a:ext cx="2341475" cy="646331"/>
          </a:xfrm>
          <a:prstGeom prst="rect">
            <a:avLst/>
          </a:prstGeom>
          <a:solidFill>
            <a:srgbClr val="FFFF00"/>
          </a:solidFill>
          <a:effectLst>
            <a:glow rad="228600">
              <a:schemeClr val="accent6">
                <a:satMod val="175000"/>
                <a:alpha val="40000"/>
              </a:schemeClr>
            </a:glow>
          </a:effectLst>
        </p:spPr>
        <p:txBody>
          <a:bodyPr wrap="none" rtlCol="0">
            <a:spAutoFit/>
          </a:bodyPr>
          <a:lstStyle/>
          <a:p>
            <a:r>
              <a:rPr lang="en-US" dirty="0"/>
              <a:t>Sonner has a comment</a:t>
            </a:r>
          </a:p>
          <a:p>
            <a:r>
              <a:rPr lang="en-US" dirty="0"/>
              <a:t> called </a:t>
            </a:r>
            <a:r>
              <a:rPr lang="en-US" dirty="0">
                <a:solidFill>
                  <a:srgbClr val="FF0000"/>
                </a:solidFill>
              </a:rPr>
              <a:t>Toaster</a:t>
            </a:r>
            <a:endParaRPr lang="en-IN" dirty="0">
              <a:solidFill>
                <a:srgbClr val="FF0000"/>
              </a:solidFill>
            </a:endParaRPr>
          </a:p>
        </p:txBody>
      </p:sp>
      <p:pic>
        <p:nvPicPr>
          <p:cNvPr id="12" name="Picture 11"/>
          <p:cNvPicPr>
            <a:picLocks noChangeAspect="1"/>
          </p:cNvPicPr>
          <p:nvPr/>
        </p:nvPicPr>
        <p:blipFill rotWithShape="1">
          <a:blip r:embed="rId4"/>
          <a:srcRect l="64425" t="89492" r="1386" b="869"/>
          <a:stretch/>
        </p:blipFill>
        <p:spPr>
          <a:xfrm>
            <a:off x="7786120" y="3649022"/>
            <a:ext cx="4317477" cy="895546"/>
          </a:xfrm>
          <a:prstGeom prst="rect">
            <a:avLst/>
          </a:prstGeom>
          <a:effectLst>
            <a:glow rad="139700">
              <a:schemeClr val="accent2">
                <a:satMod val="175000"/>
                <a:alpha val="40000"/>
              </a:schemeClr>
            </a:glow>
          </a:effectLst>
        </p:spPr>
      </p:pic>
      <p:cxnSp>
        <p:nvCxnSpPr>
          <p:cNvPr id="14" name="Straight Arrow Connector 13"/>
          <p:cNvCxnSpPr/>
          <p:nvPr/>
        </p:nvCxnSpPr>
        <p:spPr>
          <a:xfrm flipH="1">
            <a:off x="9494514" y="2944368"/>
            <a:ext cx="79254" cy="704654"/>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4416552" y="4544568"/>
            <a:ext cx="4025791" cy="86868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306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 name="Content Placeholder 4"/>
          <p:cNvPicPr>
            <a:picLocks noGrp="1" noChangeAspect="1"/>
          </p:cNvPicPr>
          <p:nvPr>
            <p:ph idx="1"/>
          </p:nvPr>
        </p:nvPicPr>
        <p:blipFill>
          <a:blip r:embed="rId2"/>
          <a:stretch>
            <a:fillRect/>
          </a:stretch>
        </p:blipFill>
        <p:spPr>
          <a:xfrm>
            <a:off x="2551255" y="591184"/>
            <a:ext cx="4200366" cy="5755047"/>
          </a:xfrm>
          <a:prstGeom prst="rect">
            <a:avLst/>
          </a:prstGeom>
        </p:spPr>
      </p:pic>
      <p:pic>
        <p:nvPicPr>
          <p:cNvPr id="4" name="Picture 3"/>
          <p:cNvPicPr>
            <a:picLocks noChangeAspect="1"/>
          </p:cNvPicPr>
          <p:nvPr/>
        </p:nvPicPr>
        <p:blipFill>
          <a:blip r:embed="rId3"/>
          <a:stretch>
            <a:fillRect/>
          </a:stretch>
        </p:blipFill>
        <p:spPr>
          <a:xfrm>
            <a:off x="7667394" y="821102"/>
            <a:ext cx="4026107" cy="5264421"/>
          </a:xfrm>
          <a:prstGeom prst="rect">
            <a:avLst/>
          </a:prstGeom>
        </p:spPr>
      </p:pic>
    </p:spTree>
    <p:extLst>
      <p:ext uri="{BB962C8B-B14F-4D97-AF65-F5344CB8AC3E}">
        <p14:creationId xmlns:p14="http://schemas.microsoft.com/office/powerpoint/2010/main" val="11648695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45234" y="301117"/>
            <a:ext cx="8323278" cy="6123931"/>
          </a:xfrm>
          <a:prstGeom prst="rect">
            <a:avLst/>
          </a:prstGeom>
        </p:spPr>
      </p:pic>
      <p:pic>
        <p:nvPicPr>
          <p:cNvPr id="5" name="Picture 4"/>
          <p:cNvPicPr>
            <a:picLocks noChangeAspect="1"/>
          </p:cNvPicPr>
          <p:nvPr/>
        </p:nvPicPr>
        <p:blipFill>
          <a:blip r:embed="rId3"/>
          <a:stretch>
            <a:fillRect/>
          </a:stretch>
        </p:blipFill>
        <p:spPr>
          <a:xfrm>
            <a:off x="4310008" y="1209496"/>
            <a:ext cx="6580515" cy="2896160"/>
          </a:xfrm>
          <a:prstGeom prst="rect">
            <a:avLst/>
          </a:prstGeom>
        </p:spPr>
      </p:pic>
      <p:sp>
        <p:nvSpPr>
          <p:cNvPr id="6" name="Oval 5"/>
          <p:cNvSpPr/>
          <p:nvPr/>
        </p:nvSpPr>
        <p:spPr>
          <a:xfrm>
            <a:off x="5358384" y="5733288"/>
            <a:ext cx="3310128" cy="627752"/>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Arrow Connector 7"/>
          <p:cNvCxnSpPr/>
          <p:nvPr/>
        </p:nvCxnSpPr>
        <p:spPr>
          <a:xfrm flipH="1" flipV="1">
            <a:off x="7360920" y="4105656"/>
            <a:ext cx="109728" cy="1755648"/>
          </a:xfrm>
          <a:prstGeom prst="straightConnector1">
            <a:avLst/>
          </a:prstGeom>
          <a:ln w="76200">
            <a:solidFill>
              <a:srgbClr val="FF0000"/>
            </a:solidFill>
            <a:tailEnd type="triangle"/>
          </a:ln>
          <a:effectLst>
            <a:glow rad="1397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4310008" y="1209496"/>
            <a:ext cx="6580515" cy="2896160"/>
          </a:xfrm>
          <a:prstGeom prst="rect">
            <a:avLst/>
          </a:prstGeom>
          <a:noFill/>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253439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Now we are implementing </a:t>
            </a:r>
            <a:r>
              <a:rPr lang="en-US" dirty="0">
                <a:solidFill>
                  <a:srgbClr val="FF0000"/>
                </a:solidFill>
              </a:rPr>
              <a:t>react router </a:t>
            </a:r>
            <a:r>
              <a:rPr lang="en-US" dirty="0" err="1">
                <a:solidFill>
                  <a:srgbClr val="FF0000"/>
                </a:solidFill>
              </a:rPr>
              <a:t>dom</a:t>
            </a:r>
            <a:endParaRPr lang="en-IN" dirty="0">
              <a:solidFill>
                <a:srgbClr val="FF0000"/>
              </a:solidFill>
            </a:endParaRPr>
          </a:p>
        </p:txBody>
      </p:sp>
      <p:sp>
        <p:nvSpPr>
          <p:cNvPr id="3" name="Content Placeholder 2"/>
          <p:cNvSpPr>
            <a:spLocks noGrp="1"/>
          </p:cNvSpPr>
          <p:nvPr>
            <p:ph idx="1"/>
          </p:nvPr>
        </p:nvSpPr>
        <p:spPr/>
        <p:txBody>
          <a:bodyPr/>
          <a:lstStyle/>
          <a:p>
            <a:r>
              <a:rPr lang="en-US" dirty="0"/>
              <a:t>React router </a:t>
            </a:r>
            <a:r>
              <a:rPr lang="en-US" dirty="0" err="1"/>
              <a:t>dom</a:t>
            </a:r>
            <a:r>
              <a:rPr lang="en-US" dirty="0"/>
              <a:t> is simply used when we are implementing</a:t>
            </a:r>
          </a:p>
          <a:p>
            <a:r>
              <a:rPr lang="en-US" dirty="0"/>
              <a:t>Going from one page to anther in our project </a:t>
            </a:r>
            <a:endParaRPr lang="en-IN" dirty="0"/>
          </a:p>
        </p:txBody>
      </p:sp>
      <p:pic>
        <p:nvPicPr>
          <p:cNvPr id="4" name="Picture 3"/>
          <p:cNvPicPr>
            <a:picLocks noChangeAspect="1"/>
          </p:cNvPicPr>
          <p:nvPr/>
        </p:nvPicPr>
        <p:blipFill>
          <a:blip r:embed="rId2"/>
          <a:stretch>
            <a:fillRect/>
          </a:stretch>
        </p:blipFill>
        <p:spPr>
          <a:xfrm>
            <a:off x="4561856" y="3264107"/>
            <a:ext cx="7235846" cy="3047793"/>
          </a:xfrm>
          <a:prstGeom prst="rect">
            <a:avLst/>
          </a:prstGeom>
        </p:spPr>
      </p:pic>
      <p:sp>
        <p:nvSpPr>
          <p:cNvPr id="5" name="Oval 4"/>
          <p:cNvSpPr/>
          <p:nvPr/>
        </p:nvSpPr>
        <p:spPr>
          <a:xfrm>
            <a:off x="9079992" y="3426777"/>
            <a:ext cx="2377440" cy="466344"/>
          </a:xfrm>
          <a:prstGeom prst="ellipse">
            <a:avLst/>
          </a:prstGeom>
          <a:noFill/>
          <a:ln>
            <a:solidFill>
              <a:srgbClr val="FFFF00"/>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p:cNvCxnSpPr/>
          <p:nvPr/>
        </p:nvCxnSpPr>
        <p:spPr>
          <a:xfrm flipH="1" flipV="1">
            <a:off x="9939528" y="1298448"/>
            <a:ext cx="712680" cy="212833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47373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Dialog – </a:t>
            </a:r>
            <a:r>
              <a:rPr lang="en-US" dirty="0" err="1"/>
              <a:t>shadcn</a:t>
            </a:r>
            <a:r>
              <a:rPr lang="en-US" dirty="0"/>
              <a:t> </a:t>
            </a:r>
            <a:r>
              <a:rPr lang="en-US" dirty="0" err="1"/>
              <a:t>ui</a:t>
            </a:r>
            <a:r>
              <a:rPr lang="en-US" dirty="0"/>
              <a:t> component</a:t>
            </a:r>
            <a:endParaRPr lang="en-IN" dirty="0"/>
          </a:p>
        </p:txBody>
      </p:sp>
      <p:pic>
        <p:nvPicPr>
          <p:cNvPr id="4" name="Content Placeholder 3"/>
          <p:cNvPicPr>
            <a:picLocks noGrp="1" noChangeAspect="1"/>
          </p:cNvPicPr>
          <p:nvPr>
            <p:ph idx="1"/>
          </p:nvPr>
        </p:nvPicPr>
        <p:blipFill>
          <a:blip r:embed="rId2"/>
          <a:stretch>
            <a:fillRect/>
          </a:stretch>
        </p:blipFill>
        <p:spPr>
          <a:xfrm>
            <a:off x="653136" y="1755648"/>
            <a:ext cx="9150570" cy="2435551"/>
          </a:xfrm>
          <a:prstGeom prst="rect">
            <a:avLst/>
          </a:prstGeom>
        </p:spPr>
      </p:pic>
      <p:pic>
        <p:nvPicPr>
          <p:cNvPr id="5" name="Picture 4"/>
          <p:cNvPicPr>
            <a:picLocks noChangeAspect="1"/>
          </p:cNvPicPr>
          <p:nvPr/>
        </p:nvPicPr>
        <p:blipFill>
          <a:blip r:embed="rId3"/>
          <a:stretch>
            <a:fillRect/>
          </a:stretch>
        </p:blipFill>
        <p:spPr>
          <a:xfrm>
            <a:off x="1457808" y="4481287"/>
            <a:ext cx="6424320" cy="1810883"/>
          </a:xfrm>
          <a:prstGeom prst="rect">
            <a:avLst/>
          </a:prstGeom>
        </p:spPr>
      </p:pic>
    </p:spTree>
    <p:extLst>
      <p:ext uri="{BB962C8B-B14F-4D97-AF65-F5344CB8AC3E}">
        <p14:creationId xmlns:p14="http://schemas.microsoft.com/office/powerpoint/2010/main" val="15354492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29182" y="1690688"/>
            <a:ext cx="9969043" cy="5015675"/>
          </a:xfrm>
          <a:prstGeom prst="rect">
            <a:avLst/>
          </a:prstGeom>
        </p:spPr>
      </p:pic>
      <p:sp>
        <p:nvSpPr>
          <p:cNvPr id="5" name="Rectangle 1"/>
          <p:cNvSpPr>
            <a:spLocks noGrp="1" noChangeArrowheads="1"/>
          </p:cNvSpPr>
          <p:nvPr>
            <p:ph type="title"/>
          </p:nvPr>
        </p:nvSpPr>
        <p:spPr bwMode="auto">
          <a:prstGeom prst="rect">
            <a:avLst/>
          </a:prstGeom>
          <a:solidFill>
            <a:srgbClr val="2429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E1E4E8"/>
                </a:solidFill>
                <a:effectLst/>
                <a:latin typeface="Arial Unicode MS"/>
              </a:rPr>
              <a:t>import { FaHeart } from "react-icons/fa";</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928726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React has a problem of state management</a:t>
            </a:r>
            <a:endParaRPr lang="en-IN" dirty="0"/>
          </a:p>
        </p:txBody>
      </p:sp>
      <p:sp>
        <p:nvSpPr>
          <p:cNvPr id="3" name="Content Placeholder 2"/>
          <p:cNvSpPr>
            <a:spLocks noGrp="1"/>
          </p:cNvSpPr>
          <p:nvPr>
            <p:ph idx="1"/>
          </p:nvPr>
        </p:nvSpPr>
        <p:spPr/>
        <p:txBody>
          <a:bodyPr/>
          <a:lstStyle/>
          <a:p>
            <a:r>
              <a:rPr lang="en-US" dirty="0"/>
              <a:t>So for that ..we are using </a:t>
            </a:r>
            <a:r>
              <a:rPr lang="en-US" dirty="0" err="1"/>
              <a:t>redux</a:t>
            </a:r>
            <a:r>
              <a:rPr lang="en-US" dirty="0"/>
              <a:t>– </a:t>
            </a:r>
            <a:r>
              <a:rPr lang="en-US" dirty="0" err="1"/>
              <a:t>redux</a:t>
            </a:r>
            <a:r>
              <a:rPr lang="en-US" dirty="0"/>
              <a:t> is used for global storage </a:t>
            </a:r>
            <a:endParaRPr lang="en-IN" dirty="0"/>
          </a:p>
        </p:txBody>
      </p:sp>
      <p:pic>
        <p:nvPicPr>
          <p:cNvPr id="4" name="Picture 3"/>
          <p:cNvPicPr>
            <a:picLocks noChangeAspect="1"/>
          </p:cNvPicPr>
          <p:nvPr/>
        </p:nvPicPr>
        <p:blipFill>
          <a:blip r:embed="rId2"/>
          <a:stretch>
            <a:fillRect/>
          </a:stretch>
        </p:blipFill>
        <p:spPr>
          <a:xfrm>
            <a:off x="667251" y="3119471"/>
            <a:ext cx="10106034" cy="2238913"/>
          </a:xfrm>
          <a:prstGeom prst="rect">
            <a:avLst/>
          </a:prstGeom>
        </p:spPr>
      </p:pic>
    </p:spTree>
    <p:extLst>
      <p:ext uri="{BB962C8B-B14F-4D97-AF65-F5344CB8AC3E}">
        <p14:creationId xmlns:p14="http://schemas.microsoft.com/office/powerpoint/2010/main" val="29693726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122438" y="1672400"/>
            <a:ext cx="6354049" cy="3634849"/>
          </a:xfrm>
          <a:prstGeom prst="rect">
            <a:avLst/>
          </a:prstGeom>
        </p:spPr>
      </p:pic>
    </p:spTree>
    <p:extLst>
      <p:ext uri="{BB962C8B-B14F-4D97-AF65-F5344CB8AC3E}">
        <p14:creationId xmlns:p14="http://schemas.microsoft.com/office/powerpoint/2010/main" val="28427511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Redux</a:t>
            </a:r>
            <a:r>
              <a:rPr lang="en-US" dirty="0"/>
              <a:t> persist</a:t>
            </a:r>
            <a:endParaRPr lang="en-IN" dirty="0"/>
          </a:p>
        </p:txBody>
      </p:sp>
      <p:pic>
        <p:nvPicPr>
          <p:cNvPr id="4" name="Content Placeholder 3"/>
          <p:cNvPicPr>
            <a:picLocks noGrp="1" noChangeAspect="1"/>
          </p:cNvPicPr>
          <p:nvPr>
            <p:ph idx="1"/>
          </p:nvPr>
        </p:nvPicPr>
        <p:blipFill>
          <a:blip r:embed="rId2"/>
          <a:stretch>
            <a:fillRect/>
          </a:stretch>
        </p:blipFill>
        <p:spPr>
          <a:xfrm>
            <a:off x="1020661" y="2468880"/>
            <a:ext cx="8974986" cy="2464497"/>
          </a:xfrm>
          <a:prstGeom prst="rect">
            <a:avLst/>
          </a:prstGeom>
        </p:spPr>
      </p:pic>
    </p:spTree>
    <p:extLst>
      <p:ext uri="{BB962C8B-B14F-4D97-AF65-F5344CB8AC3E}">
        <p14:creationId xmlns:p14="http://schemas.microsoft.com/office/powerpoint/2010/main" val="42271918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TextArea</a:t>
            </a:r>
            <a:r>
              <a:rPr lang="en-US" dirty="0"/>
              <a:t> -- </a:t>
            </a:r>
            <a:r>
              <a:rPr lang="en-US" dirty="0" err="1"/>
              <a:t>ShadCnui</a:t>
            </a:r>
            <a:endParaRPr lang="en-IN" dirty="0"/>
          </a:p>
        </p:txBody>
      </p:sp>
      <p:pic>
        <p:nvPicPr>
          <p:cNvPr id="4" name="Content Placeholder 3"/>
          <p:cNvPicPr>
            <a:picLocks noGrp="1" noChangeAspect="1"/>
          </p:cNvPicPr>
          <p:nvPr>
            <p:ph idx="1"/>
          </p:nvPr>
        </p:nvPicPr>
        <p:blipFill>
          <a:blip r:embed="rId2"/>
          <a:stretch>
            <a:fillRect/>
          </a:stretch>
        </p:blipFill>
        <p:spPr>
          <a:xfrm>
            <a:off x="1137140" y="1818337"/>
            <a:ext cx="7970284" cy="4430938"/>
          </a:xfrm>
          <a:prstGeom prst="rect">
            <a:avLst/>
          </a:prstGeom>
        </p:spPr>
      </p:pic>
    </p:spTree>
    <p:extLst>
      <p:ext uri="{BB962C8B-B14F-4D97-AF65-F5344CB8AC3E}">
        <p14:creationId xmlns:p14="http://schemas.microsoft.com/office/powerpoint/2010/main" val="23460473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4736" y="163957"/>
            <a:ext cx="2599944" cy="649859"/>
          </a:xfrm>
        </p:spPr>
        <p:txBody>
          <a:bodyPr>
            <a:normAutofit fontScale="90000"/>
          </a:bodyPr>
          <a:lstStyle/>
          <a:p>
            <a:r>
              <a:rPr lang="en-US" dirty="0" err="1">
                <a:solidFill>
                  <a:srgbClr val="FF0000"/>
                </a:solidFill>
              </a:rPr>
              <a:t>Signup.jsx</a:t>
            </a:r>
            <a:endParaRPr lang="en-IN" dirty="0">
              <a:solidFill>
                <a:srgbClr val="FF0000"/>
              </a:solidFill>
            </a:endParaRPr>
          </a:p>
        </p:txBody>
      </p:sp>
      <p:pic>
        <p:nvPicPr>
          <p:cNvPr id="4" name="Picture 3"/>
          <p:cNvPicPr>
            <a:picLocks noChangeAspect="1"/>
          </p:cNvPicPr>
          <p:nvPr/>
        </p:nvPicPr>
        <p:blipFill>
          <a:blip r:embed="rId2"/>
          <a:stretch>
            <a:fillRect/>
          </a:stretch>
        </p:blipFill>
        <p:spPr>
          <a:xfrm>
            <a:off x="1247567" y="1191507"/>
            <a:ext cx="3149762" cy="5188217"/>
          </a:xfrm>
          <a:prstGeom prst="rect">
            <a:avLst/>
          </a:prstGeom>
          <a:ln>
            <a:solidFill>
              <a:srgbClr val="FFFF00"/>
            </a:solidFill>
          </a:ln>
          <a:effectLst>
            <a:glow rad="228600">
              <a:schemeClr val="accent2">
                <a:satMod val="175000"/>
                <a:alpha val="40000"/>
              </a:schemeClr>
            </a:glow>
          </a:effectLst>
        </p:spPr>
      </p:pic>
      <p:cxnSp>
        <p:nvCxnSpPr>
          <p:cNvPr id="6" name="Straight Arrow Connector 5"/>
          <p:cNvCxnSpPr/>
          <p:nvPr/>
        </p:nvCxnSpPr>
        <p:spPr>
          <a:xfrm flipV="1">
            <a:off x="3584448" y="2816352"/>
            <a:ext cx="4370832" cy="3008376"/>
          </a:xfrm>
          <a:prstGeom prst="straightConnector1">
            <a:avLst/>
          </a:prstGeom>
          <a:ln w="76200">
            <a:solidFill>
              <a:srgbClr val="FFFF00"/>
            </a:solidFill>
            <a:tailEnd type="triangle"/>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rotWithShape="1">
          <a:blip r:embed="rId3"/>
          <a:srcRect l="6966" r="15050"/>
          <a:stretch/>
        </p:blipFill>
        <p:spPr>
          <a:xfrm>
            <a:off x="7607808" y="1040636"/>
            <a:ext cx="3127248" cy="5339088"/>
          </a:xfrm>
          <a:prstGeom prst="rect">
            <a:avLst/>
          </a:prstGeom>
          <a:effectLst>
            <a:glow rad="228600">
              <a:schemeClr val="accent3">
                <a:satMod val="175000"/>
                <a:alpha val="40000"/>
              </a:schemeClr>
            </a:glow>
          </a:effectLst>
        </p:spPr>
      </p:pic>
      <p:cxnSp>
        <p:nvCxnSpPr>
          <p:cNvPr id="10" name="Straight Arrow Connector 9"/>
          <p:cNvCxnSpPr/>
          <p:nvPr/>
        </p:nvCxnSpPr>
        <p:spPr>
          <a:xfrm flipH="1" flipV="1">
            <a:off x="3813048" y="2816352"/>
            <a:ext cx="6099048" cy="2889504"/>
          </a:xfrm>
          <a:prstGeom prst="straightConnector1">
            <a:avLst/>
          </a:prstGeom>
          <a:ln w="762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2989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Now implementing socket </a:t>
            </a:r>
            <a:r>
              <a:rPr lang="en-US" dirty="0" err="1"/>
              <a:t>io</a:t>
            </a:r>
            <a:r>
              <a:rPr lang="en-US" dirty="0"/>
              <a:t> </a:t>
            </a:r>
            <a:endParaRPr lang="en-IN" dirty="0"/>
          </a:p>
        </p:txBody>
      </p:sp>
      <p:pic>
        <p:nvPicPr>
          <p:cNvPr id="4" name="Content Placeholder 3"/>
          <p:cNvPicPr>
            <a:picLocks noGrp="1" noChangeAspect="1"/>
          </p:cNvPicPr>
          <p:nvPr>
            <p:ph idx="1"/>
          </p:nvPr>
        </p:nvPicPr>
        <p:blipFill rotWithShape="1">
          <a:blip r:embed="rId2"/>
          <a:srcRect t="19199" r="39830"/>
          <a:stretch/>
        </p:blipFill>
        <p:spPr>
          <a:xfrm>
            <a:off x="1297401" y="2843783"/>
            <a:ext cx="7051071" cy="1905123"/>
          </a:xfrm>
          <a:prstGeom prst="rect">
            <a:avLst/>
          </a:prstGeom>
        </p:spPr>
      </p:pic>
    </p:spTree>
    <p:extLst>
      <p:ext uri="{BB962C8B-B14F-4D97-AF65-F5344CB8AC3E}">
        <p14:creationId xmlns:p14="http://schemas.microsoft.com/office/powerpoint/2010/main" val="14567138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7572" y="59806"/>
            <a:ext cx="10515600" cy="1325563"/>
          </a:xfrm>
        </p:spPr>
        <p:txBody>
          <a:bodyPr/>
          <a:lstStyle/>
          <a:p>
            <a:r>
              <a:rPr lang="en-IN" dirty="0"/>
              <a:t>Now we have installed the socket io for the good work….</a:t>
            </a:r>
          </a:p>
        </p:txBody>
      </p:sp>
      <p:pic>
        <p:nvPicPr>
          <p:cNvPr id="4" name="Content Placeholder 3"/>
          <p:cNvPicPr>
            <a:picLocks noGrp="1" noChangeAspect="1"/>
          </p:cNvPicPr>
          <p:nvPr>
            <p:ph idx="1"/>
          </p:nvPr>
        </p:nvPicPr>
        <p:blipFill>
          <a:blip r:embed="rId2"/>
          <a:stretch>
            <a:fillRect/>
          </a:stretch>
        </p:blipFill>
        <p:spPr>
          <a:xfrm>
            <a:off x="1637475" y="1441019"/>
            <a:ext cx="7977412" cy="2390582"/>
          </a:xfrm>
          <a:prstGeom prst="rect">
            <a:avLst/>
          </a:prstGeom>
        </p:spPr>
      </p:pic>
      <p:pic>
        <p:nvPicPr>
          <p:cNvPr id="5" name="Picture 4"/>
          <p:cNvPicPr>
            <a:picLocks noChangeAspect="1"/>
          </p:cNvPicPr>
          <p:nvPr/>
        </p:nvPicPr>
        <p:blipFill>
          <a:blip r:embed="rId3"/>
          <a:stretch>
            <a:fillRect/>
          </a:stretch>
        </p:blipFill>
        <p:spPr>
          <a:xfrm>
            <a:off x="206072" y="3942901"/>
            <a:ext cx="11779855" cy="2648086"/>
          </a:xfrm>
          <a:prstGeom prst="rect">
            <a:avLst/>
          </a:prstGeom>
          <a:effectLst>
            <a:glow rad="228600">
              <a:schemeClr val="accent6">
                <a:satMod val="175000"/>
                <a:alpha val="40000"/>
              </a:schemeClr>
            </a:glow>
          </a:effectLst>
        </p:spPr>
      </p:pic>
    </p:spTree>
    <p:extLst>
      <p:ext uri="{BB962C8B-B14F-4D97-AF65-F5344CB8AC3E}">
        <p14:creationId xmlns:p14="http://schemas.microsoft.com/office/powerpoint/2010/main" val="22894135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79506" y="310896"/>
            <a:ext cx="7113242" cy="2464128"/>
          </a:xfrm>
          <a:prstGeom prst="rect">
            <a:avLst/>
          </a:prstGeom>
        </p:spPr>
      </p:pic>
      <p:pic>
        <p:nvPicPr>
          <p:cNvPr id="5" name="Picture 4"/>
          <p:cNvPicPr>
            <a:picLocks noChangeAspect="1"/>
          </p:cNvPicPr>
          <p:nvPr/>
        </p:nvPicPr>
        <p:blipFill>
          <a:blip r:embed="rId3"/>
          <a:stretch>
            <a:fillRect/>
          </a:stretch>
        </p:blipFill>
        <p:spPr>
          <a:xfrm>
            <a:off x="1625487" y="3389607"/>
            <a:ext cx="7915082" cy="2553993"/>
          </a:xfrm>
          <a:prstGeom prst="rect">
            <a:avLst/>
          </a:prstGeom>
        </p:spPr>
      </p:pic>
    </p:spTree>
    <p:extLst>
      <p:ext uri="{BB962C8B-B14F-4D97-AF65-F5344CB8AC3E}">
        <p14:creationId xmlns:p14="http://schemas.microsoft.com/office/powerpoint/2010/main" val="27466456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2526792" cy="503555"/>
          </a:xfrm>
          <a:solidFill>
            <a:srgbClr val="FFFF00"/>
          </a:solidFill>
        </p:spPr>
        <p:txBody>
          <a:bodyPr>
            <a:normAutofit fontScale="90000"/>
          </a:bodyPr>
          <a:lstStyle/>
          <a:p>
            <a:r>
              <a:rPr lang="en-US" dirty="0"/>
              <a:t>Login page</a:t>
            </a:r>
            <a:endParaRPr lang="en-IN" dirty="0"/>
          </a:p>
        </p:txBody>
      </p:sp>
      <p:pic>
        <p:nvPicPr>
          <p:cNvPr id="4" name="Picture 3"/>
          <p:cNvPicPr>
            <a:picLocks noChangeAspect="1"/>
          </p:cNvPicPr>
          <p:nvPr/>
        </p:nvPicPr>
        <p:blipFill>
          <a:blip r:embed="rId2"/>
          <a:srcRect b="29830"/>
          <a:stretch>
            <a:fillRect/>
          </a:stretch>
        </p:blipFill>
        <p:spPr>
          <a:xfrm>
            <a:off x="0" y="717522"/>
            <a:ext cx="5104737" cy="1525305"/>
          </a:xfrm>
          <a:prstGeom prst="rect">
            <a:avLst/>
          </a:prstGeom>
        </p:spPr>
      </p:pic>
      <p:sp>
        <p:nvSpPr>
          <p:cNvPr id="22" name="Oval 21">
            <a:extLst>
              <a:ext uri="{FF2B5EF4-FFF2-40B4-BE49-F238E27FC236}">
                <a16:creationId xmlns:a16="http://schemas.microsoft.com/office/drawing/2014/main" id="{30C3DE28-C4F9-BD97-FF7D-2E731E3CA58E}"/>
              </a:ext>
            </a:extLst>
          </p:cNvPr>
          <p:cNvSpPr/>
          <p:nvPr/>
        </p:nvSpPr>
        <p:spPr>
          <a:xfrm>
            <a:off x="1" y="717522"/>
            <a:ext cx="5374158" cy="227894"/>
          </a:xfrm>
          <a:prstGeom prst="ellipse">
            <a:avLst/>
          </a:prstGeom>
          <a:noFill/>
          <a:ln>
            <a:solidFill>
              <a:srgbClr val="FFFF00"/>
            </a:solidFill>
          </a:ln>
          <a:effectLst>
            <a:glow rad="1397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40E04F52-C62C-1927-5015-FF3B6AC02C8E}"/>
              </a:ext>
            </a:extLst>
          </p:cNvPr>
          <p:cNvPicPr>
            <a:picLocks noChangeAspect="1"/>
          </p:cNvPicPr>
          <p:nvPr/>
        </p:nvPicPr>
        <p:blipFill>
          <a:blip r:embed="rId3"/>
          <a:srcRect l="12061" r="17653"/>
          <a:stretch>
            <a:fillRect/>
          </a:stretch>
        </p:blipFill>
        <p:spPr>
          <a:xfrm>
            <a:off x="9304867" y="1143995"/>
            <a:ext cx="2776258" cy="4953255"/>
          </a:xfrm>
          <a:prstGeom prst="rect">
            <a:avLst/>
          </a:prstGeom>
          <a:effectLst>
            <a:glow rad="228600">
              <a:schemeClr val="accent5">
                <a:satMod val="175000"/>
                <a:alpha val="40000"/>
              </a:schemeClr>
            </a:glow>
          </a:effectLst>
        </p:spPr>
      </p:pic>
      <p:sp>
        <p:nvSpPr>
          <p:cNvPr id="28" name="TextBox 27">
            <a:extLst>
              <a:ext uri="{FF2B5EF4-FFF2-40B4-BE49-F238E27FC236}">
                <a16:creationId xmlns:a16="http://schemas.microsoft.com/office/drawing/2014/main" id="{BE2BABB0-4459-5791-E792-1B0E25DCF638}"/>
              </a:ext>
            </a:extLst>
          </p:cNvPr>
          <p:cNvSpPr txBox="1"/>
          <p:nvPr/>
        </p:nvSpPr>
        <p:spPr>
          <a:xfrm>
            <a:off x="6824467" y="55379"/>
            <a:ext cx="5321606" cy="646331"/>
          </a:xfrm>
          <a:prstGeom prst="rect">
            <a:avLst/>
          </a:prstGeom>
          <a:noFill/>
          <a:ln>
            <a:solidFill>
              <a:schemeClr val="accent6"/>
            </a:solidFill>
          </a:ln>
          <a:effectLst>
            <a:glow rad="139700">
              <a:schemeClr val="accent1">
                <a:satMod val="175000"/>
                <a:alpha val="40000"/>
              </a:schemeClr>
            </a:glow>
          </a:effectLst>
        </p:spPr>
        <p:txBody>
          <a:bodyPr wrap="square">
            <a:spAutoFit/>
          </a:bodyPr>
          <a:lstStyle/>
          <a:p>
            <a:r>
              <a:rPr lang="en-US" dirty="0"/>
              <a:t>Import React and the `</a:t>
            </a:r>
            <a:r>
              <a:rPr lang="en-US" dirty="0" err="1"/>
              <a:t>useState</a:t>
            </a:r>
            <a:r>
              <a:rPr lang="en-US" dirty="0"/>
              <a:t>` hook for local component state</a:t>
            </a:r>
          </a:p>
        </p:txBody>
      </p:sp>
      <mc:AlternateContent xmlns:mc="http://schemas.openxmlformats.org/markup-compatibility/2006" xmlns:p14="http://schemas.microsoft.com/office/powerpoint/2010/main">
        <mc:Choice Requires="p14">
          <p:contentPart p14:bwMode="auto" r:id="rId4">
            <p14:nvContentPartPr>
              <p14:cNvPr id="29" name="Ink 28">
                <a:extLst>
                  <a:ext uri="{FF2B5EF4-FFF2-40B4-BE49-F238E27FC236}">
                    <a16:creationId xmlns:a16="http://schemas.microsoft.com/office/drawing/2014/main" id="{B423F118-5CC4-5817-2067-472D820911A5}"/>
                  </a:ext>
                </a:extLst>
              </p14:cNvPr>
              <p14:cNvContentPartPr/>
              <p14:nvPr/>
            </p14:nvContentPartPr>
            <p14:xfrm>
              <a:off x="5359267" y="375867"/>
              <a:ext cx="1552680" cy="428760"/>
            </p14:xfrm>
          </p:contentPart>
        </mc:Choice>
        <mc:Fallback xmlns="">
          <p:pic>
            <p:nvPicPr>
              <p:cNvPr id="29" name="Ink 28">
                <a:extLst>
                  <a:ext uri="{FF2B5EF4-FFF2-40B4-BE49-F238E27FC236}">
                    <a16:creationId xmlns:a16="http://schemas.microsoft.com/office/drawing/2014/main" id="{B423F118-5CC4-5817-2067-472D820911A5}"/>
                  </a:ext>
                </a:extLst>
              </p:cNvPr>
              <p:cNvPicPr/>
              <p:nvPr/>
            </p:nvPicPr>
            <p:blipFill>
              <a:blip r:embed="rId5"/>
              <a:stretch>
                <a:fillRect/>
              </a:stretch>
            </p:blipFill>
            <p:spPr>
              <a:xfrm>
                <a:off x="5305627" y="267867"/>
                <a:ext cx="1660320" cy="644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31" name="Ink 30">
                <a:extLst>
                  <a:ext uri="{FF2B5EF4-FFF2-40B4-BE49-F238E27FC236}">
                    <a16:creationId xmlns:a16="http://schemas.microsoft.com/office/drawing/2014/main" id="{03BF8E30-DF85-F1A8-136E-C73FEA5967ED}"/>
                  </a:ext>
                </a:extLst>
              </p14:cNvPr>
              <p14:cNvContentPartPr/>
              <p14:nvPr/>
            </p14:nvContentPartPr>
            <p14:xfrm>
              <a:off x="5291587" y="397827"/>
              <a:ext cx="1465200" cy="465840"/>
            </p14:xfrm>
          </p:contentPart>
        </mc:Choice>
        <mc:Fallback xmlns="">
          <p:pic>
            <p:nvPicPr>
              <p:cNvPr id="31" name="Ink 30">
                <a:extLst>
                  <a:ext uri="{FF2B5EF4-FFF2-40B4-BE49-F238E27FC236}">
                    <a16:creationId xmlns:a16="http://schemas.microsoft.com/office/drawing/2014/main" id="{03BF8E30-DF85-F1A8-136E-C73FEA5967ED}"/>
                  </a:ext>
                </a:extLst>
              </p:cNvPr>
              <p:cNvPicPr/>
              <p:nvPr/>
            </p:nvPicPr>
            <p:blipFill>
              <a:blip r:embed="rId7"/>
              <a:stretch>
                <a:fillRect/>
              </a:stretch>
            </p:blipFill>
            <p:spPr>
              <a:xfrm>
                <a:off x="5285467" y="391707"/>
                <a:ext cx="1477440" cy="478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32" name="Ink 31">
                <a:extLst>
                  <a:ext uri="{FF2B5EF4-FFF2-40B4-BE49-F238E27FC236}">
                    <a16:creationId xmlns:a16="http://schemas.microsoft.com/office/drawing/2014/main" id="{6A4FC78E-CA9A-D0A0-01C7-31D2D01A24B2}"/>
                  </a:ext>
                </a:extLst>
              </p14:cNvPr>
              <p14:cNvContentPartPr/>
              <p14:nvPr/>
            </p14:nvContentPartPr>
            <p14:xfrm>
              <a:off x="6409027" y="330147"/>
              <a:ext cx="416880" cy="363960"/>
            </p14:xfrm>
          </p:contentPart>
        </mc:Choice>
        <mc:Fallback xmlns="">
          <p:pic>
            <p:nvPicPr>
              <p:cNvPr id="32" name="Ink 31">
                <a:extLst>
                  <a:ext uri="{FF2B5EF4-FFF2-40B4-BE49-F238E27FC236}">
                    <a16:creationId xmlns:a16="http://schemas.microsoft.com/office/drawing/2014/main" id="{6A4FC78E-CA9A-D0A0-01C7-31D2D01A24B2}"/>
                  </a:ext>
                </a:extLst>
              </p:cNvPr>
              <p:cNvPicPr/>
              <p:nvPr/>
            </p:nvPicPr>
            <p:blipFill>
              <a:blip r:embed="rId9"/>
              <a:stretch>
                <a:fillRect/>
              </a:stretch>
            </p:blipFill>
            <p:spPr>
              <a:xfrm>
                <a:off x="6402907" y="324027"/>
                <a:ext cx="429120" cy="376200"/>
              </a:xfrm>
              <a:prstGeom prst="rect">
                <a:avLst/>
              </a:prstGeom>
            </p:spPr>
          </p:pic>
        </mc:Fallback>
      </mc:AlternateContent>
      <p:cxnSp>
        <p:nvCxnSpPr>
          <p:cNvPr id="40" name="Straight Arrow Connector 39">
            <a:extLst>
              <a:ext uri="{FF2B5EF4-FFF2-40B4-BE49-F238E27FC236}">
                <a16:creationId xmlns:a16="http://schemas.microsoft.com/office/drawing/2014/main" id="{B235ED8E-8BF4-81DF-27A4-EC2793C42033}"/>
              </a:ext>
            </a:extLst>
          </p:cNvPr>
          <p:cNvCxnSpPr>
            <a:cxnSpLocks/>
          </p:cNvCxnSpPr>
          <p:nvPr/>
        </p:nvCxnSpPr>
        <p:spPr>
          <a:xfrm flipV="1">
            <a:off x="3064271" y="863667"/>
            <a:ext cx="3937662" cy="213967"/>
          </a:xfrm>
          <a:prstGeom prst="straightConnector1">
            <a:avLst/>
          </a:prstGeom>
          <a:ln w="7620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4CA6B87A-E529-6C42-3A87-9644CE4B5E90}"/>
              </a:ext>
            </a:extLst>
          </p:cNvPr>
          <p:cNvSpPr txBox="1"/>
          <p:nvPr/>
        </p:nvSpPr>
        <p:spPr>
          <a:xfrm>
            <a:off x="6911947" y="760750"/>
            <a:ext cx="6574366" cy="369332"/>
          </a:xfrm>
          <a:prstGeom prst="rect">
            <a:avLst/>
          </a:prstGeom>
          <a:noFill/>
        </p:spPr>
        <p:txBody>
          <a:bodyPr wrap="square">
            <a:spAutoFit/>
          </a:bodyPr>
          <a:lstStyle/>
          <a:p>
            <a:r>
              <a:rPr lang="en-US" dirty="0"/>
              <a:t> Input UI primitive used for email/password fields.</a:t>
            </a:r>
          </a:p>
        </p:txBody>
      </p:sp>
      <p:grpSp>
        <p:nvGrpSpPr>
          <p:cNvPr id="49" name="Group 48">
            <a:extLst>
              <a:ext uri="{FF2B5EF4-FFF2-40B4-BE49-F238E27FC236}">
                <a16:creationId xmlns:a16="http://schemas.microsoft.com/office/drawing/2014/main" id="{3245FCA6-884C-D2BD-97A4-9229ABD89F50}"/>
              </a:ext>
            </a:extLst>
          </p:cNvPr>
          <p:cNvGrpSpPr/>
          <p:nvPr/>
        </p:nvGrpSpPr>
        <p:grpSpPr>
          <a:xfrm>
            <a:off x="8991199" y="1083627"/>
            <a:ext cx="2214000" cy="3710160"/>
            <a:chOff x="7568800" y="1083627"/>
            <a:chExt cx="2214000" cy="3710160"/>
          </a:xfrm>
        </p:grpSpPr>
        <mc:AlternateContent xmlns:mc="http://schemas.openxmlformats.org/markup-compatibility/2006" xmlns:p14="http://schemas.microsoft.com/office/powerpoint/2010/main">
          <mc:Choice Requires="p14">
            <p:contentPart p14:bwMode="auto" r:id="rId10">
              <p14:nvContentPartPr>
                <p14:cNvPr id="43" name="Ink 42">
                  <a:extLst>
                    <a:ext uri="{FF2B5EF4-FFF2-40B4-BE49-F238E27FC236}">
                      <a16:creationId xmlns:a16="http://schemas.microsoft.com/office/drawing/2014/main" id="{9348F469-FE23-3ADA-ABBB-B7D3383BA848}"/>
                    </a:ext>
                  </a:extLst>
                </p14:cNvPr>
                <p14:cNvContentPartPr/>
                <p14:nvPr/>
              </p14:nvContentPartPr>
              <p14:xfrm>
                <a:off x="8135080" y="3553947"/>
                <a:ext cx="1647720" cy="528840"/>
              </p14:xfrm>
            </p:contentPart>
          </mc:Choice>
          <mc:Fallback xmlns="">
            <p:pic>
              <p:nvPicPr>
                <p:cNvPr id="43" name="Ink 42">
                  <a:extLst>
                    <a:ext uri="{FF2B5EF4-FFF2-40B4-BE49-F238E27FC236}">
                      <a16:creationId xmlns:a16="http://schemas.microsoft.com/office/drawing/2014/main" id="{9348F469-FE23-3ADA-ABBB-B7D3383BA848}"/>
                    </a:ext>
                  </a:extLst>
                </p:cNvPr>
                <p:cNvPicPr/>
                <p:nvPr/>
              </p:nvPicPr>
              <p:blipFill>
                <a:blip r:embed="rId11"/>
                <a:stretch>
                  <a:fillRect/>
                </a:stretch>
              </p:blipFill>
              <p:spPr>
                <a:xfrm>
                  <a:off x="8128960" y="3547827"/>
                  <a:ext cx="1659960" cy="541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4" name="Ink 43">
                  <a:extLst>
                    <a:ext uri="{FF2B5EF4-FFF2-40B4-BE49-F238E27FC236}">
                      <a16:creationId xmlns:a16="http://schemas.microsoft.com/office/drawing/2014/main" id="{D8EA7FDA-FC60-CBB8-5D00-3C46349870CA}"/>
                    </a:ext>
                  </a:extLst>
                </p14:cNvPr>
                <p14:cNvContentPartPr/>
                <p14:nvPr/>
              </p14:nvContentPartPr>
              <p14:xfrm>
                <a:off x="7904320" y="4401747"/>
                <a:ext cx="1217880" cy="392040"/>
              </p14:xfrm>
            </p:contentPart>
          </mc:Choice>
          <mc:Fallback xmlns="">
            <p:pic>
              <p:nvPicPr>
                <p:cNvPr id="44" name="Ink 43">
                  <a:extLst>
                    <a:ext uri="{FF2B5EF4-FFF2-40B4-BE49-F238E27FC236}">
                      <a16:creationId xmlns:a16="http://schemas.microsoft.com/office/drawing/2014/main" id="{D8EA7FDA-FC60-CBB8-5D00-3C46349870CA}"/>
                    </a:ext>
                  </a:extLst>
                </p:cNvPr>
                <p:cNvPicPr/>
                <p:nvPr/>
              </p:nvPicPr>
              <p:blipFill>
                <a:blip r:embed="rId13"/>
                <a:stretch>
                  <a:fillRect/>
                </a:stretch>
              </p:blipFill>
              <p:spPr>
                <a:xfrm>
                  <a:off x="7898200" y="4395627"/>
                  <a:ext cx="1230120" cy="4042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5" name="Ink 44">
                  <a:extLst>
                    <a:ext uri="{FF2B5EF4-FFF2-40B4-BE49-F238E27FC236}">
                      <a16:creationId xmlns:a16="http://schemas.microsoft.com/office/drawing/2014/main" id="{6CDA13BA-00E1-8C9E-B9B1-97D6A896DDEB}"/>
                    </a:ext>
                  </a:extLst>
                </p14:cNvPr>
                <p14:cNvContentPartPr/>
                <p14:nvPr/>
              </p14:nvContentPartPr>
              <p14:xfrm>
                <a:off x="7594360" y="1083627"/>
                <a:ext cx="631080" cy="2938680"/>
              </p14:xfrm>
            </p:contentPart>
          </mc:Choice>
          <mc:Fallback xmlns="">
            <p:pic>
              <p:nvPicPr>
                <p:cNvPr id="45" name="Ink 44">
                  <a:extLst>
                    <a:ext uri="{FF2B5EF4-FFF2-40B4-BE49-F238E27FC236}">
                      <a16:creationId xmlns:a16="http://schemas.microsoft.com/office/drawing/2014/main" id="{6CDA13BA-00E1-8C9E-B9B1-97D6A896DDEB}"/>
                    </a:ext>
                  </a:extLst>
                </p:cNvPr>
                <p:cNvPicPr/>
                <p:nvPr/>
              </p:nvPicPr>
              <p:blipFill>
                <a:blip r:embed="rId15"/>
                <a:stretch>
                  <a:fillRect/>
                </a:stretch>
              </p:blipFill>
              <p:spPr>
                <a:xfrm>
                  <a:off x="7588240" y="1077507"/>
                  <a:ext cx="643320" cy="29509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7" name="Ink 46">
                  <a:extLst>
                    <a:ext uri="{FF2B5EF4-FFF2-40B4-BE49-F238E27FC236}">
                      <a16:creationId xmlns:a16="http://schemas.microsoft.com/office/drawing/2014/main" id="{D6035F4F-E9E5-226D-EC13-86E47B6B8348}"/>
                    </a:ext>
                  </a:extLst>
                </p14:cNvPr>
                <p14:cNvContentPartPr/>
                <p14:nvPr/>
              </p14:nvContentPartPr>
              <p14:xfrm>
                <a:off x="7568800" y="3911427"/>
                <a:ext cx="360" cy="360"/>
              </p14:xfrm>
            </p:contentPart>
          </mc:Choice>
          <mc:Fallback xmlns="">
            <p:pic>
              <p:nvPicPr>
                <p:cNvPr id="47" name="Ink 46">
                  <a:extLst>
                    <a:ext uri="{FF2B5EF4-FFF2-40B4-BE49-F238E27FC236}">
                      <a16:creationId xmlns:a16="http://schemas.microsoft.com/office/drawing/2014/main" id="{D6035F4F-E9E5-226D-EC13-86E47B6B8348}"/>
                    </a:ext>
                  </a:extLst>
                </p:cNvPr>
                <p:cNvPicPr/>
                <p:nvPr/>
              </p:nvPicPr>
              <p:blipFill>
                <a:blip r:embed="rId17"/>
                <a:stretch>
                  <a:fillRect/>
                </a:stretch>
              </p:blipFill>
              <p:spPr>
                <a:xfrm>
                  <a:off x="7562680" y="390530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8" name="Ink 47">
                  <a:extLst>
                    <a:ext uri="{FF2B5EF4-FFF2-40B4-BE49-F238E27FC236}">
                      <a16:creationId xmlns:a16="http://schemas.microsoft.com/office/drawing/2014/main" id="{BC411222-C2AF-0413-EE4F-0EE94CA13C1F}"/>
                    </a:ext>
                  </a:extLst>
                </p14:cNvPr>
                <p14:cNvContentPartPr/>
                <p14:nvPr/>
              </p14:nvContentPartPr>
              <p14:xfrm>
                <a:off x="7618480" y="3885867"/>
                <a:ext cx="346320" cy="894240"/>
              </p14:xfrm>
            </p:contentPart>
          </mc:Choice>
          <mc:Fallback xmlns="">
            <p:pic>
              <p:nvPicPr>
                <p:cNvPr id="48" name="Ink 47">
                  <a:extLst>
                    <a:ext uri="{FF2B5EF4-FFF2-40B4-BE49-F238E27FC236}">
                      <a16:creationId xmlns:a16="http://schemas.microsoft.com/office/drawing/2014/main" id="{BC411222-C2AF-0413-EE4F-0EE94CA13C1F}"/>
                    </a:ext>
                  </a:extLst>
                </p:cNvPr>
                <p:cNvPicPr/>
                <p:nvPr/>
              </p:nvPicPr>
              <p:blipFill>
                <a:blip r:embed="rId19"/>
                <a:stretch>
                  <a:fillRect/>
                </a:stretch>
              </p:blipFill>
              <p:spPr>
                <a:xfrm>
                  <a:off x="7612360" y="3879747"/>
                  <a:ext cx="358560" cy="906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
            <p14:nvContentPartPr>
              <p14:cNvPr id="51" name="Ink 50">
                <a:extLst>
                  <a:ext uri="{FF2B5EF4-FFF2-40B4-BE49-F238E27FC236}">
                    <a16:creationId xmlns:a16="http://schemas.microsoft.com/office/drawing/2014/main" id="{EB215AC9-835F-1055-60D5-A48A693502FA}"/>
                  </a:ext>
                </a:extLst>
              </p14:cNvPr>
              <p14:cNvContentPartPr/>
              <p14:nvPr/>
            </p14:nvContentPartPr>
            <p14:xfrm>
              <a:off x="7103320" y="863307"/>
              <a:ext cx="4428360" cy="102240"/>
            </p14:xfrm>
          </p:contentPart>
        </mc:Choice>
        <mc:Fallback xmlns="">
          <p:pic>
            <p:nvPicPr>
              <p:cNvPr id="51" name="Ink 50">
                <a:extLst>
                  <a:ext uri="{FF2B5EF4-FFF2-40B4-BE49-F238E27FC236}">
                    <a16:creationId xmlns:a16="http://schemas.microsoft.com/office/drawing/2014/main" id="{EB215AC9-835F-1055-60D5-A48A693502FA}"/>
                  </a:ext>
                </a:extLst>
              </p:cNvPr>
              <p:cNvPicPr/>
              <p:nvPr/>
            </p:nvPicPr>
            <p:blipFill>
              <a:blip r:embed="rId21"/>
              <a:stretch>
                <a:fillRect/>
              </a:stretch>
            </p:blipFill>
            <p:spPr>
              <a:xfrm>
                <a:off x="7049320" y="755307"/>
                <a:ext cx="453600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56" name="Ink 55">
                <a:extLst>
                  <a:ext uri="{FF2B5EF4-FFF2-40B4-BE49-F238E27FC236}">
                    <a16:creationId xmlns:a16="http://schemas.microsoft.com/office/drawing/2014/main" id="{9892B357-4929-A877-B897-5F3C197B3397}"/>
                  </a:ext>
                </a:extLst>
              </p14:cNvPr>
              <p14:cNvContentPartPr/>
              <p14:nvPr/>
            </p14:nvContentPartPr>
            <p14:xfrm>
              <a:off x="3242733" y="1278027"/>
              <a:ext cx="5461546" cy="720"/>
            </p14:xfrm>
          </p:contentPart>
        </mc:Choice>
        <mc:Fallback xmlns="">
          <p:pic>
            <p:nvPicPr>
              <p:cNvPr id="56" name="Ink 55">
                <a:extLst>
                  <a:ext uri="{FF2B5EF4-FFF2-40B4-BE49-F238E27FC236}">
                    <a16:creationId xmlns:a16="http://schemas.microsoft.com/office/drawing/2014/main" id="{9892B357-4929-A877-B897-5F3C197B3397}"/>
                  </a:ext>
                </a:extLst>
              </p:cNvPr>
              <p:cNvPicPr/>
              <p:nvPr/>
            </p:nvPicPr>
            <p:blipFill>
              <a:blip r:embed="rId23"/>
              <a:stretch>
                <a:fillRect/>
              </a:stretch>
            </p:blipFill>
            <p:spPr>
              <a:xfrm>
                <a:off x="3224733" y="1242027"/>
                <a:ext cx="5497186"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58" name="Ink 57">
                <a:extLst>
                  <a:ext uri="{FF2B5EF4-FFF2-40B4-BE49-F238E27FC236}">
                    <a16:creationId xmlns:a16="http://schemas.microsoft.com/office/drawing/2014/main" id="{9A97843C-7C9D-5986-8DB4-CE2A640532CF}"/>
                  </a:ext>
                </a:extLst>
              </p14:cNvPr>
              <p14:cNvContentPartPr/>
              <p14:nvPr/>
            </p14:nvContentPartPr>
            <p14:xfrm>
              <a:off x="8737399" y="1286667"/>
              <a:ext cx="228960" cy="3920760"/>
            </p14:xfrm>
          </p:contentPart>
        </mc:Choice>
        <mc:Fallback xmlns="">
          <p:pic>
            <p:nvPicPr>
              <p:cNvPr id="58" name="Ink 57">
                <a:extLst>
                  <a:ext uri="{FF2B5EF4-FFF2-40B4-BE49-F238E27FC236}">
                    <a16:creationId xmlns:a16="http://schemas.microsoft.com/office/drawing/2014/main" id="{9A97843C-7C9D-5986-8DB4-CE2A640532CF}"/>
                  </a:ext>
                </a:extLst>
              </p:cNvPr>
              <p:cNvPicPr/>
              <p:nvPr/>
            </p:nvPicPr>
            <p:blipFill>
              <a:blip r:embed="rId25"/>
              <a:stretch>
                <a:fillRect/>
              </a:stretch>
            </p:blipFill>
            <p:spPr>
              <a:xfrm>
                <a:off x="8719399" y="1268667"/>
                <a:ext cx="264600" cy="3956400"/>
              </a:xfrm>
              <a:prstGeom prst="rect">
                <a:avLst/>
              </a:prstGeom>
            </p:spPr>
          </p:pic>
        </mc:Fallback>
      </mc:AlternateContent>
      <p:grpSp>
        <p:nvGrpSpPr>
          <p:cNvPr id="62" name="Group 61">
            <a:extLst>
              <a:ext uri="{FF2B5EF4-FFF2-40B4-BE49-F238E27FC236}">
                <a16:creationId xmlns:a16="http://schemas.microsoft.com/office/drawing/2014/main" id="{BAD0E280-C761-3403-3F6F-32C5ED4BF883}"/>
              </a:ext>
            </a:extLst>
          </p:cNvPr>
          <p:cNvGrpSpPr/>
          <p:nvPr/>
        </p:nvGrpSpPr>
        <p:grpSpPr>
          <a:xfrm>
            <a:off x="8932159" y="5003307"/>
            <a:ext cx="880200" cy="383040"/>
            <a:chOff x="7509760" y="5003307"/>
            <a:chExt cx="880200" cy="383040"/>
          </a:xfrm>
        </p:grpSpPr>
        <mc:AlternateContent xmlns:mc="http://schemas.openxmlformats.org/markup-compatibility/2006" xmlns:p14="http://schemas.microsoft.com/office/powerpoint/2010/main">
          <mc:Choice Requires="p14">
            <p:contentPart p14:bwMode="auto" r:id="rId26">
              <p14:nvContentPartPr>
                <p14:cNvPr id="59" name="Ink 58">
                  <a:extLst>
                    <a:ext uri="{FF2B5EF4-FFF2-40B4-BE49-F238E27FC236}">
                      <a16:creationId xmlns:a16="http://schemas.microsoft.com/office/drawing/2014/main" id="{E6283B2E-5BD4-8374-D97C-3086BA967031}"/>
                    </a:ext>
                  </a:extLst>
                </p14:cNvPr>
                <p14:cNvContentPartPr/>
                <p14:nvPr/>
              </p14:nvContentPartPr>
              <p14:xfrm>
                <a:off x="7509760" y="5120667"/>
                <a:ext cx="832320" cy="87120"/>
              </p14:xfrm>
            </p:contentPart>
          </mc:Choice>
          <mc:Fallback xmlns="">
            <p:pic>
              <p:nvPicPr>
                <p:cNvPr id="59" name="Ink 58">
                  <a:extLst>
                    <a:ext uri="{FF2B5EF4-FFF2-40B4-BE49-F238E27FC236}">
                      <a16:creationId xmlns:a16="http://schemas.microsoft.com/office/drawing/2014/main" id="{E6283B2E-5BD4-8374-D97C-3086BA967031}"/>
                    </a:ext>
                  </a:extLst>
                </p:cNvPr>
                <p:cNvPicPr/>
                <p:nvPr/>
              </p:nvPicPr>
              <p:blipFill>
                <a:blip r:embed="rId27"/>
                <a:stretch>
                  <a:fillRect/>
                </a:stretch>
              </p:blipFill>
              <p:spPr>
                <a:xfrm>
                  <a:off x="7492120" y="5103027"/>
                  <a:ext cx="86796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60" name="Ink 59">
                  <a:extLst>
                    <a:ext uri="{FF2B5EF4-FFF2-40B4-BE49-F238E27FC236}">
                      <a16:creationId xmlns:a16="http://schemas.microsoft.com/office/drawing/2014/main" id="{0A329397-1729-E611-4F23-47AAEA3816AC}"/>
                    </a:ext>
                  </a:extLst>
                </p14:cNvPr>
                <p14:cNvContentPartPr/>
                <p14:nvPr/>
              </p14:nvContentPartPr>
              <p14:xfrm>
                <a:off x="8170360" y="5003307"/>
                <a:ext cx="219600" cy="383040"/>
              </p14:xfrm>
            </p:contentPart>
          </mc:Choice>
          <mc:Fallback xmlns="">
            <p:pic>
              <p:nvPicPr>
                <p:cNvPr id="60" name="Ink 59">
                  <a:extLst>
                    <a:ext uri="{FF2B5EF4-FFF2-40B4-BE49-F238E27FC236}">
                      <a16:creationId xmlns:a16="http://schemas.microsoft.com/office/drawing/2014/main" id="{0A329397-1729-E611-4F23-47AAEA3816AC}"/>
                    </a:ext>
                  </a:extLst>
                </p:cNvPr>
                <p:cNvPicPr/>
                <p:nvPr/>
              </p:nvPicPr>
              <p:blipFill>
                <a:blip r:embed="rId29"/>
                <a:stretch>
                  <a:fillRect/>
                </a:stretch>
              </p:blipFill>
              <p:spPr>
                <a:xfrm>
                  <a:off x="8152360" y="4985667"/>
                  <a:ext cx="255240" cy="418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
            <p14:nvContentPartPr>
              <p14:cNvPr id="64" name="Ink 63">
                <a:extLst>
                  <a:ext uri="{FF2B5EF4-FFF2-40B4-BE49-F238E27FC236}">
                    <a16:creationId xmlns:a16="http://schemas.microsoft.com/office/drawing/2014/main" id="{767AAD04-7D56-0CEA-A3B8-A6363E6ECF79}"/>
                  </a:ext>
                </a:extLst>
              </p14:cNvPr>
              <p14:cNvContentPartPr/>
              <p14:nvPr/>
            </p14:nvContentPartPr>
            <p14:xfrm rot="-11161144">
              <a:off x="10817169" y="4981191"/>
              <a:ext cx="1115180" cy="65832"/>
            </p14:xfrm>
          </p:contentPart>
        </mc:Choice>
        <mc:Fallback xmlns="">
          <p:pic>
            <p:nvPicPr>
              <p:cNvPr id="64" name="Ink 63">
                <a:extLst>
                  <a:ext uri="{FF2B5EF4-FFF2-40B4-BE49-F238E27FC236}">
                    <a16:creationId xmlns:a16="http://schemas.microsoft.com/office/drawing/2014/main" id="{767AAD04-7D56-0CEA-A3B8-A6363E6ECF79}"/>
                  </a:ext>
                </a:extLst>
              </p:cNvPr>
              <p:cNvPicPr/>
              <p:nvPr/>
            </p:nvPicPr>
            <p:blipFill>
              <a:blip r:embed="rId31"/>
              <a:stretch>
                <a:fillRect/>
              </a:stretch>
            </p:blipFill>
            <p:spPr>
              <a:xfrm rot="-11161144">
                <a:off x="10763191" y="4873270"/>
                <a:ext cx="1222776" cy="281315"/>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65" name="Ink 64">
                <a:extLst>
                  <a:ext uri="{FF2B5EF4-FFF2-40B4-BE49-F238E27FC236}">
                    <a16:creationId xmlns:a16="http://schemas.microsoft.com/office/drawing/2014/main" id="{98075BD3-4804-8470-1F7E-D808D6465658}"/>
                  </a:ext>
                </a:extLst>
              </p14:cNvPr>
              <p14:cNvContentPartPr/>
              <p14:nvPr/>
            </p14:nvContentPartPr>
            <p14:xfrm>
              <a:off x="9566119" y="4918707"/>
              <a:ext cx="2440080" cy="458640"/>
            </p14:xfrm>
          </p:contentPart>
        </mc:Choice>
        <mc:Fallback xmlns="">
          <p:pic>
            <p:nvPicPr>
              <p:cNvPr id="65" name="Ink 64">
                <a:extLst>
                  <a:ext uri="{FF2B5EF4-FFF2-40B4-BE49-F238E27FC236}">
                    <a16:creationId xmlns:a16="http://schemas.microsoft.com/office/drawing/2014/main" id="{98075BD3-4804-8470-1F7E-D808D6465658}"/>
                  </a:ext>
                </a:extLst>
              </p:cNvPr>
              <p:cNvPicPr/>
              <p:nvPr/>
            </p:nvPicPr>
            <p:blipFill>
              <a:blip r:embed="rId33"/>
              <a:stretch>
                <a:fillRect/>
              </a:stretch>
            </p:blipFill>
            <p:spPr>
              <a:xfrm>
                <a:off x="9512119" y="4810707"/>
                <a:ext cx="2547720" cy="674280"/>
              </a:xfrm>
              <a:prstGeom prst="rect">
                <a:avLst/>
              </a:prstGeom>
            </p:spPr>
          </p:pic>
        </mc:Fallback>
      </mc:AlternateContent>
      <p:sp>
        <p:nvSpPr>
          <p:cNvPr id="69" name="TextBox 68">
            <a:extLst>
              <a:ext uri="{FF2B5EF4-FFF2-40B4-BE49-F238E27FC236}">
                <a16:creationId xmlns:a16="http://schemas.microsoft.com/office/drawing/2014/main" id="{196D2A5F-F53C-0B11-2C55-7A309A89912F}"/>
              </a:ext>
            </a:extLst>
          </p:cNvPr>
          <p:cNvSpPr txBox="1"/>
          <p:nvPr/>
        </p:nvSpPr>
        <p:spPr>
          <a:xfrm>
            <a:off x="5274269" y="1394176"/>
            <a:ext cx="3209331" cy="646331"/>
          </a:xfrm>
          <a:prstGeom prst="rect">
            <a:avLst/>
          </a:prstGeom>
          <a:noFill/>
          <a:ln>
            <a:solidFill>
              <a:schemeClr val="accent4">
                <a:lumMod val="75000"/>
              </a:schemeClr>
            </a:solidFill>
          </a:ln>
          <a:effectLst>
            <a:glow rad="228600">
              <a:schemeClr val="accent6">
                <a:satMod val="175000"/>
                <a:alpha val="40000"/>
              </a:schemeClr>
            </a:glow>
          </a:effectLst>
        </p:spPr>
        <p:txBody>
          <a:bodyPr wrap="square">
            <a:spAutoFit/>
          </a:bodyPr>
          <a:lstStyle/>
          <a:p>
            <a:r>
              <a:rPr lang="en-US" dirty="0"/>
              <a:t>HTTP client for sending the login request to the backend.</a:t>
            </a:r>
          </a:p>
        </p:txBody>
      </p:sp>
      <mc:AlternateContent xmlns:mc="http://schemas.openxmlformats.org/markup-compatibility/2006" xmlns:p14="http://schemas.microsoft.com/office/powerpoint/2010/main">
        <mc:Choice Requires="p14">
          <p:contentPart p14:bwMode="auto" r:id="rId34">
            <p14:nvContentPartPr>
              <p14:cNvPr id="70" name="Ink 69">
                <a:extLst>
                  <a:ext uri="{FF2B5EF4-FFF2-40B4-BE49-F238E27FC236}">
                    <a16:creationId xmlns:a16="http://schemas.microsoft.com/office/drawing/2014/main" id="{84AD6297-2914-1D81-3CB1-22947071B3BD}"/>
                  </a:ext>
                </a:extLst>
              </p14:cNvPr>
              <p14:cNvContentPartPr/>
              <p14:nvPr/>
            </p14:nvContentPartPr>
            <p14:xfrm>
              <a:off x="4216120" y="1659267"/>
              <a:ext cx="360" cy="360"/>
            </p14:xfrm>
          </p:contentPart>
        </mc:Choice>
        <mc:Fallback xmlns="">
          <p:pic>
            <p:nvPicPr>
              <p:cNvPr id="70" name="Ink 69">
                <a:extLst>
                  <a:ext uri="{FF2B5EF4-FFF2-40B4-BE49-F238E27FC236}">
                    <a16:creationId xmlns:a16="http://schemas.microsoft.com/office/drawing/2014/main" id="{84AD6297-2914-1D81-3CB1-22947071B3BD}"/>
                  </a:ext>
                </a:extLst>
              </p:cNvPr>
              <p:cNvPicPr/>
              <p:nvPr/>
            </p:nvPicPr>
            <p:blipFill>
              <a:blip r:embed="rId35"/>
              <a:stretch>
                <a:fillRect/>
              </a:stretch>
            </p:blipFill>
            <p:spPr>
              <a:xfrm>
                <a:off x="4210000" y="165314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72" name="Ink 71">
                <a:extLst>
                  <a:ext uri="{FF2B5EF4-FFF2-40B4-BE49-F238E27FC236}">
                    <a16:creationId xmlns:a16="http://schemas.microsoft.com/office/drawing/2014/main" id="{26840DD7-5C4B-F536-5FEF-5E0CC04FF09D}"/>
                  </a:ext>
                </a:extLst>
              </p14:cNvPr>
              <p14:cNvContentPartPr/>
              <p14:nvPr/>
            </p14:nvContentPartPr>
            <p14:xfrm>
              <a:off x="2327920" y="1540467"/>
              <a:ext cx="2836800" cy="178560"/>
            </p14:xfrm>
          </p:contentPart>
        </mc:Choice>
        <mc:Fallback xmlns="">
          <p:pic>
            <p:nvPicPr>
              <p:cNvPr id="72" name="Ink 71">
                <a:extLst>
                  <a:ext uri="{FF2B5EF4-FFF2-40B4-BE49-F238E27FC236}">
                    <a16:creationId xmlns:a16="http://schemas.microsoft.com/office/drawing/2014/main" id="{26840DD7-5C4B-F536-5FEF-5E0CC04FF09D}"/>
                  </a:ext>
                </a:extLst>
              </p:cNvPr>
              <p:cNvPicPr/>
              <p:nvPr/>
            </p:nvPicPr>
            <p:blipFill>
              <a:blip r:embed="rId37"/>
              <a:stretch>
                <a:fillRect/>
              </a:stretch>
            </p:blipFill>
            <p:spPr>
              <a:xfrm>
                <a:off x="2321800" y="1534347"/>
                <a:ext cx="284904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73" name="Ink 72">
                <a:extLst>
                  <a:ext uri="{FF2B5EF4-FFF2-40B4-BE49-F238E27FC236}">
                    <a16:creationId xmlns:a16="http://schemas.microsoft.com/office/drawing/2014/main" id="{77A11591-3DA1-B97F-8F04-D419FCD0EA09}"/>
                  </a:ext>
                </a:extLst>
              </p14:cNvPr>
              <p14:cNvContentPartPr/>
              <p14:nvPr/>
            </p14:nvContentPartPr>
            <p14:xfrm>
              <a:off x="6019360" y="2514627"/>
              <a:ext cx="360" cy="360"/>
            </p14:xfrm>
          </p:contentPart>
        </mc:Choice>
        <mc:Fallback xmlns="">
          <p:pic>
            <p:nvPicPr>
              <p:cNvPr id="73" name="Ink 72">
                <a:extLst>
                  <a:ext uri="{FF2B5EF4-FFF2-40B4-BE49-F238E27FC236}">
                    <a16:creationId xmlns:a16="http://schemas.microsoft.com/office/drawing/2014/main" id="{77A11591-3DA1-B97F-8F04-D419FCD0EA09}"/>
                  </a:ext>
                </a:extLst>
              </p:cNvPr>
              <p:cNvPicPr/>
              <p:nvPr/>
            </p:nvPicPr>
            <p:blipFill>
              <a:blip r:embed="rId35"/>
              <a:stretch>
                <a:fillRect/>
              </a:stretch>
            </p:blipFill>
            <p:spPr>
              <a:xfrm>
                <a:off x="6013240" y="2508507"/>
                <a:ext cx="12600" cy="12600"/>
              </a:xfrm>
              <a:prstGeom prst="rect">
                <a:avLst/>
              </a:prstGeom>
            </p:spPr>
          </p:pic>
        </mc:Fallback>
      </mc:AlternateContent>
      <p:grpSp>
        <p:nvGrpSpPr>
          <p:cNvPr id="78" name="Group 77">
            <a:extLst>
              <a:ext uri="{FF2B5EF4-FFF2-40B4-BE49-F238E27FC236}">
                <a16:creationId xmlns:a16="http://schemas.microsoft.com/office/drawing/2014/main" id="{B8CDC5C4-EBD0-84E5-B2EC-A0DCAF0034BF}"/>
              </a:ext>
            </a:extLst>
          </p:cNvPr>
          <p:cNvGrpSpPr/>
          <p:nvPr/>
        </p:nvGrpSpPr>
        <p:grpSpPr>
          <a:xfrm>
            <a:off x="4983640" y="1523907"/>
            <a:ext cx="197640" cy="357120"/>
            <a:chOff x="4983640" y="1523907"/>
            <a:chExt cx="197640" cy="357120"/>
          </a:xfrm>
        </p:grpSpPr>
        <mc:AlternateContent xmlns:mc="http://schemas.openxmlformats.org/markup-compatibility/2006" xmlns:p14="http://schemas.microsoft.com/office/powerpoint/2010/main">
          <mc:Choice Requires="p14">
            <p:contentPart p14:bwMode="auto" r:id="rId39">
              <p14:nvContentPartPr>
                <p14:cNvPr id="76" name="Ink 75">
                  <a:extLst>
                    <a:ext uri="{FF2B5EF4-FFF2-40B4-BE49-F238E27FC236}">
                      <a16:creationId xmlns:a16="http://schemas.microsoft.com/office/drawing/2014/main" id="{4FAF9700-72AC-93C9-7E27-EF92D09CF7CC}"/>
                    </a:ext>
                  </a:extLst>
                </p14:cNvPr>
                <p14:cNvContentPartPr/>
                <p14:nvPr/>
              </p14:nvContentPartPr>
              <p14:xfrm>
                <a:off x="5096680" y="1523907"/>
                <a:ext cx="360" cy="360"/>
              </p14:xfrm>
            </p:contentPart>
          </mc:Choice>
          <mc:Fallback xmlns="">
            <p:pic>
              <p:nvPicPr>
                <p:cNvPr id="76" name="Ink 75">
                  <a:extLst>
                    <a:ext uri="{FF2B5EF4-FFF2-40B4-BE49-F238E27FC236}">
                      <a16:creationId xmlns:a16="http://schemas.microsoft.com/office/drawing/2014/main" id="{4FAF9700-72AC-93C9-7E27-EF92D09CF7CC}"/>
                    </a:ext>
                  </a:extLst>
                </p:cNvPr>
                <p:cNvPicPr/>
                <p:nvPr/>
              </p:nvPicPr>
              <p:blipFill>
                <a:blip r:embed="rId35"/>
                <a:stretch>
                  <a:fillRect/>
                </a:stretch>
              </p:blipFill>
              <p:spPr>
                <a:xfrm>
                  <a:off x="5090560" y="151778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77" name="Ink 76">
                  <a:extLst>
                    <a:ext uri="{FF2B5EF4-FFF2-40B4-BE49-F238E27FC236}">
                      <a16:creationId xmlns:a16="http://schemas.microsoft.com/office/drawing/2014/main" id="{D2F32340-FC81-8BE0-1B14-B1712D148F17}"/>
                    </a:ext>
                  </a:extLst>
                </p14:cNvPr>
                <p14:cNvContentPartPr/>
                <p14:nvPr/>
              </p14:nvContentPartPr>
              <p14:xfrm>
                <a:off x="4983640" y="1523907"/>
                <a:ext cx="197640" cy="357120"/>
              </p14:xfrm>
            </p:contentPart>
          </mc:Choice>
          <mc:Fallback xmlns="">
            <p:pic>
              <p:nvPicPr>
                <p:cNvPr id="77" name="Ink 76">
                  <a:extLst>
                    <a:ext uri="{FF2B5EF4-FFF2-40B4-BE49-F238E27FC236}">
                      <a16:creationId xmlns:a16="http://schemas.microsoft.com/office/drawing/2014/main" id="{D2F32340-FC81-8BE0-1B14-B1712D148F17}"/>
                    </a:ext>
                  </a:extLst>
                </p:cNvPr>
                <p:cNvPicPr/>
                <p:nvPr/>
              </p:nvPicPr>
              <p:blipFill>
                <a:blip r:embed="rId41"/>
                <a:stretch>
                  <a:fillRect/>
                </a:stretch>
              </p:blipFill>
              <p:spPr>
                <a:xfrm>
                  <a:off x="4977520" y="1517787"/>
                  <a:ext cx="209880" cy="369360"/>
                </a:xfrm>
                <a:prstGeom prst="rect">
                  <a:avLst/>
                </a:prstGeom>
              </p:spPr>
            </p:pic>
          </mc:Fallback>
        </mc:AlternateContent>
      </p:grpSp>
      <p:pic>
        <p:nvPicPr>
          <p:cNvPr id="80" name="Picture 79">
            <a:extLst>
              <a:ext uri="{FF2B5EF4-FFF2-40B4-BE49-F238E27FC236}">
                <a16:creationId xmlns:a16="http://schemas.microsoft.com/office/drawing/2014/main" id="{B9680F8E-31E5-2CE3-EDC6-26BE0D222FC3}"/>
              </a:ext>
            </a:extLst>
          </p:cNvPr>
          <p:cNvPicPr>
            <a:picLocks noChangeAspect="1"/>
          </p:cNvPicPr>
          <p:nvPr/>
        </p:nvPicPr>
        <p:blipFill>
          <a:blip r:embed="rId42"/>
          <a:srcRect l="4742" t="12441" r="8365"/>
          <a:stretch>
            <a:fillRect/>
          </a:stretch>
        </p:blipFill>
        <p:spPr>
          <a:xfrm>
            <a:off x="5274269" y="2189789"/>
            <a:ext cx="3234520" cy="541866"/>
          </a:xfrm>
          <a:prstGeom prst="rect">
            <a:avLst/>
          </a:prstGeom>
        </p:spPr>
      </p:pic>
      <mc:AlternateContent xmlns:mc="http://schemas.openxmlformats.org/markup-compatibility/2006" xmlns:p14="http://schemas.microsoft.com/office/powerpoint/2010/main">
        <mc:Choice Requires="p14">
          <p:contentPart p14:bwMode="auto" r:id="rId43">
            <p14:nvContentPartPr>
              <p14:cNvPr id="86" name="Ink 85">
                <a:extLst>
                  <a:ext uri="{FF2B5EF4-FFF2-40B4-BE49-F238E27FC236}">
                    <a16:creationId xmlns:a16="http://schemas.microsoft.com/office/drawing/2014/main" id="{EEE34310-2A27-C684-155D-CA03BF6AAE71}"/>
                  </a:ext>
                </a:extLst>
              </p14:cNvPr>
              <p14:cNvContentPartPr/>
              <p14:nvPr/>
            </p14:nvContentPartPr>
            <p14:xfrm>
              <a:off x="5167387" y="2243547"/>
              <a:ext cx="196560" cy="332640"/>
            </p14:xfrm>
          </p:contentPart>
        </mc:Choice>
        <mc:Fallback xmlns="">
          <p:pic>
            <p:nvPicPr>
              <p:cNvPr id="86" name="Ink 85">
                <a:extLst>
                  <a:ext uri="{FF2B5EF4-FFF2-40B4-BE49-F238E27FC236}">
                    <a16:creationId xmlns:a16="http://schemas.microsoft.com/office/drawing/2014/main" id="{EEE34310-2A27-C684-155D-CA03BF6AAE71}"/>
                  </a:ext>
                </a:extLst>
              </p:cNvPr>
              <p:cNvPicPr/>
              <p:nvPr/>
            </p:nvPicPr>
            <p:blipFill>
              <a:blip r:embed="rId44"/>
              <a:stretch>
                <a:fillRect/>
              </a:stretch>
            </p:blipFill>
            <p:spPr>
              <a:xfrm>
                <a:off x="5161267" y="2237427"/>
                <a:ext cx="208800" cy="3448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93" name="Ink 92">
                <a:extLst>
                  <a:ext uri="{FF2B5EF4-FFF2-40B4-BE49-F238E27FC236}">
                    <a16:creationId xmlns:a16="http://schemas.microsoft.com/office/drawing/2014/main" id="{9C31C292-0EDB-85EF-3033-DEE2D70BB55F}"/>
                  </a:ext>
                </a:extLst>
              </p14:cNvPr>
              <p14:cNvContentPartPr/>
              <p14:nvPr/>
            </p14:nvContentPartPr>
            <p14:xfrm>
              <a:off x="6209227" y="2327787"/>
              <a:ext cx="378360" cy="311760"/>
            </p14:xfrm>
          </p:contentPart>
        </mc:Choice>
        <mc:Fallback xmlns="">
          <p:pic>
            <p:nvPicPr>
              <p:cNvPr id="93" name="Ink 92">
                <a:extLst>
                  <a:ext uri="{FF2B5EF4-FFF2-40B4-BE49-F238E27FC236}">
                    <a16:creationId xmlns:a16="http://schemas.microsoft.com/office/drawing/2014/main" id="{9C31C292-0EDB-85EF-3033-DEE2D70BB55F}"/>
                  </a:ext>
                </a:extLst>
              </p:cNvPr>
              <p:cNvPicPr/>
              <p:nvPr/>
            </p:nvPicPr>
            <p:blipFill>
              <a:blip r:embed="rId46"/>
              <a:stretch>
                <a:fillRect/>
              </a:stretch>
            </p:blipFill>
            <p:spPr>
              <a:xfrm>
                <a:off x="6203107" y="2321667"/>
                <a:ext cx="390600" cy="324000"/>
              </a:xfrm>
              <a:prstGeom prst="rect">
                <a:avLst/>
              </a:prstGeom>
            </p:spPr>
          </p:pic>
        </mc:Fallback>
      </mc:AlternateContent>
      <p:pic>
        <p:nvPicPr>
          <p:cNvPr id="96" name="Picture 95">
            <a:extLst>
              <a:ext uri="{FF2B5EF4-FFF2-40B4-BE49-F238E27FC236}">
                <a16:creationId xmlns:a16="http://schemas.microsoft.com/office/drawing/2014/main" id="{B92E9808-0C7F-0D71-798C-C0CDDB1FD9CC}"/>
              </a:ext>
            </a:extLst>
          </p:cNvPr>
          <p:cNvPicPr>
            <a:picLocks noChangeAspect="1"/>
          </p:cNvPicPr>
          <p:nvPr/>
        </p:nvPicPr>
        <p:blipFill>
          <a:blip r:embed="rId47"/>
          <a:srcRect t="30048" r="4832" b="19385"/>
          <a:stretch>
            <a:fillRect/>
          </a:stretch>
        </p:blipFill>
        <p:spPr>
          <a:xfrm>
            <a:off x="1117387" y="6198523"/>
            <a:ext cx="2509483" cy="496154"/>
          </a:xfrm>
          <a:prstGeom prst="rect">
            <a:avLst/>
          </a:prstGeom>
          <a:effectLst>
            <a:glow rad="139700">
              <a:schemeClr val="accent2">
                <a:satMod val="175000"/>
                <a:alpha val="40000"/>
              </a:schemeClr>
            </a:glow>
          </a:effectLst>
        </p:spPr>
      </p:pic>
      <mc:AlternateContent xmlns:mc="http://schemas.openxmlformats.org/markup-compatibility/2006" xmlns:p14="http://schemas.microsoft.com/office/powerpoint/2010/main">
        <mc:Choice Requires="p14">
          <p:contentPart p14:bwMode="auto" r:id="rId48">
            <p14:nvContentPartPr>
              <p14:cNvPr id="97" name="Ink 96">
                <a:extLst>
                  <a:ext uri="{FF2B5EF4-FFF2-40B4-BE49-F238E27FC236}">
                    <a16:creationId xmlns:a16="http://schemas.microsoft.com/office/drawing/2014/main" id="{D488CC03-87D1-D209-94B6-79AE80D254F2}"/>
                  </a:ext>
                </a:extLst>
              </p14:cNvPr>
              <p14:cNvContentPartPr/>
              <p14:nvPr/>
            </p14:nvContentPartPr>
            <p14:xfrm>
              <a:off x="2742787" y="1819827"/>
              <a:ext cx="360" cy="360"/>
            </p14:xfrm>
          </p:contentPart>
        </mc:Choice>
        <mc:Fallback xmlns="">
          <p:pic>
            <p:nvPicPr>
              <p:cNvPr id="97" name="Ink 96">
                <a:extLst>
                  <a:ext uri="{FF2B5EF4-FFF2-40B4-BE49-F238E27FC236}">
                    <a16:creationId xmlns:a16="http://schemas.microsoft.com/office/drawing/2014/main" id="{D488CC03-87D1-D209-94B6-79AE80D254F2}"/>
                  </a:ext>
                </a:extLst>
              </p:cNvPr>
              <p:cNvPicPr/>
              <p:nvPr/>
            </p:nvPicPr>
            <p:blipFill>
              <a:blip r:embed="rId35"/>
              <a:stretch>
                <a:fillRect/>
              </a:stretch>
            </p:blipFill>
            <p:spPr>
              <a:xfrm>
                <a:off x="2736667" y="1813707"/>
                <a:ext cx="12600" cy="12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9">
            <p14:nvContentPartPr>
              <p14:cNvPr id="100" name="Ink 99">
                <a:extLst>
                  <a:ext uri="{FF2B5EF4-FFF2-40B4-BE49-F238E27FC236}">
                    <a16:creationId xmlns:a16="http://schemas.microsoft.com/office/drawing/2014/main" id="{A5134ED6-20D9-4E06-E6F8-CA28B49F6D4B}"/>
                  </a:ext>
                </a:extLst>
              </p14:cNvPr>
              <p14:cNvContentPartPr/>
              <p14:nvPr/>
            </p14:nvContentPartPr>
            <p14:xfrm>
              <a:off x="685387" y="1625427"/>
              <a:ext cx="360" cy="360"/>
            </p14:xfrm>
          </p:contentPart>
        </mc:Choice>
        <mc:Fallback xmlns="">
          <p:pic>
            <p:nvPicPr>
              <p:cNvPr id="100" name="Ink 99">
                <a:extLst>
                  <a:ext uri="{FF2B5EF4-FFF2-40B4-BE49-F238E27FC236}">
                    <a16:creationId xmlns:a16="http://schemas.microsoft.com/office/drawing/2014/main" id="{A5134ED6-20D9-4E06-E6F8-CA28B49F6D4B}"/>
                  </a:ext>
                </a:extLst>
              </p:cNvPr>
              <p:cNvPicPr/>
              <p:nvPr/>
            </p:nvPicPr>
            <p:blipFill>
              <a:blip r:embed="rId50"/>
              <a:stretch>
                <a:fillRect/>
              </a:stretch>
            </p:blipFill>
            <p:spPr>
              <a:xfrm>
                <a:off x="667747" y="1607787"/>
                <a:ext cx="36000" cy="3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1">
            <p14:nvContentPartPr>
              <p14:cNvPr id="103" name="Ink 102">
                <a:extLst>
                  <a:ext uri="{FF2B5EF4-FFF2-40B4-BE49-F238E27FC236}">
                    <a16:creationId xmlns:a16="http://schemas.microsoft.com/office/drawing/2014/main" id="{D6A835F6-5AC8-FEBF-CE8B-C834B657246E}"/>
                  </a:ext>
                </a:extLst>
              </p14:cNvPr>
              <p14:cNvContentPartPr/>
              <p14:nvPr/>
            </p14:nvContentPartPr>
            <p14:xfrm>
              <a:off x="643267" y="1591227"/>
              <a:ext cx="881280" cy="228960"/>
            </p14:xfrm>
          </p:contentPart>
        </mc:Choice>
        <mc:Fallback xmlns="">
          <p:pic>
            <p:nvPicPr>
              <p:cNvPr id="103" name="Ink 102">
                <a:extLst>
                  <a:ext uri="{FF2B5EF4-FFF2-40B4-BE49-F238E27FC236}">
                    <a16:creationId xmlns:a16="http://schemas.microsoft.com/office/drawing/2014/main" id="{D6A835F6-5AC8-FEBF-CE8B-C834B657246E}"/>
                  </a:ext>
                </a:extLst>
              </p:cNvPr>
              <p:cNvPicPr/>
              <p:nvPr/>
            </p:nvPicPr>
            <p:blipFill>
              <a:blip r:embed="rId52"/>
              <a:stretch>
                <a:fillRect/>
              </a:stretch>
            </p:blipFill>
            <p:spPr>
              <a:xfrm>
                <a:off x="625267" y="1573587"/>
                <a:ext cx="916920" cy="264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3">
            <p14:nvContentPartPr>
              <p14:cNvPr id="108" name="Ink 107">
                <a:extLst>
                  <a:ext uri="{FF2B5EF4-FFF2-40B4-BE49-F238E27FC236}">
                    <a16:creationId xmlns:a16="http://schemas.microsoft.com/office/drawing/2014/main" id="{13548EC5-1C88-8FA4-EB40-CE3BECE32F32}"/>
                  </a:ext>
                </a:extLst>
              </p14:cNvPr>
              <p14:cNvContentPartPr/>
              <p14:nvPr/>
            </p14:nvContentPartPr>
            <p14:xfrm>
              <a:off x="41707" y="1616787"/>
              <a:ext cx="610200" cy="720"/>
            </p14:xfrm>
          </p:contentPart>
        </mc:Choice>
        <mc:Fallback xmlns="">
          <p:pic>
            <p:nvPicPr>
              <p:cNvPr id="108" name="Ink 107">
                <a:extLst>
                  <a:ext uri="{FF2B5EF4-FFF2-40B4-BE49-F238E27FC236}">
                    <a16:creationId xmlns:a16="http://schemas.microsoft.com/office/drawing/2014/main" id="{13548EC5-1C88-8FA4-EB40-CE3BECE32F32}"/>
                  </a:ext>
                </a:extLst>
              </p:cNvPr>
              <p:cNvPicPr/>
              <p:nvPr/>
            </p:nvPicPr>
            <p:blipFill>
              <a:blip r:embed="rId54"/>
              <a:stretch>
                <a:fillRect/>
              </a:stretch>
            </p:blipFill>
            <p:spPr>
              <a:xfrm>
                <a:off x="24067" y="1580787"/>
                <a:ext cx="645840" cy="72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5">
            <p14:nvContentPartPr>
              <p14:cNvPr id="119" name="Ink 118">
                <a:extLst>
                  <a:ext uri="{FF2B5EF4-FFF2-40B4-BE49-F238E27FC236}">
                    <a16:creationId xmlns:a16="http://schemas.microsoft.com/office/drawing/2014/main" id="{CAD91FBD-09E6-10BD-7A0E-9E83CEBEAB03}"/>
                  </a:ext>
                </a:extLst>
              </p14:cNvPr>
              <p14:cNvContentPartPr/>
              <p14:nvPr/>
            </p14:nvContentPartPr>
            <p14:xfrm>
              <a:off x="58987" y="1625427"/>
              <a:ext cx="720" cy="4939560"/>
            </p14:xfrm>
          </p:contentPart>
        </mc:Choice>
        <mc:Fallback xmlns="">
          <p:pic>
            <p:nvPicPr>
              <p:cNvPr id="119" name="Ink 118">
                <a:extLst>
                  <a:ext uri="{FF2B5EF4-FFF2-40B4-BE49-F238E27FC236}">
                    <a16:creationId xmlns:a16="http://schemas.microsoft.com/office/drawing/2014/main" id="{CAD91FBD-09E6-10BD-7A0E-9E83CEBEAB03}"/>
                  </a:ext>
                </a:extLst>
              </p:cNvPr>
              <p:cNvPicPr/>
              <p:nvPr/>
            </p:nvPicPr>
            <p:blipFill>
              <a:blip r:embed="rId56"/>
              <a:stretch>
                <a:fillRect/>
              </a:stretch>
            </p:blipFill>
            <p:spPr>
              <a:xfrm>
                <a:off x="23707" y="1607427"/>
                <a:ext cx="72000" cy="49752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7">
            <p14:nvContentPartPr>
              <p14:cNvPr id="125" name="Ink 124">
                <a:extLst>
                  <a:ext uri="{FF2B5EF4-FFF2-40B4-BE49-F238E27FC236}">
                    <a16:creationId xmlns:a16="http://schemas.microsoft.com/office/drawing/2014/main" id="{6CCFF92B-F18C-DF95-0B26-8E73AAEFD82C}"/>
                  </a:ext>
                </a:extLst>
              </p14:cNvPr>
              <p14:cNvContentPartPr/>
              <p14:nvPr/>
            </p14:nvContentPartPr>
            <p14:xfrm>
              <a:off x="75907" y="6561387"/>
              <a:ext cx="1025280" cy="84960"/>
            </p14:xfrm>
          </p:contentPart>
        </mc:Choice>
        <mc:Fallback xmlns="">
          <p:pic>
            <p:nvPicPr>
              <p:cNvPr id="125" name="Ink 124">
                <a:extLst>
                  <a:ext uri="{FF2B5EF4-FFF2-40B4-BE49-F238E27FC236}">
                    <a16:creationId xmlns:a16="http://schemas.microsoft.com/office/drawing/2014/main" id="{6CCFF92B-F18C-DF95-0B26-8E73AAEFD82C}"/>
                  </a:ext>
                </a:extLst>
              </p:cNvPr>
              <p:cNvPicPr/>
              <p:nvPr/>
            </p:nvPicPr>
            <p:blipFill>
              <a:blip r:embed="rId58"/>
              <a:stretch>
                <a:fillRect/>
              </a:stretch>
            </p:blipFill>
            <p:spPr>
              <a:xfrm>
                <a:off x="57907" y="6543747"/>
                <a:ext cx="1060920" cy="120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9">
            <p14:nvContentPartPr>
              <p14:cNvPr id="126" name="Ink 125">
                <a:extLst>
                  <a:ext uri="{FF2B5EF4-FFF2-40B4-BE49-F238E27FC236}">
                    <a16:creationId xmlns:a16="http://schemas.microsoft.com/office/drawing/2014/main" id="{BE579414-E596-658F-3B51-833DAA7EC8FB}"/>
                  </a:ext>
                </a:extLst>
              </p14:cNvPr>
              <p14:cNvContentPartPr/>
              <p14:nvPr/>
            </p14:nvContentPartPr>
            <p14:xfrm>
              <a:off x="897067" y="6366627"/>
              <a:ext cx="338400" cy="426960"/>
            </p14:xfrm>
          </p:contentPart>
        </mc:Choice>
        <mc:Fallback xmlns="">
          <p:pic>
            <p:nvPicPr>
              <p:cNvPr id="126" name="Ink 125">
                <a:extLst>
                  <a:ext uri="{FF2B5EF4-FFF2-40B4-BE49-F238E27FC236}">
                    <a16:creationId xmlns:a16="http://schemas.microsoft.com/office/drawing/2014/main" id="{BE579414-E596-658F-3B51-833DAA7EC8FB}"/>
                  </a:ext>
                </a:extLst>
              </p:cNvPr>
              <p:cNvPicPr/>
              <p:nvPr/>
            </p:nvPicPr>
            <p:blipFill>
              <a:blip r:embed="rId60"/>
              <a:stretch>
                <a:fillRect/>
              </a:stretch>
            </p:blipFill>
            <p:spPr>
              <a:xfrm>
                <a:off x="879427" y="6348987"/>
                <a:ext cx="374040" cy="462600"/>
              </a:xfrm>
              <a:prstGeom prst="rect">
                <a:avLst/>
              </a:prstGeom>
            </p:spPr>
          </p:pic>
        </mc:Fallback>
      </mc:AlternateContent>
      <p:pic>
        <p:nvPicPr>
          <p:cNvPr id="128" name="Picture 127">
            <a:extLst>
              <a:ext uri="{FF2B5EF4-FFF2-40B4-BE49-F238E27FC236}">
                <a16:creationId xmlns:a16="http://schemas.microsoft.com/office/drawing/2014/main" id="{6DC5D2FD-5EA8-7FB9-CD37-FC09817C5EEC}"/>
              </a:ext>
            </a:extLst>
          </p:cNvPr>
          <p:cNvPicPr>
            <a:picLocks noChangeAspect="1"/>
          </p:cNvPicPr>
          <p:nvPr/>
        </p:nvPicPr>
        <p:blipFill>
          <a:blip r:embed="rId2"/>
          <a:srcRect t="50180" b="39121"/>
          <a:stretch>
            <a:fillRect/>
          </a:stretch>
        </p:blipFill>
        <p:spPr>
          <a:xfrm>
            <a:off x="84907" y="2918818"/>
            <a:ext cx="5104737" cy="232550"/>
          </a:xfrm>
          <a:prstGeom prst="rect">
            <a:avLst/>
          </a:prstGeom>
        </p:spPr>
      </p:pic>
      <p:pic>
        <p:nvPicPr>
          <p:cNvPr id="129" name="Picture 128">
            <a:extLst>
              <a:ext uri="{FF2B5EF4-FFF2-40B4-BE49-F238E27FC236}">
                <a16:creationId xmlns:a16="http://schemas.microsoft.com/office/drawing/2014/main" id="{7B76FF18-A481-4C3E-79F4-C3009DE89E3D}"/>
              </a:ext>
            </a:extLst>
          </p:cNvPr>
          <p:cNvPicPr>
            <a:picLocks noChangeAspect="1"/>
          </p:cNvPicPr>
          <p:nvPr/>
        </p:nvPicPr>
        <p:blipFill>
          <a:blip r:embed="rId2"/>
          <a:srcRect t="58555" b="29830"/>
          <a:stretch>
            <a:fillRect/>
          </a:stretch>
        </p:blipFill>
        <p:spPr>
          <a:xfrm>
            <a:off x="160898" y="2461688"/>
            <a:ext cx="5104737" cy="252480"/>
          </a:xfrm>
          <a:prstGeom prst="rect">
            <a:avLst/>
          </a:prstGeom>
        </p:spPr>
      </p:pic>
      <mc:AlternateContent xmlns:mc="http://schemas.openxmlformats.org/markup-compatibility/2006" xmlns:p14="http://schemas.microsoft.com/office/powerpoint/2010/main">
        <mc:Choice Requires="p14">
          <p:contentPart p14:bwMode="auto" r:id="rId61">
            <p14:nvContentPartPr>
              <p14:cNvPr id="130" name="Ink 129">
                <a:extLst>
                  <a:ext uri="{FF2B5EF4-FFF2-40B4-BE49-F238E27FC236}">
                    <a16:creationId xmlns:a16="http://schemas.microsoft.com/office/drawing/2014/main" id="{FA6AD56D-29DA-CA7A-FA04-BD12029A679A}"/>
                  </a:ext>
                </a:extLst>
              </p14:cNvPr>
              <p14:cNvContentPartPr/>
              <p14:nvPr/>
            </p14:nvContentPartPr>
            <p14:xfrm>
              <a:off x="2506267" y="2455227"/>
              <a:ext cx="360" cy="360"/>
            </p14:xfrm>
          </p:contentPart>
        </mc:Choice>
        <mc:Fallback xmlns="">
          <p:pic>
            <p:nvPicPr>
              <p:cNvPr id="130" name="Ink 129">
                <a:extLst>
                  <a:ext uri="{FF2B5EF4-FFF2-40B4-BE49-F238E27FC236}">
                    <a16:creationId xmlns:a16="http://schemas.microsoft.com/office/drawing/2014/main" id="{FA6AD56D-29DA-CA7A-FA04-BD12029A679A}"/>
                  </a:ext>
                </a:extLst>
              </p:cNvPr>
              <p:cNvPicPr/>
              <p:nvPr/>
            </p:nvPicPr>
            <p:blipFill>
              <a:blip r:embed="rId62"/>
              <a:stretch>
                <a:fillRect/>
              </a:stretch>
            </p:blipFill>
            <p:spPr>
              <a:xfrm>
                <a:off x="2500147" y="244910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132" name="Ink 131">
                <a:extLst>
                  <a:ext uri="{FF2B5EF4-FFF2-40B4-BE49-F238E27FC236}">
                    <a16:creationId xmlns:a16="http://schemas.microsoft.com/office/drawing/2014/main" id="{27C02FE6-3365-8FDC-3E1D-B581FEB3187D}"/>
                  </a:ext>
                </a:extLst>
              </p14:cNvPr>
              <p14:cNvContentPartPr/>
              <p14:nvPr/>
            </p14:nvContentPartPr>
            <p14:xfrm>
              <a:off x="795907" y="2352987"/>
              <a:ext cx="1092600" cy="474840"/>
            </p14:xfrm>
          </p:contentPart>
        </mc:Choice>
        <mc:Fallback xmlns="">
          <p:pic>
            <p:nvPicPr>
              <p:cNvPr id="132" name="Ink 131">
                <a:extLst>
                  <a:ext uri="{FF2B5EF4-FFF2-40B4-BE49-F238E27FC236}">
                    <a16:creationId xmlns:a16="http://schemas.microsoft.com/office/drawing/2014/main" id="{27C02FE6-3365-8FDC-3E1D-B581FEB3187D}"/>
                  </a:ext>
                </a:extLst>
              </p:cNvPr>
              <p:cNvPicPr/>
              <p:nvPr/>
            </p:nvPicPr>
            <p:blipFill>
              <a:blip r:embed="rId64"/>
              <a:stretch>
                <a:fillRect/>
              </a:stretch>
            </p:blipFill>
            <p:spPr>
              <a:xfrm>
                <a:off x="789787" y="2346867"/>
                <a:ext cx="1104840" cy="48708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133" name="Ink 132">
                <a:extLst>
                  <a:ext uri="{FF2B5EF4-FFF2-40B4-BE49-F238E27FC236}">
                    <a16:creationId xmlns:a16="http://schemas.microsoft.com/office/drawing/2014/main" id="{DCA0DB84-88FB-A446-C6FA-E6A5EC6C8960}"/>
                  </a:ext>
                </a:extLst>
              </p14:cNvPr>
              <p14:cNvContentPartPr/>
              <p14:nvPr/>
            </p14:nvContentPartPr>
            <p14:xfrm>
              <a:off x="1871227" y="2237787"/>
              <a:ext cx="3546360" cy="479520"/>
            </p14:xfrm>
          </p:contentPart>
        </mc:Choice>
        <mc:Fallback xmlns="">
          <p:pic>
            <p:nvPicPr>
              <p:cNvPr id="133" name="Ink 132">
                <a:extLst>
                  <a:ext uri="{FF2B5EF4-FFF2-40B4-BE49-F238E27FC236}">
                    <a16:creationId xmlns:a16="http://schemas.microsoft.com/office/drawing/2014/main" id="{DCA0DB84-88FB-A446-C6FA-E6A5EC6C8960}"/>
                  </a:ext>
                </a:extLst>
              </p:cNvPr>
              <p:cNvPicPr/>
              <p:nvPr/>
            </p:nvPicPr>
            <p:blipFill>
              <a:blip r:embed="rId66"/>
              <a:stretch>
                <a:fillRect/>
              </a:stretch>
            </p:blipFill>
            <p:spPr>
              <a:xfrm>
                <a:off x="1865107" y="2231667"/>
                <a:ext cx="3558600" cy="49176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35" name="Ink 134">
                <a:extLst>
                  <a:ext uri="{FF2B5EF4-FFF2-40B4-BE49-F238E27FC236}">
                    <a16:creationId xmlns:a16="http://schemas.microsoft.com/office/drawing/2014/main" id="{72B7D7D1-BE56-373B-D4E2-77EC8BB7C042}"/>
                  </a:ext>
                </a:extLst>
              </p14:cNvPr>
              <p14:cNvContentPartPr/>
              <p14:nvPr/>
            </p14:nvContentPartPr>
            <p14:xfrm>
              <a:off x="973387" y="3013133"/>
              <a:ext cx="531720" cy="34920"/>
            </p14:xfrm>
          </p:contentPart>
        </mc:Choice>
        <mc:Fallback xmlns="">
          <p:pic>
            <p:nvPicPr>
              <p:cNvPr id="135" name="Ink 134">
                <a:extLst>
                  <a:ext uri="{FF2B5EF4-FFF2-40B4-BE49-F238E27FC236}">
                    <a16:creationId xmlns:a16="http://schemas.microsoft.com/office/drawing/2014/main" id="{72B7D7D1-BE56-373B-D4E2-77EC8BB7C042}"/>
                  </a:ext>
                </a:extLst>
              </p:cNvPr>
              <p:cNvPicPr/>
              <p:nvPr/>
            </p:nvPicPr>
            <p:blipFill>
              <a:blip r:embed="rId68"/>
              <a:stretch>
                <a:fillRect/>
              </a:stretch>
            </p:blipFill>
            <p:spPr>
              <a:xfrm>
                <a:off x="919747" y="2905493"/>
                <a:ext cx="639360" cy="250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9">
            <p14:nvContentPartPr>
              <p14:cNvPr id="136" name="Ink 135">
                <a:extLst>
                  <a:ext uri="{FF2B5EF4-FFF2-40B4-BE49-F238E27FC236}">
                    <a16:creationId xmlns:a16="http://schemas.microsoft.com/office/drawing/2014/main" id="{21D47668-A83C-23F3-A235-59BBBFAF100D}"/>
                  </a:ext>
                </a:extLst>
              </p14:cNvPr>
              <p14:cNvContentPartPr/>
              <p14:nvPr/>
            </p14:nvContentPartPr>
            <p14:xfrm>
              <a:off x="828307" y="2850053"/>
              <a:ext cx="612000" cy="336240"/>
            </p14:xfrm>
          </p:contentPart>
        </mc:Choice>
        <mc:Fallback xmlns="">
          <p:pic>
            <p:nvPicPr>
              <p:cNvPr id="136" name="Ink 135">
                <a:extLst>
                  <a:ext uri="{FF2B5EF4-FFF2-40B4-BE49-F238E27FC236}">
                    <a16:creationId xmlns:a16="http://schemas.microsoft.com/office/drawing/2014/main" id="{21D47668-A83C-23F3-A235-59BBBFAF100D}"/>
                  </a:ext>
                </a:extLst>
              </p:cNvPr>
              <p:cNvPicPr/>
              <p:nvPr/>
            </p:nvPicPr>
            <p:blipFill>
              <a:blip r:embed="rId70"/>
              <a:stretch>
                <a:fillRect/>
              </a:stretch>
            </p:blipFill>
            <p:spPr>
              <a:xfrm>
                <a:off x="810667" y="2832053"/>
                <a:ext cx="647640" cy="371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1">
            <p14:nvContentPartPr>
              <p14:cNvPr id="137" name="Ink 136">
                <a:extLst>
                  <a:ext uri="{FF2B5EF4-FFF2-40B4-BE49-F238E27FC236}">
                    <a16:creationId xmlns:a16="http://schemas.microsoft.com/office/drawing/2014/main" id="{6F37F2C1-A351-B510-0C3D-1EC88BC59EEA}"/>
                  </a:ext>
                </a:extLst>
              </p14:cNvPr>
              <p14:cNvContentPartPr/>
              <p14:nvPr/>
            </p14:nvContentPartPr>
            <p14:xfrm>
              <a:off x="3054907" y="2818733"/>
              <a:ext cx="1839960" cy="407880"/>
            </p14:xfrm>
          </p:contentPart>
        </mc:Choice>
        <mc:Fallback xmlns="">
          <p:pic>
            <p:nvPicPr>
              <p:cNvPr id="137" name="Ink 136">
                <a:extLst>
                  <a:ext uri="{FF2B5EF4-FFF2-40B4-BE49-F238E27FC236}">
                    <a16:creationId xmlns:a16="http://schemas.microsoft.com/office/drawing/2014/main" id="{6F37F2C1-A351-B510-0C3D-1EC88BC59EEA}"/>
                  </a:ext>
                </a:extLst>
              </p:cNvPr>
              <p:cNvPicPr/>
              <p:nvPr/>
            </p:nvPicPr>
            <p:blipFill>
              <a:blip r:embed="rId72"/>
              <a:stretch>
                <a:fillRect/>
              </a:stretch>
            </p:blipFill>
            <p:spPr>
              <a:xfrm>
                <a:off x="3037267" y="2801093"/>
                <a:ext cx="1875600" cy="44352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3">
            <p14:nvContentPartPr>
              <p14:cNvPr id="138" name="Ink 137">
                <a:extLst>
                  <a:ext uri="{FF2B5EF4-FFF2-40B4-BE49-F238E27FC236}">
                    <a16:creationId xmlns:a16="http://schemas.microsoft.com/office/drawing/2014/main" id="{9507EDB3-73F6-FCF2-7668-8970ECB02F5E}"/>
                  </a:ext>
                </a:extLst>
              </p14:cNvPr>
              <p14:cNvContentPartPr/>
              <p14:nvPr/>
            </p14:nvContentPartPr>
            <p14:xfrm>
              <a:off x="1408627" y="2869853"/>
              <a:ext cx="1225440" cy="356760"/>
            </p14:xfrm>
          </p:contentPart>
        </mc:Choice>
        <mc:Fallback xmlns="">
          <p:pic>
            <p:nvPicPr>
              <p:cNvPr id="138" name="Ink 137">
                <a:extLst>
                  <a:ext uri="{FF2B5EF4-FFF2-40B4-BE49-F238E27FC236}">
                    <a16:creationId xmlns:a16="http://schemas.microsoft.com/office/drawing/2014/main" id="{9507EDB3-73F6-FCF2-7668-8970ECB02F5E}"/>
                  </a:ext>
                </a:extLst>
              </p:cNvPr>
              <p:cNvPicPr/>
              <p:nvPr/>
            </p:nvPicPr>
            <p:blipFill>
              <a:blip r:embed="rId74"/>
              <a:stretch>
                <a:fillRect/>
              </a:stretch>
            </p:blipFill>
            <p:spPr>
              <a:xfrm>
                <a:off x="1390987" y="2851853"/>
                <a:ext cx="1261080" cy="392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5">
            <p14:nvContentPartPr>
              <p14:cNvPr id="139" name="Ink 138">
                <a:extLst>
                  <a:ext uri="{FF2B5EF4-FFF2-40B4-BE49-F238E27FC236}">
                    <a16:creationId xmlns:a16="http://schemas.microsoft.com/office/drawing/2014/main" id="{1EE9F463-3095-9768-A415-178415E79273}"/>
                  </a:ext>
                </a:extLst>
              </p14:cNvPr>
              <p14:cNvContentPartPr/>
              <p14:nvPr/>
            </p14:nvContentPartPr>
            <p14:xfrm>
              <a:off x="5816107" y="3107093"/>
              <a:ext cx="360" cy="360"/>
            </p14:xfrm>
          </p:contentPart>
        </mc:Choice>
        <mc:Fallback xmlns="">
          <p:pic>
            <p:nvPicPr>
              <p:cNvPr id="139" name="Ink 138">
                <a:extLst>
                  <a:ext uri="{FF2B5EF4-FFF2-40B4-BE49-F238E27FC236}">
                    <a16:creationId xmlns:a16="http://schemas.microsoft.com/office/drawing/2014/main" id="{1EE9F463-3095-9768-A415-178415E79273}"/>
                  </a:ext>
                </a:extLst>
              </p:cNvPr>
              <p:cNvPicPr/>
              <p:nvPr/>
            </p:nvPicPr>
            <p:blipFill>
              <a:blip r:embed="rId76"/>
              <a:stretch>
                <a:fillRect/>
              </a:stretch>
            </p:blipFill>
            <p:spPr>
              <a:xfrm>
                <a:off x="5798467" y="3089453"/>
                <a:ext cx="36000" cy="36000"/>
              </a:xfrm>
              <a:prstGeom prst="rect">
                <a:avLst/>
              </a:prstGeom>
            </p:spPr>
          </p:pic>
        </mc:Fallback>
      </mc:AlternateContent>
      <p:sp>
        <p:nvSpPr>
          <p:cNvPr id="141" name="TextBox 140">
            <a:extLst>
              <a:ext uri="{FF2B5EF4-FFF2-40B4-BE49-F238E27FC236}">
                <a16:creationId xmlns:a16="http://schemas.microsoft.com/office/drawing/2014/main" id="{DF300433-7A55-B1D4-369A-A2C07EC4B559}"/>
              </a:ext>
            </a:extLst>
          </p:cNvPr>
          <p:cNvSpPr txBox="1"/>
          <p:nvPr/>
        </p:nvSpPr>
        <p:spPr>
          <a:xfrm>
            <a:off x="5477751" y="2836790"/>
            <a:ext cx="2789515" cy="923330"/>
          </a:xfrm>
          <a:prstGeom prst="rect">
            <a:avLst/>
          </a:prstGeom>
          <a:noFill/>
          <a:ln>
            <a:solidFill>
              <a:schemeClr val="accent4">
                <a:lumMod val="40000"/>
                <a:lumOff val="60000"/>
              </a:schemeClr>
            </a:solidFill>
          </a:ln>
          <a:effectLst>
            <a:glow rad="228600">
              <a:schemeClr val="accent1">
                <a:satMod val="175000"/>
                <a:alpha val="40000"/>
              </a:schemeClr>
            </a:glow>
          </a:effectLst>
        </p:spPr>
        <p:txBody>
          <a:bodyPr wrap="square">
            <a:spAutoFit/>
          </a:bodyPr>
          <a:lstStyle/>
          <a:p>
            <a:r>
              <a:rPr lang="en-US" dirty="0"/>
              <a:t>for client-side navigation, </a:t>
            </a:r>
            <a:r>
              <a:rPr lang="en-US" dirty="0" err="1">
                <a:latin typeface="Courier New" panose="02070309020205020404" pitchFamily="49" charset="0"/>
              </a:rPr>
              <a:t>useNavigate</a:t>
            </a:r>
            <a:r>
              <a:rPr lang="en-US" dirty="0"/>
              <a:t> to programmatically navigate.</a:t>
            </a:r>
          </a:p>
        </p:txBody>
      </p:sp>
      <mc:AlternateContent xmlns:mc="http://schemas.openxmlformats.org/markup-compatibility/2006" xmlns:p14="http://schemas.microsoft.com/office/powerpoint/2010/main" xmlns:aink="http://schemas.microsoft.com/office/drawing/2016/ink">
        <mc:Choice Requires="p14 aink">
          <p:contentPart p14:bwMode="auto" r:id="rId77">
            <p14:nvContentPartPr>
              <p14:cNvPr id="157" name="Ink 156">
                <a:extLst>
                  <a:ext uri="{FF2B5EF4-FFF2-40B4-BE49-F238E27FC236}">
                    <a16:creationId xmlns:a16="http://schemas.microsoft.com/office/drawing/2014/main" id="{993A6DDB-5E13-7217-7F12-0646EB52FD77}"/>
                  </a:ext>
                </a:extLst>
              </p14:cNvPr>
              <p14:cNvContentPartPr/>
              <p14:nvPr/>
            </p14:nvContentPartPr>
            <p14:xfrm>
              <a:off x="3801187" y="736493"/>
              <a:ext cx="360" cy="360"/>
            </p14:xfrm>
          </p:contentPart>
        </mc:Choice>
        <mc:Fallback xmlns="">
          <p:pic>
            <p:nvPicPr>
              <p:cNvPr id="157" name="Ink 156">
                <a:extLst>
                  <a:ext uri="{FF2B5EF4-FFF2-40B4-BE49-F238E27FC236}">
                    <a16:creationId xmlns:a16="http://schemas.microsoft.com/office/drawing/2014/main" id="{993A6DDB-5E13-7217-7F12-0646EB52FD77}"/>
                  </a:ext>
                </a:extLst>
              </p:cNvPr>
              <p:cNvPicPr/>
              <p:nvPr/>
            </p:nvPicPr>
            <p:blipFill>
              <a:blip r:embed="rId78"/>
              <a:stretch>
                <a:fillRect/>
              </a:stretch>
            </p:blipFill>
            <p:spPr>
              <a:xfrm>
                <a:off x="3792547" y="682493"/>
                <a:ext cx="18000" cy="108000"/>
              </a:xfrm>
              <a:prstGeom prst="rect">
                <a:avLst/>
              </a:prstGeom>
            </p:spPr>
          </p:pic>
        </mc:Fallback>
      </mc:AlternateContent>
      <p:sp>
        <p:nvSpPr>
          <p:cNvPr id="158" name="Oval 157">
            <a:extLst>
              <a:ext uri="{FF2B5EF4-FFF2-40B4-BE49-F238E27FC236}">
                <a16:creationId xmlns:a16="http://schemas.microsoft.com/office/drawing/2014/main" id="{00A866DA-EBB8-308A-A217-E44CE613F138}"/>
              </a:ext>
            </a:extLst>
          </p:cNvPr>
          <p:cNvSpPr/>
          <p:nvPr/>
        </p:nvSpPr>
        <p:spPr>
          <a:xfrm>
            <a:off x="-51891" y="2918530"/>
            <a:ext cx="5374158" cy="227894"/>
          </a:xfrm>
          <a:prstGeom prst="ellipse">
            <a:avLst/>
          </a:prstGeom>
          <a:noFill/>
          <a:ln>
            <a:solidFill>
              <a:srgbClr val="FFFF00"/>
            </a:solidFill>
          </a:ln>
          <a:effectLst>
            <a:glow rad="1397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0" name="Straight Connector 159">
            <a:extLst>
              <a:ext uri="{FF2B5EF4-FFF2-40B4-BE49-F238E27FC236}">
                <a16:creationId xmlns:a16="http://schemas.microsoft.com/office/drawing/2014/main" id="{7C2B49C1-6254-0792-B445-1C538F200F6E}"/>
              </a:ext>
            </a:extLst>
          </p:cNvPr>
          <p:cNvCxnSpPr>
            <a:cxnSpLocks/>
            <a:endCxn id="141" idx="1"/>
          </p:cNvCxnSpPr>
          <p:nvPr/>
        </p:nvCxnSpPr>
        <p:spPr>
          <a:xfrm>
            <a:off x="4759160" y="3122383"/>
            <a:ext cx="718591" cy="176072"/>
          </a:xfrm>
          <a:prstGeom prst="line">
            <a:avLst/>
          </a:prstGeom>
          <a:gradFill>
            <a:gsLst>
              <a:gs pos="0">
                <a:srgbClr val="360704">
                  <a:alpha val="5000"/>
                </a:srgbClr>
              </a:gs>
              <a:gs pos="21000">
                <a:srgbClr val="DA0100">
                  <a:alpha val="5000"/>
                </a:srgbClr>
              </a:gs>
              <a:gs pos="41000">
                <a:srgbClr val="360704">
                  <a:alpha val="5000"/>
                </a:srgbClr>
              </a:gs>
              <a:gs pos="62000">
                <a:srgbClr val="DA0100">
                  <a:alpha val="5000"/>
                </a:srgbClr>
              </a:gs>
              <a:gs pos="82000">
                <a:srgbClr val="360704">
                  <a:alpha val="5000"/>
                </a:srgbClr>
              </a:gs>
              <a:gs pos="100000">
                <a:srgbClr val="DA0100">
                  <a:alpha val="5000"/>
                </a:srgbClr>
              </a:gs>
            </a:gsLst>
          </a:gradFill>
          <a:ln w="57150">
            <a:gradFill>
              <a:gsLst>
                <a:gs pos="0">
                  <a:srgbClr val="360704"/>
                </a:gs>
                <a:gs pos="21000">
                  <a:srgbClr val="DA0100"/>
                </a:gs>
                <a:gs pos="41000">
                  <a:srgbClr val="360704"/>
                </a:gs>
                <a:gs pos="62000">
                  <a:srgbClr val="DA0100"/>
                </a:gs>
                <a:gs pos="82000">
                  <a:srgbClr val="360704"/>
                </a:gs>
                <a:gs pos="100000">
                  <a:srgbClr val="DA0100"/>
                </a:gs>
              </a:gsLst>
            </a:gra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xmlns:aink="http://schemas.microsoft.com/office/drawing/2016/ink">
        <mc:Choice Requires="p14 aink">
          <p:contentPart p14:bwMode="auto" r:id="rId79">
            <p14:nvContentPartPr>
              <p14:cNvPr id="161" name="Ink 160">
                <a:extLst>
                  <a:ext uri="{FF2B5EF4-FFF2-40B4-BE49-F238E27FC236}">
                    <a16:creationId xmlns:a16="http://schemas.microsoft.com/office/drawing/2014/main" id="{A79A5F6C-388C-1D51-049C-2C6C888AB97B}"/>
                  </a:ext>
                </a:extLst>
              </p14:cNvPr>
              <p14:cNvContentPartPr/>
              <p14:nvPr/>
            </p14:nvContentPartPr>
            <p14:xfrm>
              <a:off x="6951187" y="4343333"/>
              <a:ext cx="360" cy="360"/>
            </p14:xfrm>
          </p:contentPart>
        </mc:Choice>
        <mc:Fallback xmlns="">
          <p:pic>
            <p:nvPicPr>
              <p:cNvPr id="161" name="Ink 160">
                <a:extLst>
                  <a:ext uri="{FF2B5EF4-FFF2-40B4-BE49-F238E27FC236}">
                    <a16:creationId xmlns:a16="http://schemas.microsoft.com/office/drawing/2014/main" id="{A79A5F6C-388C-1D51-049C-2C6C888AB97B}"/>
                  </a:ext>
                </a:extLst>
              </p:cNvPr>
              <p:cNvPicPr/>
              <p:nvPr/>
            </p:nvPicPr>
            <p:blipFill>
              <a:blip r:embed="rId80"/>
              <a:stretch>
                <a:fillRect/>
              </a:stretch>
            </p:blipFill>
            <p:spPr>
              <a:xfrm>
                <a:off x="6945067" y="4337213"/>
                <a:ext cx="12600" cy="12600"/>
              </a:xfrm>
              <a:prstGeom prst="rect">
                <a:avLst/>
              </a:prstGeom>
            </p:spPr>
          </p:pic>
        </mc:Fallback>
      </mc:AlternateContent>
      <p:pic>
        <p:nvPicPr>
          <p:cNvPr id="168" name="Picture 167">
            <a:extLst>
              <a:ext uri="{FF2B5EF4-FFF2-40B4-BE49-F238E27FC236}">
                <a16:creationId xmlns:a16="http://schemas.microsoft.com/office/drawing/2014/main" id="{317C5F24-A737-FF4F-DCD5-6CA78BBE9976}"/>
              </a:ext>
            </a:extLst>
          </p:cNvPr>
          <p:cNvPicPr>
            <a:picLocks noChangeAspect="1"/>
          </p:cNvPicPr>
          <p:nvPr/>
        </p:nvPicPr>
        <p:blipFill>
          <a:blip r:embed="rId2"/>
          <a:srcRect t="12174" r="37771" b="78633"/>
          <a:stretch>
            <a:fillRect/>
          </a:stretch>
        </p:blipFill>
        <p:spPr>
          <a:xfrm>
            <a:off x="202253" y="5453012"/>
            <a:ext cx="3176613" cy="199834"/>
          </a:xfrm>
          <a:prstGeom prst="rect">
            <a:avLst/>
          </a:prstGeom>
          <a:effectLst>
            <a:glow rad="228600">
              <a:schemeClr val="accent2">
                <a:satMod val="175000"/>
                <a:alpha val="40000"/>
              </a:schemeClr>
            </a:glow>
          </a:effectLst>
        </p:spPr>
      </p:pic>
      <p:pic>
        <p:nvPicPr>
          <p:cNvPr id="172" name="Picture 171">
            <a:extLst>
              <a:ext uri="{FF2B5EF4-FFF2-40B4-BE49-F238E27FC236}">
                <a16:creationId xmlns:a16="http://schemas.microsoft.com/office/drawing/2014/main" id="{6AA0004C-6781-4FC5-43D8-6F7D1E00DBA7}"/>
              </a:ext>
            </a:extLst>
          </p:cNvPr>
          <p:cNvPicPr>
            <a:picLocks noChangeAspect="1"/>
          </p:cNvPicPr>
          <p:nvPr/>
        </p:nvPicPr>
        <p:blipFill>
          <a:blip r:embed="rId81"/>
          <a:stretch>
            <a:fillRect/>
          </a:stretch>
        </p:blipFill>
        <p:spPr>
          <a:xfrm>
            <a:off x="5810762" y="4155248"/>
            <a:ext cx="2585115" cy="2291352"/>
          </a:xfrm>
          <a:prstGeom prst="rect">
            <a:avLst/>
          </a:prstGeom>
        </p:spPr>
      </p:pic>
      <p:pic>
        <p:nvPicPr>
          <p:cNvPr id="173" name="Picture 172">
            <a:extLst>
              <a:ext uri="{FF2B5EF4-FFF2-40B4-BE49-F238E27FC236}">
                <a16:creationId xmlns:a16="http://schemas.microsoft.com/office/drawing/2014/main" id="{CA167372-9D34-2712-6823-3D3CCA291A24}"/>
              </a:ext>
            </a:extLst>
          </p:cNvPr>
          <p:cNvPicPr>
            <a:picLocks noChangeAspect="1"/>
          </p:cNvPicPr>
          <p:nvPr/>
        </p:nvPicPr>
        <p:blipFill>
          <a:blip r:embed="rId2"/>
          <a:srcRect t="21795" r="33459" b="69012"/>
          <a:stretch>
            <a:fillRect/>
          </a:stretch>
        </p:blipFill>
        <p:spPr>
          <a:xfrm>
            <a:off x="202253" y="3560082"/>
            <a:ext cx="3396757" cy="199834"/>
          </a:xfrm>
          <a:prstGeom prst="rect">
            <a:avLst/>
          </a:prstGeom>
          <a:effectLst>
            <a:glow rad="228600">
              <a:schemeClr val="accent3">
                <a:satMod val="175000"/>
                <a:alpha val="40000"/>
              </a:schemeClr>
            </a:glow>
          </a:effectLst>
        </p:spPr>
      </p:pic>
      <mc:AlternateContent xmlns:mc="http://schemas.openxmlformats.org/markup-compatibility/2006" xmlns:p14="http://schemas.microsoft.com/office/powerpoint/2010/main">
        <mc:Choice Requires="p14">
          <p:contentPart p14:bwMode="auto" r:id="rId82">
            <p14:nvContentPartPr>
              <p14:cNvPr id="8" name="Ink 7">
                <a:extLst>
                  <a:ext uri="{FF2B5EF4-FFF2-40B4-BE49-F238E27FC236}">
                    <a16:creationId xmlns:a16="http://schemas.microsoft.com/office/drawing/2014/main" id="{19B1181E-5886-8CCF-0B42-BD607DB842D6}"/>
                  </a:ext>
                </a:extLst>
              </p14:cNvPr>
              <p14:cNvContentPartPr/>
              <p14:nvPr/>
            </p14:nvContentPartPr>
            <p14:xfrm>
              <a:off x="3363531" y="3714197"/>
              <a:ext cx="2955960" cy="1478520"/>
            </p14:xfrm>
          </p:contentPart>
        </mc:Choice>
        <mc:Fallback xmlns="">
          <p:pic>
            <p:nvPicPr>
              <p:cNvPr id="8" name="Ink 7">
                <a:extLst>
                  <a:ext uri="{FF2B5EF4-FFF2-40B4-BE49-F238E27FC236}">
                    <a16:creationId xmlns:a16="http://schemas.microsoft.com/office/drawing/2014/main" id="{19B1181E-5886-8CCF-0B42-BD607DB842D6}"/>
                  </a:ext>
                </a:extLst>
              </p:cNvPr>
              <p:cNvPicPr/>
              <p:nvPr/>
            </p:nvPicPr>
            <p:blipFill>
              <a:blip r:embed="rId83"/>
              <a:stretch>
                <a:fillRect/>
              </a:stretch>
            </p:blipFill>
            <p:spPr>
              <a:xfrm>
                <a:off x="3357411" y="3708077"/>
                <a:ext cx="2968200" cy="14907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9" name="Ink 8">
                <a:extLst>
                  <a:ext uri="{FF2B5EF4-FFF2-40B4-BE49-F238E27FC236}">
                    <a16:creationId xmlns:a16="http://schemas.microsoft.com/office/drawing/2014/main" id="{5B6FEE99-B9BC-1149-0688-7FB0FDAC09A8}"/>
                  </a:ext>
                </a:extLst>
              </p14:cNvPr>
              <p14:cNvContentPartPr/>
              <p14:nvPr/>
            </p14:nvContentPartPr>
            <p14:xfrm>
              <a:off x="6416691" y="5086157"/>
              <a:ext cx="360" cy="360"/>
            </p14:xfrm>
          </p:contentPart>
        </mc:Choice>
        <mc:Fallback xmlns="">
          <p:pic>
            <p:nvPicPr>
              <p:cNvPr id="9" name="Ink 8">
                <a:extLst>
                  <a:ext uri="{FF2B5EF4-FFF2-40B4-BE49-F238E27FC236}">
                    <a16:creationId xmlns:a16="http://schemas.microsoft.com/office/drawing/2014/main" id="{5B6FEE99-B9BC-1149-0688-7FB0FDAC09A8}"/>
                  </a:ext>
                </a:extLst>
              </p:cNvPr>
              <p:cNvPicPr/>
              <p:nvPr/>
            </p:nvPicPr>
            <p:blipFill>
              <a:blip r:embed="rId85"/>
              <a:stretch>
                <a:fillRect/>
              </a:stretch>
            </p:blipFill>
            <p:spPr>
              <a:xfrm>
                <a:off x="6410571" y="508003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0" name="Ink 9">
                <a:extLst>
                  <a:ext uri="{FF2B5EF4-FFF2-40B4-BE49-F238E27FC236}">
                    <a16:creationId xmlns:a16="http://schemas.microsoft.com/office/drawing/2014/main" id="{F21BC99A-BE9D-B22E-E9CA-0E9FE3A9914B}"/>
                  </a:ext>
                </a:extLst>
              </p14:cNvPr>
              <p14:cNvContentPartPr/>
              <p14:nvPr/>
            </p14:nvContentPartPr>
            <p14:xfrm>
              <a:off x="6178011" y="5085797"/>
              <a:ext cx="1146240" cy="246960"/>
            </p14:xfrm>
          </p:contentPart>
        </mc:Choice>
        <mc:Fallback xmlns="">
          <p:pic>
            <p:nvPicPr>
              <p:cNvPr id="10" name="Ink 9">
                <a:extLst>
                  <a:ext uri="{FF2B5EF4-FFF2-40B4-BE49-F238E27FC236}">
                    <a16:creationId xmlns:a16="http://schemas.microsoft.com/office/drawing/2014/main" id="{F21BC99A-BE9D-B22E-E9CA-0E9FE3A9914B}"/>
                  </a:ext>
                </a:extLst>
              </p:cNvPr>
              <p:cNvPicPr/>
              <p:nvPr/>
            </p:nvPicPr>
            <p:blipFill>
              <a:blip r:embed="rId87"/>
              <a:stretch>
                <a:fillRect/>
              </a:stretch>
            </p:blipFill>
            <p:spPr>
              <a:xfrm>
                <a:off x="6171891" y="5079677"/>
                <a:ext cx="115848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1" name="Ink 10">
                <a:extLst>
                  <a:ext uri="{FF2B5EF4-FFF2-40B4-BE49-F238E27FC236}">
                    <a16:creationId xmlns:a16="http://schemas.microsoft.com/office/drawing/2014/main" id="{14E3675A-CC56-6808-C48D-1C5F9F5C6A10}"/>
                  </a:ext>
                </a:extLst>
              </p14:cNvPr>
              <p14:cNvContentPartPr/>
              <p14:nvPr/>
            </p14:nvContentPartPr>
            <p14:xfrm>
              <a:off x="6219051" y="5584757"/>
              <a:ext cx="1032120" cy="288000"/>
            </p14:xfrm>
          </p:contentPart>
        </mc:Choice>
        <mc:Fallback xmlns="">
          <p:pic>
            <p:nvPicPr>
              <p:cNvPr id="11" name="Ink 10">
                <a:extLst>
                  <a:ext uri="{FF2B5EF4-FFF2-40B4-BE49-F238E27FC236}">
                    <a16:creationId xmlns:a16="http://schemas.microsoft.com/office/drawing/2014/main" id="{14E3675A-CC56-6808-C48D-1C5F9F5C6A10}"/>
                  </a:ext>
                </a:extLst>
              </p:cNvPr>
              <p:cNvPicPr/>
              <p:nvPr/>
            </p:nvPicPr>
            <p:blipFill>
              <a:blip r:embed="rId89"/>
              <a:stretch>
                <a:fillRect/>
              </a:stretch>
            </p:blipFill>
            <p:spPr>
              <a:xfrm>
                <a:off x="6212931" y="5578637"/>
                <a:ext cx="1044360" cy="3002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3" name="Ink 12">
                <a:extLst>
                  <a:ext uri="{FF2B5EF4-FFF2-40B4-BE49-F238E27FC236}">
                    <a16:creationId xmlns:a16="http://schemas.microsoft.com/office/drawing/2014/main" id="{9A6A16C3-4554-1EB6-BEC6-D4929E795FFC}"/>
                  </a:ext>
                </a:extLst>
              </p14:cNvPr>
              <p14:cNvContentPartPr/>
              <p14:nvPr/>
            </p14:nvContentPartPr>
            <p14:xfrm>
              <a:off x="3330771" y="5575757"/>
              <a:ext cx="2885400" cy="720"/>
            </p14:xfrm>
          </p:contentPart>
        </mc:Choice>
        <mc:Fallback xmlns="">
          <p:pic>
            <p:nvPicPr>
              <p:cNvPr id="13" name="Ink 12">
                <a:extLst>
                  <a:ext uri="{FF2B5EF4-FFF2-40B4-BE49-F238E27FC236}">
                    <a16:creationId xmlns:a16="http://schemas.microsoft.com/office/drawing/2014/main" id="{9A6A16C3-4554-1EB6-BEC6-D4929E795FFC}"/>
                  </a:ext>
                </a:extLst>
              </p:cNvPr>
              <p:cNvPicPr/>
              <p:nvPr/>
            </p:nvPicPr>
            <p:blipFill>
              <a:blip r:embed="rId91"/>
              <a:stretch>
                <a:fillRect/>
              </a:stretch>
            </p:blipFill>
            <p:spPr>
              <a:xfrm>
                <a:off x="3316731" y="5546957"/>
                <a:ext cx="291348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4" name="Ink 13">
                <a:extLst>
                  <a:ext uri="{FF2B5EF4-FFF2-40B4-BE49-F238E27FC236}">
                    <a16:creationId xmlns:a16="http://schemas.microsoft.com/office/drawing/2014/main" id="{A301B354-5A0C-02E8-6D20-159E36C7560E}"/>
                  </a:ext>
                </a:extLst>
              </p14:cNvPr>
              <p14:cNvContentPartPr/>
              <p14:nvPr/>
            </p14:nvContentPartPr>
            <p14:xfrm>
              <a:off x="6139491" y="5453357"/>
              <a:ext cx="111600" cy="335160"/>
            </p14:xfrm>
          </p:contentPart>
        </mc:Choice>
        <mc:Fallback xmlns="">
          <p:pic>
            <p:nvPicPr>
              <p:cNvPr id="14" name="Ink 13">
                <a:extLst>
                  <a:ext uri="{FF2B5EF4-FFF2-40B4-BE49-F238E27FC236}">
                    <a16:creationId xmlns:a16="http://schemas.microsoft.com/office/drawing/2014/main" id="{A301B354-5A0C-02E8-6D20-159E36C7560E}"/>
                  </a:ext>
                </a:extLst>
              </p:cNvPr>
              <p:cNvPicPr/>
              <p:nvPr/>
            </p:nvPicPr>
            <p:blipFill>
              <a:blip r:embed="rId93"/>
              <a:stretch>
                <a:fillRect/>
              </a:stretch>
            </p:blipFill>
            <p:spPr>
              <a:xfrm>
                <a:off x="6125451" y="5439317"/>
                <a:ext cx="140040" cy="363240"/>
              </a:xfrm>
              <a:prstGeom prst="rect">
                <a:avLst/>
              </a:prstGeom>
            </p:spPr>
          </p:pic>
        </mc:Fallback>
      </mc:AlternateContent>
      <p:sp>
        <p:nvSpPr>
          <p:cNvPr id="15" name="TextBox 14">
            <a:extLst>
              <a:ext uri="{FF2B5EF4-FFF2-40B4-BE49-F238E27FC236}">
                <a16:creationId xmlns:a16="http://schemas.microsoft.com/office/drawing/2014/main" id="{655DB2C2-0AC0-DFB9-ACA6-1228FE36696A}"/>
              </a:ext>
            </a:extLst>
          </p:cNvPr>
          <p:cNvSpPr txBox="1"/>
          <p:nvPr/>
        </p:nvSpPr>
        <p:spPr>
          <a:xfrm>
            <a:off x="118694" y="4369100"/>
            <a:ext cx="4624151" cy="646331"/>
          </a:xfrm>
          <a:prstGeom prst="rect">
            <a:avLst/>
          </a:prstGeom>
          <a:noFill/>
        </p:spPr>
        <p:txBody>
          <a:bodyPr wrap="none" rtlCol="0">
            <a:spAutoFit/>
          </a:bodyPr>
          <a:lstStyle/>
          <a:p>
            <a:r>
              <a:rPr lang="en-US" dirty="0"/>
              <a:t>INPUT AND BUTTON ARE COMPONENTS FROM </a:t>
            </a:r>
          </a:p>
          <a:p>
            <a:r>
              <a:rPr lang="en-US" dirty="0"/>
              <a:t>SHADCNUI</a:t>
            </a:r>
          </a:p>
        </p:txBody>
      </p:sp>
    </p:spTree>
    <p:extLst>
      <p:ext uri="{BB962C8B-B14F-4D97-AF65-F5344CB8AC3E}">
        <p14:creationId xmlns:p14="http://schemas.microsoft.com/office/powerpoint/2010/main" val="34364123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4AFAC-E1EE-4105-3E2D-41CE3458D8D3}"/>
              </a:ext>
            </a:extLst>
          </p:cNvPr>
          <p:cNvSpPr>
            <a:spLocks noGrp="1"/>
          </p:cNvSpPr>
          <p:nvPr>
            <p:ph type="title"/>
          </p:nvPr>
        </p:nvSpPr>
        <p:spPr>
          <a:xfrm>
            <a:off x="691243" y="333384"/>
            <a:ext cx="10515600" cy="597719"/>
          </a:xfrm>
          <a:ln>
            <a:solidFill>
              <a:schemeClr val="accent3">
                <a:lumMod val="60000"/>
                <a:lumOff val="40000"/>
              </a:schemeClr>
            </a:solidFill>
          </a:ln>
          <a:effectLst>
            <a:glow rad="228600">
              <a:schemeClr val="accent3">
                <a:satMod val="175000"/>
                <a:alpha val="40000"/>
              </a:schemeClr>
            </a:glow>
          </a:effectLst>
        </p:spPr>
        <p:txBody>
          <a:bodyPr>
            <a:normAutofit fontScale="90000"/>
          </a:bodyPr>
          <a:lstStyle/>
          <a:p>
            <a:r>
              <a:rPr lang="en-US" dirty="0"/>
              <a:t>REDUX – BIG STORAGE BOX FOR THE APP</a:t>
            </a:r>
          </a:p>
        </p:txBody>
      </p:sp>
      <p:sp>
        <p:nvSpPr>
          <p:cNvPr id="3" name="Content Placeholder 2">
            <a:extLst>
              <a:ext uri="{FF2B5EF4-FFF2-40B4-BE49-F238E27FC236}">
                <a16:creationId xmlns:a16="http://schemas.microsoft.com/office/drawing/2014/main" id="{7ED817BD-2180-4F4C-0F43-E5EE79DD3133}"/>
              </a:ext>
            </a:extLst>
          </p:cNvPr>
          <p:cNvSpPr>
            <a:spLocks noGrp="1"/>
          </p:cNvSpPr>
          <p:nvPr>
            <p:ph idx="1"/>
          </p:nvPr>
        </p:nvSpPr>
        <p:spPr>
          <a:xfrm>
            <a:off x="576942" y="1049597"/>
            <a:ext cx="10515600" cy="1648811"/>
          </a:xfrm>
        </p:spPr>
        <p:txBody>
          <a:bodyPr/>
          <a:lstStyle/>
          <a:p>
            <a:pPr marL="0" indent="0">
              <a:buNone/>
            </a:pPr>
            <a:r>
              <a:rPr lang="en-US" dirty="0"/>
              <a:t>APP STORES DATA IN BOX – EXAMPLE THE USER LOGIN INFORMATION</a:t>
            </a:r>
          </a:p>
          <a:p>
            <a:pPr marL="0" indent="0">
              <a:buNone/>
            </a:pPr>
            <a:r>
              <a:rPr lang="en-US" dirty="0"/>
              <a:t>ANY COMPONENT CAN TAKE THE DATA OUT</a:t>
            </a:r>
          </a:p>
          <a:p>
            <a:pPr marL="0" indent="0">
              <a:buNone/>
            </a:pPr>
            <a:r>
              <a:rPr lang="en-US" dirty="0"/>
              <a:t>ANY COMPONENT CAN UPDATE THE DATA</a:t>
            </a:r>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4" name="Ink 3">
                <a:extLst>
                  <a:ext uri="{FF2B5EF4-FFF2-40B4-BE49-F238E27FC236}">
                    <a16:creationId xmlns:a16="http://schemas.microsoft.com/office/drawing/2014/main" id="{E2186493-E720-EC06-2CD5-611A542FC9E9}"/>
                  </a:ext>
                </a:extLst>
              </p14:cNvPr>
              <p14:cNvContentPartPr/>
              <p14:nvPr/>
            </p14:nvContentPartPr>
            <p14:xfrm>
              <a:off x="3521827" y="3743667"/>
              <a:ext cx="360" cy="7200"/>
            </p14:xfrm>
          </p:contentPart>
        </mc:Choice>
        <mc:Fallback xmlns="">
          <p:pic>
            <p:nvPicPr>
              <p:cNvPr id="4" name="Ink 3">
                <a:extLst>
                  <a:ext uri="{FF2B5EF4-FFF2-40B4-BE49-F238E27FC236}">
                    <a16:creationId xmlns:a16="http://schemas.microsoft.com/office/drawing/2014/main" id="{E2186493-E720-EC06-2CD5-611A542FC9E9}"/>
                  </a:ext>
                </a:extLst>
              </p:cNvPr>
              <p:cNvPicPr/>
              <p:nvPr/>
            </p:nvPicPr>
            <p:blipFill>
              <a:blip r:embed="rId3"/>
              <a:stretch>
                <a:fillRect/>
              </a:stretch>
            </p:blipFill>
            <p:spPr>
              <a:xfrm>
                <a:off x="3515707" y="3737547"/>
                <a:ext cx="1260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DF32796A-4F22-D438-E5D0-C2A5A8CAC911}"/>
                  </a:ext>
                </a:extLst>
              </p14:cNvPr>
              <p14:cNvContentPartPr/>
              <p14:nvPr/>
            </p14:nvContentPartPr>
            <p14:xfrm>
              <a:off x="2641627" y="5043898"/>
              <a:ext cx="360" cy="360"/>
            </p14:xfrm>
          </p:contentPart>
        </mc:Choice>
        <mc:Fallback xmlns="">
          <p:pic>
            <p:nvPicPr>
              <p:cNvPr id="5" name="Ink 4">
                <a:extLst>
                  <a:ext uri="{FF2B5EF4-FFF2-40B4-BE49-F238E27FC236}">
                    <a16:creationId xmlns:a16="http://schemas.microsoft.com/office/drawing/2014/main" id="{DF32796A-4F22-D438-E5D0-C2A5A8CAC911}"/>
                  </a:ext>
                </a:extLst>
              </p:cNvPr>
              <p:cNvPicPr/>
              <p:nvPr/>
            </p:nvPicPr>
            <p:blipFill>
              <a:blip r:embed="rId5"/>
              <a:stretch>
                <a:fillRect/>
              </a:stretch>
            </p:blipFill>
            <p:spPr>
              <a:xfrm>
                <a:off x="2635507" y="5037778"/>
                <a:ext cx="12600" cy="12600"/>
              </a:xfrm>
              <a:prstGeom prst="rect">
                <a:avLst/>
              </a:prstGeom>
            </p:spPr>
          </p:pic>
        </mc:Fallback>
      </mc:AlternateContent>
      <p:pic>
        <p:nvPicPr>
          <p:cNvPr id="6" name="Picture 5">
            <a:extLst>
              <a:ext uri="{FF2B5EF4-FFF2-40B4-BE49-F238E27FC236}">
                <a16:creationId xmlns:a16="http://schemas.microsoft.com/office/drawing/2014/main" id="{3A66DCD6-1A0C-1D24-2324-5F3CC483BFA9}"/>
              </a:ext>
            </a:extLst>
          </p:cNvPr>
          <p:cNvPicPr>
            <a:picLocks noChangeAspect="1"/>
          </p:cNvPicPr>
          <p:nvPr/>
        </p:nvPicPr>
        <p:blipFill>
          <a:blip r:embed="rId6"/>
          <a:srcRect t="79952" b="8635"/>
          <a:stretch>
            <a:fillRect/>
          </a:stretch>
        </p:blipFill>
        <p:spPr>
          <a:xfrm>
            <a:off x="576942" y="4650777"/>
            <a:ext cx="5104737" cy="268174"/>
          </a:xfrm>
          <a:prstGeom prst="rect">
            <a:avLst/>
          </a:prstGeom>
        </p:spPr>
      </p:pic>
      <p:pic>
        <p:nvPicPr>
          <p:cNvPr id="7" name="Picture 6">
            <a:extLst>
              <a:ext uri="{FF2B5EF4-FFF2-40B4-BE49-F238E27FC236}">
                <a16:creationId xmlns:a16="http://schemas.microsoft.com/office/drawing/2014/main" id="{EC8FE508-85B4-FA56-2110-EFD86A53844B}"/>
              </a:ext>
            </a:extLst>
          </p:cNvPr>
          <p:cNvPicPr>
            <a:picLocks noChangeAspect="1"/>
          </p:cNvPicPr>
          <p:nvPr/>
        </p:nvPicPr>
        <p:blipFill>
          <a:blip r:embed="rId6"/>
          <a:srcRect t="68931" b="20572"/>
          <a:stretch>
            <a:fillRect/>
          </a:stretch>
        </p:blipFill>
        <p:spPr>
          <a:xfrm>
            <a:off x="405492" y="2772274"/>
            <a:ext cx="5104737" cy="246635"/>
          </a:xfrm>
          <a:prstGeom prst="rect">
            <a:avLst/>
          </a:prstGeom>
        </p:spPr>
      </p:pic>
      <p:sp>
        <p:nvSpPr>
          <p:cNvPr id="8" name="Rectangle 7">
            <a:extLst>
              <a:ext uri="{FF2B5EF4-FFF2-40B4-BE49-F238E27FC236}">
                <a16:creationId xmlns:a16="http://schemas.microsoft.com/office/drawing/2014/main" id="{C5445B5E-0F66-60F3-E39E-BBB733FB319F}"/>
              </a:ext>
            </a:extLst>
          </p:cNvPr>
          <p:cNvSpPr/>
          <p:nvPr/>
        </p:nvSpPr>
        <p:spPr>
          <a:xfrm>
            <a:off x="1175657" y="2698408"/>
            <a:ext cx="1077686" cy="338319"/>
          </a:xfrm>
          <a:prstGeom prst="rect">
            <a:avLst/>
          </a:prstGeom>
          <a:noFill/>
          <a:ln>
            <a:solidFill>
              <a:srgbClr val="FFFF00"/>
            </a:solidFill>
          </a:ln>
          <a:effectLst>
            <a:glow rad="2286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5B07A3D-9CE1-8D7E-65D0-C0B96F58D224}"/>
              </a:ext>
            </a:extLst>
          </p:cNvPr>
          <p:cNvSpPr txBox="1"/>
          <p:nvPr/>
        </p:nvSpPr>
        <p:spPr>
          <a:xfrm>
            <a:off x="279210" y="3493384"/>
            <a:ext cx="4091441" cy="646331"/>
          </a:xfrm>
          <a:prstGeom prst="rect">
            <a:avLst/>
          </a:prstGeom>
          <a:noFill/>
          <a:ln>
            <a:solidFill>
              <a:srgbClr val="FFC000"/>
            </a:solidFill>
          </a:ln>
          <a:effectLst>
            <a:glow rad="228600">
              <a:schemeClr val="accent6">
                <a:satMod val="175000"/>
                <a:alpha val="40000"/>
              </a:schemeClr>
            </a:glow>
          </a:effectLst>
        </p:spPr>
        <p:txBody>
          <a:bodyPr wrap="none" rtlCol="0">
            <a:spAutoFit/>
          </a:bodyPr>
          <a:lstStyle/>
          <a:p>
            <a:r>
              <a:rPr lang="en-US" dirty="0" err="1"/>
              <a:t>useDispatch</a:t>
            </a:r>
            <a:r>
              <a:rPr lang="en-US" dirty="0"/>
              <a:t> – it is a function that lets you</a:t>
            </a:r>
          </a:p>
          <a:p>
            <a:r>
              <a:rPr lang="en-US" dirty="0"/>
              <a:t> send the data in redux</a:t>
            </a:r>
          </a:p>
        </p:txBody>
      </p:sp>
      <p:grpSp>
        <p:nvGrpSpPr>
          <p:cNvPr id="13" name="Group 12">
            <a:extLst>
              <a:ext uri="{FF2B5EF4-FFF2-40B4-BE49-F238E27FC236}">
                <a16:creationId xmlns:a16="http://schemas.microsoft.com/office/drawing/2014/main" id="{9C36E338-DCCE-EEE7-5108-4070E4B3EB57}"/>
              </a:ext>
            </a:extLst>
          </p:cNvPr>
          <p:cNvGrpSpPr/>
          <p:nvPr/>
        </p:nvGrpSpPr>
        <p:grpSpPr>
          <a:xfrm>
            <a:off x="1156011" y="2767092"/>
            <a:ext cx="1350360" cy="783653"/>
            <a:chOff x="1139811" y="2645524"/>
            <a:chExt cx="1350360" cy="1507680"/>
          </a:xfrm>
        </p:grpSpPr>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49B8C7A1-4D34-E941-55E3-39BAA5B80882}"/>
                    </a:ext>
                  </a:extLst>
                </p14:cNvPr>
                <p14:cNvContentPartPr/>
                <p14:nvPr/>
              </p14:nvContentPartPr>
              <p14:xfrm>
                <a:off x="2489811" y="3045124"/>
                <a:ext cx="360" cy="360"/>
              </p14:xfrm>
            </p:contentPart>
          </mc:Choice>
          <mc:Fallback xmlns="">
            <p:pic>
              <p:nvPicPr>
                <p:cNvPr id="10" name="Ink 9">
                  <a:extLst>
                    <a:ext uri="{FF2B5EF4-FFF2-40B4-BE49-F238E27FC236}">
                      <a16:creationId xmlns:a16="http://schemas.microsoft.com/office/drawing/2014/main" id="{49B8C7A1-4D34-E941-55E3-39BAA5B80882}"/>
                    </a:ext>
                  </a:extLst>
                </p:cNvPr>
                <p:cNvPicPr/>
                <p:nvPr/>
              </p:nvPicPr>
              <p:blipFill>
                <a:blip r:embed="rId8"/>
                <a:stretch>
                  <a:fillRect/>
                </a:stretch>
              </p:blipFill>
              <p:spPr>
                <a:xfrm>
                  <a:off x="2483691" y="3039004"/>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F0A9CA87-A79D-CE34-5536-AFFD840C5882}"/>
                    </a:ext>
                  </a:extLst>
                </p14:cNvPr>
                <p14:cNvContentPartPr/>
                <p14:nvPr/>
              </p14:nvContentPartPr>
              <p14:xfrm>
                <a:off x="1206411" y="3028924"/>
                <a:ext cx="578880" cy="1124280"/>
              </p14:xfrm>
            </p:contentPart>
          </mc:Choice>
          <mc:Fallback xmlns="">
            <p:pic>
              <p:nvPicPr>
                <p:cNvPr id="11" name="Ink 10">
                  <a:extLst>
                    <a:ext uri="{FF2B5EF4-FFF2-40B4-BE49-F238E27FC236}">
                      <a16:creationId xmlns:a16="http://schemas.microsoft.com/office/drawing/2014/main" id="{F0A9CA87-A79D-CE34-5536-AFFD840C5882}"/>
                    </a:ext>
                  </a:extLst>
                </p:cNvPr>
                <p:cNvPicPr/>
                <p:nvPr/>
              </p:nvPicPr>
              <p:blipFill>
                <a:blip r:embed="rId10"/>
                <a:stretch>
                  <a:fillRect/>
                </a:stretch>
              </p:blipFill>
              <p:spPr>
                <a:xfrm>
                  <a:off x="1200291" y="3017155"/>
                  <a:ext cx="591120" cy="1147818"/>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44664128-A076-7AA3-1AFB-B7CF17F5061E}"/>
                    </a:ext>
                  </a:extLst>
                </p14:cNvPr>
                <p14:cNvContentPartPr/>
                <p14:nvPr/>
              </p14:nvContentPartPr>
              <p14:xfrm>
                <a:off x="1139811" y="2645524"/>
                <a:ext cx="1114560" cy="449280"/>
              </p14:xfrm>
            </p:contentPart>
          </mc:Choice>
          <mc:Fallback xmlns="">
            <p:pic>
              <p:nvPicPr>
                <p:cNvPr id="12" name="Ink 11">
                  <a:extLst>
                    <a:ext uri="{FF2B5EF4-FFF2-40B4-BE49-F238E27FC236}">
                      <a16:creationId xmlns:a16="http://schemas.microsoft.com/office/drawing/2014/main" id="{44664128-A076-7AA3-1AFB-B7CF17F5061E}"/>
                    </a:ext>
                  </a:extLst>
                </p:cNvPr>
                <p:cNvPicPr/>
                <p:nvPr/>
              </p:nvPicPr>
              <p:blipFill>
                <a:blip r:embed="rId12"/>
                <a:stretch>
                  <a:fillRect/>
                </a:stretch>
              </p:blipFill>
              <p:spPr>
                <a:xfrm>
                  <a:off x="1133691" y="2633755"/>
                  <a:ext cx="1126800" cy="472817"/>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14" name="Ink 13">
                <a:extLst>
                  <a:ext uri="{FF2B5EF4-FFF2-40B4-BE49-F238E27FC236}">
                    <a16:creationId xmlns:a16="http://schemas.microsoft.com/office/drawing/2014/main" id="{F5F1CAD2-D561-B1C6-55CE-F6EC7A1DDD20}"/>
                  </a:ext>
                </a:extLst>
              </p14:cNvPr>
              <p14:cNvContentPartPr/>
              <p14:nvPr/>
            </p14:nvContentPartPr>
            <p14:xfrm>
              <a:off x="3003891" y="3110284"/>
              <a:ext cx="360" cy="360"/>
            </p14:xfrm>
          </p:contentPart>
        </mc:Choice>
        <mc:Fallback xmlns="">
          <p:pic>
            <p:nvPicPr>
              <p:cNvPr id="14" name="Ink 13">
                <a:extLst>
                  <a:ext uri="{FF2B5EF4-FFF2-40B4-BE49-F238E27FC236}">
                    <a16:creationId xmlns:a16="http://schemas.microsoft.com/office/drawing/2014/main" id="{F5F1CAD2-D561-B1C6-55CE-F6EC7A1DDD20}"/>
                  </a:ext>
                </a:extLst>
              </p:cNvPr>
              <p:cNvPicPr/>
              <p:nvPr/>
            </p:nvPicPr>
            <p:blipFill>
              <a:blip r:embed="rId14"/>
              <a:stretch>
                <a:fillRect/>
              </a:stretch>
            </p:blipFill>
            <p:spPr>
              <a:xfrm>
                <a:off x="2997771" y="3104164"/>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5" name="Ink 14">
                <a:extLst>
                  <a:ext uri="{FF2B5EF4-FFF2-40B4-BE49-F238E27FC236}">
                    <a16:creationId xmlns:a16="http://schemas.microsoft.com/office/drawing/2014/main" id="{FF14E8AD-BB7C-D251-B5DD-9C258F8DEF6F}"/>
                  </a:ext>
                </a:extLst>
              </p14:cNvPr>
              <p14:cNvContentPartPr/>
              <p14:nvPr/>
            </p14:nvContentPartPr>
            <p14:xfrm>
              <a:off x="2324931" y="2698407"/>
              <a:ext cx="1145880" cy="373291"/>
            </p14:xfrm>
          </p:contentPart>
        </mc:Choice>
        <mc:Fallback xmlns="">
          <p:pic>
            <p:nvPicPr>
              <p:cNvPr id="15" name="Ink 14">
                <a:extLst>
                  <a:ext uri="{FF2B5EF4-FFF2-40B4-BE49-F238E27FC236}">
                    <a16:creationId xmlns:a16="http://schemas.microsoft.com/office/drawing/2014/main" id="{FF14E8AD-BB7C-D251-B5DD-9C258F8DEF6F}"/>
                  </a:ext>
                </a:extLst>
              </p:cNvPr>
              <p:cNvPicPr/>
              <p:nvPr/>
            </p:nvPicPr>
            <p:blipFill>
              <a:blip r:embed="rId16"/>
              <a:stretch>
                <a:fillRect/>
              </a:stretch>
            </p:blipFill>
            <p:spPr>
              <a:xfrm>
                <a:off x="2305851" y="2679328"/>
                <a:ext cx="1183680" cy="411088"/>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6" name="Ink 15">
                <a:extLst>
                  <a:ext uri="{FF2B5EF4-FFF2-40B4-BE49-F238E27FC236}">
                    <a16:creationId xmlns:a16="http://schemas.microsoft.com/office/drawing/2014/main" id="{F47D1332-2F2B-9773-560F-DC13C6A9464F}"/>
                  </a:ext>
                </a:extLst>
              </p14:cNvPr>
              <p14:cNvContentPartPr/>
              <p14:nvPr/>
            </p14:nvContentPartPr>
            <p14:xfrm>
              <a:off x="3397184" y="2924490"/>
              <a:ext cx="2299147" cy="371588"/>
            </p14:xfrm>
          </p:contentPart>
        </mc:Choice>
        <mc:Fallback xmlns="">
          <p:pic>
            <p:nvPicPr>
              <p:cNvPr id="16" name="Ink 15">
                <a:extLst>
                  <a:ext uri="{FF2B5EF4-FFF2-40B4-BE49-F238E27FC236}">
                    <a16:creationId xmlns:a16="http://schemas.microsoft.com/office/drawing/2014/main" id="{F47D1332-2F2B-9773-560F-DC13C6A9464F}"/>
                  </a:ext>
                </a:extLst>
              </p:cNvPr>
              <p:cNvPicPr/>
              <p:nvPr/>
            </p:nvPicPr>
            <p:blipFill>
              <a:blip r:embed="rId18"/>
              <a:stretch>
                <a:fillRect/>
              </a:stretch>
            </p:blipFill>
            <p:spPr>
              <a:xfrm>
                <a:off x="3391064" y="2918369"/>
                <a:ext cx="2311388" cy="383830"/>
              </a:xfrm>
              <a:prstGeom prst="rect">
                <a:avLst/>
              </a:prstGeom>
            </p:spPr>
          </p:pic>
        </mc:Fallback>
      </mc:AlternateContent>
      <p:sp>
        <p:nvSpPr>
          <p:cNvPr id="17" name="TextBox 16">
            <a:extLst>
              <a:ext uri="{FF2B5EF4-FFF2-40B4-BE49-F238E27FC236}">
                <a16:creationId xmlns:a16="http://schemas.microsoft.com/office/drawing/2014/main" id="{90F4D2DF-CE22-A589-79D2-88C0C137607A}"/>
              </a:ext>
            </a:extLst>
          </p:cNvPr>
          <p:cNvSpPr txBox="1"/>
          <p:nvPr/>
        </p:nvSpPr>
        <p:spPr>
          <a:xfrm>
            <a:off x="5709938" y="2844258"/>
            <a:ext cx="6366615" cy="369332"/>
          </a:xfrm>
          <a:prstGeom prst="rect">
            <a:avLst/>
          </a:prstGeom>
          <a:noFill/>
          <a:ln>
            <a:solidFill>
              <a:schemeClr val="accent1">
                <a:lumMod val="60000"/>
                <a:lumOff val="40000"/>
              </a:schemeClr>
            </a:solidFill>
          </a:ln>
          <a:effectLst>
            <a:glow rad="139700">
              <a:schemeClr val="accent3">
                <a:satMod val="175000"/>
                <a:alpha val="40000"/>
              </a:schemeClr>
            </a:glow>
          </a:effectLst>
        </p:spPr>
        <p:txBody>
          <a:bodyPr wrap="none" rtlCol="0">
            <a:spAutoFit/>
          </a:bodyPr>
          <a:lstStyle/>
          <a:p>
            <a:r>
              <a:rPr lang="en-US" dirty="0" err="1"/>
              <a:t>useSelector</a:t>
            </a:r>
            <a:r>
              <a:rPr lang="en-US" dirty="0"/>
              <a:t> = a function that lets you READ data from Redux store</a:t>
            </a:r>
          </a:p>
        </p:txBody>
      </p:sp>
      <mc:AlternateContent xmlns:mc="http://schemas.openxmlformats.org/markup-compatibility/2006" xmlns:p14="http://schemas.microsoft.com/office/powerpoint/2010/main">
        <mc:Choice Requires="p14">
          <p:contentPart p14:bwMode="auto" r:id="rId19">
            <p14:nvContentPartPr>
              <p14:cNvPr id="23" name="Ink 22">
                <a:extLst>
                  <a:ext uri="{FF2B5EF4-FFF2-40B4-BE49-F238E27FC236}">
                    <a16:creationId xmlns:a16="http://schemas.microsoft.com/office/drawing/2014/main" id="{D4E839CE-ED6A-39A0-3555-414FEB09E168}"/>
                  </a:ext>
                </a:extLst>
              </p14:cNvPr>
              <p14:cNvContentPartPr/>
              <p14:nvPr/>
            </p14:nvContentPartPr>
            <p14:xfrm>
              <a:off x="1461291" y="4914875"/>
              <a:ext cx="1102680" cy="720"/>
            </p14:xfrm>
          </p:contentPart>
        </mc:Choice>
        <mc:Fallback xmlns="">
          <p:pic>
            <p:nvPicPr>
              <p:cNvPr id="23" name="Ink 22">
                <a:extLst>
                  <a:ext uri="{FF2B5EF4-FFF2-40B4-BE49-F238E27FC236}">
                    <a16:creationId xmlns:a16="http://schemas.microsoft.com/office/drawing/2014/main" id="{D4E839CE-ED6A-39A0-3555-414FEB09E168}"/>
                  </a:ext>
                </a:extLst>
              </p:cNvPr>
              <p:cNvPicPr/>
              <p:nvPr/>
            </p:nvPicPr>
            <p:blipFill>
              <a:blip r:embed="rId20"/>
              <a:stretch>
                <a:fillRect/>
              </a:stretch>
            </p:blipFill>
            <p:spPr>
              <a:xfrm>
                <a:off x="1425291" y="4842875"/>
                <a:ext cx="117432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4" name="Ink 23">
                <a:extLst>
                  <a:ext uri="{FF2B5EF4-FFF2-40B4-BE49-F238E27FC236}">
                    <a16:creationId xmlns:a16="http://schemas.microsoft.com/office/drawing/2014/main" id="{9C49E660-4D74-E612-7BA4-D1B9E7D49B78}"/>
                  </a:ext>
                </a:extLst>
              </p14:cNvPr>
              <p14:cNvContentPartPr/>
              <p14:nvPr/>
            </p14:nvContentPartPr>
            <p14:xfrm>
              <a:off x="1420611" y="4597355"/>
              <a:ext cx="1021680" cy="41040"/>
            </p14:xfrm>
          </p:contentPart>
        </mc:Choice>
        <mc:Fallback xmlns="">
          <p:pic>
            <p:nvPicPr>
              <p:cNvPr id="24" name="Ink 23">
                <a:extLst>
                  <a:ext uri="{FF2B5EF4-FFF2-40B4-BE49-F238E27FC236}">
                    <a16:creationId xmlns:a16="http://schemas.microsoft.com/office/drawing/2014/main" id="{9C49E660-4D74-E612-7BA4-D1B9E7D49B78}"/>
                  </a:ext>
                </a:extLst>
              </p:cNvPr>
              <p:cNvPicPr/>
              <p:nvPr/>
            </p:nvPicPr>
            <p:blipFill>
              <a:blip r:embed="rId22"/>
              <a:stretch>
                <a:fillRect/>
              </a:stretch>
            </p:blipFill>
            <p:spPr>
              <a:xfrm>
                <a:off x="1384611" y="4561355"/>
                <a:ext cx="109332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7" name="Ink 26">
                <a:extLst>
                  <a:ext uri="{FF2B5EF4-FFF2-40B4-BE49-F238E27FC236}">
                    <a16:creationId xmlns:a16="http://schemas.microsoft.com/office/drawing/2014/main" id="{7204E0DF-56AB-E6B9-3AE0-94433C75B4A1}"/>
                  </a:ext>
                </a:extLst>
              </p14:cNvPr>
              <p14:cNvContentPartPr/>
              <p14:nvPr/>
            </p14:nvContentPartPr>
            <p14:xfrm>
              <a:off x="2506371" y="3959435"/>
              <a:ext cx="3388680" cy="686160"/>
            </p14:xfrm>
          </p:contentPart>
        </mc:Choice>
        <mc:Fallback xmlns="">
          <p:pic>
            <p:nvPicPr>
              <p:cNvPr id="27" name="Ink 26">
                <a:extLst>
                  <a:ext uri="{FF2B5EF4-FFF2-40B4-BE49-F238E27FC236}">
                    <a16:creationId xmlns:a16="http://schemas.microsoft.com/office/drawing/2014/main" id="{7204E0DF-56AB-E6B9-3AE0-94433C75B4A1}"/>
                  </a:ext>
                </a:extLst>
              </p:cNvPr>
              <p:cNvPicPr/>
              <p:nvPr/>
            </p:nvPicPr>
            <p:blipFill>
              <a:blip r:embed="rId24"/>
              <a:stretch>
                <a:fillRect/>
              </a:stretch>
            </p:blipFill>
            <p:spPr>
              <a:xfrm>
                <a:off x="2470371" y="3923795"/>
                <a:ext cx="3460320" cy="7578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8" name="Ink 27">
                <a:extLst>
                  <a:ext uri="{FF2B5EF4-FFF2-40B4-BE49-F238E27FC236}">
                    <a16:creationId xmlns:a16="http://schemas.microsoft.com/office/drawing/2014/main" id="{BC06B276-6687-A300-8201-A63CFF526DA2}"/>
                  </a:ext>
                </a:extLst>
              </p14:cNvPr>
              <p14:cNvContentPartPr/>
              <p14:nvPr/>
            </p14:nvContentPartPr>
            <p14:xfrm>
              <a:off x="5755731" y="3837035"/>
              <a:ext cx="189360" cy="349560"/>
            </p14:xfrm>
          </p:contentPart>
        </mc:Choice>
        <mc:Fallback xmlns="">
          <p:pic>
            <p:nvPicPr>
              <p:cNvPr id="28" name="Ink 27">
                <a:extLst>
                  <a:ext uri="{FF2B5EF4-FFF2-40B4-BE49-F238E27FC236}">
                    <a16:creationId xmlns:a16="http://schemas.microsoft.com/office/drawing/2014/main" id="{BC06B276-6687-A300-8201-A63CFF526DA2}"/>
                  </a:ext>
                </a:extLst>
              </p:cNvPr>
              <p:cNvPicPr/>
              <p:nvPr/>
            </p:nvPicPr>
            <p:blipFill>
              <a:blip r:embed="rId26"/>
              <a:stretch>
                <a:fillRect/>
              </a:stretch>
            </p:blipFill>
            <p:spPr>
              <a:xfrm>
                <a:off x="5720091" y="3801035"/>
                <a:ext cx="261000" cy="421200"/>
              </a:xfrm>
              <a:prstGeom prst="rect">
                <a:avLst/>
              </a:prstGeom>
            </p:spPr>
          </p:pic>
        </mc:Fallback>
      </mc:AlternateContent>
      <p:sp>
        <p:nvSpPr>
          <p:cNvPr id="31" name="TextBox 30">
            <a:extLst>
              <a:ext uri="{FF2B5EF4-FFF2-40B4-BE49-F238E27FC236}">
                <a16:creationId xmlns:a16="http://schemas.microsoft.com/office/drawing/2014/main" id="{7B840038-2759-0B32-B832-ACAEA74859B5}"/>
              </a:ext>
            </a:extLst>
          </p:cNvPr>
          <p:cNvSpPr txBox="1"/>
          <p:nvPr/>
        </p:nvSpPr>
        <p:spPr>
          <a:xfrm>
            <a:off x="5959131" y="3634560"/>
            <a:ext cx="2378529" cy="369332"/>
          </a:xfrm>
          <a:prstGeom prst="rect">
            <a:avLst/>
          </a:prstGeom>
          <a:noFill/>
          <a:ln>
            <a:solidFill>
              <a:srgbClr val="FFFF00"/>
            </a:solidFill>
          </a:ln>
          <a:effectLst>
            <a:glow rad="228600">
              <a:schemeClr val="accent5">
                <a:satMod val="175000"/>
                <a:alpha val="40000"/>
              </a:schemeClr>
            </a:glow>
          </a:effectLst>
        </p:spPr>
        <p:txBody>
          <a:bodyPr wrap="square">
            <a:spAutoFit/>
          </a:bodyPr>
          <a:lstStyle/>
          <a:p>
            <a:r>
              <a:rPr lang="en-US" dirty="0"/>
              <a:t>It is an </a:t>
            </a:r>
            <a:r>
              <a:rPr lang="en-US" i="1" dirty="0"/>
              <a:t>action creator</a:t>
            </a:r>
            <a:r>
              <a:rPr lang="en-US" dirty="0"/>
              <a:t>.</a:t>
            </a:r>
          </a:p>
        </p:txBody>
      </p:sp>
      <p:sp>
        <p:nvSpPr>
          <p:cNvPr id="33" name="TextBox 32">
            <a:extLst>
              <a:ext uri="{FF2B5EF4-FFF2-40B4-BE49-F238E27FC236}">
                <a16:creationId xmlns:a16="http://schemas.microsoft.com/office/drawing/2014/main" id="{B30A46E0-6CF9-00B3-0968-B2EAF6CFF296}"/>
              </a:ext>
            </a:extLst>
          </p:cNvPr>
          <p:cNvSpPr txBox="1"/>
          <p:nvPr/>
        </p:nvSpPr>
        <p:spPr>
          <a:xfrm>
            <a:off x="5795779" y="4274189"/>
            <a:ext cx="6094638" cy="646331"/>
          </a:xfrm>
          <a:prstGeom prst="rect">
            <a:avLst/>
          </a:prstGeom>
          <a:noFill/>
          <a:ln>
            <a:solidFill>
              <a:srgbClr val="FF0000"/>
            </a:solidFill>
          </a:ln>
          <a:effectLst>
            <a:glow rad="228600">
              <a:schemeClr val="accent2">
                <a:satMod val="175000"/>
                <a:alpha val="40000"/>
              </a:schemeClr>
            </a:glow>
          </a:effectLst>
        </p:spPr>
        <p:txBody>
          <a:bodyPr wrap="square">
            <a:spAutoFit/>
          </a:bodyPr>
          <a:lstStyle/>
          <a:p>
            <a:r>
              <a:rPr lang="en-US" dirty="0"/>
              <a:t>it creates an action → something that tells Redux </a:t>
            </a:r>
            <a:r>
              <a:rPr lang="en-US" b="1" dirty="0"/>
              <a:t>what to update</a:t>
            </a:r>
            <a:r>
              <a:rPr lang="en-US" dirty="0"/>
              <a:t>.</a:t>
            </a:r>
          </a:p>
        </p:txBody>
      </p:sp>
      <mc:AlternateContent xmlns:mc="http://schemas.openxmlformats.org/markup-compatibility/2006" xmlns:p14="http://schemas.microsoft.com/office/powerpoint/2010/main">
        <mc:Choice Requires="p14">
          <p:contentPart p14:bwMode="auto" r:id="rId27">
            <p14:nvContentPartPr>
              <p14:cNvPr id="34" name="Ink 33">
                <a:extLst>
                  <a:ext uri="{FF2B5EF4-FFF2-40B4-BE49-F238E27FC236}">
                    <a16:creationId xmlns:a16="http://schemas.microsoft.com/office/drawing/2014/main" id="{0E17145D-3528-9E05-72F3-EB13BDFBC49F}"/>
                  </a:ext>
                </a:extLst>
              </p14:cNvPr>
              <p14:cNvContentPartPr/>
              <p14:nvPr/>
            </p14:nvContentPartPr>
            <p14:xfrm>
              <a:off x="4008651" y="4294235"/>
              <a:ext cx="1687680" cy="327960"/>
            </p14:xfrm>
          </p:contentPart>
        </mc:Choice>
        <mc:Fallback xmlns="">
          <p:pic>
            <p:nvPicPr>
              <p:cNvPr id="34" name="Ink 33">
                <a:extLst>
                  <a:ext uri="{FF2B5EF4-FFF2-40B4-BE49-F238E27FC236}">
                    <a16:creationId xmlns:a16="http://schemas.microsoft.com/office/drawing/2014/main" id="{0E17145D-3528-9E05-72F3-EB13BDFBC49F}"/>
                  </a:ext>
                </a:extLst>
              </p:cNvPr>
              <p:cNvPicPr/>
              <p:nvPr/>
            </p:nvPicPr>
            <p:blipFill>
              <a:blip r:embed="rId28"/>
              <a:stretch>
                <a:fillRect/>
              </a:stretch>
            </p:blipFill>
            <p:spPr>
              <a:xfrm>
                <a:off x="3999651" y="4285235"/>
                <a:ext cx="1705320" cy="3456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5" name="Ink 34">
                <a:extLst>
                  <a:ext uri="{FF2B5EF4-FFF2-40B4-BE49-F238E27FC236}">
                    <a16:creationId xmlns:a16="http://schemas.microsoft.com/office/drawing/2014/main" id="{A4F486D3-5E82-16A0-CEB0-BE21DD1C425D}"/>
                  </a:ext>
                </a:extLst>
              </p14:cNvPr>
              <p14:cNvContentPartPr/>
              <p14:nvPr/>
            </p14:nvContentPartPr>
            <p14:xfrm>
              <a:off x="4433091" y="6065884"/>
              <a:ext cx="360" cy="360"/>
            </p14:xfrm>
          </p:contentPart>
        </mc:Choice>
        <mc:Fallback xmlns="">
          <p:pic>
            <p:nvPicPr>
              <p:cNvPr id="35" name="Ink 34">
                <a:extLst>
                  <a:ext uri="{FF2B5EF4-FFF2-40B4-BE49-F238E27FC236}">
                    <a16:creationId xmlns:a16="http://schemas.microsoft.com/office/drawing/2014/main" id="{A4F486D3-5E82-16A0-CEB0-BE21DD1C425D}"/>
                  </a:ext>
                </a:extLst>
              </p:cNvPr>
              <p:cNvPicPr/>
              <p:nvPr/>
            </p:nvPicPr>
            <p:blipFill>
              <a:blip r:embed="rId30"/>
              <a:stretch>
                <a:fillRect/>
              </a:stretch>
            </p:blipFill>
            <p:spPr>
              <a:xfrm>
                <a:off x="4424091" y="6056884"/>
                <a:ext cx="18000" cy="18000"/>
              </a:xfrm>
              <a:prstGeom prst="rect">
                <a:avLst/>
              </a:prstGeom>
            </p:spPr>
          </p:pic>
        </mc:Fallback>
      </mc:AlternateContent>
      <p:sp>
        <p:nvSpPr>
          <p:cNvPr id="37" name="TextBox 36">
            <a:extLst>
              <a:ext uri="{FF2B5EF4-FFF2-40B4-BE49-F238E27FC236}">
                <a16:creationId xmlns:a16="http://schemas.microsoft.com/office/drawing/2014/main" id="{27B5BC45-7011-40A9-6961-AC7E121BD8E8}"/>
              </a:ext>
            </a:extLst>
          </p:cNvPr>
          <p:cNvSpPr txBox="1"/>
          <p:nvPr/>
        </p:nvSpPr>
        <p:spPr>
          <a:xfrm>
            <a:off x="2442291" y="5103674"/>
            <a:ext cx="6094638" cy="1754326"/>
          </a:xfrm>
          <a:prstGeom prst="rect">
            <a:avLst/>
          </a:prstGeom>
          <a:noFill/>
        </p:spPr>
        <p:txBody>
          <a:bodyPr wrap="square">
            <a:spAutoFit/>
          </a:bodyPr>
          <a:lstStyle/>
          <a:p>
            <a:pPr>
              <a:buNone/>
            </a:pPr>
            <a:r>
              <a:rPr lang="en-US" b="1" dirty="0"/>
              <a:t>🟦 1. </a:t>
            </a:r>
            <a:r>
              <a:rPr lang="en-US" b="1" dirty="0" err="1">
                <a:latin typeface="Courier New" panose="02070309020205020404" pitchFamily="49" charset="0"/>
              </a:rPr>
              <a:t>useDispatch</a:t>
            </a:r>
            <a:r>
              <a:rPr lang="en-US" b="1" dirty="0">
                <a:latin typeface="Courier New" panose="02070309020205020404" pitchFamily="49" charset="0"/>
              </a:rPr>
              <a:t>()</a:t>
            </a:r>
            <a:endParaRPr lang="en-US" b="1" dirty="0"/>
          </a:p>
          <a:p>
            <a:pPr>
              <a:buNone/>
            </a:pPr>
            <a:r>
              <a:rPr lang="en-US" dirty="0"/>
              <a:t>To </a:t>
            </a:r>
            <a:r>
              <a:rPr lang="en-US" b="1" dirty="0"/>
              <a:t>send actions</a:t>
            </a:r>
            <a:r>
              <a:rPr lang="en-US" dirty="0"/>
              <a:t> to Redux → update global state.</a:t>
            </a:r>
          </a:p>
          <a:p>
            <a:pPr>
              <a:buNone/>
            </a:pPr>
            <a:r>
              <a:rPr lang="en-US" b="1" dirty="0"/>
              <a:t>🟩 2. </a:t>
            </a:r>
            <a:r>
              <a:rPr lang="en-US" b="1" dirty="0" err="1">
                <a:latin typeface="Courier New" panose="02070309020205020404" pitchFamily="49" charset="0"/>
              </a:rPr>
              <a:t>useSelector</a:t>
            </a:r>
            <a:r>
              <a:rPr lang="en-US" b="1" dirty="0">
                <a:latin typeface="Courier New" panose="02070309020205020404" pitchFamily="49" charset="0"/>
              </a:rPr>
              <a:t>()</a:t>
            </a:r>
            <a:endParaRPr lang="en-US" b="1" dirty="0"/>
          </a:p>
          <a:p>
            <a:pPr>
              <a:buNone/>
            </a:pPr>
            <a:r>
              <a:rPr lang="en-US" dirty="0"/>
              <a:t>To </a:t>
            </a:r>
            <a:r>
              <a:rPr lang="en-US" b="1" dirty="0"/>
              <a:t>read data</a:t>
            </a:r>
            <a:r>
              <a:rPr lang="en-US" dirty="0"/>
              <a:t> from Redux → get global state.</a:t>
            </a:r>
          </a:p>
          <a:p>
            <a:pPr>
              <a:buNone/>
            </a:pPr>
            <a:r>
              <a:rPr lang="en-US" b="1" dirty="0"/>
              <a:t>🟧 3. </a:t>
            </a:r>
            <a:r>
              <a:rPr lang="en-US" b="1" dirty="0" err="1">
                <a:latin typeface="Courier New" panose="02070309020205020404" pitchFamily="49" charset="0"/>
              </a:rPr>
              <a:t>setAuthUser</a:t>
            </a:r>
            <a:r>
              <a:rPr lang="en-US" b="1" dirty="0"/>
              <a:t> (action)</a:t>
            </a:r>
          </a:p>
          <a:p>
            <a:pPr>
              <a:buNone/>
            </a:pPr>
            <a:r>
              <a:rPr lang="en-US" dirty="0"/>
              <a:t>Tells Redux </a:t>
            </a:r>
            <a:r>
              <a:rPr lang="en-US" b="1" dirty="0"/>
              <a:t>what to update</a:t>
            </a:r>
            <a:r>
              <a:rPr lang="en-US" dirty="0"/>
              <a:t> (here: update user).</a:t>
            </a:r>
          </a:p>
        </p:txBody>
      </p:sp>
    </p:spTree>
    <p:extLst>
      <p:ext uri="{BB962C8B-B14F-4D97-AF65-F5344CB8AC3E}">
        <p14:creationId xmlns:p14="http://schemas.microsoft.com/office/powerpoint/2010/main" val="29953037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F6D4A-DB4A-B818-45BF-6C3B4CE5E16B}"/>
              </a:ext>
            </a:extLst>
          </p:cNvPr>
          <p:cNvSpPr>
            <a:spLocks noGrp="1"/>
          </p:cNvSpPr>
          <p:nvPr>
            <p:ph type="title"/>
          </p:nvPr>
        </p:nvSpPr>
        <p:spPr>
          <a:xfrm>
            <a:off x="691242" y="122464"/>
            <a:ext cx="10515600" cy="768124"/>
          </a:xfrm>
          <a:ln>
            <a:solidFill>
              <a:srgbClr val="FFC000"/>
            </a:solidFill>
          </a:ln>
          <a:effectLst>
            <a:glow rad="139700">
              <a:schemeClr val="accent2">
                <a:satMod val="175000"/>
                <a:alpha val="40000"/>
              </a:schemeClr>
            </a:glow>
          </a:effectLst>
        </p:spPr>
        <p:txBody>
          <a:bodyPr/>
          <a:lstStyle/>
          <a:p>
            <a:r>
              <a:rPr lang="en-US" dirty="0"/>
              <a:t>Authslice.js ---- this is a redux file</a:t>
            </a:r>
          </a:p>
        </p:txBody>
      </p:sp>
      <p:sp>
        <p:nvSpPr>
          <p:cNvPr id="3" name="Content Placeholder 2">
            <a:extLst>
              <a:ext uri="{FF2B5EF4-FFF2-40B4-BE49-F238E27FC236}">
                <a16:creationId xmlns:a16="http://schemas.microsoft.com/office/drawing/2014/main" id="{5DC9D327-9CA5-5A40-8F0C-F6D65A0C993A}"/>
              </a:ext>
            </a:extLst>
          </p:cNvPr>
          <p:cNvSpPr>
            <a:spLocks noGrp="1"/>
          </p:cNvSpPr>
          <p:nvPr>
            <p:ph idx="1"/>
          </p:nvPr>
        </p:nvSpPr>
        <p:spPr>
          <a:xfrm>
            <a:off x="81643" y="936399"/>
            <a:ext cx="11748407" cy="2582112"/>
          </a:xfrm>
        </p:spPr>
        <p:txBody>
          <a:bodyPr>
            <a:normAutofit lnSpcReduction="10000"/>
          </a:bodyPr>
          <a:lstStyle/>
          <a:p>
            <a:pPr marL="0" indent="0">
              <a:buNone/>
            </a:pPr>
            <a:r>
              <a:rPr lang="en-US" dirty="0"/>
              <a:t>For example we have used certain variable states like the user profiles,  user suggestions and various other </a:t>
            </a:r>
            <a:r>
              <a:rPr lang="en-US" dirty="0" err="1"/>
              <a:t>things..like</a:t>
            </a:r>
            <a:r>
              <a:rPr lang="en-US" dirty="0"/>
              <a:t> we are using them as global </a:t>
            </a:r>
            <a:r>
              <a:rPr lang="en-US" dirty="0" err="1"/>
              <a:t>variable..so</a:t>
            </a:r>
            <a:r>
              <a:rPr lang="en-US" dirty="0"/>
              <a:t> for </a:t>
            </a:r>
            <a:r>
              <a:rPr lang="en-US" dirty="0" err="1"/>
              <a:t>that..we</a:t>
            </a:r>
            <a:r>
              <a:rPr lang="en-US" dirty="0"/>
              <a:t> have to use redux..</a:t>
            </a:r>
          </a:p>
          <a:p>
            <a:pPr marL="0" indent="0">
              <a:buNone/>
            </a:pPr>
            <a:r>
              <a:rPr lang="en-US" dirty="0"/>
              <a:t>This is the authslice.js file ---- basically for storing the authentication information of the user</a:t>
            </a:r>
          </a:p>
          <a:p>
            <a:pPr marL="0" indent="0">
              <a:buNone/>
            </a:pPr>
            <a:r>
              <a:rPr lang="en-US" dirty="0"/>
              <a:t>It manages </a:t>
            </a:r>
            <a:r>
              <a:rPr lang="en-US" b="1" dirty="0"/>
              <a:t>authentication-related state</a:t>
            </a:r>
            <a:r>
              <a:rPr lang="en-US" dirty="0"/>
              <a:t> (user, profile, suggestions).</a:t>
            </a:r>
          </a:p>
          <a:p>
            <a:pPr marL="0" indent="0">
              <a:buNone/>
            </a:pPr>
            <a:endParaRPr lang="en-US" dirty="0"/>
          </a:p>
        </p:txBody>
      </p:sp>
      <p:pic>
        <p:nvPicPr>
          <p:cNvPr id="5" name="Picture 4">
            <a:extLst>
              <a:ext uri="{FF2B5EF4-FFF2-40B4-BE49-F238E27FC236}">
                <a16:creationId xmlns:a16="http://schemas.microsoft.com/office/drawing/2014/main" id="{5B519794-4E49-B586-804C-C2466825EA2F}"/>
              </a:ext>
            </a:extLst>
          </p:cNvPr>
          <p:cNvPicPr>
            <a:picLocks noChangeAspect="1"/>
          </p:cNvPicPr>
          <p:nvPr/>
        </p:nvPicPr>
        <p:blipFill>
          <a:blip r:embed="rId2"/>
          <a:srcRect b="80744"/>
          <a:stretch>
            <a:fillRect/>
          </a:stretch>
        </p:blipFill>
        <p:spPr>
          <a:xfrm>
            <a:off x="361950" y="3466647"/>
            <a:ext cx="8690438" cy="868181"/>
          </a:xfrm>
          <a:prstGeom prst="rect">
            <a:avLst/>
          </a:prstGeom>
        </p:spPr>
      </p:pic>
      <p:sp>
        <p:nvSpPr>
          <p:cNvPr id="6" name="TextBox 5">
            <a:extLst>
              <a:ext uri="{FF2B5EF4-FFF2-40B4-BE49-F238E27FC236}">
                <a16:creationId xmlns:a16="http://schemas.microsoft.com/office/drawing/2014/main" id="{018937E6-067E-A5A3-7629-2A8F6298BFAB}"/>
              </a:ext>
            </a:extLst>
          </p:cNvPr>
          <p:cNvSpPr txBox="1"/>
          <p:nvPr/>
        </p:nvSpPr>
        <p:spPr>
          <a:xfrm>
            <a:off x="8303078" y="4523414"/>
            <a:ext cx="3816622" cy="369332"/>
          </a:xfrm>
          <a:prstGeom prst="rect">
            <a:avLst/>
          </a:prstGeom>
          <a:noFill/>
          <a:ln>
            <a:solidFill>
              <a:srgbClr val="00B0F0"/>
            </a:solidFill>
          </a:ln>
          <a:effectLst>
            <a:glow rad="228600">
              <a:schemeClr val="accent2">
                <a:satMod val="175000"/>
                <a:alpha val="40000"/>
              </a:schemeClr>
            </a:glow>
          </a:effectLst>
        </p:spPr>
        <p:txBody>
          <a:bodyPr wrap="none" rtlCol="0">
            <a:spAutoFit/>
          </a:bodyPr>
          <a:lstStyle/>
          <a:p>
            <a:r>
              <a:rPr lang="en-US" dirty="0"/>
              <a:t>This is importing redux toolkit function</a:t>
            </a:r>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4628D59F-393D-23A0-D66C-C5F6E3A60A09}"/>
                  </a:ext>
                </a:extLst>
              </p14:cNvPr>
              <p14:cNvContentPartPr/>
              <p14:nvPr/>
            </p14:nvContentPartPr>
            <p14:xfrm>
              <a:off x="1748571" y="3502311"/>
              <a:ext cx="104760" cy="747000"/>
            </p14:xfrm>
          </p:contentPart>
        </mc:Choice>
        <mc:Fallback xmlns="">
          <p:pic>
            <p:nvPicPr>
              <p:cNvPr id="8" name="Ink 7">
                <a:extLst>
                  <a:ext uri="{FF2B5EF4-FFF2-40B4-BE49-F238E27FC236}">
                    <a16:creationId xmlns:a16="http://schemas.microsoft.com/office/drawing/2014/main" id="{4628D59F-393D-23A0-D66C-C5F6E3A60A09}"/>
                  </a:ext>
                </a:extLst>
              </p:cNvPr>
              <p:cNvPicPr/>
              <p:nvPr/>
            </p:nvPicPr>
            <p:blipFill>
              <a:blip r:embed="rId4"/>
              <a:stretch>
                <a:fillRect/>
              </a:stretch>
            </p:blipFill>
            <p:spPr>
              <a:xfrm>
                <a:off x="1712571" y="3466311"/>
                <a:ext cx="176400" cy="8186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D2F4C4A6-139E-AC62-07F5-7D33B1CE4A39}"/>
                  </a:ext>
                </a:extLst>
              </p14:cNvPr>
              <p14:cNvContentPartPr/>
              <p14:nvPr/>
            </p14:nvContentPartPr>
            <p14:xfrm>
              <a:off x="1614651" y="3518511"/>
              <a:ext cx="2983320" cy="694800"/>
            </p14:xfrm>
          </p:contentPart>
        </mc:Choice>
        <mc:Fallback xmlns="">
          <p:pic>
            <p:nvPicPr>
              <p:cNvPr id="9" name="Ink 8">
                <a:extLst>
                  <a:ext uri="{FF2B5EF4-FFF2-40B4-BE49-F238E27FC236}">
                    <a16:creationId xmlns:a16="http://schemas.microsoft.com/office/drawing/2014/main" id="{D2F4C4A6-139E-AC62-07F5-7D33B1CE4A39}"/>
                  </a:ext>
                </a:extLst>
              </p:cNvPr>
              <p:cNvPicPr/>
              <p:nvPr/>
            </p:nvPicPr>
            <p:blipFill>
              <a:blip r:embed="rId6"/>
              <a:stretch>
                <a:fillRect/>
              </a:stretch>
            </p:blipFill>
            <p:spPr>
              <a:xfrm>
                <a:off x="1579011" y="3482511"/>
                <a:ext cx="3054960" cy="766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9D565F34-0BCE-3315-C655-EB1EEEB76CC0}"/>
                  </a:ext>
                </a:extLst>
              </p14:cNvPr>
              <p14:cNvContentPartPr/>
              <p14:nvPr/>
            </p14:nvContentPartPr>
            <p14:xfrm>
              <a:off x="5467011" y="3266151"/>
              <a:ext cx="3783600" cy="1135080"/>
            </p14:xfrm>
          </p:contentPart>
        </mc:Choice>
        <mc:Fallback xmlns="">
          <p:pic>
            <p:nvPicPr>
              <p:cNvPr id="11" name="Ink 10">
                <a:extLst>
                  <a:ext uri="{FF2B5EF4-FFF2-40B4-BE49-F238E27FC236}">
                    <a16:creationId xmlns:a16="http://schemas.microsoft.com/office/drawing/2014/main" id="{9D565F34-0BCE-3315-C655-EB1EEEB76CC0}"/>
                  </a:ext>
                </a:extLst>
              </p:cNvPr>
              <p:cNvPicPr/>
              <p:nvPr/>
            </p:nvPicPr>
            <p:blipFill>
              <a:blip r:embed="rId8"/>
              <a:stretch>
                <a:fillRect/>
              </a:stretch>
            </p:blipFill>
            <p:spPr>
              <a:xfrm>
                <a:off x="5431371" y="3230151"/>
                <a:ext cx="3855240" cy="12067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8F32C511-2194-CFC1-02E9-D84E3B915A4B}"/>
                  </a:ext>
                </a:extLst>
              </p14:cNvPr>
              <p14:cNvContentPartPr/>
              <p14:nvPr/>
            </p14:nvContentPartPr>
            <p14:xfrm>
              <a:off x="9160251" y="3845031"/>
              <a:ext cx="1355760" cy="623520"/>
            </p14:xfrm>
          </p:contentPart>
        </mc:Choice>
        <mc:Fallback xmlns="">
          <p:pic>
            <p:nvPicPr>
              <p:cNvPr id="13" name="Ink 12">
                <a:extLst>
                  <a:ext uri="{FF2B5EF4-FFF2-40B4-BE49-F238E27FC236}">
                    <a16:creationId xmlns:a16="http://schemas.microsoft.com/office/drawing/2014/main" id="{8F32C511-2194-CFC1-02E9-D84E3B915A4B}"/>
                  </a:ext>
                </a:extLst>
              </p:cNvPr>
              <p:cNvPicPr/>
              <p:nvPr/>
            </p:nvPicPr>
            <p:blipFill>
              <a:blip r:embed="rId10"/>
              <a:stretch>
                <a:fillRect/>
              </a:stretch>
            </p:blipFill>
            <p:spPr>
              <a:xfrm>
                <a:off x="9124251" y="3809391"/>
                <a:ext cx="1427400" cy="695160"/>
              </a:xfrm>
              <a:prstGeom prst="rect">
                <a:avLst/>
              </a:prstGeom>
            </p:spPr>
          </p:pic>
        </mc:Fallback>
      </mc:AlternateContent>
      <p:sp>
        <p:nvSpPr>
          <p:cNvPr id="15" name="TextBox 14">
            <a:extLst>
              <a:ext uri="{FF2B5EF4-FFF2-40B4-BE49-F238E27FC236}">
                <a16:creationId xmlns:a16="http://schemas.microsoft.com/office/drawing/2014/main" id="{19FF52AE-F74B-19E6-086F-4333898719BD}"/>
              </a:ext>
            </a:extLst>
          </p:cNvPr>
          <p:cNvSpPr txBox="1"/>
          <p:nvPr/>
        </p:nvSpPr>
        <p:spPr>
          <a:xfrm>
            <a:off x="361950" y="4752014"/>
            <a:ext cx="3703864" cy="1477328"/>
          </a:xfrm>
          <a:prstGeom prst="rect">
            <a:avLst/>
          </a:prstGeom>
          <a:noFill/>
          <a:ln>
            <a:solidFill>
              <a:schemeClr val="accent1">
                <a:lumMod val="75000"/>
              </a:schemeClr>
            </a:solidFill>
          </a:ln>
          <a:effectLst>
            <a:glow rad="139700">
              <a:schemeClr val="accent3">
                <a:satMod val="175000"/>
                <a:alpha val="40000"/>
              </a:schemeClr>
            </a:glow>
          </a:effectLst>
        </p:spPr>
        <p:txBody>
          <a:bodyPr wrap="square">
            <a:spAutoFit/>
          </a:bodyPr>
          <a:lstStyle/>
          <a:p>
            <a:pPr>
              <a:buNone/>
            </a:pPr>
            <a:r>
              <a:rPr lang="en-US" dirty="0" err="1">
                <a:solidFill>
                  <a:srgbClr val="FF0000"/>
                </a:solidFill>
                <a:latin typeface="Courier New" panose="02070309020205020404" pitchFamily="49" charset="0"/>
              </a:rPr>
              <a:t>createSlice</a:t>
            </a:r>
            <a:r>
              <a:rPr lang="en-US" dirty="0"/>
              <a:t> → helps you create:</a:t>
            </a:r>
          </a:p>
          <a:p>
            <a:pPr>
              <a:buFont typeface="Arial" panose="020B0604020202020204" pitchFamily="34" charset="0"/>
              <a:buChar char="•"/>
            </a:pPr>
            <a:r>
              <a:rPr lang="en-US" dirty="0"/>
              <a:t>State</a:t>
            </a:r>
          </a:p>
          <a:p>
            <a:pPr>
              <a:buFont typeface="Arial" panose="020B0604020202020204" pitchFamily="34" charset="0"/>
              <a:buChar char="•"/>
            </a:pPr>
            <a:r>
              <a:rPr lang="en-US" dirty="0"/>
              <a:t>Reducers</a:t>
            </a:r>
          </a:p>
          <a:p>
            <a:pPr>
              <a:buFont typeface="Arial" panose="020B0604020202020204" pitchFamily="34" charset="0"/>
              <a:buChar char="•"/>
            </a:pPr>
            <a:r>
              <a:rPr lang="en-US" dirty="0"/>
              <a:t>Actions</a:t>
            </a:r>
          </a:p>
          <a:p>
            <a:pPr>
              <a:buNone/>
            </a:pPr>
            <a:r>
              <a:rPr lang="en-US" dirty="0"/>
              <a:t>All in one place.</a:t>
            </a:r>
          </a:p>
        </p:txBody>
      </p:sp>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F310B4EB-E9F7-520F-4F80-CED9676E3BF8}"/>
                  </a:ext>
                </a:extLst>
              </p14:cNvPr>
              <p14:cNvContentPartPr/>
              <p14:nvPr/>
            </p14:nvContentPartPr>
            <p14:xfrm>
              <a:off x="2449041" y="4196031"/>
              <a:ext cx="384480" cy="536400"/>
            </p14:xfrm>
          </p:contentPart>
        </mc:Choice>
        <mc:Fallback xmlns="">
          <p:pic>
            <p:nvPicPr>
              <p:cNvPr id="16" name="Ink 15">
                <a:extLst>
                  <a:ext uri="{FF2B5EF4-FFF2-40B4-BE49-F238E27FC236}">
                    <a16:creationId xmlns:a16="http://schemas.microsoft.com/office/drawing/2014/main" id="{F310B4EB-E9F7-520F-4F80-CED9676E3BF8}"/>
                  </a:ext>
                </a:extLst>
              </p:cNvPr>
              <p:cNvPicPr/>
              <p:nvPr/>
            </p:nvPicPr>
            <p:blipFill>
              <a:blip r:embed="rId12"/>
              <a:stretch>
                <a:fillRect/>
              </a:stretch>
            </p:blipFill>
            <p:spPr>
              <a:xfrm>
                <a:off x="2413041" y="4160391"/>
                <a:ext cx="456120" cy="608040"/>
              </a:xfrm>
              <a:prstGeom prst="rect">
                <a:avLst/>
              </a:prstGeom>
            </p:spPr>
          </p:pic>
        </mc:Fallback>
      </mc:AlternateContent>
    </p:spTree>
    <p:extLst>
      <p:ext uri="{BB962C8B-B14F-4D97-AF65-F5344CB8AC3E}">
        <p14:creationId xmlns:p14="http://schemas.microsoft.com/office/powerpoint/2010/main" val="23390264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485414F-1F81-C592-39B3-AE50340972B0}"/>
              </a:ext>
            </a:extLst>
          </p:cNvPr>
          <p:cNvPicPr>
            <a:picLocks noChangeAspect="1"/>
          </p:cNvPicPr>
          <p:nvPr/>
        </p:nvPicPr>
        <p:blipFill>
          <a:blip r:embed="rId2"/>
          <a:srcRect b="74349"/>
          <a:stretch>
            <a:fillRect/>
          </a:stretch>
        </p:blipFill>
        <p:spPr>
          <a:xfrm>
            <a:off x="213566" y="434939"/>
            <a:ext cx="4696268" cy="663306"/>
          </a:xfrm>
          <a:prstGeom prst="rect">
            <a:avLst/>
          </a:prstGeom>
        </p:spPr>
      </p:pic>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BDAC1484-9073-921B-C746-D1ED86634AEF}"/>
                  </a:ext>
                </a:extLst>
              </p14:cNvPr>
              <p14:cNvContentPartPr/>
              <p14:nvPr/>
            </p14:nvContentPartPr>
            <p14:xfrm>
              <a:off x="643731" y="651484"/>
              <a:ext cx="1855440" cy="446760"/>
            </p14:xfrm>
          </p:contentPart>
        </mc:Choice>
        <mc:Fallback xmlns="">
          <p:pic>
            <p:nvPicPr>
              <p:cNvPr id="9" name="Ink 8">
                <a:extLst>
                  <a:ext uri="{FF2B5EF4-FFF2-40B4-BE49-F238E27FC236}">
                    <a16:creationId xmlns:a16="http://schemas.microsoft.com/office/drawing/2014/main" id="{BDAC1484-9073-921B-C746-D1ED86634AEF}"/>
                  </a:ext>
                </a:extLst>
              </p:cNvPr>
              <p:cNvPicPr/>
              <p:nvPr/>
            </p:nvPicPr>
            <p:blipFill>
              <a:blip r:embed="rId4"/>
              <a:stretch>
                <a:fillRect/>
              </a:stretch>
            </p:blipFill>
            <p:spPr>
              <a:xfrm>
                <a:off x="635091" y="642484"/>
                <a:ext cx="1873080" cy="4644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0CDF12B6-60AB-E2E2-11EA-04A1DC7D3510}"/>
                  </a:ext>
                </a:extLst>
              </p14:cNvPr>
              <p14:cNvContentPartPr/>
              <p14:nvPr/>
            </p14:nvContentPartPr>
            <p14:xfrm>
              <a:off x="2620491" y="251884"/>
              <a:ext cx="1822320" cy="488160"/>
            </p14:xfrm>
          </p:contentPart>
        </mc:Choice>
        <mc:Fallback xmlns="">
          <p:pic>
            <p:nvPicPr>
              <p:cNvPr id="10" name="Ink 9">
                <a:extLst>
                  <a:ext uri="{FF2B5EF4-FFF2-40B4-BE49-F238E27FC236}">
                    <a16:creationId xmlns:a16="http://schemas.microsoft.com/office/drawing/2014/main" id="{0CDF12B6-60AB-E2E2-11EA-04A1DC7D3510}"/>
                  </a:ext>
                </a:extLst>
              </p:cNvPr>
              <p:cNvPicPr/>
              <p:nvPr/>
            </p:nvPicPr>
            <p:blipFill>
              <a:blip r:embed="rId6"/>
              <a:stretch>
                <a:fillRect/>
              </a:stretch>
            </p:blipFill>
            <p:spPr>
              <a:xfrm>
                <a:off x="2611491" y="242884"/>
                <a:ext cx="1839960" cy="505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4D019EFD-D0C9-51EE-8DE0-EF39799359BA}"/>
                  </a:ext>
                </a:extLst>
              </p14:cNvPr>
              <p14:cNvContentPartPr/>
              <p14:nvPr/>
            </p14:nvContentPartPr>
            <p14:xfrm>
              <a:off x="4351371" y="315244"/>
              <a:ext cx="1410840" cy="402120"/>
            </p14:xfrm>
          </p:contentPart>
        </mc:Choice>
        <mc:Fallback xmlns="">
          <p:pic>
            <p:nvPicPr>
              <p:cNvPr id="11" name="Ink 10">
                <a:extLst>
                  <a:ext uri="{FF2B5EF4-FFF2-40B4-BE49-F238E27FC236}">
                    <a16:creationId xmlns:a16="http://schemas.microsoft.com/office/drawing/2014/main" id="{4D019EFD-D0C9-51EE-8DE0-EF39799359BA}"/>
                  </a:ext>
                </a:extLst>
              </p:cNvPr>
              <p:cNvPicPr/>
              <p:nvPr/>
            </p:nvPicPr>
            <p:blipFill>
              <a:blip r:embed="rId8"/>
              <a:stretch>
                <a:fillRect/>
              </a:stretch>
            </p:blipFill>
            <p:spPr>
              <a:xfrm>
                <a:off x="4342731" y="306604"/>
                <a:ext cx="1428480" cy="4197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50967E51-1C88-EF56-931E-F57024253803}"/>
                  </a:ext>
                </a:extLst>
              </p14:cNvPr>
              <p14:cNvContentPartPr/>
              <p14:nvPr/>
            </p14:nvContentPartPr>
            <p14:xfrm flipV="1">
              <a:off x="2524049" y="877921"/>
              <a:ext cx="3837523" cy="211536"/>
            </p14:xfrm>
          </p:contentPart>
        </mc:Choice>
        <mc:Fallback xmlns="">
          <p:pic>
            <p:nvPicPr>
              <p:cNvPr id="13" name="Ink 12">
                <a:extLst>
                  <a:ext uri="{FF2B5EF4-FFF2-40B4-BE49-F238E27FC236}">
                    <a16:creationId xmlns:a16="http://schemas.microsoft.com/office/drawing/2014/main" id="{50967E51-1C88-EF56-931E-F57024253803}"/>
                  </a:ext>
                </a:extLst>
              </p:cNvPr>
              <p:cNvPicPr/>
              <p:nvPr/>
            </p:nvPicPr>
            <p:blipFill>
              <a:blip r:embed="rId10"/>
              <a:stretch>
                <a:fillRect/>
              </a:stretch>
            </p:blipFill>
            <p:spPr>
              <a:xfrm flipV="1">
                <a:off x="2515409" y="868927"/>
                <a:ext cx="3855163" cy="229164"/>
              </a:xfrm>
              <a:prstGeom prst="rect">
                <a:avLst/>
              </a:prstGeom>
            </p:spPr>
          </p:pic>
        </mc:Fallback>
      </mc:AlternateContent>
      <p:sp>
        <p:nvSpPr>
          <p:cNvPr id="14" name="TextBox 13">
            <a:extLst>
              <a:ext uri="{FF2B5EF4-FFF2-40B4-BE49-F238E27FC236}">
                <a16:creationId xmlns:a16="http://schemas.microsoft.com/office/drawing/2014/main" id="{191CC83F-FD71-0367-0BE9-34BA83E9CFAC}"/>
              </a:ext>
            </a:extLst>
          </p:cNvPr>
          <p:cNvSpPr txBox="1"/>
          <p:nvPr/>
        </p:nvSpPr>
        <p:spPr>
          <a:xfrm>
            <a:off x="5762211" y="10395"/>
            <a:ext cx="2483718" cy="461665"/>
          </a:xfrm>
          <a:prstGeom prst="rect">
            <a:avLst/>
          </a:prstGeom>
          <a:noFill/>
        </p:spPr>
        <p:txBody>
          <a:bodyPr wrap="square" rtlCol="0">
            <a:spAutoFit/>
          </a:bodyPr>
          <a:lstStyle/>
          <a:p>
            <a:r>
              <a:rPr lang="en-US" sz="2400" dirty="0">
                <a:solidFill>
                  <a:srgbClr val="FF0000"/>
                </a:solidFill>
              </a:rPr>
              <a:t>Creating the slice</a:t>
            </a:r>
          </a:p>
        </p:txBody>
      </p:sp>
      <p:sp>
        <p:nvSpPr>
          <p:cNvPr id="15" name="TextBox 14">
            <a:extLst>
              <a:ext uri="{FF2B5EF4-FFF2-40B4-BE49-F238E27FC236}">
                <a16:creationId xmlns:a16="http://schemas.microsoft.com/office/drawing/2014/main" id="{08718635-F26A-2EA7-EDE7-288DCE28F5A6}"/>
              </a:ext>
            </a:extLst>
          </p:cNvPr>
          <p:cNvSpPr txBox="1"/>
          <p:nvPr/>
        </p:nvSpPr>
        <p:spPr>
          <a:xfrm>
            <a:off x="6400221" y="900605"/>
            <a:ext cx="3463192" cy="369332"/>
          </a:xfrm>
          <a:prstGeom prst="rect">
            <a:avLst/>
          </a:prstGeom>
          <a:noFill/>
          <a:ln>
            <a:solidFill>
              <a:schemeClr val="accent2">
                <a:lumMod val="60000"/>
                <a:lumOff val="40000"/>
              </a:schemeClr>
            </a:solidFill>
          </a:ln>
          <a:effectLst>
            <a:glow rad="228600">
              <a:schemeClr val="accent5">
                <a:satMod val="175000"/>
                <a:alpha val="40000"/>
              </a:schemeClr>
            </a:glow>
          </a:effectLst>
        </p:spPr>
        <p:txBody>
          <a:bodyPr wrap="none" rtlCol="0">
            <a:spAutoFit/>
          </a:bodyPr>
          <a:lstStyle/>
          <a:p>
            <a:r>
              <a:rPr lang="en-US" dirty="0"/>
              <a:t>The slice will be store as </a:t>
            </a:r>
            <a:r>
              <a:rPr lang="en-US" dirty="0" err="1"/>
              <a:t>store.auth</a:t>
            </a:r>
            <a:endParaRPr lang="en-US" dirty="0"/>
          </a:p>
        </p:txBody>
      </p:sp>
      <p:sp>
        <p:nvSpPr>
          <p:cNvPr id="17" name="TextBox 16">
            <a:extLst>
              <a:ext uri="{FF2B5EF4-FFF2-40B4-BE49-F238E27FC236}">
                <a16:creationId xmlns:a16="http://schemas.microsoft.com/office/drawing/2014/main" id="{7B2428CB-396D-404B-0097-8DDD20C04358}"/>
              </a:ext>
            </a:extLst>
          </p:cNvPr>
          <p:cNvSpPr txBox="1"/>
          <p:nvPr/>
        </p:nvSpPr>
        <p:spPr>
          <a:xfrm>
            <a:off x="5762211" y="292564"/>
            <a:ext cx="6359139" cy="369332"/>
          </a:xfrm>
          <a:prstGeom prst="rect">
            <a:avLst/>
          </a:prstGeom>
          <a:noFill/>
        </p:spPr>
        <p:txBody>
          <a:bodyPr wrap="square">
            <a:spAutoFit/>
          </a:bodyPr>
          <a:lstStyle/>
          <a:p>
            <a:r>
              <a:rPr lang="en-US" dirty="0"/>
              <a:t>This slice will be stored under the key </a:t>
            </a:r>
            <a:r>
              <a:rPr lang="en-US" b="1" dirty="0"/>
              <a:t>auth</a:t>
            </a:r>
            <a:r>
              <a:rPr lang="en-US" dirty="0"/>
              <a:t> inside the Redux store.</a:t>
            </a:r>
          </a:p>
        </p:txBody>
      </p:sp>
      <p:sp>
        <p:nvSpPr>
          <p:cNvPr id="18" name="Rectangle 17">
            <a:extLst>
              <a:ext uri="{FF2B5EF4-FFF2-40B4-BE49-F238E27FC236}">
                <a16:creationId xmlns:a16="http://schemas.microsoft.com/office/drawing/2014/main" id="{2B682B6B-D38F-B23D-19BB-880FE8EB77E5}"/>
              </a:ext>
            </a:extLst>
          </p:cNvPr>
          <p:cNvSpPr/>
          <p:nvPr/>
        </p:nvSpPr>
        <p:spPr>
          <a:xfrm>
            <a:off x="5576207" y="141752"/>
            <a:ext cx="6482443" cy="598291"/>
          </a:xfrm>
          <a:prstGeom prst="rect">
            <a:avLst/>
          </a:prstGeom>
          <a:noFill/>
          <a:ln>
            <a:solidFill>
              <a:srgbClr val="FFC000"/>
            </a:solidFill>
          </a:ln>
          <a:effectLst>
            <a:glow rad="1397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D97C1DF9-ECAC-8A22-B7CB-691FF9F43AB4}"/>
              </a:ext>
            </a:extLst>
          </p:cNvPr>
          <p:cNvPicPr>
            <a:picLocks noChangeAspect="1"/>
          </p:cNvPicPr>
          <p:nvPr/>
        </p:nvPicPr>
        <p:blipFill>
          <a:blip r:embed="rId2"/>
          <a:srcRect t="23048"/>
          <a:stretch>
            <a:fillRect/>
          </a:stretch>
        </p:blipFill>
        <p:spPr>
          <a:xfrm>
            <a:off x="69394" y="1439147"/>
            <a:ext cx="4696268" cy="1989853"/>
          </a:xfrm>
          <a:prstGeom prst="rect">
            <a:avLst/>
          </a:prstGeom>
          <a:effectLst>
            <a:glow rad="228600">
              <a:schemeClr val="accent3">
                <a:satMod val="175000"/>
                <a:alpha val="40000"/>
              </a:schemeClr>
            </a:glow>
          </a:effectLst>
        </p:spPr>
      </p:pic>
      <p:sp>
        <p:nvSpPr>
          <p:cNvPr id="20" name="TextBox 19">
            <a:extLst>
              <a:ext uri="{FF2B5EF4-FFF2-40B4-BE49-F238E27FC236}">
                <a16:creationId xmlns:a16="http://schemas.microsoft.com/office/drawing/2014/main" id="{951A6C1D-B03C-F840-E934-F759A6C6C29C}"/>
              </a:ext>
            </a:extLst>
          </p:cNvPr>
          <p:cNvSpPr txBox="1"/>
          <p:nvPr/>
        </p:nvSpPr>
        <p:spPr>
          <a:xfrm>
            <a:off x="6457950" y="1951264"/>
            <a:ext cx="4126258" cy="646331"/>
          </a:xfrm>
          <a:prstGeom prst="rect">
            <a:avLst/>
          </a:prstGeom>
          <a:noFill/>
          <a:ln>
            <a:solidFill>
              <a:srgbClr val="FF0000"/>
            </a:solidFill>
          </a:ln>
          <a:effectLst>
            <a:glow rad="228600">
              <a:schemeClr val="accent4">
                <a:satMod val="175000"/>
                <a:alpha val="40000"/>
              </a:schemeClr>
            </a:glow>
          </a:effectLst>
        </p:spPr>
        <p:txBody>
          <a:bodyPr wrap="none" rtlCol="0">
            <a:spAutoFit/>
          </a:bodyPr>
          <a:lstStyle/>
          <a:p>
            <a:r>
              <a:rPr lang="en-US" dirty="0"/>
              <a:t>This is the initial login information</a:t>
            </a:r>
          </a:p>
          <a:p>
            <a:r>
              <a:rPr lang="en-US" dirty="0"/>
              <a:t>Like before the </a:t>
            </a:r>
            <a:r>
              <a:rPr lang="en-US" dirty="0" err="1"/>
              <a:t>login..the</a:t>
            </a:r>
            <a:r>
              <a:rPr lang="en-US" dirty="0"/>
              <a:t> state looks like it</a:t>
            </a:r>
          </a:p>
        </p:txBody>
      </p:sp>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22" name="Ink 21">
                <a:extLst>
                  <a:ext uri="{FF2B5EF4-FFF2-40B4-BE49-F238E27FC236}">
                    <a16:creationId xmlns:a16="http://schemas.microsoft.com/office/drawing/2014/main" id="{83B6A4B7-9470-0C6E-CEC4-663DA59594FE}"/>
                  </a:ext>
                </a:extLst>
              </p14:cNvPr>
              <p14:cNvContentPartPr/>
              <p14:nvPr/>
            </p14:nvContentPartPr>
            <p14:xfrm>
              <a:off x="4726839" y="2220724"/>
              <a:ext cx="1674360" cy="130680"/>
            </p14:xfrm>
          </p:contentPart>
        </mc:Choice>
        <mc:Fallback xmlns="">
          <p:pic>
            <p:nvPicPr>
              <p:cNvPr id="22" name="Ink 21">
                <a:extLst>
                  <a:ext uri="{FF2B5EF4-FFF2-40B4-BE49-F238E27FC236}">
                    <a16:creationId xmlns:a16="http://schemas.microsoft.com/office/drawing/2014/main" id="{83B6A4B7-9470-0C6E-CEC4-663DA59594FE}"/>
                  </a:ext>
                </a:extLst>
              </p:cNvPr>
              <p:cNvPicPr/>
              <p:nvPr/>
            </p:nvPicPr>
            <p:blipFill>
              <a:blip r:embed="rId12"/>
              <a:stretch>
                <a:fillRect/>
              </a:stretch>
            </p:blipFill>
            <p:spPr>
              <a:xfrm>
                <a:off x="4717839" y="2211724"/>
                <a:ext cx="1692000" cy="148320"/>
              </a:xfrm>
              <a:prstGeom prst="rect">
                <a:avLst/>
              </a:prstGeom>
            </p:spPr>
          </p:pic>
        </mc:Fallback>
      </mc:AlternateContent>
      <p:grpSp>
        <p:nvGrpSpPr>
          <p:cNvPr id="25" name="Group 24">
            <a:extLst>
              <a:ext uri="{FF2B5EF4-FFF2-40B4-BE49-F238E27FC236}">
                <a16:creationId xmlns:a16="http://schemas.microsoft.com/office/drawing/2014/main" id="{35C1DA8B-6CED-71BE-7B01-64CAD23421C5}"/>
              </a:ext>
            </a:extLst>
          </p:cNvPr>
          <p:cNvGrpSpPr/>
          <p:nvPr/>
        </p:nvGrpSpPr>
        <p:grpSpPr>
          <a:xfrm>
            <a:off x="6163599" y="1975924"/>
            <a:ext cx="271800" cy="693000"/>
            <a:chOff x="6163599" y="1975924"/>
            <a:chExt cx="271800" cy="693000"/>
          </a:xfrm>
        </p:grpSpPr>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23" name="Ink 22">
                  <a:extLst>
                    <a:ext uri="{FF2B5EF4-FFF2-40B4-BE49-F238E27FC236}">
                      <a16:creationId xmlns:a16="http://schemas.microsoft.com/office/drawing/2014/main" id="{1A54CE18-5A82-F08B-5DE3-8467296A5271}"/>
                    </a:ext>
                  </a:extLst>
                </p14:cNvPr>
                <p14:cNvContentPartPr/>
                <p14:nvPr/>
              </p14:nvContentPartPr>
              <p14:xfrm>
                <a:off x="6163599" y="1975924"/>
                <a:ext cx="271800" cy="308520"/>
              </p14:xfrm>
            </p:contentPart>
          </mc:Choice>
          <mc:Fallback xmlns="">
            <p:pic>
              <p:nvPicPr>
                <p:cNvPr id="23" name="Ink 22">
                  <a:extLst>
                    <a:ext uri="{FF2B5EF4-FFF2-40B4-BE49-F238E27FC236}">
                      <a16:creationId xmlns:a16="http://schemas.microsoft.com/office/drawing/2014/main" id="{1A54CE18-5A82-F08B-5DE3-8467296A5271}"/>
                    </a:ext>
                  </a:extLst>
                </p:cNvPr>
                <p:cNvPicPr/>
                <p:nvPr/>
              </p:nvPicPr>
              <p:blipFill>
                <a:blip r:embed="rId14"/>
                <a:stretch>
                  <a:fillRect/>
                </a:stretch>
              </p:blipFill>
              <p:spPr>
                <a:xfrm>
                  <a:off x="6154959" y="1966924"/>
                  <a:ext cx="289440" cy="3261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24" name="Ink 23">
                  <a:extLst>
                    <a:ext uri="{FF2B5EF4-FFF2-40B4-BE49-F238E27FC236}">
                      <a16:creationId xmlns:a16="http://schemas.microsoft.com/office/drawing/2014/main" id="{52FC58A7-8A1A-6BB8-19B3-3B9B9033809F}"/>
                    </a:ext>
                  </a:extLst>
                </p14:cNvPr>
                <p14:cNvContentPartPr/>
                <p14:nvPr/>
              </p14:nvContentPartPr>
              <p14:xfrm>
                <a:off x="6201399" y="2212444"/>
                <a:ext cx="223920" cy="456480"/>
              </p14:xfrm>
            </p:contentPart>
          </mc:Choice>
          <mc:Fallback xmlns="">
            <p:pic>
              <p:nvPicPr>
                <p:cNvPr id="24" name="Ink 23">
                  <a:extLst>
                    <a:ext uri="{FF2B5EF4-FFF2-40B4-BE49-F238E27FC236}">
                      <a16:creationId xmlns:a16="http://schemas.microsoft.com/office/drawing/2014/main" id="{52FC58A7-8A1A-6BB8-19B3-3B9B9033809F}"/>
                    </a:ext>
                  </a:extLst>
                </p:cNvPr>
                <p:cNvPicPr/>
                <p:nvPr/>
              </p:nvPicPr>
              <p:blipFill>
                <a:blip r:embed="rId16"/>
                <a:stretch>
                  <a:fillRect/>
                </a:stretch>
              </p:blipFill>
              <p:spPr>
                <a:xfrm>
                  <a:off x="6192759" y="2203444"/>
                  <a:ext cx="241560" cy="474120"/>
                </a:xfrm>
                <a:prstGeom prst="rect">
                  <a:avLst/>
                </a:prstGeom>
              </p:spPr>
            </p:pic>
          </mc:Fallback>
        </mc:AlternateContent>
      </p:grpSp>
      <p:graphicFrame>
        <p:nvGraphicFramePr>
          <p:cNvPr id="26" name="Table 25">
            <a:extLst>
              <a:ext uri="{FF2B5EF4-FFF2-40B4-BE49-F238E27FC236}">
                <a16:creationId xmlns:a16="http://schemas.microsoft.com/office/drawing/2014/main" id="{4CEC1B16-18B6-F49C-49BE-63EC942C15F2}"/>
              </a:ext>
            </a:extLst>
          </p:cNvPr>
          <p:cNvGraphicFramePr>
            <a:graphicFrameLocks noGrp="1"/>
          </p:cNvGraphicFramePr>
          <p:nvPr>
            <p:extLst>
              <p:ext uri="{D42A27DB-BD31-4B8C-83A1-F6EECF244321}">
                <p14:modId xmlns:p14="http://schemas.microsoft.com/office/powerpoint/2010/main" val="960656927"/>
              </p:ext>
            </p:extLst>
          </p:nvPr>
        </p:nvGraphicFramePr>
        <p:xfrm>
          <a:off x="6050434" y="4607831"/>
          <a:ext cx="5782692" cy="1828800"/>
        </p:xfrm>
        <a:graphic>
          <a:graphicData uri="http://schemas.openxmlformats.org/drawingml/2006/table">
            <a:tbl>
              <a:tblPr/>
              <a:tblGrid>
                <a:gridCol w="2891346">
                  <a:extLst>
                    <a:ext uri="{9D8B030D-6E8A-4147-A177-3AD203B41FA5}">
                      <a16:colId xmlns:a16="http://schemas.microsoft.com/office/drawing/2014/main" val="1359943741"/>
                    </a:ext>
                  </a:extLst>
                </a:gridCol>
                <a:gridCol w="2891346">
                  <a:extLst>
                    <a:ext uri="{9D8B030D-6E8A-4147-A177-3AD203B41FA5}">
                      <a16:colId xmlns:a16="http://schemas.microsoft.com/office/drawing/2014/main" val="2781395473"/>
                    </a:ext>
                  </a:extLst>
                </a:gridCol>
              </a:tblGrid>
              <a:tr h="0">
                <a:tc>
                  <a:txBody>
                    <a:bodyPr/>
                    <a:lstStyle/>
                    <a:p>
                      <a:pPr>
                        <a:buNone/>
                      </a:pPr>
                      <a:r>
                        <a:rPr lang="en-US" baseline="0" dirty="0">
                          <a:effectLst>
                            <a:glow rad="228600">
                              <a:schemeClr val="accent6">
                                <a:satMod val="175000"/>
                                <a:alpha val="40000"/>
                              </a:schemeClr>
                            </a:glow>
                          </a:effectLst>
                        </a:rPr>
                        <a:t>Action Name</a:t>
                      </a:r>
                    </a:p>
                  </a:txBody>
                  <a:tcPr anchor="ctr">
                    <a:lnL>
                      <a:noFill/>
                    </a:lnL>
                    <a:lnR>
                      <a:noFill/>
                    </a:lnR>
                    <a:lnT>
                      <a:noFill/>
                    </a:lnT>
                    <a:lnB>
                      <a:noFill/>
                    </a:lnB>
                    <a:noFill/>
                  </a:tcPr>
                </a:tc>
                <a:tc>
                  <a:txBody>
                    <a:bodyPr/>
                    <a:lstStyle/>
                    <a:p>
                      <a:pPr>
                        <a:buNone/>
                      </a:pPr>
                      <a:r>
                        <a:rPr lang="en-US" baseline="0">
                          <a:effectLst>
                            <a:glow rad="228600">
                              <a:schemeClr val="accent6">
                                <a:satMod val="175000"/>
                                <a:alpha val="40000"/>
                              </a:schemeClr>
                            </a:glow>
                          </a:effectLst>
                        </a:rPr>
                        <a:t>What it does</a:t>
                      </a:r>
                    </a:p>
                  </a:txBody>
                  <a:tcPr anchor="ctr">
                    <a:lnL>
                      <a:noFill/>
                    </a:lnL>
                    <a:lnR>
                      <a:noFill/>
                    </a:lnR>
                    <a:lnT>
                      <a:noFill/>
                    </a:lnT>
                    <a:lnB>
                      <a:noFill/>
                    </a:lnB>
                    <a:noFill/>
                  </a:tcPr>
                </a:tc>
                <a:extLst>
                  <a:ext uri="{0D108BD9-81ED-4DB2-BD59-A6C34878D82A}">
                    <a16:rowId xmlns:a16="http://schemas.microsoft.com/office/drawing/2014/main" val="2282948727"/>
                  </a:ext>
                </a:extLst>
              </a:tr>
              <a:tr h="0">
                <a:tc>
                  <a:txBody>
                    <a:bodyPr/>
                    <a:lstStyle/>
                    <a:p>
                      <a:pPr>
                        <a:buNone/>
                      </a:pPr>
                      <a:r>
                        <a:rPr lang="en-US" baseline="0" dirty="0" err="1">
                          <a:effectLst>
                            <a:glow rad="228600">
                              <a:schemeClr val="accent6">
                                <a:satMod val="175000"/>
                                <a:alpha val="40000"/>
                              </a:schemeClr>
                            </a:glow>
                          </a:effectLst>
                          <a:latin typeface="Courier New" panose="02070309020205020404" pitchFamily="49" charset="0"/>
                        </a:rPr>
                        <a:t>setAuthUser</a:t>
                      </a:r>
                      <a:endParaRPr lang="en-US" baseline="0" dirty="0">
                        <a:effectLst>
                          <a:glow rad="228600">
                            <a:schemeClr val="accent6">
                              <a:satMod val="175000"/>
                              <a:alpha val="40000"/>
                            </a:schemeClr>
                          </a:glow>
                        </a:effectLst>
                      </a:endParaRPr>
                    </a:p>
                  </a:txBody>
                  <a:tcPr anchor="ctr">
                    <a:lnL>
                      <a:noFill/>
                    </a:lnL>
                    <a:lnR>
                      <a:noFill/>
                    </a:lnR>
                    <a:lnT>
                      <a:noFill/>
                    </a:lnT>
                    <a:lnB>
                      <a:noFill/>
                    </a:lnB>
                    <a:noFill/>
                  </a:tcPr>
                </a:tc>
                <a:tc>
                  <a:txBody>
                    <a:bodyPr/>
                    <a:lstStyle/>
                    <a:p>
                      <a:pPr>
                        <a:buNone/>
                      </a:pPr>
                      <a:r>
                        <a:rPr lang="en-US" baseline="0">
                          <a:effectLst>
                            <a:glow rad="228600">
                              <a:schemeClr val="accent6">
                                <a:satMod val="175000"/>
                                <a:alpha val="40000"/>
                              </a:schemeClr>
                            </a:glow>
                          </a:effectLst>
                        </a:rPr>
                        <a:t>Set logged-in user</a:t>
                      </a:r>
                    </a:p>
                  </a:txBody>
                  <a:tcPr anchor="ctr">
                    <a:lnL>
                      <a:noFill/>
                    </a:lnL>
                    <a:lnR>
                      <a:noFill/>
                    </a:lnR>
                    <a:lnT>
                      <a:noFill/>
                    </a:lnT>
                    <a:lnB>
                      <a:noFill/>
                    </a:lnB>
                    <a:noFill/>
                  </a:tcPr>
                </a:tc>
                <a:extLst>
                  <a:ext uri="{0D108BD9-81ED-4DB2-BD59-A6C34878D82A}">
                    <a16:rowId xmlns:a16="http://schemas.microsoft.com/office/drawing/2014/main" val="3091710521"/>
                  </a:ext>
                </a:extLst>
              </a:tr>
              <a:tr h="0">
                <a:tc>
                  <a:txBody>
                    <a:bodyPr/>
                    <a:lstStyle/>
                    <a:p>
                      <a:pPr>
                        <a:buNone/>
                      </a:pPr>
                      <a:r>
                        <a:rPr lang="en-US" baseline="0">
                          <a:effectLst>
                            <a:glow rad="228600">
                              <a:schemeClr val="accent6">
                                <a:satMod val="175000"/>
                                <a:alpha val="40000"/>
                              </a:schemeClr>
                            </a:glow>
                          </a:effectLst>
                          <a:latin typeface="Courier New" panose="02070309020205020404" pitchFamily="49" charset="0"/>
                        </a:rPr>
                        <a:t>setSuggestedUsers</a:t>
                      </a:r>
                      <a:endParaRPr lang="en-US" baseline="0">
                        <a:effectLst>
                          <a:glow rad="228600">
                            <a:schemeClr val="accent6">
                              <a:satMod val="175000"/>
                              <a:alpha val="40000"/>
                            </a:schemeClr>
                          </a:glow>
                        </a:effectLst>
                      </a:endParaRPr>
                    </a:p>
                  </a:txBody>
                  <a:tcPr anchor="ctr">
                    <a:lnL>
                      <a:noFill/>
                    </a:lnL>
                    <a:lnR>
                      <a:noFill/>
                    </a:lnR>
                    <a:lnT>
                      <a:noFill/>
                    </a:lnT>
                    <a:lnB>
                      <a:noFill/>
                    </a:lnB>
                    <a:noFill/>
                  </a:tcPr>
                </a:tc>
                <a:tc>
                  <a:txBody>
                    <a:bodyPr/>
                    <a:lstStyle/>
                    <a:p>
                      <a:pPr>
                        <a:buNone/>
                      </a:pPr>
                      <a:r>
                        <a:rPr lang="en-US" baseline="0">
                          <a:effectLst>
                            <a:glow rad="228600">
                              <a:schemeClr val="accent6">
                                <a:satMod val="175000"/>
                                <a:alpha val="40000"/>
                              </a:schemeClr>
                            </a:glow>
                          </a:effectLst>
                        </a:rPr>
                        <a:t>Update suggested users list</a:t>
                      </a:r>
                    </a:p>
                  </a:txBody>
                  <a:tcPr anchor="ctr">
                    <a:lnL>
                      <a:noFill/>
                    </a:lnL>
                    <a:lnR>
                      <a:noFill/>
                    </a:lnR>
                    <a:lnT>
                      <a:noFill/>
                    </a:lnT>
                    <a:lnB>
                      <a:noFill/>
                    </a:lnB>
                    <a:noFill/>
                  </a:tcPr>
                </a:tc>
                <a:extLst>
                  <a:ext uri="{0D108BD9-81ED-4DB2-BD59-A6C34878D82A}">
                    <a16:rowId xmlns:a16="http://schemas.microsoft.com/office/drawing/2014/main" val="2158674943"/>
                  </a:ext>
                </a:extLst>
              </a:tr>
              <a:tr h="0">
                <a:tc>
                  <a:txBody>
                    <a:bodyPr/>
                    <a:lstStyle/>
                    <a:p>
                      <a:pPr>
                        <a:buNone/>
                      </a:pPr>
                      <a:r>
                        <a:rPr lang="en-US" baseline="0" dirty="0" err="1">
                          <a:effectLst>
                            <a:glow rad="228600">
                              <a:schemeClr val="accent6">
                                <a:satMod val="175000"/>
                                <a:alpha val="40000"/>
                              </a:schemeClr>
                            </a:glow>
                          </a:effectLst>
                          <a:latin typeface="Courier New" panose="02070309020205020404" pitchFamily="49" charset="0"/>
                        </a:rPr>
                        <a:t>setUserProfile</a:t>
                      </a:r>
                      <a:endParaRPr lang="en-US" baseline="0" dirty="0">
                        <a:effectLst>
                          <a:glow rad="228600">
                            <a:schemeClr val="accent6">
                              <a:satMod val="175000"/>
                              <a:alpha val="40000"/>
                            </a:schemeClr>
                          </a:glow>
                        </a:effectLst>
                      </a:endParaRPr>
                    </a:p>
                  </a:txBody>
                  <a:tcPr anchor="ctr">
                    <a:lnL>
                      <a:noFill/>
                    </a:lnL>
                    <a:lnR>
                      <a:noFill/>
                    </a:lnR>
                    <a:lnT>
                      <a:noFill/>
                    </a:lnT>
                    <a:lnB>
                      <a:noFill/>
                    </a:lnB>
                    <a:noFill/>
                  </a:tcPr>
                </a:tc>
                <a:tc>
                  <a:txBody>
                    <a:bodyPr/>
                    <a:lstStyle/>
                    <a:p>
                      <a:pPr>
                        <a:buNone/>
                      </a:pPr>
                      <a:r>
                        <a:rPr lang="en-US" baseline="0">
                          <a:effectLst>
                            <a:glow rad="228600">
                              <a:schemeClr val="accent6">
                                <a:satMod val="175000"/>
                                <a:alpha val="40000"/>
                              </a:schemeClr>
                            </a:glow>
                          </a:effectLst>
                        </a:rPr>
                        <a:t>Set the profile being viewed</a:t>
                      </a:r>
                    </a:p>
                  </a:txBody>
                  <a:tcPr anchor="ctr">
                    <a:lnL>
                      <a:noFill/>
                    </a:lnL>
                    <a:lnR>
                      <a:noFill/>
                    </a:lnR>
                    <a:lnT>
                      <a:noFill/>
                    </a:lnT>
                    <a:lnB>
                      <a:noFill/>
                    </a:lnB>
                    <a:noFill/>
                  </a:tcPr>
                </a:tc>
                <a:extLst>
                  <a:ext uri="{0D108BD9-81ED-4DB2-BD59-A6C34878D82A}">
                    <a16:rowId xmlns:a16="http://schemas.microsoft.com/office/drawing/2014/main" val="1248913705"/>
                  </a:ext>
                </a:extLst>
              </a:tr>
              <a:tr h="0">
                <a:tc>
                  <a:txBody>
                    <a:bodyPr/>
                    <a:lstStyle/>
                    <a:p>
                      <a:pPr>
                        <a:buNone/>
                      </a:pPr>
                      <a:r>
                        <a:rPr lang="en-US" baseline="0" dirty="0" err="1">
                          <a:effectLst>
                            <a:glow rad="228600">
                              <a:schemeClr val="accent6">
                                <a:satMod val="175000"/>
                                <a:alpha val="40000"/>
                              </a:schemeClr>
                            </a:glow>
                          </a:effectLst>
                          <a:latin typeface="Courier New" panose="02070309020205020404" pitchFamily="49" charset="0"/>
                        </a:rPr>
                        <a:t>setSelectedUser</a:t>
                      </a:r>
                      <a:endParaRPr lang="en-US" baseline="0" dirty="0">
                        <a:effectLst>
                          <a:glow rad="228600">
                            <a:schemeClr val="accent6">
                              <a:satMod val="175000"/>
                              <a:alpha val="40000"/>
                            </a:schemeClr>
                          </a:glow>
                        </a:effectLst>
                      </a:endParaRPr>
                    </a:p>
                  </a:txBody>
                  <a:tcPr anchor="ctr">
                    <a:lnL>
                      <a:noFill/>
                    </a:lnL>
                    <a:lnR>
                      <a:noFill/>
                    </a:lnR>
                    <a:lnT>
                      <a:noFill/>
                    </a:lnT>
                    <a:lnB>
                      <a:noFill/>
                    </a:lnB>
                    <a:noFill/>
                  </a:tcPr>
                </a:tc>
                <a:tc>
                  <a:txBody>
                    <a:bodyPr/>
                    <a:lstStyle/>
                    <a:p>
                      <a:pPr>
                        <a:buNone/>
                      </a:pPr>
                      <a:r>
                        <a:rPr lang="en-US" baseline="0" dirty="0">
                          <a:effectLst>
                            <a:glow rad="228600">
                              <a:schemeClr val="accent6">
                                <a:satMod val="175000"/>
                                <a:alpha val="40000"/>
                              </a:schemeClr>
                            </a:glow>
                          </a:effectLst>
                        </a:rPr>
                        <a:t>Set user for messaging/chat</a:t>
                      </a:r>
                    </a:p>
                  </a:txBody>
                  <a:tcPr anchor="ctr">
                    <a:lnL>
                      <a:noFill/>
                    </a:lnL>
                    <a:lnR>
                      <a:noFill/>
                    </a:lnR>
                    <a:lnT>
                      <a:noFill/>
                    </a:lnT>
                    <a:lnB>
                      <a:noFill/>
                    </a:lnB>
                    <a:noFill/>
                  </a:tcPr>
                </a:tc>
                <a:extLst>
                  <a:ext uri="{0D108BD9-81ED-4DB2-BD59-A6C34878D82A}">
                    <a16:rowId xmlns:a16="http://schemas.microsoft.com/office/drawing/2014/main" val="830025673"/>
                  </a:ext>
                </a:extLst>
              </a:tr>
            </a:tbl>
          </a:graphicData>
        </a:graphic>
      </p:graphicFrame>
      <p:pic>
        <p:nvPicPr>
          <p:cNvPr id="28" name="Picture 27">
            <a:extLst>
              <a:ext uri="{FF2B5EF4-FFF2-40B4-BE49-F238E27FC236}">
                <a16:creationId xmlns:a16="http://schemas.microsoft.com/office/drawing/2014/main" id="{5E2E22D6-7930-25D1-00E9-108BB6128575}"/>
              </a:ext>
            </a:extLst>
          </p:cNvPr>
          <p:cNvPicPr>
            <a:picLocks noChangeAspect="1"/>
          </p:cNvPicPr>
          <p:nvPr/>
        </p:nvPicPr>
        <p:blipFill>
          <a:blip r:embed="rId17"/>
          <a:stretch>
            <a:fillRect/>
          </a:stretch>
        </p:blipFill>
        <p:spPr>
          <a:xfrm>
            <a:off x="91789" y="3482671"/>
            <a:ext cx="4909834" cy="3288738"/>
          </a:xfrm>
          <a:prstGeom prst="rect">
            <a:avLst/>
          </a:prstGeom>
          <a:effectLst>
            <a:glow rad="228600">
              <a:schemeClr val="accent6">
                <a:satMod val="175000"/>
                <a:alpha val="40000"/>
              </a:schemeClr>
            </a:glow>
          </a:effectLst>
        </p:spPr>
      </p:pic>
      <mc:AlternateContent xmlns:mc="http://schemas.openxmlformats.org/markup-compatibility/2006" xmlns:p14="http://schemas.microsoft.com/office/powerpoint/2010/main">
        <mc:Choice Requires="p14">
          <p:contentPart p14:bwMode="auto" r:id="rId18">
            <p14:nvContentPartPr>
              <p14:cNvPr id="29" name="Ink 28">
                <a:extLst>
                  <a:ext uri="{FF2B5EF4-FFF2-40B4-BE49-F238E27FC236}">
                    <a16:creationId xmlns:a16="http://schemas.microsoft.com/office/drawing/2014/main" id="{896DD4EB-6ED2-C999-92A9-71C9192DE9B0}"/>
                  </a:ext>
                </a:extLst>
              </p14:cNvPr>
              <p14:cNvContentPartPr/>
              <p14:nvPr/>
            </p14:nvContentPartPr>
            <p14:xfrm>
              <a:off x="5020959" y="4502044"/>
              <a:ext cx="843840" cy="485640"/>
            </p14:xfrm>
          </p:contentPart>
        </mc:Choice>
        <mc:Fallback xmlns="">
          <p:pic>
            <p:nvPicPr>
              <p:cNvPr id="29" name="Ink 28">
                <a:extLst>
                  <a:ext uri="{FF2B5EF4-FFF2-40B4-BE49-F238E27FC236}">
                    <a16:creationId xmlns:a16="http://schemas.microsoft.com/office/drawing/2014/main" id="{896DD4EB-6ED2-C999-92A9-71C9192DE9B0}"/>
                  </a:ext>
                </a:extLst>
              </p:cNvPr>
              <p:cNvPicPr/>
              <p:nvPr/>
            </p:nvPicPr>
            <p:blipFill>
              <a:blip r:embed="rId19"/>
              <a:stretch>
                <a:fillRect/>
              </a:stretch>
            </p:blipFill>
            <p:spPr>
              <a:xfrm>
                <a:off x="5011959" y="4493404"/>
                <a:ext cx="861480" cy="503280"/>
              </a:xfrm>
              <a:prstGeom prst="rect">
                <a:avLst/>
              </a:prstGeom>
            </p:spPr>
          </p:pic>
        </mc:Fallback>
      </mc:AlternateContent>
      <p:sp>
        <p:nvSpPr>
          <p:cNvPr id="32" name="Rectangle 31">
            <a:extLst>
              <a:ext uri="{FF2B5EF4-FFF2-40B4-BE49-F238E27FC236}">
                <a16:creationId xmlns:a16="http://schemas.microsoft.com/office/drawing/2014/main" id="{53DA439B-D397-8F47-8320-2B2AB251EF86}"/>
              </a:ext>
            </a:extLst>
          </p:cNvPr>
          <p:cNvSpPr/>
          <p:nvPr/>
        </p:nvSpPr>
        <p:spPr>
          <a:xfrm>
            <a:off x="5957616" y="4578972"/>
            <a:ext cx="5968327" cy="1761840"/>
          </a:xfrm>
          <a:prstGeom prst="rect">
            <a:avLst/>
          </a:prstGeom>
          <a:noFill/>
          <a:effectLst>
            <a:glow rad="101600">
              <a:srgbClr val="00B0F0">
                <a:alpha val="6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a:extLst>
              <a:ext uri="{FF2B5EF4-FFF2-40B4-BE49-F238E27FC236}">
                <a16:creationId xmlns:a16="http://schemas.microsoft.com/office/drawing/2014/main" id="{EC747C01-7909-3902-EACE-DD82DE2D9447}"/>
              </a:ext>
            </a:extLst>
          </p:cNvPr>
          <p:cNvPicPr>
            <a:picLocks noChangeAspect="1"/>
          </p:cNvPicPr>
          <p:nvPr/>
        </p:nvPicPr>
        <p:blipFill>
          <a:blip r:embed="rId20"/>
          <a:srcRect t="33637"/>
          <a:stretch>
            <a:fillRect/>
          </a:stretch>
        </p:blipFill>
        <p:spPr>
          <a:xfrm>
            <a:off x="5762211" y="1263402"/>
            <a:ext cx="5636778" cy="408214"/>
          </a:xfrm>
          <a:prstGeom prst="rect">
            <a:avLst/>
          </a:prstGeom>
        </p:spPr>
      </p:pic>
      <p:sp>
        <p:nvSpPr>
          <p:cNvPr id="34" name="TextBox 33">
            <a:extLst>
              <a:ext uri="{FF2B5EF4-FFF2-40B4-BE49-F238E27FC236}">
                <a16:creationId xmlns:a16="http://schemas.microsoft.com/office/drawing/2014/main" id="{6F158407-DDEF-2452-C825-577F0621BF65}"/>
              </a:ext>
            </a:extLst>
          </p:cNvPr>
          <p:cNvSpPr txBox="1"/>
          <p:nvPr/>
        </p:nvSpPr>
        <p:spPr>
          <a:xfrm>
            <a:off x="5342633" y="2999505"/>
            <a:ext cx="3474795" cy="1477328"/>
          </a:xfrm>
          <a:prstGeom prst="rect">
            <a:avLst/>
          </a:prstGeom>
          <a:noFill/>
          <a:ln>
            <a:solidFill>
              <a:schemeClr val="accent1">
                <a:lumMod val="20000"/>
                <a:lumOff val="80000"/>
              </a:schemeClr>
            </a:solidFill>
          </a:ln>
          <a:effectLst>
            <a:glow rad="101600">
              <a:schemeClr val="accent1">
                <a:satMod val="175000"/>
                <a:alpha val="40000"/>
              </a:schemeClr>
            </a:glow>
          </a:effectLst>
        </p:spPr>
        <p:txBody>
          <a:bodyPr wrap="square" rtlCol="0">
            <a:spAutoFit/>
          </a:bodyPr>
          <a:lstStyle/>
          <a:p>
            <a:r>
              <a:rPr lang="en-US" dirty="0"/>
              <a:t>Whenever we do </a:t>
            </a:r>
            <a:r>
              <a:rPr lang="en-US" dirty="0" err="1"/>
              <a:t>dispatch..we</a:t>
            </a:r>
            <a:r>
              <a:rPr lang="en-US" dirty="0"/>
              <a:t> send some data with it</a:t>
            </a:r>
          </a:p>
          <a:p>
            <a:r>
              <a:rPr lang="en-US" dirty="0"/>
              <a:t>And the action == full object </a:t>
            </a:r>
          </a:p>
          <a:p>
            <a:r>
              <a:rPr lang="en-US" dirty="0"/>
              <a:t>But </a:t>
            </a:r>
            <a:r>
              <a:rPr lang="en-US" dirty="0" err="1"/>
              <a:t>action.payload</a:t>
            </a:r>
            <a:r>
              <a:rPr lang="en-US" dirty="0"/>
              <a:t> is the data we send	</a:t>
            </a:r>
          </a:p>
        </p:txBody>
      </p:sp>
      <p:pic>
        <p:nvPicPr>
          <p:cNvPr id="36" name="Picture 35">
            <a:extLst>
              <a:ext uri="{FF2B5EF4-FFF2-40B4-BE49-F238E27FC236}">
                <a16:creationId xmlns:a16="http://schemas.microsoft.com/office/drawing/2014/main" id="{C73B66EE-055C-7EA0-8ED2-CB0CE2C797E2}"/>
              </a:ext>
            </a:extLst>
          </p:cNvPr>
          <p:cNvPicPr>
            <a:picLocks noChangeAspect="1"/>
          </p:cNvPicPr>
          <p:nvPr/>
        </p:nvPicPr>
        <p:blipFill>
          <a:blip r:embed="rId21"/>
          <a:stretch>
            <a:fillRect/>
          </a:stretch>
        </p:blipFill>
        <p:spPr>
          <a:xfrm>
            <a:off x="8941779" y="2913936"/>
            <a:ext cx="2809609" cy="1466925"/>
          </a:xfrm>
          <a:prstGeom prst="rect">
            <a:avLst/>
          </a:prstGeom>
        </p:spPr>
      </p:pic>
      <p:grpSp>
        <p:nvGrpSpPr>
          <p:cNvPr id="41" name="Group 40">
            <a:extLst>
              <a:ext uri="{FF2B5EF4-FFF2-40B4-BE49-F238E27FC236}">
                <a16:creationId xmlns:a16="http://schemas.microsoft.com/office/drawing/2014/main" id="{F8F5D3B0-7875-441A-0385-DFCB7798A4F5}"/>
              </a:ext>
            </a:extLst>
          </p:cNvPr>
          <p:cNvGrpSpPr/>
          <p:nvPr/>
        </p:nvGrpSpPr>
        <p:grpSpPr>
          <a:xfrm>
            <a:off x="4449279" y="3730204"/>
            <a:ext cx="927000" cy="997560"/>
            <a:chOff x="4449279" y="3730204"/>
            <a:chExt cx="927000" cy="997560"/>
          </a:xfrm>
        </p:grpSpPr>
        <mc:AlternateContent xmlns:mc="http://schemas.openxmlformats.org/markup-compatibility/2006" xmlns:p14="http://schemas.microsoft.com/office/powerpoint/2010/main">
          <mc:Choice Requires="p14">
            <p:contentPart p14:bwMode="auto" r:id="rId22">
              <p14:nvContentPartPr>
                <p14:cNvPr id="37" name="Ink 36">
                  <a:extLst>
                    <a:ext uri="{FF2B5EF4-FFF2-40B4-BE49-F238E27FC236}">
                      <a16:creationId xmlns:a16="http://schemas.microsoft.com/office/drawing/2014/main" id="{767160A5-3381-8BAF-F7D4-51AB5D44A575}"/>
                    </a:ext>
                  </a:extLst>
                </p14:cNvPr>
                <p14:cNvContentPartPr/>
                <p14:nvPr/>
              </p14:nvContentPartPr>
              <p14:xfrm>
                <a:off x="4449279" y="3788164"/>
                <a:ext cx="830880" cy="939600"/>
              </p14:xfrm>
            </p:contentPart>
          </mc:Choice>
          <mc:Fallback xmlns="">
            <p:pic>
              <p:nvPicPr>
                <p:cNvPr id="37" name="Ink 36">
                  <a:extLst>
                    <a:ext uri="{FF2B5EF4-FFF2-40B4-BE49-F238E27FC236}">
                      <a16:creationId xmlns:a16="http://schemas.microsoft.com/office/drawing/2014/main" id="{767160A5-3381-8BAF-F7D4-51AB5D44A575}"/>
                    </a:ext>
                  </a:extLst>
                </p:cNvPr>
                <p:cNvPicPr/>
                <p:nvPr/>
              </p:nvPicPr>
              <p:blipFill>
                <a:blip r:embed="rId23"/>
                <a:stretch>
                  <a:fillRect/>
                </a:stretch>
              </p:blipFill>
              <p:spPr>
                <a:xfrm>
                  <a:off x="4440279" y="3779164"/>
                  <a:ext cx="848520" cy="9572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8" name="Ink 37">
                  <a:extLst>
                    <a:ext uri="{FF2B5EF4-FFF2-40B4-BE49-F238E27FC236}">
                      <a16:creationId xmlns:a16="http://schemas.microsoft.com/office/drawing/2014/main" id="{ADCFC8F6-74B3-B2B6-AB60-E5DCC09CE830}"/>
                    </a:ext>
                  </a:extLst>
                </p14:cNvPr>
                <p14:cNvContentPartPr/>
                <p14:nvPr/>
              </p14:nvContentPartPr>
              <p14:xfrm>
                <a:off x="4935639" y="3730204"/>
                <a:ext cx="440640" cy="406080"/>
              </p14:xfrm>
            </p:contentPart>
          </mc:Choice>
          <mc:Fallback xmlns="">
            <p:pic>
              <p:nvPicPr>
                <p:cNvPr id="38" name="Ink 37">
                  <a:extLst>
                    <a:ext uri="{FF2B5EF4-FFF2-40B4-BE49-F238E27FC236}">
                      <a16:creationId xmlns:a16="http://schemas.microsoft.com/office/drawing/2014/main" id="{ADCFC8F6-74B3-B2B6-AB60-E5DCC09CE830}"/>
                    </a:ext>
                  </a:extLst>
                </p:cNvPr>
                <p:cNvPicPr/>
                <p:nvPr/>
              </p:nvPicPr>
              <p:blipFill>
                <a:blip r:embed="rId25"/>
                <a:stretch>
                  <a:fillRect/>
                </a:stretch>
              </p:blipFill>
              <p:spPr>
                <a:xfrm>
                  <a:off x="4926999" y="3721564"/>
                  <a:ext cx="458280" cy="4237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9" name="Ink 38">
                  <a:extLst>
                    <a:ext uri="{FF2B5EF4-FFF2-40B4-BE49-F238E27FC236}">
                      <a16:creationId xmlns:a16="http://schemas.microsoft.com/office/drawing/2014/main" id="{9F840ABD-1102-E648-E321-4DA930ED4B5B}"/>
                    </a:ext>
                  </a:extLst>
                </p14:cNvPr>
                <p14:cNvContentPartPr/>
                <p14:nvPr/>
              </p14:nvContentPartPr>
              <p14:xfrm>
                <a:off x="5306439" y="3787804"/>
                <a:ext cx="360" cy="360"/>
              </p14:xfrm>
            </p:contentPart>
          </mc:Choice>
          <mc:Fallback xmlns="">
            <p:pic>
              <p:nvPicPr>
                <p:cNvPr id="39" name="Ink 38">
                  <a:extLst>
                    <a:ext uri="{FF2B5EF4-FFF2-40B4-BE49-F238E27FC236}">
                      <a16:creationId xmlns:a16="http://schemas.microsoft.com/office/drawing/2014/main" id="{9F840ABD-1102-E648-E321-4DA930ED4B5B}"/>
                    </a:ext>
                  </a:extLst>
                </p:cNvPr>
                <p:cNvPicPr/>
                <p:nvPr/>
              </p:nvPicPr>
              <p:blipFill>
                <a:blip r:embed="rId27"/>
                <a:stretch>
                  <a:fillRect/>
                </a:stretch>
              </p:blipFill>
              <p:spPr>
                <a:xfrm>
                  <a:off x="5297439" y="3779164"/>
                  <a:ext cx="18000" cy="18000"/>
                </a:xfrm>
                <a:prstGeom prst="rect">
                  <a:avLst/>
                </a:prstGeom>
              </p:spPr>
            </p:pic>
          </mc:Fallback>
        </mc:AlternateContent>
      </p:grpSp>
      <p:grpSp>
        <p:nvGrpSpPr>
          <p:cNvPr id="44" name="Group 43">
            <a:extLst>
              <a:ext uri="{FF2B5EF4-FFF2-40B4-BE49-F238E27FC236}">
                <a16:creationId xmlns:a16="http://schemas.microsoft.com/office/drawing/2014/main" id="{44091DF0-87DD-D6E5-0555-F4B8A35A1A6D}"/>
              </a:ext>
            </a:extLst>
          </p:cNvPr>
          <p:cNvGrpSpPr/>
          <p:nvPr/>
        </p:nvGrpSpPr>
        <p:grpSpPr>
          <a:xfrm>
            <a:off x="6294639" y="3818764"/>
            <a:ext cx="1755360" cy="83880"/>
            <a:chOff x="6294639" y="3818764"/>
            <a:chExt cx="1755360" cy="83880"/>
          </a:xfrm>
        </p:grpSpPr>
        <mc:AlternateContent xmlns:mc="http://schemas.openxmlformats.org/markup-compatibility/2006" xmlns:p14="http://schemas.microsoft.com/office/powerpoint/2010/main">
          <mc:Choice Requires="p14">
            <p:contentPart p14:bwMode="auto" r:id="rId28">
              <p14:nvContentPartPr>
                <p14:cNvPr id="42" name="Ink 41">
                  <a:extLst>
                    <a:ext uri="{FF2B5EF4-FFF2-40B4-BE49-F238E27FC236}">
                      <a16:creationId xmlns:a16="http://schemas.microsoft.com/office/drawing/2014/main" id="{F1664DC0-A687-5583-0E29-C31412D1AB82}"/>
                    </a:ext>
                  </a:extLst>
                </p14:cNvPr>
                <p14:cNvContentPartPr/>
                <p14:nvPr/>
              </p14:nvContentPartPr>
              <p14:xfrm>
                <a:off x="6294639" y="3818764"/>
                <a:ext cx="1746360" cy="83880"/>
              </p14:xfrm>
            </p:contentPart>
          </mc:Choice>
          <mc:Fallback xmlns="">
            <p:pic>
              <p:nvPicPr>
                <p:cNvPr id="42" name="Ink 41">
                  <a:extLst>
                    <a:ext uri="{FF2B5EF4-FFF2-40B4-BE49-F238E27FC236}">
                      <a16:creationId xmlns:a16="http://schemas.microsoft.com/office/drawing/2014/main" id="{F1664DC0-A687-5583-0E29-C31412D1AB82}"/>
                    </a:ext>
                  </a:extLst>
                </p:cNvPr>
                <p:cNvPicPr/>
                <p:nvPr/>
              </p:nvPicPr>
              <p:blipFill>
                <a:blip r:embed="rId29"/>
                <a:stretch>
                  <a:fillRect/>
                </a:stretch>
              </p:blipFill>
              <p:spPr>
                <a:xfrm>
                  <a:off x="6285639" y="3810124"/>
                  <a:ext cx="176400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3" name="Ink 42">
                  <a:extLst>
                    <a:ext uri="{FF2B5EF4-FFF2-40B4-BE49-F238E27FC236}">
                      <a16:creationId xmlns:a16="http://schemas.microsoft.com/office/drawing/2014/main" id="{461A65E0-56B4-19F4-1FD2-D359FDD46A49}"/>
                    </a:ext>
                  </a:extLst>
                </p14:cNvPr>
                <p14:cNvContentPartPr/>
                <p14:nvPr/>
              </p14:nvContentPartPr>
              <p14:xfrm>
                <a:off x="8049639" y="3820924"/>
                <a:ext cx="360" cy="360"/>
              </p14:xfrm>
            </p:contentPart>
          </mc:Choice>
          <mc:Fallback xmlns="">
            <p:pic>
              <p:nvPicPr>
                <p:cNvPr id="43" name="Ink 42">
                  <a:extLst>
                    <a:ext uri="{FF2B5EF4-FFF2-40B4-BE49-F238E27FC236}">
                      <a16:creationId xmlns:a16="http://schemas.microsoft.com/office/drawing/2014/main" id="{461A65E0-56B4-19F4-1FD2-D359FDD46A49}"/>
                    </a:ext>
                  </a:extLst>
                </p:cNvPr>
                <p:cNvPicPr/>
                <p:nvPr/>
              </p:nvPicPr>
              <p:blipFill>
                <a:blip r:embed="rId27"/>
                <a:stretch>
                  <a:fillRect/>
                </a:stretch>
              </p:blipFill>
              <p:spPr>
                <a:xfrm>
                  <a:off x="8040999" y="3811924"/>
                  <a:ext cx="18000" cy="18000"/>
                </a:xfrm>
                <a:prstGeom prst="rect">
                  <a:avLst/>
                </a:prstGeom>
              </p:spPr>
            </p:pic>
          </mc:Fallback>
        </mc:AlternateContent>
      </p:grpSp>
    </p:spTree>
    <p:extLst>
      <p:ext uri="{BB962C8B-B14F-4D97-AF65-F5344CB8AC3E}">
        <p14:creationId xmlns:p14="http://schemas.microsoft.com/office/powerpoint/2010/main" val="40474606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0CB020-4435-B33A-A07D-829376C886E6}"/>
              </a:ext>
            </a:extLst>
          </p:cNvPr>
          <p:cNvSpPr>
            <a:spLocks noGrp="1"/>
          </p:cNvSpPr>
          <p:nvPr>
            <p:ph idx="1"/>
          </p:nvPr>
        </p:nvSpPr>
        <p:spPr>
          <a:xfrm>
            <a:off x="348343" y="298904"/>
            <a:ext cx="10515600" cy="4351338"/>
          </a:xfrm>
        </p:spPr>
        <p:txBody>
          <a:bodyPr/>
          <a:lstStyle/>
          <a:p>
            <a:pPr marL="0" indent="0">
              <a:buNone/>
            </a:pPr>
            <a:r>
              <a:rPr lang="en-US" dirty="0" err="1"/>
              <a:t>great..now</a:t>
            </a:r>
            <a:r>
              <a:rPr lang="en-US" dirty="0"/>
              <a:t> till now ..we have </a:t>
            </a:r>
            <a:r>
              <a:rPr lang="en-US" dirty="0" err="1"/>
              <a:t>maken</a:t>
            </a:r>
            <a:r>
              <a:rPr lang="en-US" dirty="0"/>
              <a:t> the authslice.js </a:t>
            </a:r>
            <a:r>
              <a:rPr lang="en-US" dirty="0" err="1"/>
              <a:t>file..which</a:t>
            </a:r>
            <a:r>
              <a:rPr lang="en-US" dirty="0"/>
              <a:t> is basically the redux file ..and we have created the functions </a:t>
            </a:r>
          </a:p>
          <a:p>
            <a:pPr marL="0" indent="0">
              <a:buNone/>
            </a:pPr>
            <a:endParaRPr lang="en-US" dirty="0"/>
          </a:p>
          <a:p>
            <a:pPr marL="0" indent="0">
              <a:buNone/>
            </a:pPr>
            <a:r>
              <a:rPr lang="en-US" dirty="0"/>
              <a:t>The redux file is like a recipe book from where we sees and go actions</a:t>
            </a:r>
          </a:p>
          <a:p>
            <a:pPr marL="0" indent="0">
              <a:buNone/>
            </a:pPr>
            <a:r>
              <a:rPr lang="en-US" dirty="0"/>
              <a:t>Similarly if we want to use the </a:t>
            </a:r>
            <a:r>
              <a:rPr lang="en-US" dirty="0" err="1"/>
              <a:t>authslice</a:t>
            </a:r>
            <a:r>
              <a:rPr lang="en-US" dirty="0"/>
              <a:t>..we need to use the dispatch method – like dispatch(</a:t>
            </a:r>
            <a:r>
              <a:rPr lang="en-US" dirty="0" err="1"/>
              <a:t>setAuthuser</a:t>
            </a:r>
            <a:r>
              <a:rPr lang="en-US" dirty="0"/>
              <a:t>(user)) --- like this type of </a:t>
            </a:r>
            <a:r>
              <a:rPr lang="en-US" dirty="0" err="1"/>
              <a:t>method..we</a:t>
            </a:r>
            <a:r>
              <a:rPr lang="en-US" dirty="0"/>
              <a:t> need to use</a:t>
            </a:r>
          </a:p>
        </p:txBody>
      </p:sp>
      <p:pic>
        <p:nvPicPr>
          <p:cNvPr id="5" name="Picture 4">
            <a:extLst>
              <a:ext uri="{FF2B5EF4-FFF2-40B4-BE49-F238E27FC236}">
                <a16:creationId xmlns:a16="http://schemas.microsoft.com/office/drawing/2014/main" id="{7C23135A-8015-A68C-8E05-68A7BFDF463A}"/>
              </a:ext>
            </a:extLst>
          </p:cNvPr>
          <p:cNvPicPr>
            <a:picLocks noChangeAspect="1"/>
          </p:cNvPicPr>
          <p:nvPr/>
        </p:nvPicPr>
        <p:blipFill>
          <a:blip r:embed="rId2"/>
          <a:stretch>
            <a:fillRect/>
          </a:stretch>
        </p:blipFill>
        <p:spPr>
          <a:xfrm>
            <a:off x="4732025" y="3665278"/>
            <a:ext cx="6977875" cy="2604893"/>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BFEAC654-7270-091E-1293-37F2FE0B9A3C}"/>
                  </a:ext>
                </a:extLst>
              </p14:cNvPr>
              <p14:cNvContentPartPr/>
              <p14:nvPr/>
            </p14:nvContentPartPr>
            <p14:xfrm>
              <a:off x="5543331" y="4979764"/>
              <a:ext cx="720" cy="466560"/>
            </p14:xfrm>
          </p:contentPart>
        </mc:Choice>
        <mc:Fallback xmlns="">
          <p:pic>
            <p:nvPicPr>
              <p:cNvPr id="7" name="Ink 6">
                <a:extLst>
                  <a:ext uri="{FF2B5EF4-FFF2-40B4-BE49-F238E27FC236}">
                    <a16:creationId xmlns:a16="http://schemas.microsoft.com/office/drawing/2014/main" id="{BFEAC654-7270-091E-1293-37F2FE0B9A3C}"/>
                  </a:ext>
                </a:extLst>
              </p:cNvPr>
              <p:cNvPicPr/>
              <p:nvPr/>
            </p:nvPicPr>
            <p:blipFill>
              <a:blip r:embed="rId4"/>
              <a:stretch>
                <a:fillRect/>
              </a:stretch>
            </p:blipFill>
            <p:spPr>
              <a:xfrm>
                <a:off x="5525331" y="4970764"/>
                <a:ext cx="36000" cy="484200"/>
              </a:xfrm>
              <a:prstGeom prst="rect">
                <a:avLst/>
              </a:prstGeom>
            </p:spPr>
          </p:pic>
        </mc:Fallback>
      </mc:AlternateContent>
      <p:grpSp>
        <p:nvGrpSpPr>
          <p:cNvPr id="12" name="Group 11">
            <a:extLst>
              <a:ext uri="{FF2B5EF4-FFF2-40B4-BE49-F238E27FC236}">
                <a16:creationId xmlns:a16="http://schemas.microsoft.com/office/drawing/2014/main" id="{95C85B06-DB8E-7AEC-662B-8E10216091E4}"/>
              </a:ext>
            </a:extLst>
          </p:cNvPr>
          <p:cNvGrpSpPr/>
          <p:nvPr/>
        </p:nvGrpSpPr>
        <p:grpSpPr>
          <a:xfrm>
            <a:off x="5502651" y="4979764"/>
            <a:ext cx="1291320" cy="532440"/>
            <a:chOff x="5502651" y="4979764"/>
            <a:chExt cx="1291320" cy="532440"/>
          </a:xfrm>
        </p:grpSpPr>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47C8CCDB-9C3B-380E-2803-3D08F784F850}"/>
                    </a:ext>
                  </a:extLst>
                </p14:cNvPr>
                <p14:cNvContentPartPr/>
                <p14:nvPr/>
              </p14:nvContentPartPr>
              <p14:xfrm>
                <a:off x="5559531" y="5453164"/>
                <a:ext cx="1199880" cy="59040"/>
              </p14:xfrm>
            </p:contentPart>
          </mc:Choice>
          <mc:Fallback xmlns="">
            <p:pic>
              <p:nvPicPr>
                <p:cNvPr id="8" name="Ink 7">
                  <a:extLst>
                    <a:ext uri="{FF2B5EF4-FFF2-40B4-BE49-F238E27FC236}">
                      <a16:creationId xmlns:a16="http://schemas.microsoft.com/office/drawing/2014/main" id="{47C8CCDB-9C3B-380E-2803-3D08F784F850}"/>
                    </a:ext>
                  </a:extLst>
                </p:cNvPr>
                <p:cNvPicPr/>
                <p:nvPr/>
              </p:nvPicPr>
              <p:blipFill>
                <a:blip r:embed="rId6"/>
                <a:stretch>
                  <a:fillRect/>
                </a:stretch>
              </p:blipFill>
              <p:spPr>
                <a:xfrm>
                  <a:off x="5550891" y="5444524"/>
                  <a:ext cx="121752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B6A19F50-944D-77FA-DB2C-D43165433D92}"/>
                    </a:ext>
                  </a:extLst>
                </p14:cNvPr>
                <p14:cNvContentPartPr/>
                <p14:nvPr/>
              </p14:nvContentPartPr>
              <p14:xfrm>
                <a:off x="6768051" y="4993804"/>
                <a:ext cx="25920" cy="517320"/>
              </p14:xfrm>
            </p:contentPart>
          </mc:Choice>
          <mc:Fallback xmlns="">
            <p:pic>
              <p:nvPicPr>
                <p:cNvPr id="9" name="Ink 8">
                  <a:extLst>
                    <a:ext uri="{FF2B5EF4-FFF2-40B4-BE49-F238E27FC236}">
                      <a16:creationId xmlns:a16="http://schemas.microsoft.com/office/drawing/2014/main" id="{B6A19F50-944D-77FA-DB2C-D43165433D92}"/>
                    </a:ext>
                  </a:extLst>
                </p:cNvPr>
                <p:cNvPicPr/>
                <p:nvPr/>
              </p:nvPicPr>
              <p:blipFill>
                <a:blip r:embed="rId8"/>
                <a:stretch>
                  <a:fillRect/>
                </a:stretch>
              </p:blipFill>
              <p:spPr>
                <a:xfrm>
                  <a:off x="6759051" y="4984804"/>
                  <a:ext cx="43560" cy="5349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43B08B31-50FF-04CE-B493-6136A0447B9A}"/>
                    </a:ext>
                  </a:extLst>
                </p14:cNvPr>
                <p14:cNvContentPartPr/>
                <p14:nvPr/>
              </p14:nvContentPartPr>
              <p14:xfrm>
                <a:off x="5511651" y="4979764"/>
                <a:ext cx="1281240" cy="360"/>
              </p14:xfrm>
            </p:contentPart>
          </mc:Choice>
          <mc:Fallback xmlns="">
            <p:pic>
              <p:nvPicPr>
                <p:cNvPr id="10" name="Ink 9">
                  <a:extLst>
                    <a:ext uri="{FF2B5EF4-FFF2-40B4-BE49-F238E27FC236}">
                      <a16:creationId xmlns:a16="http://schemas.microsoft.com/office/drawing/2014/main" id="{43B08B31-50FF-04CE-B493-6136A0447B9A}"/>
                    </a:ext>
                  </a:extLst>
                </p:cNvPr>
                <p:cNvPicPr/>
                <p:nvPr/>
              </p:nvPicPr>
              <p:blipFill>
                <a:blip r:embed="rId10"/>
                <a:stretch>
                  <a:fillRect/>
                </a:stretch>
              </p:blipFill>
              <p:spPr>
                <a:xfrm>
                  <a:off x="5502651" y="4971124"/>
                  <a:ext cx="12988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99E4F570-CCFD-3F1A-5BD6-53642ACD4AFF}"/>
                    </a:ext>
                  </a:extLst>
                </p14:cNvPr>
                <p14:cNvContentPartPr/>
                <p14:nvPr/>
              </p14:nvContentPartPr>
              <p14:xfrm>
                <a:off x="5502651" y="4979764"/>
                <a:ext cx="360" cy="360"/>
              </p14:xfrm>
            </p:contentPart>
          </mc:Choice>
          <mc:Fallback xmlns="">
            <p:pic>
              <p:nvPicPr>
                <p:cNvPr id="11" name="Ink 10">
                  <a:extLst>
                    <a:ext uri="{FF2B5EF4-FFF2-40B4-BE49-F238E27FC236}">
                      <a16:creationId xmlns:a16="http://schemas.microsoft.com/office/drawing/2014/main" id="{99E4F570-CCFD-3F1A-5BD6-53642ACD4AFF}"/>
                    </a:ext>
                  </a:extLst>
                </p:cNvPr>
                <p:cNvPicPr/>
                <p:nvPr/>
              </p:nvPicPr>
              <p:blipFill>
                <a:blip r:embed="rId12"/>
                <a:stretch>
                  <a:fillRect/>
                </a:stretch>
              </p:blipFill>
              <p:spPr>
                <a:xfrm>
                  <a:off x="5493651" y="4971124"/>
                  <a:ext cx="1800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1B92D688-29E9-CC85-0608-375060A7D8D6}"/>
                  </a:ext>
                </a:extLst>
              </p14:cNvPr>
              <p14:cNvContentPartPr/>
              <p14:nvPr/>
            </p14:nvContentPartPr>
            <p14:xfrm>
              <a:off x="6082251" y="4098124"/>
              <a:ext cx="1485720" cy="50400"/>
            </p14:xfrm>
          </p:contentPart>
        </mc:Choice>
        <mc:Fallback xmlns="">
          <p:pic>
            <p:nvPicPr>
              <p:cNvPr id="13" name="Ink 12">
                <a:extLst>
                  <a:ext uri="{FF2B5EF4-FFF2-40B4-BE49-F238E27FC236}">
                    <a16:creationId xmlns:a16="http://schemas.microsoft.com/office/drawing/2014/main" id="{1B92D688-29E9-CC85-0608-375060A7D8D6}"/>
                  </a:ext>
                </a:extLst>
              </p:cNvPr>
              <p:cNvPicPr/>
              <p:nvPr/>
            </p:nvPicPr>
            <p:blipFill>
              <a:blip r:embed="rId14"/>
              <a:stretch>
                <a:fillRect/>
              </a:stretch>
            </p:blipFill>
            <p:spPr>
              <a:xfrm>
                <a:off x="6073251" y="4089124"/>
                <a:ext cx="1503360" cy="68040"/>
              </a:xfrm>
              <a:prstGeom prst="rect">
                <a:avLst/>
              </a:prstGeom>
            </p:spPr>
          </p:pic>
        </mc:Fallback>
      </mc:AlternateContent>
      <p:grpSp>
        <p:nvGrpSpPr>
          <p:cNvPr id="16" name="Group 15">
            <a:extLst>
              <a:ext uri="{FF2B5EF4-FFF2-40B4-BE49-F238E27FC236}">
                <a16:creationId xmlns:a16="http://schemas.microsoft.com/office/drawing/2014/main" id="{BC91F901-C259-5FD8-B696-9370C16B501D}"/>
              </a:ext>
            </a:extLst>
          </p:cNvPr>
          <p:cNvGrpSpPr/>
          <p:nvPr/>
        </p:nvGrpSpPr>
        <p:grpSpPr>
          <a:xfrm>
            <a:off x="3608691" y="2979244"/>
            <a:ext cx="2574000" cy="784440"/>
            <a:chOff x="3608691" y="2979244"/>
            <a:chExt cx="2574000" cy="784440"/>
          </a:xfrm>
        </p:grpSpPr>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0488B957-7E91-7CCB-CA34-759D92A27F79}"/>
                    </a:ext>
                  </a:extLst>
                </p14:cNvPr>
                <p14:cNvContentPartPr/>
                <p14:nvPr/>
              </p14:nvContentPartPr>
              <p14:xfrm>
                <a:off x="3608691" y="2979244"/>
                <a:ext cx="2574000" cy="775440"/>
              </p14:xfrm>
            </p:contentPart>
          </mc:Choice>
          <mc:Fallback xmlns="">
            <p:pic>
              <p:nvPicPr>
                <p:cNvPr id="14" name="Ink 13">
                  <a:extLst>
                    <a:ext uri="{FF2B5EF4-FFF2-40B4-BE49-F238E27FC236}">
                      <a16:creationId xmlns:a16="http://schemas.microsoft.com/office/drawing/2014/main" id="{0488B957-7E91-7CCB-CA34-759D92A27F79}"/>
                    </a:ext>
                  </a:extLst>
                </p:cNvPr>
                <p:cNvPicPr/>
                <p:nvPr/>
              </p:nvPicPr>
              <p:blipFill>
                <a:blip r:embed="rId16"/>
                <a:stretch>
                  <a:fillRect/>
                </a:stretch>
              </p:blipFill>
              <p:spPr>
                <a:xfrm>
                  <a:off x="3599691" y="2970604"/>
                  <a:ext cx="2591640" cy="7930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5" name="Ink 14">
                  <a:extLst>
                    <a:ext uri="{FF2B5EF4-FFF2-40B4-BE49-F238E27FC236}">
                      <a16:creationId xmlns:a16="http://schemas.microsoft.com/office/drawing/2014/main" id="{95E16CDD-DED0-17F1-8E6A-C6F8662C0196}"/>
                    </a:ext>
                  </a:extLst>
                </p14:cNvPr>
                <p14:cNvContentPartPr/>
                <p14:nvPr/>
              </p14:nvContentPartPr>
              <p14:xfrm>
                <a:off x="6180171" y="3763324"/>
                <a:ext cx="360" cy="360"/>
              </p14:xfrm>
            </p:contentPart>
          </mc:Choice>
          <mc:Fallback xmlns="">
            <p:pic>
              <p:nvPicPr>
                <p:cNvPr id="15" name="Ink 14">
                  <a:extLst>
                    <a:ext uri="{FF2B5EF4-FFF2-40B4-BE49-F238E27FC236}">
                      <a16:creationId xmlns:a16="http://schemas.microsoft.com/office/drawing/2014/main" id="{95E16CDD-DED0-17F1-8E6A-C6F8662C0196}"/>
                    </a:ext>
                  </a:extLst>
                </p:cNvPr>
                <p:cNvPicPr/>
                <p:nvPr/>
              </p:nvPicPr>
              <p:blipFill>
                <a:blip r:embed="rId12"/>
                <a:stretch>
                  <a:fillRect/>
                </a:stretch>
              </p:blipFill>
              <p:spPr>
                <a:xfrm>
                  <a:off x="6171531" y="3754684"/>
                  <a:ext cx="1800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
            <p14:nvContentPartPr>
              <p14:cNvPr id="18" name="Ink 17">
                <a:extLst>
                  <a:ext uri="{FF2B5EF4-FFF2-40B4-BE49-F238E27FC236}">
                    <a16:creationId xmlns:a16="http://schemas.microsoft.com/office/drawing/2014/main" id="{568BF2A7-B21D-D00D-5DC3-A15BB1DD1D58}"/>
                  </a:ext>
                </a:extLst>
              </p14:cNvPr>
              <p14:cNvContentPartPr/>
              <p14:nvPr/>
            </p14:nvContentPartPr>
            <p14:xfrm>
              <a:off x="2424651" y="2587564"/>
              <a:ext cx="58320" cy="456840"/>
            </p14:xfrm>
          </p:contentPart>
        </mc:Choice>
        <mc:Fallback xmlns="">
          <p:pic>
            <p:nvPicPr>
              <p:cNvPr id="18" name="Ink 17">
                <a:extLst>
                  <a:ext uri="{FF2B5EF4-FFF2-40B4-BE49-F238E27FC236}">
                    <a16:creationId xmlns:a16="http://schemas.microsoft.com/office/drawing/2014/main" id="{568BF2A7-B21D-D00D-5DC3-A15BB1DD1D58}"/>
                  </a:ext>
                </a:extLst>
              </p:cNvPr>
              <p:cNvPicPr/>
              <p:nvPr/>
            </p:nvPicPr>
            <p:blipFill>
              <a:blip r:embed="rId19"/>
              <a:stretch>
                <a:fillRect/>
              </a:stretch>
            </p:blipFill>
            <p:spPr>
              <a:xfrm>
                <a:off x="2415651" y="2578924"/>
                <a:ext cx="75960" cy="474480"/>
              </a:xfrm>
              <a:prstGeom prst="rect">
                <a:avLst/>
              </a:prstGeom>
            </p:spPr>
          </p:pic>
        </mc:Fallback>
      </mc:AlternateContent>
      <p:sp>
        <p:nvSpPr>
          <p:cNvPr id="20" name="Oval 19">
            <a:extLst>
              <a:ext uri="{FF2B5EF4-FFF2-40B4-BE49-F238E27FC236}">
                <a16:creationId xmlns:a16="http://schemas.microsoft.com/office/drawing/2014/main" id="{5CB2B3B0-9B77-73A3-747C-FA132C840124}"/>
              </a:ext>
            </a:extLst>
          </p:cNvPr>
          <p:cNvSpPr/>
          <p:nvPr/>
        </p:nvSpPr>
        <p:spPr>
          <a:xfrm>
            <a:off x="2424651" y="2587564"/>
            <a:ext cx="4172092" cy="456840"/>
          </a:xfrm>
          <a:prstGeom prst="ellipse">
            <a:avLst/>
          </a:prstGeom>
          <a:noFill/>
          <a:ln>
            <a:solidFill>
              <a:schemeClr val="accent5">
                <a:lumMod val="50000"/>
              </a:schemeClr>
            </a:solidFill>
          </a:ln>
          <a:effectLst>
            <a:glow rad="101600">
              <a:srgbClr val="FFFF00">
                <a:alpha val="6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81314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84DE57-B3B0-7818-C040-C5C85E6EC8C8}"/>
              </a:ext>
            </a:extLst>
          </p:cNvPr>
          <p:cNvPicPr>
            <a:picLocks noChangeAspect="1"/>
          </p:cNvPicPr>
          <p:nvPr/>
        </p:nvPicPr>
        <p:blipFill>
          <a:blip r:embed="rId2"/>
          <a:stretch>
            <a:fillRect/>
          </a:stretch>
        </p:blipFill>
        <p:spPr>
          <a:xfrm>
            <a:off x="348748" y="1140451"/>
            <a:ext cx="3372263" cy="2819433"/>
          </a:xfrm>
          <a:prstGeom prst="rect">
            <a:avLst/>
          </a:prstGeom>
          <a:effectLst>
            <a:glow rad="228600">
              <a:schemeClr val="accent4">
                <a:satMod val="175000"/>
                <a:alpha val="40000"/>
              </a:schemeClr>
            </a:glow>
          </a:effectLst>
        </p:spPr>
      </p:pic>
      <p:sp>
        <p:nvSpPr>
          <p:cNvPr id="6" name="TextBox 5">
            <a:extLst>
              <a:ext uri="{FF2B5EF4-FFF2-40B4-BE49-F238E27FC236}">
                <a16:creationId xmlns:a16="http://schemas.microsoft.com/office/drawing/2014/main" id="{D6FBF645-A9FF-9454-72D1-33F7562E13B8}"/>
              </a:ext>
            </a:extLst>
          </p:cNvPr>
          <p:cNvSpPr txBox="1"/>
          <p:nvPr/>
        </p:nvSpPr>
        <p:spPr>
          <a:xfrm>
            <a:off x="661308" y="153838"/>
            <a:ext cx="9511392" cy="830997"/>
          </a:xfrm>
          <a:prstGeom prst="rect">
            <a:avLst/>
          </a:prstGeom>
          <a:noFill/>
        </p:spPr>
        <p:txBody>
          <a:bodyPr wrap="square" rtlCol="0">
            <a:spAutoFit/>
          </a:bodyPr>
          <a:lstStyle/>
          <a:p>
            <a:r>
              <a:rPr lang="en-US" sz="2400" dirty="0"/>
              <a:t>After creating the redux </a:t>
            </a:r>
            <a:r>
              <a:rPr lang="en-US" sz="2400" dirty="0" err="1"/>
              <a:t>state..we</a:t>
            </a:r>
            <a:r>
              <a:rPr lang="en-US" sz="2400" dirty="0"/>
              <a:t> will export it ..</a:t>
            </a:r>
          </a:p>
          <a:p>
            <a:r>
              <a:rPr lang="en-US" sz="2400" dirty="0"/>
              <a:t>so that we can use it anywhere using the dispatch items</a:t>
            </a:r>
          </a:p>
        </p:txBody>
      </p:sp>
      <p:sp>
        <p:nvSpPr>
          <p:cNvPr id="8" name="TextBox 7">
            <a:extLst>
              <a:ext uri="{FF2B5EF4-FFF2-40B4-BE49-F238E27FC236}">
                <a16:creationId xmlns:a16="http://schemas.microsoft.com/office/drawing/2014/main" id="{7F45B13D-7BB3-517C-71E4-1BB2676EB6D3}"/>
              </a:ext>
            </a:extLst>
          </p:cNvPr>
          <p:cNvSpPr txBox="1"/>
          <p:nvPr/>
        </p:nvSpPr>
        <p:spPr>
          <a:xfrm>
            <a:off x="4810805" y="1528302"/>
            <a:ext cx="6094638" cy="1477328"/>
          </a:xfrm>
          <a:prstGeom prst="rect">
            <a:avLst/>
          </a:prstGeom>
          <a:noFill/>
          <a:ln>
            <a:solidFill>
              <a:srgbClr val="92D050"/>
            </a:solidFill>
          </a:ln>
          <a:effectLst>
            <a:glow rad="228600">
              <a:schemeClr val="accent6">
                <a:satMod val="175000"/>
                <a:alpha val="40000"/>
              </a:schemeClr>
            </a:glow>
          </a:effectLst>
        </p:spPr>
        <p:txBody>
          <a:bodyPr wrap="square">
            <a:spAutoFit/>
          </a:bodyPr>
          <a:lstStyle/>
          <a:p>
            <a:pPr>
              <a:buNone/>
            </a:pPr>
            <a:r>
              <a:rPr lang="en-US" dirty="0"/>
              <a:t>This gives us functions to update the store anywhere:</a:t>
            </a:r>
          </a:p>
          <a:p>
            <a:pPr>
              <a:buFont typeface="Arial" panose="020B0604020202020204" pitchFamily="34" charset="0"/>
              <a:buChar char="•"/>
            </a:pPr>
            <a:r>
              <a:rPr lang="en-US" dirty="0">
                <a:latin typeface="Courier New" panose="02070309020205020404" pitchFamily="49" charset="0"/>
              </a:rPr>
              <a:t>dispatch(</a:t>
            </a:r>
            <a:r>
              <a:rPr lang="en-US" dirty="0" err="1">
                <a:latin typeface="Courier New" panose="02070309020205020404" pitchFamily="49" charset="0"/>
              </a:rPr>
              <a:t>setAuthUser</a:t>
            </a:r>
            <a:r>
              <a:rPr lang="en-US" dirty="0">
                <a:latin typeface="Courier New" panose="02070309020205020404" pitchFamily="49" charset="0"/>
              </a:rPr>
              <a:t>(data))</a:t>
            </a:r>
            <a:endParaRPr lang="en-US" dirty="0"/>
          </a:p>
          <a:p>
            <a:pPr>
              <a:buFont typeface="Arial" panose="020B0604020202020204" pitchFamily="34" charset="0"/>
              <a:buChar char="•"/>
            </a:pPr>
            <a:r>
              <a:rPr lang="en-US" dirty="0">
                <a:latin typeface="Courier New" panose="02070309020205020404" pitchFamily="49" charset="0"/>
              </a:rPr>
              <a:t>dispatch(</a:t>
            </a:r>
            <a:r>
              <a:rPr lang="en-US" dirty="0" err="1">
                <a:latin typeface="Courier New" panose="02070309020205020404" pitchFamily="49" charset="0"/>
              </a:rPr>
              <a:t>setSuggestedUsers</a:t>
            </a:r>
            <a:r>
              <a:rPr lang="en-US" dirty="0">
                <a:latin typeface="Courier New" panose="02070309020205020404" pitchFamily="49" charset="0"/>
              </a:rPr>
              <a:t>(data))</a:t>
            </a:r>
            <a:endParaRPr lang="en-US" dirty="0"/>
          </a:p>
          <a:p>
            <a:pPr>
              <a:buFont typeface="Arial" panose="020B0604020202020204" pitchFamily="34" charset="0"/>
              <a:buChar char="•"/>
            </a:pPr>
            <a:r>
              <a:rPr lang="en-US" dirty="0">
                <a:latin typeface="Courier New" panose="02070309020205020404" pitchFamily="49" charset="0"/>
              </a:rPr>
              <a:t>dispatch(</a:t>
            </a:r>
            <a:r>
              <a:rPr lang="en-US" dirty="0" err="1">
                <a:latin typeface="Courier New" panose="02070309020205020404" pitchFamily="49" charset="0"/>
              </a:rPr>
              <a:t>setUserProfile</a:t>
            </a:r>
            <a:r>
              <a:rPr lang="en-US" dirty="0">
                <a:latin typeface="Courier New" panose="02070309020205020404" pitchFamily="49" charset="0"/>
              </a:rPr>
              <a:t>(data))</a:t>
            </a:r>
            <a:endParaRPr lang="en-US" dirty="0"/>
          </a:p>
          <a:p>
            <a:pPr>
              <a:buFont typeface="Arial" panose="020B0604020202020204" pitchFamily="34" charset="0"/>
              <a:buChar char="•"/>
            </a:pPr>
            <a:r>
              <a:rPr lang="en-US" dirty="0">
                <a:latin typeface="Courier New" panose="02070309020205020404" pitchFamily="49" charset="0"/>
              </a:rPr>
              <a:t>dispatch(</a:t>
            </a:r>
            <a:r>
              <a:rPr lang="en-US" dirty="0" err="1">
                <a:latin typeface="Courier New" panose="02070309020205020404" pitchFamily="49" charset="0"/>
              </a:rPr>
              <a:t>setSelectedUser</a:t>
            </a:r>
            <a:r>
              <a:rPr lang="en-US" dirty="0">
                <a:latin typeface="Courier New" panose="02070309020205020404" pitchFamily="49" charset="0"/>
              </a:rPr>
              <a:t>(data))</a:t>
            </a:r>
            <a:endParaRPr lang="en-US" dirty="0"/>
          </a:p>
        </p:txBody>
      </p:sp>
      <p:grpSp>
        <p:nvGrpSpPr>
          <p:cNvPr id="14" name="Group 13">
            <a:extLst>
              <a:ext uri="{FF2B5EF4-FFF2-40B4-BE49-F238E27FC236}">
                <a16:creationId xmlns:a16="http://schemas.microsoft.com/office/drawing/2014/main" id="{558CAFFC-F5B9-EC1A-1EF6-B6965075D431}"/>
              </a:ext>
            </a:extLst>
          </p:cNvPr>
          <p:cNvGrpSpPr/>
          <p:nvPr/>
        </p:nvGrpSpPr>
        <p:grpSpPr>
          <a:xfrm>
            <a:off x="3730731" y="1707724"/>
            <a:ext cx="1103400" cy="652320"/>
            <a:chOff x="3730731" y="1707724"/>
            <a:chExt cx="1103400" cy="652320"/>
          </a:xfrm>
        </p:grpSpPr>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20422439-DEA9-6F6A-4C72-16309665B353}"/>
                    </a:ext>
                  </a:extLst>
                </p14:cNvPr>
                <p14:cNvContentPartPr/>
                <p14:nvPr/>
              </p14:nvContentPartPr>
              <p14:xfrm>
                <a:off x="3730731" y="1910044"/>
                <a:ext cx="1093680" cy="115560"/>
              </p14:xfrm>
            </p:contentPart>
          </mc:Choice>
          <mc:Fallback xmlns="">
            <p:pic>
              <p:nvPicPr>
                <p:cNvPr id="9" name="Ink 8">
                  <a:extLst>
                    <a:ext uri="{FF2B5EF4-FFF2-40B4-BE49-F238E27FC236}">
                      <a16:creationId xmlns:a16="http://schemas.microsoft.com/office/drawing/2014/main" id="{20422439-DEA9-6F6A-4C72-16309665B353}"/>
                    </a:ext>
                  </a:extLst>
                </p:cNvPr>
                <p:cNvPicPr/>
                <p:nvPr/>
              </p:nvPicPr>
              <p:blipFill>
                <a:blip r:embed="rId4"/>
                <a:stretch>
                  <a:fillRect/>
                </a:stretch>
              </p:blipFill>
              <p:spPr>
                <a:xfrm>
                  <a:off x="3722091" y="1901404"/>
                  <a:ext cx="111132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5401E852-9961-4DDB-2E95-5D548C3E18DF}"/>
                    </a:ext>
                  </a:extLst>
                </p14:cNvPr>
                <p14:cNvContentPartPr/>
                <p14:nvPr/>
              </p14:nvContentPartPr>
              <p14:xfrm>
                <a:off x="4536051" y="1707724"/>
                <a:ext cx="298080" cy="317160"/>
              </p14:xfrm>
            </p:contentPart>
          </mc:Choice>
          <mc:Fallback xmlns="">
            <p:pic>
              <p:nvPicPr>
                <p:cNvPr id="10" name="Ink 9">
                  <a:extLst>
                    <a:ext uri="{FF2B5EF4-FFF2-40B4-BE49-F238E27FC236}">
                      <a16:creationId xmlns:a16="http://schemas.microsoft.com/office/drawing/2014/main" id="{5401E852-9961-4DDB-2E95-5D548C3E18DF}"/>
                    </a:ext>
                  </a:extLst>
                </p:cNvPr>
                <p:cNvPicPr/>
                <p:nvPr/>
              </p:nvPicPr>
              <p:blipFill>
                <a:blip r:embed="rId6"/>
                <a:stretch>
                  <a:fillRect/>
                </a:stretch>
              </p:blipFill>
              <p:spPr>
                <a:xfrm>
                  <a:off x="4527411" y="1698724"/>
                  <a:ext cx="315720" cy="334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2DE930E2-CA5D-F3F5-7002-88AA20E10B4D}"/>
                    </a:ext>
                  </a:extLst>
                </p14:cNvPr>
                <p14:cNvContentPartPr/>
                <p14:nvPr/>
              </p14:nvContentPartPr>
              <p14:xfrm>
                <a:off x="4475931" y="2032804"/>
                <a:ext cx="300240" cy="313560"/>
              </p14:xfrm>
            </p:contentPart>
          </mc:Choice>
          <mc:Fallback xmlns="">
            <p:pic>
              <p:nvPicPr>
                <p:cNvPr id="12" name="Ink 11">
                  <a:extLst>
                    <a:ext uri="{FF2B5EF4-FFF2-40B4-BE49-F238E27FC236}">
                      <a16:creationId xmlns:a16="http://schemas.microsoft.com/office/drawing/2014/main" id="{2DE930E2-CA5D-F3F5-7002-88AA20E10B4D}"/>
                    </a:ext>
                  </a:extLst>
                </p:cNvPr>
                <p:cNvPicPr/>
                <p:nvPr/>
              </p:nvPicPr>
              <p:blipFill>
                <a:blip r:embed="rId8"/>
                <a:stretch>
                  <a:fillRect/>
                </a:stretch>
              </p:blipFill>
              <p:spPr>
                <a:xfrm>
                  <a:off x="4466931" y="2023804"/>
                  <a:ext cx="317880" cy="331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222EAD03-50EA-73B3-2523-E246E23E5E2D}"/>
                    </a:ext>
                  </a:extLst>
                </p14:cNvPr>
                <p14:cNvContentPartPr/>
                <p14:nvPr/>
              </p14:nvContentPartPr>
              <p14:xfrm>
                <a:off x="4449291" y="2359684"/>
                <a:ext cx="360" cy="360"/>
              </p14:xfrm>
            </p:contentPart>
          </mc:Choice>
          <mc:Fallback xmlns="">
            <p:pic>
              <p:nvPicPr>
                <p:cNvPr id="13" name="Ink 12">
                  <a:extLst>
                    <a:ext uri="{FF2B5EF4-FFF2-40B4-BE49-F238E27FC236}">
                      <a16:creationId xmlns:a16="http://schemas.microsoft.com/office/drawing/2014/main" id="{222EAD03-50EA-73B3-2523-E246E23E5E2D}"/>
                    </a:ext>
                  </a:extLst>
                </p:cNvPr>
                <p:cNvPicPr/>
                <p:nvPr/>
              </p:nvPicPr>
              <p:blipFill>
                <a:blip r:embed="rId10"/>
                <a:stretch>
                  <a:fillRect/>
                </a:stretch>
              </p:blipFill>
              <p:spPr>
                <a:xfrm>
                  <a:off x="4440291" y="2350684"/>
                  <a:ext cx="18000" cy="18000"/>
                </a:xfrm>
                <a:prstGeom prst="rect">
                  <a:avLst/>
                </a:prstGeom>
              </p:spPr>
            </p:pic>
          </mc:Fallback>
        </mc:AlternateContent>
      </p:grpSp>
      <p:sp>
        <p:nvSpPr>
          <p:cNvPr id="17" name="TextBox 16">
            <a:extLst>
              <a:ext uri="{FF2B5EF4-FFF2-40B4-BE49-F238E27FC236}">
                <a16:creationId xmlns:a16="http://schemas.microsoft.com/office/drawing/2014/main" id="{8537FC30-6089-6DF8-E1EE-E8461C270187}"/>
              </a:ext>
            </a:extLst>
          </p:cNvPr>
          <p:cNvSpPr txBox="1"/>
          <p:nvPr/>
        </p:nvSpPr>
        <p:spPr>
          <a:xfrm>
            <a:off x="1362" y="5063557"/>
            <a:ext cx="6094638" cy="1384995"/>
          </a:xfrm>
          <a:prstGeom prst="rect">
            <a:avLst/>
          </a:prstGeom>
          <a:noFill/>
          <a:ln>
            <a:solidFill>
              <a:schemeClr val="accent1"/>
            </a:solidFill>
          </a:ln>
          <a:effectLst>
            <a:glow rad="139700">
              <a:schemeClr val="accent5">
                <a:satMod val="175000"/>
                <a:alpha val="40000"/>
              </a:schemeClr>
            </a:glow>
          </a:effectLst>
        </p:spPr>
        <p:txBody>
          <a:bodyPr wrap="square">
            <a:spAutoFit/>
          </a:bodyPr>
          <a:lstStyle/>
          <a:p>
            <a:r>
              <a:rPr lang="en-US" sz="2800" dirty="0"/>
              <a:t>Exporting the reducer</a:t>
            </a:r>
          </a:p>
          <a:p>
            <a:endParaRPr lang="en-US" sz="2800" dirty="0"/>
          </a:p>
          <a:p>
            <a:r>
              <a:rPr lang="en-US" sz="2800" dirty="0"/>
              <a:t>export default </a:t>
            </a:r>
            <a:r>
              <a:rPr lang="en-US" sz="2800" dirty="0" err="1"/>
              <a:t>authSlice.reducer</a:t>
            </a:r>
            <a:r>
              <a:rPr lang="en-US" sz="2800" dirty="0"/>
              <a:t>;</a:t>
            </a:r>
          </a:p>
        </p:txBody>
      </p:sp>
      <p:pic>
        <p:nvPicPr>
          <p:cNvPr id="19" name="Picture 18">
            <a:extLst>
              <a:ext uri="{FF2B5EF4-FFF2-40B4-BE49-F238E27FC236}">
                <a16:creationId xmlns:a16="http://schemas.microsoft.com/office/drawing/2014/main" id="{E9E45749-9F8A-137F-2716-441729B58A37}"/>
              </a:ext>
            </a:extLst>
          </p:cNvPr>
          <p:cNvPicPr>
            <a:picLocks noChangeAspect="1"/>
          </p:cNvPicPr>
          <p:nvPr/>
        </p:nvPicPr>
        <p:blipFill>
          <a:blip r:embed="rId11"/>
          <a:stretch>
            <a:fillRect/>
          </a:stretch>
        </p:blipFill>
        <p:spPr>
          <a:xfrm>
            <a:off x="6875818" y="3352758"/>
            <a:ext cx="4722634" cy="2239778"/>
          </a:xfrm>
          <a:prstGeom prst="rect">
            <a:avLst/>
          </a:prstGeom>
          <a:ln>
            <a:solidFill>
              <a:schemeClr val="accent1"/>
            </a:solidFill>
          </a:ln>
          <a:effectLst>
            <a:glow rad="228600">
              <a:schemeClr val="accent1">
                <a:satMod val="175000"/>
                <a:alpha val="40000"/>
              </a:schemeClr>
            </a:glow>
          </a:effectLst>
        </p:spPr>
      </p:pic>
      <p:sp>
        <p:nvSpPr>
          <p:cNvPr id="20" name="TextBox 19">
            <a:extLst>
              <a:ext uri="{FF2B5EF4-FFF2-40B4-BE49-F238E27FC236}">
                <a16:creationId xmlns:a16="http://schemas.microsoft.com/office/drawing/2014/main" id="{A8067A96-61F4-66F6-4C26-CFF2F2B1D09C}"/>
              </a:ext>
            </a:extLst>
          </p:cNvPr>
          <p:cNvSpPr txBox="1"/>
          <p:nvPr/>
        </p:nvSpPr>
        <p:spPr>
          <a:xfrm>
            <a:off x="422972" y="4095746"/>
            <a:ext cx="5673028" cy="646331"/>
          </a:xfrm>
          <a:prstGeom prst="rect">
            <a:avLst/>
          </a:prstGeom>
          <a:noFill/>
          <a:ln>
            <a:solidFill>
              <a:srgbClr val="FFFF00"/>
            </a:solidFill>
          </a:ln>
          <a:effectLst>
            <a:glow rad="63500">
              <a:schemeClr val="accent3">
                <a:satMod val="175000"/>
                <a:alpha val="40000"/>
              </a:schemeClr>
            </a:glow>
          </a:effectLst>
        </p:spPr>
        <p:txBody>
          <a:bodyPr wrap="none" rtlCol="0">
            <a:spAutoFit/>
          </a:bodyPr>
          <a:lstStyle/>
          <a:p>
            <a:r>
              <a:rPr lang="en-US" dirty="0"/>
              <a:t>This is the login page--- here we used the dispatch method</a:t>
            </a:r>
          </a:p>
          <a:p>
            <a:r>
              <a:rPr lang="en-US" dirty="0"/>
              <a:t>To set the login information of the user</a:t>
            </a:r>
          </a:p>
        </p:txBody>
      </p:sp>
      <p:grpSp>
        <p:nvGrpSpPr>
          <p:cNvPr id="25" name="Group 24">
            <a:extLst>
              <a:ext uri="{FF2B5EF4-FFF2-40B4-BE49-F238E27FC236}">
                <a16:creationId xmlns:a16="http://schemas.microsoft.com/office/drawing/2014/main" id="{D81E3EB8-E9B3-6FDE-023B-9F733AC444B8}"/>
              </a:ext>
            </a:extLst>
          </p:cNvPr>
          <p:cNvGrpSpPr/>
          <p:nvPr/>
        </p:nvGrpSpPr>
        <p:grpSpPr>
          <a:xfrm>
            <a:off x="6106590" y="3959884"/>
            <a:ext cx="892080" cy="713520"/>
            <a:chOff x="6106590" y="3959884"/>
            <a:chExt cx="892080" cy="713520"/>
          </a:xfrm>
        </p:grpSpPr>
        <mc:AlternateContent xmlns:mc="http://schemas.openxmlformats.org/markup-compatibility/2006" xmlns:p14="http://schemas.microsoft.com/office/powerpoint/2010/main">
          <mc:Choice Requires="p14">
            <p:contentPart p14:bwMode="auto" r:id="rId12">
              <p14:nvContentPartPr>
                <p14:cNvPr id="21" name="Ink 20">
                  <a:extLst>
                    <a:ext uri="{FF2B5EF4-FFF2-40B4-BE49-F238E27FC236}">
                      <a16:creationId xmlns:a16="http://schemas.microsoft.com/office/drawing/2014/main" id="{902A536A-727A-7595-CBF9-A3C343C76D65}"/>
                    </a:ext>
                  </a:extLst>
                </p14:cNvPr>
                <p14:cNvContentPartPr/>
                <p14:nvPr/>
              </p14:nvContentPartPr>
              <p14:xfrm>
                <a:off x="6106590" y="4301884"/>
                <a:ext cx="871560" cy="139680"/>
              </p14:xfrm>
            </p:contentPart>
          </mc:Choice>
          <mc:Fallback xmlns="">
            <p:pic>
              <p:nvPicPr>
                <p:cNvPr id="21" name="Ink 20">
                  <a:extLst>
                    <a:ext uri="{FF2B5EF4-FFF2-40B4-BE49-F238E27FC236}">
                      <a16:creationId xmlns:a16="http://schemas.microsoft.com/office/drawing/2014/main" id="{902A536A-727A-7595-CBF9-A3C343C76D65}"/>
                    </a:ext>
                  </a:extLst>
                </p:cNvPr>
                <p:cNvPicPr/>
                <p:nvPr/>
              </p:nvPicPr>
              <p:blipFill>
                <a:blip r:embed="rId13"/>
                <a:stretch>
                  <a:fillRect/>
                </a:stretch>
              </p:blipFill>
              <p:spPr>
                <a:xfrm>
                  <a:off x="6097590" y="4292884"/>
                  <a:ext cx="88920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2" name="Ink 21">
                  <a:extLst>
                    <a:ext uri="{FF2B5EF4-FFF2-40B4-BE49-F238E27FC236}">
                      <a16:creationId xmlns:a16="http://schemas.microsoft.com/office/drawing/2014/main" id="{3F8BAF53-B686-AEEC-A8AB-01808CF74B9F}"/>
                    </a:ext>
                  </a:extLst>
                </p14:cNvPr>
                <p14:cNvContentPartPr/>
                <p14:nvPr/>
              </p14:nvContentPartPr>
              <p14:xfrm>
                <a:off x="6623190" y="3959884"/>
                <a:ext cx="375480" cy="713520"/>
              </p14:xfrm>
            </p:contentPart>
          </mc:Choice>
          <mc:Fallback xmlns="">
            <p:pic>
              <p:nvPicPr>
                <p:cNvPr id="22" name="Ink 21">
                  <a:extLst>
                    <a:ext uri="{FF2B5EF4-FFF2-40B4-BE49-F238E27FC236}">
                      <a16:creationId xmlns:a16="http://schemas.microsoft.com/office/drawing/2014/main" id="{3F8BAF53-B686-AEEC-A8AB-01808CF74B9F}"/>
                    </a:ext>
                  </a:extLst>
                </p:cNvPr>
                <p:cNvPicPr/>
                <p:nvPr/>
              </p:nvPicPr>
              <p:blipFill>
                <a:blip r:embed="rId15"/>
                <a:stretch>
                  <a:fillRect/>
                </a:stretch>
              </p:blipFill>
              <p:spPr>
                <a:xfrm>
                  <a:off x="6614190" y="3951244"/>
                  <a:ext cx="393120" cy="7311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3" name="Ink 22">
                  <a:extLst>
                    <a:ext uri="{FF2B5EF4-FFF2-40B4-BE49-F238E27FC236}">
                      <a16:creationId xmlns:a16="http://schemas.microsoft.com/office/drawing/2014/main" id="{04AC6A38-DA11-60E3-886F-53E7B6E68F2A}"/>
                    </a:ext>
                  </a:extLst>
                </p14:cNvPr>
                <p14:cNvContentPartPr/>
                <p14:nvPr/>
              </p14:nvContentPartPr>
              <p14:xfrm>
                <a:off x="6972030" y="4318804"/>
                <a:ext cx="360" cy="360"/>
              </p14:xfrm>
            </p:contentPart>
          </mc:Choice>
          <mc:Fallback xmlns="">
            <p:pic>
              <p:nvPicPr>
                <p:cNvPr id="23" name="Ink 22">
                  <a:extLst>
                    <a:ext uri="{FF2B5EF4-FFF2-40B4-BE49-F238E27FC236}">
                      <a16:creationId xmlns:a16="http://schemas.microsoft.com/office/drawing/2014/main" id="{04AC6A38-DA11-60E3-886F-53E7B6E68F2A}"/>
                    </a:ext>
                  </a:extLst>
                </p:cNvPr>
                <p:cNvPicPr/>
                <p:nvPr/>
              </p:nvPicPr>
              <p:blipFill>
                <a:blip r:embed="rId10"/>
                <a:stretch>
                  <a:fillRect/>
                </a:stretch>
              </p:blipFill>
              <p:spPr>
                <a:xfrm>
                  <a:off x="6963390" y="4310164"/>
                  <a:ext cx="18000" cy="18000"/>
                </a:xfrm>
                <a:prstGeom prst="rect">
                  <a:avLst/>
                </a:prstGeom>
              </p:spPr>
            </p:pic>
          </mc:Fallback>
        </mc:AlternateContent>
      </p:grpSp>
      <p:pic>
        <p:nvPicPr>
          <p:cNvPr id="27" name="Picture 26">
            <a:extLst>
              <a:ext uri="{FF2B5EF4-FFF2-40B4-BE49-F238E27FC236}">
                <a16:creationId xmlns:a16="http://schemas.microsoft.com/office/drawing/2014/main" id="{DFCAC897-43C9-2902-E5FA-0DA5DCA17E82}"/>
              </a:ext>
            </a:extLst>
          </p:cNvPr>
          <p:cNvPicPr>
            <a:picLocks noChangeAspect="1"/>
          </p:cNvPicPr>
          <p:nvPr/>
        </p:nvPicPr>
        <p:blipFill>
          <a:blip r:embed="rId17"/>
          <a:stretch>
            <a:fillRect/>
          </a:stretch>
        </p:blipFill>
        <p:spPr>
          <a:xfrm>
            <a:off x="83728" y="5885324"/>
            <a:ext cx="7294005" cy="661466"/>
          </a:xfrm>
          <a:prstGeom prst="rect">
            <a:avLst/>
          </a:prstGeom>
        </p:spPr>
      </p:pic>
    </p:spTree>
    <p:extLst>
      <p:ext uri="{BB962C8B-B14F-4D97-AF65-F5344CB8AC3E}">
        <p14:creationId xmlns:p14="http://schemas.microsoft.com/office/powerpoint/2010/main" val="19454656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F284ABCF-2773-A306-337B-8E80BC16CB13}"/>
              </a:ext>
            </a:extLst>
          </p:cNvPr>
          <p:cNvPicPr>
            <a:picLocks noGrp="1" noChangeAspect="1"/>
          </p:cNvPicPr>
          <p:nvPr>
            <p:ph idx="1"/>
          </p:nvPr>
        </p:nvPicPr>
        <p:blipFill>
          <a:blip r:embed="rId2"/>
          <a:stretch>
            <a:fillRect/>
          </a:stretch>
        </p:blipFill>
        <p:spPr>
          <a:xfrm>
            <a:off x="447255" y="5647018"/>
            <a:ext cx="1720938" cy="1085906"/>
          </a:xfrm>
          <a:prstGeom prst="rect">
            <a:avLst/>
          </a:prstGeom>
        </p:spPr>
      </p:pic>
      <p:pic>
        <p:nvPicPr>
          <p:cNvPr id="5" name="Picture 4">
            <a:extLst>
              <a:ext uri="{FF2B5EF4-FFF2-40B4-BE49-F238E27FC236}">
                <a16:creationId xmlns:a16="http://schemas.microsoft.com/office/drawing/2014/main" id="{063C3854-C7BF-44F4-B269-C677BF1F6907}"/>
              </a:ext>
            </a:extLst>
          </p:cNvPr>
          <p:cNvPicPr>
            <a:picLocks noChangeAspect="1"/>
          </p:cNvPicPr>
          <p:nvPr/>
        </p:nvPicPr>
        <p:blipFill>
          <a:blip r:embed="rId3"/>
          <a:srcRect t="33637"/>
          <a:stretch>
            <a:fillRect/>
          </a:stretch>
        </p:blipFill>
        <p:spPr>
          <a:xfrm>
            <a:off x="189800" y="187779"/>
            <a:ext cx="5636778" cy="408214"/>
          </a:xfrm>
          <a:prstGeom prst="rect">
            <a:avLst/>
          </a:prstGeom>
        </p:spPr>
      </p:pic>
      <p:sp>
        <p:nvSpPr>
          <p:cNvPr id="6" name="Rectangle 5">
            <a:extLst>
              <a:ext uri="{FF2B5EF4-FFF2-40B4-BE49-F238E27FC236}">
                <a16:creationId xmlns:a16="http://schemas.microsoft.com/office/drawing/2014/main" id="{FD8EE744-7D3D-3F06-D389-DC78DAF0C319}"/>
              </a:ext>
            </a:extLst>
          </p:cNvPr>
          <p:cNvSpPr/>
          <p:nvPr/>
        </p:nvSpPr>
        <p:spPr>
          <a:xfrm>
            <a:off x="6719207" y="130629"/>
            <a:ext cx="5404757" cy="963385"/>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store</a:t>
            </a:r>
            <a:r>
              <a:rPr lang="en-US" dirty="0">
                <a:solidFill>
                  <a:srgbClr val="FF0000"/>
                </a:solidFill>
              </a:rPr>
              <a:t> = Redux store (global storage)</a:t>
            </a:r>
          </a:p>
          <a:p>
            <a:r>
              <a:rPr lang="en-US" dirty="0" err="1">
                <a:solidFill>
                  <a:schemeClr val="tx1"/>
                </a:solidFill>
              </a:rPr>
              <a:t>store.auth</a:t>
            </a:r>
            <a:r>
              <a:rPr lang="en-US" dirty="0">
                <a:solidFill>
                  <a:schemeClr val="tx1"/>
                </a:solidFill>
              </a:rPr>
              <a:t> </a:t>
            </a:r>
            <a:r>
              <a:rPr lang="en-US" dirty="0">
                <a:solidFill>
                  <a:srgbClr val="FF0000"/>
                </a:solidFill>
              </a:rPr>
              <a:t>= auth slice (because slice name = "auth")</a:t>
            </a:r>
          </a:p>
          <a:p>
            <a:r>
              <a:rPr lang="en-US" dirty="0" err="1">
                <a:solidFill>
                  <a:schemeClr val="tx1"/>
                </a:solidFill>
              </a:rPr>
              <a:t>store.auth.user</a:t>
            </a:r>
            <a:r>
              <a:rPr lang="en-US" dirty="0">
                <a:solidFill>
                  <a:schemeClr val="tx1"/>
                </a:solidFill>
              </a:rPr>
              <a:t> </a:t>
            </a:r>
            <a:r>
              <a:rPr lang="en-US" dirty="0">
                <a:solidFill>
                  <a:srgbClr val="FF0000"/>
                </a:solidFill>
              </a:rPr>
              <a:t>= the user inside </a:t>
            </a:r>
            <a:r>
              <a:rPr lang="en-US" dirty="0" err="1">
                <a:solidFill>
                  <a:srgbClr val="FF0000"/>
                </a:solidFill>
              </a:rPr>
              <a:t>initialState</a:t>
            </a:r>
            <a:endParaRPr lang="en-US" dirty="0">
              <a:solidFill>
                <a:srgbClr val="FF0000"/>
              </a:solidFill>
            </a:endParaRPr>
          </a:p>
        </p:txBody>
      </p:sp>
      <p:sp>
        <p:nvSpPr>
          <p:cNvPr id="9" name="TextBox 8">
            <a:extLst>
              <a:ext uri="{FF2B5EF4-FFF2-40B4-BE49-F238E27FC236}">
                <a16:creationId xmlns:a16="http://schemas.microsoft.com/office/drawing/2014/main" id="{13FC4413-1153-75F1-574E-57D65BD1156A}"/>
              </a:ext>
            </a:extLst>
          </p:cNvPr>
          <p:cNvSpPr txBox="1"/>
          <p:nvPr/>
        </p:nvSpPr>
        <p:spPr>
          <a:xfrm>
            <a:off x="4233596" y="6030024"/>
            <a:ext cx="7719870" cy="646331"/>
          </a:xfrm>
          <a:prstGeom prst="rect">
            <a:avLst/>
          </a:prstGeom>
          <a:noFill/>
        </p:spPr>
        <p:txBody>
          <a:bodyPr wrap="none" rtlCol="0">
            <a:spAutoFit/>
          </a:bodyPr>
          <a:lstStyle/>
          <a:p>
            <a:r>
              <a:rPr lang="en-US" dirty="0"/>
              <a:t>Whenever we refresh the </a:t>
            </a:r>
            <a:r>
              <a:rPr lang="en-US" dirty="0" err="1"/>
              <a:t>page..react</a:t>
            </a:r>
            <a:r>
              <a:rPr lang="en-US" dirty="0"/>
              <a:t> will check whether we are logged in or not</a:t>
            </a:r>
          </a:p>
          <a:p>
            <a:r>
              <a:rPr lang="en-US" dirty="0"/>
              <a:t>And if we are </a:t>
            </a:r>
            <a:r>
              <a:rPr lang="en-US" dirty="0" err="1"/>
              <a:t>login..it</a:t>
            </a:r>
            <a:r>
              <a:rPr lang="en-US" dirty="0"/>
              <a:t> will redirect us to the home page</a:t>
            </a:r>
          </a:p>
        </p:txBody>
      </p:sp>
      <p:pic>
        <p:nvPicPr>
          <p:cNvPr id="11" name="Picture 10">
            <a:extLst>
              <a:ext uri="{FF2B5EF4-FFF2-40B4-BE49-F238E27FC236}">
                <a16:creationId xmlns:a16="http://schemas.microsoft.com/office/drawing/2014/main" id="{6B80AFA6-87FF-39B4-5361-5646106A923E}"/>
              </a:ext>
            </a:extLst>
          </p:cNvPr>
          <p:cNvPicPr>
            <a:picLocks noChangeAspect="1"/>
          </p:cNvPicPr>
          <p:nvPr/>
        </p:nvPicPr>
        <p:blipFill>
          <a:blip r:embed="rId4"/>
          <a:stretch>
            <a:fillRect/>
          </a:stretch>
        </p:blipFill>
        <p:spPr>
          <a:xfrm>
            <a:off x="68036" y="1085850"/>
            <a:ext cx="6146936" cy="1189165"/>
          </a:xfrm>
          <a:prstGeom prst="rect">
            <a:avLst/>
          </a:prstGeom>
        </p:spPr>
      </p:pic>
      <p:sp>
        <p:nvSpPr>
          <p:cNvPr id="12" name="TextBox 11">
            <a:extLst>
              <a:ext uri="{FF2B5EF4-FFF2-40B4-BE49-F238E27FC236}">
                <a16:creationId xmlns:a16="http://schemas.microsoft.com/office/drawing/2014/main" id="{CD80CFC8-B030-AC36-0882-26C66E87D103}"/>
              </a:ext>
            </a:extLst>
          </p:cNvPr>
          <p:cNvSpPr txBox="1"/>
          <p:nvPr/>
        </p:nvSpPr>
        <p:spPr>
          <a:xfrm>
            <a:off x="6719207" y="1266782"/>
            <a:ext cx="5161156" cy="369332"/>
          </a:xfrm>
          <a:prstGeom prst="rect">
            <a:avLst/>
          </a:prstGeom>
          <a:noFill/>
        </p:spPr>
        <p:txBody>
          <a:bodyPr wrap="none" rtlCol="0">
            <a:spAutoFit/>
          </a:bodyPr>
          <a:lstStyle/>
          <a:p>
            <a:r>
              <a:rPr lang="en-US" dirty="0"/>
              <a:t>With the help of </a:t>
            </a:r>
            <a:r>
              <a:rPr lang="en-US" dirty="0" err="1"/>
              <a:t>axios</a:t>
            </a:r>
            <a:r>
              <a:rPr lang="en-US" dirty="0"/>
              <a:t> ..we send the data to backend </a:t>
            </a:r>
          </a:p>
        </p:txBody>
      </p:sp>
      <p:sp>
        <p:nvSpPr>
          <p:cNvPr id="14" name="TextBox 13">
            <a:extLst>
              <a:ext uri="{FF2B5EF4-FFF2-40B4-BE49-F238E27FC236}">
                <a16:creationId xmlns:a16="http://schemas.microsoft.com/office/drawing/2014/main" id="{B8CE08F6-0B27-982C-5C2C-EAEDCEB1BF2F}"/>
              </a:ext>
            </a:extLst>
          </p:cNvPr>
          <p:cNvSpPr txBox="1"/>
          <p:nvPr/>
        </p:nvSpPr>
        <p:spPr>
          <a:xfrm>
            <a:off x="6677781" y="1674850"/>
            <a:ext cx="6094638" cy="1200329"/>
          </a:xfrm>
          <a:prstGeom prst="rect">
            <a:avLst/>
          </a:prstGeom>
          <a:noFill/>
        </p:spPr>
        <p:txBody>
          <a:bodyPr wrap="square">
            <a:spAutoFit/>
          </a:bodyPr>
          <a:lstStyle/>
          <a:p>
            <a:pPr>
              <a:buNone/>
            </a:pPr>
            <a:r>
              <a:rPr lang="en-US" dirty="0" err="1">
                <a:latin typeface="Courier New" panose="02070309020205020404" pitchFamily="49" charset="0"/>
              </a:rPr>
              <a:t>axios.post</a:t>
            </a:r>
            <a:r>
              <a:rPr lang="en-US" dirty="0">
                <a:latin typeface="Courier New" panose="02070309020205020404" pitchFamily="49" charset="0"/>
              </a:rPr>
              <a:t>(</a:t>
            </a:r>
            <a:r>
              <a:rPr lang="en-US" dirty="0" err="1">
                <a:latin typeface="Courier New" panose="02070309020205020404" pitchFamily="49" charset="0"/>
              </a:rPr>
              <a:t>url</a:t>
            </a:r>
            <a:r>
              <a:rPr lang="en-US" dirty="0">
                <a:latin typeface="Courier New" panose="02070309020205020404" pitchFamily="49" charset="0"/>
              </a:rPr>
              <a:t>, body, config)</a:t>
            </a:r>
            <a:r>
              <a:rPr lang="en-US" dirty="0"/>
              <a:t> means:</a:t>
            </a:r>
          </a:p>
          <a:p>
            <a:pPr>
              <a:buFont typeface="Arial" panose="020B0604020202020204" pitchFamily="34" charset="0"/>
              <a:buChar char="•"/>
            </a:pPr>
            <a:r>
              <a:rPr lang="en-US" b="1" dirty="0" err="1"/>
              <a:t>url</a:t>
            </a:r>
            <a:r>
              <a:rPr lang="en-US" dirty="0"/>
              <a:t> → Where to send request</a:t>
            </a:r>
          </a:p>
          <a:p>
            <a:pPr>
              <a:buFont typeface="Arial" panose="020B0604020202020204" pitchFamily="34" charset="0"/>
              <a:buChar char="•"/>
            </a:pPr>
            <a:r>
              <a:rPr lang="en-US" b="1" dirty="0"/>
              <a:t>body</a:t>
            </a:r>
            <a:r>
              <a:rPr lang="en-US" dirty="0"/>
              <a:t> → What data to send</a:t>
            </a:r>
          </a:p>
          <a:p>
            <a:pPr>
              <a:buFont typeface="Arial" panose="020B0604020202020204" pitchFamily="34" charset="0"/>
              <a:buChar char="•"/>
            </a:pPr>
            <a:r>
              <a:rPr lang="en-US" b="1" dirty="0"/>
              <a:t>config</a:t>
            </a:r>
            <a:r>
              <a:rPr lang="en-US" dirty="0"/>
              <a:t> → Extra settings (headers, cookies etc.)</a:t>
            </a:r>
          </a:p>
        </p:txBody>
      </p:sp>
      <p:sp>
        <p:nvSpPr>
          <p:cNvPr id="16" name="TextBox 15">
            <a:extLst>
              <a:ext uri="{FF2B5EF4-FFF2-40B4-BE49-F238E27FC236}">
                <a16:creationId xmlns:a16="http://schemas.microsoft.com/office/drawing/2014/main" id="{CB6A6CD0-654F-587A-B19D-2360992D4189}"/>
              </a:ext>
            </a:extLst>
          </p:cNvPr>
          <p:cNvSpPr txBox="1"/>
          <p:nvPr/>
        </p:nvSpPr>
        <p:spPr>
          <a:xfrm>
            <a:off x="364288" y="2485055"/>
            <a:ext cx="5722828" cy="369332"/>
          </a:xfrm>
          <a:prstGeom prst="rect">
            <a:avLst/>
          </a:prstGeom>
          <a:noFill/>
          <a:ln>
            <a:solidFill>
              <a:schemeClr val="bg2"/>
            </a:solidFill>
          </a:ln>
          <a:effectLst>
            <a:glow rad="101600">
              <a:schemeClr val="accent1">
                <a:satMod val="175000"/>
                <a:alpha val="40000"/>
              </a:schemeClr>
            </a:glow>
          </a:effectLst>
        </p:spPr>
        <p:txBody>
          <a:bodyPr wrap="square">
            <a:spAutoFit/>
          </a:bodyPr>
          <a:lstStyle/>
          <a:p>
            <a:r>
              <a:rPr lang="en-US" dirty="0"/>
              <a:t>Axios is a library used to          make request to the backend</a:t>
            </a:r>
          </a:p>
        </p:txBody>
      </p:sp>
      <p:grpSp>
        <p:nvGrpSpPr>
          <p:cNvPr id="19" name="Group 18">
            <a:extLst>
              <a:ext uri="{FF2B5EF4-FFF2-40B4-BE49-F238E27FC236}">
                <a16:creationId xmlns:a16="http://schemas.microsoft.com/office/drawing/2014/main" id="{72034753-5122-02C6-92D3-1C24DF715BE8}"/>
              </a:ext>
            </a:extLst>
          </p:cNvPr>
          <p:cNvGrpSpPr/>
          <p:nvPr/>
        </p:nvGrpSpPr>
        <p:grpSpPr>
          <a:xfrm>
            <a:off x="1583601" y="1174140"/>
            <a:ext cx="721800" cy="280800"/>
            <a:chOff x="1583601" y="1174140"/>
            <a:chExt cx="721800" cy="280800"/>
          </a:xfrm>
        </p:grpSpPr>
        <mc:AlternateContent xmlns:mc="http://schemas.openxmlformats.org/markup-compatibility/2006" xmlns:p14="http://schemas.microsoft.com/office/powerpoint/2010/main">
          <mc:Choice Requires="p14">
            <p:contentPart p14:bwMode="auto" r:id="rId5">
              <p14:nvContentPartPr>
                <p14:cNvPr id="17" name="Ink 16">
                  <a:extLst>
                    <a:ext uri="{FF2B5EF4-FFF2-40B4-BE49-F238E27FC236}">
                      <a16:creationId xmlns:a16="http://schemas.microsoft.com/office/drawing/2014/main" id="{F3B73E4A-36E3-E44A-92B9-841B7586A7B3}"/>
                    </a:ext>
                  </a:extLst>
                </p14:cNvPr>
                <p14:cNvContentPartPr/>
                <p14:nvPr/>
              </p14:nvContentPartPr>
              <p14:xfrm>
                <a:off x="1592241" y="1174140"/>
                <a:ext cx="713160" cy="280800"/>
              </p14:xfrm>
            </p:contentPart>
          </mc:Choice>
          <mc:Fallback xmlns="">
            <p:pic>
              <p:nvPicPr>
                <p:cNvPr id="17" name="Ink 16">
                  <a:extLst>
                    <a:ext uri="{FF2B5EF4-FFF2-40B4-BE49-F238E27FC236}">
                      <a16:creationId xmlns:a16="http://schemas.microsoft.com/office/drawing/2014/main" id="{F3B73E4A-36E3-E44A-92B9-841B7586A7B3}"/>
                    </a:ext>
                  </a:extLst>
                </p:cNvPr>
                <p:cNvPicPr/>
                <p:nvPr/>
              </p:nvPicPr>
              <p:blipFill>
                <a:blip r:embed="rId6"/>
                <a:stretch>
                  <a:fillRect/>
                </a:stretch>
              </p:blipFill>
              <p:spPr>
                <a:xfrm>
                  <a:off x="1583601" y="1165140"/>
                  <a:ext cx="73080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8" name="Ink 17">
                  <a:extLst>
                    <a:ext uri="{FF2B5EF4-FFF2-40B4-BE49-F238E27FC236}">
                      <a16:creationId xmlns:a16="http://schemas.microsoft.com/office/drawing/2014/main" id="{511DF600-CD07-7719-C27E-44D5AC048175}"/>
                    </a:ext>
                  </a:extLst>
                </p14:cNvPr>
                <p14:cNvContentPartPr/>
                <p14:nvPr/>
              </p14:nvContentPartPr>
              <p14:xfrm>
                <a:off x="1583601" y="1207980"/>
                <a:ext cx="360" cy="360"/>
              </p14:xfrm>
            </p:contentPart>
          </mc:Choice>
          <mc:Fallback xmlns="">
            <p:pic>
              <p:nvPicPr>
                <p:cNvPr id="18" name="Ink 17">
                  <a:extLst>
                    <a:ext uri="{FF2B5EF4-FFF2-40B4-BE49-F238E27FC236}">
                      <a16:creationId xmlns:a16="http://schemas.microsoft.com/office/drawing/2014/main" id="{511DF600-CD07-7719-C27E-44D5AC048175}"/>
                    </a:ext>
                  </a:extLst>
                </p:cNvPr>
                <p:cNvPicPr/>
                <p:nvPr/>
              </p:nvPicPr>
              <p:blipFill>
                <a:blip r:embed="rId8"/>
                <a:stretch>
                  <a:fillRect/>
                </a:stretch>
              </p:blipFill>
              <p:spPr>
                <a:xfrm>
                  <a:off x="1574961" y="1199340"/>
                  <a:ext cx="18000" cy="18000"/>
                </a:xfrm>
                <a:prstGeom prst="rect">
                  <a:avLst/>
                </a:prstGeom>
              </p:spPr>
            </p:pic>
          </mc:Fallback>
        </mc:AlternateContent>
      </p:grpSp>
      <p:grpSp>
        <p:nvGrpSpPr>
          <p:cNvPr id="22" name="Group 21">
            <a:extLst>
              <a:ext uri="{FF2B5EF4-FFF2-40B4-BE49-F238E27FC236}">
                <a16:creationId xmlns:a16="http://schemas.microsoft.com/office/drawing/2014/main" id="{ED6F52F8-2AF4-2975-EB1F-2CB1A5736392}"/>
              </a:ext>
            </a:extLst>
          </p:cNvPr>
          <p:cNvGrpSpPr/>
          <p:nvPr/>
        </p:nvGrpSpPr>
        <p:grpSpPr>
          <a:xfrm>
            <a:off x="2124321" y="1452780"/>
            <a:ext cx="398520" cy="1072440"/>
            <a:chOff x="2124321" y="1452780"/>
            <a:chExt cx="398520" cy="1072440"/>
          </a:xfrm>
        </p:grpSpPr>
        <mc:AlternateContent xmlns:mc="http://schemas.openxmlformats.org/markup-compatibility/2006" xmlns:p14="http://schemas.microsoft.com/office/powerpoint/2010/main">
          <mc:Choice Requires="p14">
            <p:contentPart p14:bwMode="auto" r:id="rId9">
              <p14:nvContentPartPr>
                <p14:cNvPr id="20" name="Ink 19">
                  <a:extLst>
                    <a:ext uri="{FF2B5EF4-FFF2-40B4-BE49-F238E27FC236}">
                      <a16:creationId xmlns:a16="http://schemas.microsoft.com/office/drawing/2014/main" id="{D711625B-31D1-03D1-2F4C-722A74730F47}"/>
                    </a:ext>
                  </a:extLst>
                </p14:cNvPr>
                <p14:cNvContentPartPr/>
                <p14:nvPr/>
              </p14:nvContentPartPr>
              <p14:xfrm>
                <a:off x="2124321" y="1452780"/>
                <a:ext cx="390960" cy="1072440"/>
              </p14:xfrm>
            </p:contentPart>
          </mc:Choice>
          <mc:Fallback xmlns="">
            <p:pic>
              <p:nvPicPr>
                <p:cNvPr id="20" name="Ink 19">
                  <a:extLst>
                    <a:ext uri="{FF2B5EF4-FFF2-40B4-BE49-F238E27FC236}">
                      <a16:creationId xmlns:a16="http://schemas.microsoft.com/office/drawing/2014/main" id="{D711625B-31D1-03D1-2F4C-722A74730F47}"/>
                    </a:ext>
                  </a:extLst>
                </p:cNvPr>
                <p:cNvPicPr/>
                <p:nvPr/>
              </p:nvPicPr>
              <p:blipFill>
                <a:blip r:embed="rId10"/>
                <a:stretch>
                  <a:fillRect/>
                </a:stretch>
              </p:blipFill>
              <p:spPr>
                <a:xfrm>
                  <a:off x="2115681" y="1444140"/>
                  <a:ext cx="408600" cy="10900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1" name="Ink 20">
                  <a:extLst>
                    <a:ext uri="{FF2B5EF4-FFF2-40B4-BE49-F238E27FC236}">
                      <a16:creationId xmlns:a16="http://schemas.microsoft.com/office/drawing/2014/main" id="{3F232E9C-443B-E522-EFBE-8DC0433E4C72}"/>
                    </a:ext>
                  </a:extLst>
                </p14:cNvPr>
                <p14:cNvContentPartPr/>
                <p14:nvPr/>
              </p14:nvContentPartPr>
              <p14:xfrm>
                <a:off x="2522481" y="2392020"/>
                <a:ext cx="360" cy="360"/>
              </p14:xfrm>
            </p:contentPart>
          </mc:Choice>
          <mc:Fallback xmlns="">
            <p:pic>
              <p:nvPicPr>
                <p:cNvPr id="21" name="Ink 20">
                  <a:extLst>
                    <a:ext uri="{FF2B5EF4-FFF2-40B4-BE49-F238E27FC236}">
                      <a16:creationId xmlns:a16="http://schemas.microsoft.com/office/drawing/2014/main" id="{3F232E9C-443B-E522-EFBE-8DC0433E4C72}"/>
                    </a:ext>
                  </a:extLst>
                </p:cNvPr>
                <p:cNvPicPr/>
                <p:nvPr/>
              </p:nvPicPr>
              <p:blipFill>
                <a:blip r:embed="rId8"/>
                <a:stretch>
                  <a:fillRect/>
                </a:stretch>
              </p:blipFill>
              <p:spPr>
                <a:xfrm>
                  <a:off x="2513481" y="2383380"/>
                  <a:ext cx="1800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24" name="Ink 23">
                <a:extLst>
                  <a:ext uri="{FF2B5EF4-FFF2-40B4-BE49-F238E27FC236}">
                    <a16:creationId xmlns:a16="http://schemas.microsoft.com/office/drawing/2014/main" id="{1C43ED98-8735-A474-8E54-12049BAE8EF6}"/>
                  </a:ext>
                </a:extLst>
              </p14:cNvPr>
              <p14:cNvContentPartPr/>
              <p14:nvPr/>
            </p14:nvContentPartPr>
            <p14:xfrm>
              <a:off x="6114921" y="1314540"/>
              <a:ext cx="628920" cy="122400"/>
            </p14:xfrm>
          </p:contentPart>
        </mc:Choice>
        <mc:Fallback xmlns="">
          <p:pic>
            <p:nvPicPr>
              <p:cNvPr id="24" name="Ink 23">
                <a:extLst>
                  <a:ext uri="{FF2B5EF4-FFF2-40B4-BE49-F238E27FC236}">
                    <a16:creationId xmlns:a16="http://schemas.microsoft.com/office/drawing/2014/main" id="{1C43ED98-8735-A474-8E54-12049BAE8EF6}"/>
                  </a:ext>
                </a:extLst>
              </p:cNvPr>
              <p:cNvPicPr/>
              <p:nvPr/>
            </p:nvPicPr>
            <p:blipFill>
              <a:blip r:embed="rId13"/>
              <a:stretch>
                <a:fillRect/>
              </a:stretch>
            </p:blipFill>
            <p:spPr>
              <a:xfrm>
                <a:off x="6105921" y="1305540"/>
                <a:ext cx="64656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5" name="Ink 24">
                <a:extLst>
                  <a:ext uri="{FF2B5EF4-FFF2-40B4-BE49-F238E27FC236}">
                    <a16:creationId xmlns:a16="http://schemas.microsoft.com/office/drawing/2014/main" id="{22F5BD1E-0E45-7D06-0D65-736F55F70D82}"/>
                  </a:ext>
                </a:extLst>
              </p14:cNvPr>
              <p14:cNvContentPartPr/>
              <p14:nvPr/>
            </p14:nvContentPartPr>
            <p14:xfrm>
              <a:off x="6767961" y="1436580"/>
              <a:ext cx="360" cy="360"/>
            </p14:xfrm>
          </p:contentPart>
        </mc:Choice>
        <mc:Fallback xmlns="">
          <p:pic>
            <p:nvPicPr>
              <p:cNvPr id="25" name="Ink 24">
                <a:extLst>
                  <a:ext uri="{FF2B5EF4-FFF2-40B4-BE49-F238E27FC236}">
                    <a16:creationId xmlns:a16="http://schemas.microsoft.com/office/drawing/2014/main" id="{22F5BD1E-0E45-7D06-0D65-736F55F70D82}"/>
                  </a:ext>
                </a:extLst>
              </p:cNvPr>
              <p:cNvPicPr/>
              <p:nvPr/>
            </p:nvPicPr>
            <p:blipFill>
              <a:blip r:embed="rId8"/>
              <a:stretch>
                <a:fillRect/>
              </a:stretch>
            </p:blipFill>
            <p:spPr>
              <a:xfrm>
                <a:off x="6758961" y="1427940"/>
                <a:ext cx="18000" cy="18000"/>
              </a:xfrm>
              <a:prstGeom prst="rect">
                <a:avLst/>
              </a:prstGeom>
            </p:spPr>
          </p:pic>
        </mc:Fallback>
      </mc:AlternateContent>
      <p:grpSp>
        <p:nvGrpSpPr>
          <p:cNvPr id="28" name="Group 27">
            <a:extLst>
              <a:ext uri="{FF2B5EF4-FFF2-40B4-BE49-F238E27FC236}">
                <a16:creationId xmlns:a16="http://schemas.microsoft.com/office/drawing/2014/main" id="{B9ADF8DD-C833-7BE4-70C7-B1CFCAF426B4}"/>
              </a:ext>
            </a:extLst>
          </p:cNvPr>
          <p:cNvGrpSpPr/>
          <p:nvPr/>
        </p:nvGrpSpPr>
        <p:grpSpPr>
          <a:xfrm>
            <a:off x="6574641" y="1331100"/>
            <a:ext cx="210240" cy="308160"/>
            <a:chOff x="6574641" y="1331100"/>
            <a:chExt cx="210240" cy="308160"/>
          </a:xfrm>
        </p:grpSpPr>
        <mc:AlternateContent xmlns:mc="http://schemas.openxmlformats.org/markup-compatibility/2006" xmlns:p14="http://schemas.microsoft.com/office/powerpoint/2010/main">
          <mc:Choice Requires="p14">
            <p:contentPart p14:bwMode="auto" r:id="rId15">
              <p14:nvContentPartPr>
                <p14:cNvPr id="26" name="Ink 25">
                  <a:extLst>
                    <a:ext uri="{FF2B5EF4-FFF2-40B4-BE49-F238E27FC236}">
                      <a16:creationId xmlns:a16="http://schemas.microsoft.com/office/drawing/2014/main" id="{E577A4A7-111E-6DE5-0211-428C04EF53F4}"/>
                    </a:ext>
                  </a:extLst>
                </p14:cNvPr>
                <p14:cNvContentPartPr/>
                <p14:nvPr/>
              </p14:nvContentPartPr>
              <p14:xfrm>
                <a:off x="6574641" y="1331100"/>
                <a:ext cx="206280" cy="308160"/>
              </p14:xfrm>
            </p:contentPart>
          </mc:Choice>
          <mc:Fallback xmlns="">
            <p:pic>
              <p:nvPicPr>
                <p:cNvPr id="26" name="Ink 25">
                  <a:extLst>
                    <a:ext uri="{FF2B5EF4-FFF2-40B4-BE49-F238E27FC236}">
                      <a16:creationId xmlns:a16="http://schemas.microsoft.com/office/drawing/2014/main" id="{E577A4A7-111E-6DE5-0211-428C04EF53F4}"/>
                    </a:ext>
                  </a:extLst>
                </p:cNvPr>
                <p:cNvPicPr/>
                <p:nvPr/>
              </p:nvPicPr>
              <p:blipFill>
                <a:blip r:embed="rId16"/>
                <a:stretch>
                  <a:fillRect/>
                </a:stretch>
              </p:blipFill>
              <p:spPr>
                <a:xfrm>
                  <a:off x="6566001" y="1322100"/>
                  <a:ext cx="223920" cy="3258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7" name="Ink 26">
                  <a:extLst>
                    <a:ext uri="{FF2B5EF4-FFF2-40B4-BE49-F238E27FC236}">
                      <a16:creationId xmlns:a16="http://schemas.microsoft.com/office/drawing/2014/main" id="{03478548-B522-51B9-2EFD-806E88D3EB84}"/>
                    </a:ext>
                  </a:extLst>
                </p14:cNvPr>
                <p14:cNvContentPartPr/>
                <p14:nvPr/>
              </p14:nvContentPartPr>
              <p14:xfrm>
                <a:off x="6784521" y="1444860"/>
                <a:ext cx="360" cy="360"/>
              </p14:xfrm>
            </p:contentPart>
          </mc:Choice>
          <mc:Fallback xmlns="">
            <p:pic>
              <p:nvPicPr>
                <p:cNvPr id="27" name="Ink 26">
                  <a:extLst>
                    <a:ext uri="{FF2B5EF4-FFF2-40B4-BE49-F238E27FC236}">
                      <a16:creationId xmlns:a16="http://schemas.microsoft.com/office/drawing/2014/main" id="{03478548-B522-51B9-2EFD-806E88D3EB84}"/>
                    </a:ext>
                  </a:extLst>
                </p:cNvPr>
                <p:cNvPicPr/>
                <p:nvPr/>
              </p:nvPicPr>
              <p:blipFill>
                <a:blip r:embed="rId8"/>
                <a:stretch>
                  <a:fillRect/>
                </a:stretch>
              </p:blipFill>
              <p:spPr>
                <a:xfrm>
                  <a:off x="6775521" y="1436220"/>
                  <a:ext cx="18000" cy="18000"/>
                </a:xfrm>
                <a:prstGeom prst="rect">
                  <a:avLst/>
                </a:prstGeom>
              </p:spPr>
            </p:pic>
          </mc:Fallback>
        </mc:AlternateContent>
      </p:grpSp>
      <p:pic>
        <p:nvPicPr>
          <p:cNvPr id="30" name="Picture 29">
            <a:extLst>
              <a:ext uri="{FF2B5EF4-FFF2-40B4-BE49-F238E27FC236}">
                <a16:creationId xmlns:a16="http://schemas.microsoft.com/office/drawing/2014/main" id="{0EFD4B6C-1354-FFE9-9640-153F12C75E89}"/>
              </a:ext>
            </a:extLst>
          </p:cNvPr>
          <p:cNvPicPr>
            <a:picLocks noChangeAspect="1"/>
          </p:cNvPicPr>
          <p:nvPr/>
        </p:nvPicPr>
        <p:blipFill>
          <a:blip r:embed="rId18"/>
          <a:srcRect t="23017" b="1"/>
          <a:stretch>
            <a:fillRect/>
          </a:stretch>
        </p:blipFill>
        <p:spPr>
          <a:xfrm>
            <a:off x="1307724" y="723741"/>
            <a:ext cx="4807197" cy="239543"/>
          </a:xfrm>
          <a:prstGeom prst="rect">
            <a:avLst/>
          </a:prstGeom>
        </p:spPr>
      </p:pic>
      <mc:AlternateContent xmlns:mc="http://schemas.openxmlformats.org/markup-compatibility/2006" xmlns:p14="http://schemas.microsoft.com/office/powerpoint/2010/main">
        <mc:Choice Requires="p14">
          <p:contentPart p14:bwMode="auto" r:id="rId19">
            <p14:nvContentPartPr>
              <p14:cNvPr id="31" name="Ink 30">
                <a:extLst>
                  <a:ext uri="{FF2B5EF4-FFF2-40B4-BE49-F238E27FC236}">
                    <a16:creationId xmlns:a16="http://schemas.microsoft.com/office/drawing/2014/main" id="{71D57FB8-25E5-6763-C855-8E45A41270DC}"/>
                  </a:ext>
                </a:extLst>
              </p14:cNvPr>
              <p14:cNvContentPartPr/>
              <p14:nvPr/>
            </p14:nvContentPartPr>
            <p14:xfrm>
              <a:off x="2759361" y="1035540"/>
              <a:ext cx="647640" cy="427680"/>
            </p14:xfrm>
          </p:contentPart>
        </mc:Choice>
        <mc:Fallback xmlns="">
          <p:pic>
            <p:nvPicPr>
              <p:cNvPr id="31" name="Ink 30">
                <a:extLst>
                  <a:ext uri="{FF2B5EF4-FFF2-40B4-BE49-F238E27FC236}">
                    <a16:creationId xmlns:a16="http://schemas.microsoft.com/office/drawing/2014/main" id="{71D57FB8-25E5-6763-C855-8E45A41270DC}"/>
                  </a:ext>
                </a:extLst>
              </p:cNvPr>
              <p:cNvPicPr/>
              <p:nvPr/>
            </p:nvPicPr>
            <p:blipFill>
              <a:blip r:embed="rId20"/>
              <a:stretch>
                <a:fillRect/>
              </a:stretch>
            </p:blipFill>
            <p:spPr>
              <a:xfrm>
                <a:off x="2750721" y="1026900"/>
                <a:ext cx="665280" cy="445320"/>
              </a:xfrm>
              <a:prstGeom prst="rect">
                <a:avLst/>
              </a:prstGeom>
            </p:spPr>
          </p:pic>
        </mc:Fallback>
      </mc:AlternateContent>
      <p:grpSp>
        <p:nvGrpSpPr>
          <p:cNvPr id="35" name="Group 34">
            <a:extLst>
              <a:ext uri="{FF2B5EF4-FFF2-40B4-BE49-F238E27FC236}">
                <a16:creationId xmlns:a16="http://schemas.microsoft.com/office/drawing/2014/main" id="{74477DDC-D431-229B-72F5-1897DA31E9CE}"/>
              </a:ext>
            </a:extLst>
          </p:cNvPr>
          <p:cNvGrpSpPr/>
          <p:nvPr/>
        </p:nvGrpSpPr>
        <p:grpSpPr>
          <a:xfrm>
            <a:off x="3273801" y="892620"/>
            <a:ext cx="442080" cy="193680"/>
            <a:chOff x="3273801" y="892620"/>
            <a:chExt cx="442080" cy="193680"/>
          </a:xfrm>
        </p:grpSpPr>
        <mc:AlternateContent xmlns:mc="http://schemas.openxmlformats.org/markup-compatibility/2006" xmlns:p14="http://schemas.microsoft.com/office/powerpoint/2010/main">
          <mc:Choice Requires="p14">
            <p:contentPart p14:bwMode="auto" r:id="rId21">
              <p14:nvContentPartPr>
                <p14:cNvPr id="32" name="Ink 31">
                  <a:extLst>
                    <a:ext uri="{FF2B5EF4-FFF2-40B4-BE49-F238E27FC236}">
                      <a16:creationId xmlns:a16="http://schemas.microsoft.com/office/drawing/2014/main" id="{F52B6738-FB7A-8AC5-44AA-CE558DA5D8BB}"/>
                    </a:ext>
                  </a:extLst>
                </p14:cNvPr>
                <p14:cNvContentPartPr/>
                <p14:nvPr/>
              </p14:nvContentPartPr>
              <p14:xfrm>
                <a:off x="3273801" y="892620"/>
                <a:ext cx="442080" cy="193680"/>
              </p14:xfrm>
            </p:contentPart>
          </mc:Choice>
          <mc:Fallback xmlns="">
            <p:pic>
              <p:nvPicPr>
                <p:cNvPr id="32" name="Ink 31">
                  <a:extLst>
                    <a:ext uri="{FF2B5EF4-FFF2-40B4-BE49-F238E27FC236}">
                      <a16:creationId xmlns:a16="http://schemas.microsoft.com/office/drawing/2014/main" id="{F52B6738-FB7A-8AC5-44AA-CE558DA5D8BB}"/>
                    </a:ext>
                  </a:extLst>
                </p:cNvPr>
                <p:cNvPicPr/>
                <p:nvPr/>
              </p:nvPicPr>
              <p:blipFill>
                <a:blip r:embed="rId22"/>
                <a:stretch>
                  <a:fillRect/>
                </a:stretch>
              </p:blipFill>
              <p:spPr>
                <a:xfrm>
                  <a:off x="3264801" y="883620"/>
                  <a:ext cx="45972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3" name="Ink 32">
                  <a:extLst>
                    <a:ext uri="{FF2B5EF4-FFF2-40B4-BE49-F238E27FC236}">
                      <a16:creationId xmlns:a16="http://schemas.microsoft.com/office/drawing/2014/main" id="{C881B131-1D13-86E3-B2BB-F3D729ED62C1}"/>
                    </a:ext>
                  </a:extLst>
                </p14:cNvPr>
                <p14:cNvContentPartPr/>
                <p14:nvPr/>
              </p14:nvContentPartPr>
              <p14:xfrm>
                <a:off x="3714801" y="1044540"/>
                <a:ext cx="360" cy="360"/>
              </p14:xfrm>
            </p:contentPart>
          </mc:Choice>
          <mc:Fallback xmlns="">
            <p:pic>
              <p:nvPicPr>
                <p:cNvPr id="33" name="Ink 32">
                  <a:extLst>
                    <a:ext uri="{FF2B5EF4-FFF2-40B4-BE49-F238E27FC236}">
                      <a16:creationId xmlns:a16="http://schemas.microsoft.com/office/drawing/2014/main" id="{C881B131-1D13-86E3-B2BB-F3D729ED62C1}"/>
                    </a:ext>
                  </a:extLst>
                </p:cNvPr>
                <p:cNvPicPr/>
                <p:nvPr/>
              </p:nvPicPr>
              <p:blipFill>
                <a:blip r:embed="rId24"/>
                <a:stretch>
                  <a:fillRect/>
                </a:stretch>
              </p:blipFill>
              <p:spPr>
                <a:xfrm>
                  <a:off x="3705801" y="103590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4" name="Ink 33">
                  <a:extLst>
                    <a:ext uri="{FF2B5EF4-FFF2-40B4-BE49-F238E27FC236}">
                      <a16:creationId xmlns:a16="http://schemas.microsoft.com/office/drawing/2014/main" id="{5F919CEE-5C0B-809B-941C-0607DAA68053}"/>
                    </a:ext>
                  </a:extLst>
                </p14:cNvPr>
                <p14:cNvContentPartPr/>
                <p14:nvPr/>
              </p14:nvContentPartPr>
              <p14:xfrm>
                <a:off x="3714801" y="1044540"/>
                <a:ext cx="360" cy="360"/>
              </p14:xfrm>
            </p:contentPart>
          </mc:Choice>
          <mc:Fallback xmlns="">
            <p:pic>
              <p:nvPicPr>
                <p:cNvPr id="34" name="Ink 33">
                  <a:extLst>
                    <a:ext uri="{FF2B5EF4-FFF2-40B4-BE49-F238E27FC236}">
                      <a16:creationId xmlns:a16="http://schemas.microsoft.com/office/drawing/2014/main" id="{5F919CEE-5C0B-809B-941C-0607DAA68053}"/>
                    </a:ext>
                  </a:extLst>
                </p:cNvPr>
                <p:cNvPicPr/>
                <p:nvPr/>
              </p:nvPicPr>
              <p:blipFill>
                <a:blip r:embed="rId24"/>
                <a:stretch>
                  <a:fillRect/>
                </a:stretch>
              </p:blipFill>
              <p:spPr>
                <a:xfrm>
                  <a:off x="3705801" y="1035900"/>
                  <a:ext cx="18000" cy="18000"/>
                </a:xfrm>
                <a:prstGeom prst="rect">
                  <a:avLst/>
                </a:prstGeom>
              </p:spPr>
            </p:pic>
          </mc:Fallback>
        </mc:AlternateContent>
      </p:grpSp>
      <p:pic>
        <p:nvPicPr>
          <p:cNvPr id="37" name="Picture 36">
            <a:extLst>
              <a:ext uri="{FF2B5EF4-FFF2-40B4-BE49-F238E27FC236}">
                <a16:creationId xmlns:a16="http://schemas.microsoft.com/office/drawing/2014/main" id="{3B166169-7F07-27BF-393B-2610D758A152}"/>
              </a:ext>
            </a:extLst>
          </p:cNvPr>
          <p:cNvPicPr>
            <a:picLocks noChangeAspect="1"/>
          </p:cNvPicPr>
          <p:nvPr/>
        </p:nvPicPr>
        <p:blipFill>
          <a:blip r:embed="rId26"/>
          <a:stretch>
            <a:fillRect/>
          </a:stretch>
        </p:blipFill>
        <p:spPr>
          <a:xfrm>
            <a:off x="662944" y="3096679"/>
            <a:ext cx="3435527" cy="939848"/>
          </a:xfrm>
          <a:prstGeom prst="rect">
            <a:avLst/>
          </a:prstGeom>
        </p:spPr>
      </p:pic>
      <mc:AlternateContent xmlns:mc="http://schemas.openxmlformats.org/markup-compatibility/2006" xmlns:p14="http://schemas.microsoft.com/office/powerpoint/2010/main">
        <mc:Choice Requires="p14">
          <p:contentPart p14:bwMode="auto" r:id="rId27">
            <p14:nvContentPartPr>
              <p14:cNvPr id="51" name="Ink 50">
                <a:extLst>
                  <a:ext uri="{FF2B5EF4-FFF2-40B4-BE49-F238E27FC236}">
                    <a16:creationId xmlns:a16="http://schemas.microsoft.com/office/drawing/2014/main" id="{B6661CCF-CC64-8180-433E-299CBBFCA514}"/>
                  </a:ext>
                </a:extLst>
              </p14:cNvPr>
              <p14:cNvContentPartPr/>
              <p14:nvPr/>
            </p14:nvContentPartPr>
            <p14:xfrm>
              <a:off x="5437041" y="3624660"/>
              <a:ext cx="360" cy="360"/>
            </p14:xfrm>
          </p:contentPart>
        </mc:Choice>
        <mc:Fallback xmlns="">
          <p:pic>
            <p:nvPicPr>
              <p:cNvPr id="51" name="Ink 50">
                <a:extLst>
                  <a:ext uri="{FF2B5EF4-FFF2-40B4-BE49-F238E27FC236}">
                    <a16:creationId xmlns:a16="http://schemas.microsoft.com/office/drawing/2014/main" id="{B6661CCF-CC64-8180-433E-299CBBFCA514}"/>
                  </a:ext>
                </a:extLst>
              </p:cNvPr>
              <p:cNvPicPr/>
              <p:nvPr/>
            </p:nvPicPr>
            <p:blipFill>
              <a:blip r:embed="rId28"/>
              <a:stretch>
                <a:fillRect/>
              </a:stretch>
            </p:blipFill>
            <p:spPr>
              <a:xfrm>
                <a:off x="5428401" y="3616020"/>
                <a:ext cx="18000" cy="18000"/>
              </a:xfrm>
              <a:prstGeom prst="rect">
                <a:avLst/>
              </a:prstGeom>
            </p:spPr>
          </p:pic>
        </mc:Fallback>
      </mc:AlternateContent>
      <p:pic>
        <p:nvPicPr>
          <p:cNvPr id="53" name="Picture 52">
            <a:extLst>
              <a:ext uri="{FF2B5EF4-FFF2-40B4-BE49-F238E27FC236}">
                <a16:creationId xmlns:a16="http://schemas.microsoft.com/office/drawing/2014/main" id="{DC624C1F-192E-92EA-9DB1-B0D26C31A59E}"/>
              </a:ext>
            </a:extLst>
          </p:cNvPr>
          <p:cNvPicPr>
            <a:picLocks noChangeAspect="1"/>
          </p:cNvPicPr>
          <p:nvPr/>
        </p:nvPicPr>
        <p:blipFill>
          <a:blip r:embed="rId29"/>
          <a:stretch>
            <a:fillRect/>
          </a:stretch>
        </p:blipFill>
        <p:spPr>
          <a:xfrm>
            <a:off x="6780921" y="2908315"/>
            <a:ext cx="4896102" cy="635033"/>
          </a:xfrm>
          <a:prstGeom prst="rect">
            <a:avLst/>
          </a:prstGeom>
        </p:spPr>
      </p:pic>
      <mc:AlternateContent xmlns:mc="http://schemas.openxmlformats.org/markup-compatibility/2006" xmlns:p14="http://schemas.microsoft.com/office/powerpoint/2010/main">
        <mc:Choice Requires="p14">
          <p:contentPart p14:bwMode="auto" r:id="rId30">
            <p14:nvContentPartPr>
              <p14:cNvPr id="60" name="Ink 59">
                <a:extLst>
                  <a:ext uri="{FF2B5EF4-FFF2-40B4-BE49-F238E27FC236}">
                    <a16:creationId xmlns:a16="http://schemas.microsoft.com/office/drawing/2014/main" id="{779DD091-887D-1F8F-CF4D-427BF770735F}"/>
                  </a:ext>
                </a:extLst>
              </p14:cNvPr>
              <p14:cNvContentPartPr/>
              <p14:nvPr/>
            </p14:nvContentPartPr>
            <p14:xfrm>
              <a:off x="8139921" y="4147380"/>
              <a:ext cx="360" cy="360"/>
            </p14:xfrm>
          </p:contentPart>
        </mc:Choice>
        <mc:Fallback xmlns="">
          <p:pic>
            <p:nvPicPr>
              <p:cNvPr id="60" name="Ink 59">
                <a:extLst>
                  <a:ext uri="{FF2B5EF4-FFF2-40B4-BE49-F238E27FC236}">
                    <a16:creationId xmlns:a16="http://schemas.microsoft.com/office/drawing/2014/main" id="{779DD091-887D-1F8F-CF4D-427BF770735F}"/>
                  </a:ext>
                </a:extLst>
              </p:cNvPr>
              <p:cNvPicPr/>
              <p:nvPr/>
            </p:nvPicPr>
            <p:blipFill>
              <a:blip r:embed="rId8"/>
              <a:stretch>
                <a:fillRect/>
              </a:stretch>
            </p:blipFill>
            <p:spPr>
              <a:xfrm>
                <a:off x="8130921" y="4138380"/>
                <a:ext cx="18000" cy="18000"/>
              </a:xfrm>
              <a:prstGeom prst="rect">
                <a:avLst/>
              </a:prstGeom>
            </p:spPr>
          </p:pic>
        </mc:Fallback>
      </mc:AlternateContent>
      <p:cxnSp>
        <p:nvCxnSpPr>
          <p:cNvPr id="63" name="Straight Arrow Connector 62">
            <a:extLst>
              <a:ext uri="{FF2B5EF4-FFF2-40B4-BE49-F238E27FC236}">
                <a16:creationId xmlns:a16="http://schemas.microsoft.com/office/drawing/2014/main" id="{D57763E8-A722-AE7F-AFD6-73FE4C2B1B13}"/>
              </a:ext>
            </a:extLst>
          </p:cNvPr>
          <p:cNvCxnSpPr>
            <a:cxnSpLocks/>
          </p:cNvCxnSpPr>
          <p:nvPr/>
        </p:nvCxnSpPr>
        <p:spPr>
          <a:xfrm flipV="1">
            <a:off x="2515281" y="3293499"/>
            <a:ext cx="4767262" cy="1680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20FFE02F-B55A-7688-4F36-F0859DC87628}"/>
              </a:ext>
            </a:extLst>
          </p:cNvPr>
          <p:cNvCxnSpPr>
            <a:cxnSpLocks/>
          </p:cNvCxnSpPr>
          <p:nvPr/>
        </p:nvCxnSpPr>
        <p:spPr>
          <a:xfrm flipV="1">
            <a:off x="1830360" y="1494054"/>
            <a:ext cx="3476426" cy="1846097"/>
          </a:xfrm>
          <a:prstGeom prst="straightConnector1">
            <a:avLst/>
          </a:prstGeom>
          <a:ln w="28575">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6DED5008-5BB4-9925-56E8-07F312177B06}"/>
              </a:ext>
            </a:extLst>
          </p:cNvPr>
          <p:cNvSpPr/>
          <p:nvPr/>
        </p:nvSpPr>
        <p:spPr>
          <a:xfrm>
            <a:off x="5094514" y="1207980"/>
            <a:ext cx="660738" cy="228600"/>
          </a:xfrm>
          <a:prstGeom prst="ellipse">
            <a:avLst/>
          </a:prstGeom>
          <a:noFill/>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DC9AF7A2-AEAE-7006-241A-F347102827FE}"/>
              </a:ext>
            </a:extLst>
          </p:cNvPr>
          <p:cNvSpPr txBox="1"/>
          <p:nvPr/>
        </p:nvSpPr>
        <p:spPr>
          <a:xfrm>
            <a:off x="7197876" y="3849890"/>
            <a:ext cx="4994124" cy="1477328"/>
          </a:xfrm>
          <a:prstGeom prst="rect">
            <a:avLst/>
          </a:prstGeom>
          <a:noFill/>
          <a:ln>
            <a:solidFill>
              <a:srgbClr val="FFFF00"/>
            </a:solidFill>
          </a:ln>
          <a:effectLst>
            <a:glow rad="63500">
              <a:schemeClr val="accent2">
                <a:satMod val="175000"/>
                <a:alpha val="40000"/>
              </a:schemeClr>
            </a:glow>
          </a:effectLst>
        </p:spPr>
        <p:txBody>
          <a:bodyPr wrap="none" rtlCol="0">
            <a:spAutoFit/>
          </a:bodyPr>
          <a:lstStyle/>
          <a:p>
            <a:r>
              <a:rPr lang="en-US" dirty="0"/>
              <a:t>This function runs </a:t>
            </a:r>
            <a:r>
              <a:rPr lang="en-US" dirty="0" err="1"/>
              <a:t>everytime</a:t>
            </a:r>
            <a:r>
              <a:rPr lang="en-US" dirty="0"/>
              <a:t> when we type in </a:t>
            </a:r>
          </a:p>
          <a:p>
            <a:r>
              <a:rPr lang="en-US" dirty="0"/>
              <a:t>The input box</a:t>
            </a:r>
          </a:p>
          <a:p>
            <a:r>
              <a:rPr lang="en-US" dirty="0"/>
              <a:t>… input ---- it means keep the old values</a:t>
            </a:r>
          </a:p>
          <a:p>
            <a:r>
              <a:rPr lang="en-US" dirty="0"/>
              <a:t>Like for example we type password…then the email</a:t>
            </a:r>
          </a:p>
          <a:p>
            <a:r>
              <a:rPr lang="en-US" dirty="0"/>
              <a:t>Should be </a:t>
            </a:r>
            <a:r>
              <a:rPr lang="en-US" dirty="0" err="1"/>
              <a:t>there..this</a:t>
            </a:r>
            <a:r>
              <a:rPr lang="en-US" dirty="0"/>
              <a:t> work is done by this …input</a:t>
            </a:r>
          </a:p>
        </p:txBody>
      </p:sp>
      <p:grpSp>
        <p:nvGrpSpPr>
          <p:cNvPr id="75" name="Group 74">
            <a:extLst>
              <a:ext uri="{FF2B5EF4-FFF2-40B4-BE49-F238E27FC236}">
                <a16:creationId xmlns:a16="http://schemas.microsoft.com/office/drawing/2014/main" id="{D6781AA1-6498-3100-CE60-E820DC2CEACB}"/>
              </a:ext>
            </a:extLst>
          </p:cNvPr>
          <p:cNvGrpSpPr/>
          <p:nvPr/>
        </p:nvGrpSpPr>
        <p:grpSpPr>
          <a:xfrm>
            <a:off x="8405961" y="3404340"/>
            <a:ext cx="272880" cy="523080"/>
            <a:chOff x="8405961" y="3404340"/>
            <a:chExt cx="272880" cy="523080"/>
          </a:xfrm>
        </p:grpSpPr>
        <mc:AlternateContent xmlns:mc="http://schemas.openxmlformats.org/markup-compatibility/2006" xmlns:p14="http://schemas.microsoft.com/office/powerpoint/2010/main">
          <mc:Choice Requires="p14">
            <p:contentPart p14:bwMode="auto" r:id="rId31">
              <p14:nvContentPartPr>
                <p14:cNvPr id="71" name="Ink 70">
                  <a:extLst>
                    <a:ext uri="{FF2B5EF4-FFF2-40B4-BE49-F238E27FC236}">
                      <a16:creationId xmlns:a16="http://schemas.microsoft.com/office/drawing/2014/main" id="{7EF46BB3-DB07-3C9F-4468-199F1FD7BBC8}"/>
                    </a:ext>
                  </a:extLst>
                </p14:cNvPr>
                <p14:cNvContentPartPr/>
                <p14:nvPr/>
              </p14:nvContentPartPr>
              <p14:xfrm>
                <a:off x="8539521" y="3404340"/>
                <a:ext cx="360" cy="513720"/>
              </p14:xfrm>
            </p:contentPart>
          </mc:Choice>
          <mc:Fallback xmlns="">
            <p:pic>
              <p:nvPicPr>
                <p:cNvPr id="71" name="Ink 70">
                  <a:extLst>
                    <a:ext uri="{FF2B5EF4-FFF2-40B4-BE49-F238E27FC236}">
                      <a16:creationId xmlns:a16="http://schemas.microsoft.com/office/drawing/2014/main" id="{7EF46BB3-DB07-3C9F-4468-199F1FD7BBC8}"/>
                    </a:ext>
                  </a:extLst>
                </p:cNvPr>
                <p:cNvPicPr/>
                <p:nvPr/>
              </p:nvPicPr>
              <p:blipFill>
                <a:blip r:embed="rId32"/>
                <a:stretch>
                  <a:fillRect/>
                </a:stretch>
              </p:blipFill>
              <p:spPr>
                <a:xfrm>
                  <a:off x="8530881" y="3395700"/>
                  <a:ext cx="18000" cy="5313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72" name="Ink 71">
                  <a:extLst>
                    <a:ext uri="{FF2B5EF4-FFF2-40B4-BE49-F238E27FC236}">
                      <a16:creationId xmlns:a16="http://schemas.microsoft.com/office/drawing/2014/main" id="{F5CB7762-D84C-4FD8-0F99-F2C8F180F51D}"/>
                    </a:ext>
                  </a:extLst>
                </p14:cNvPr>
                <p14:cNvContentPartPr/>
                <p14:nvPr/>
              </p14:nvContentPartPr>
              <p14:xfrm>
                <a:off x="8405961" y="3814740"/>
                <a:ext cx="133920" cy="112680"/>
              </p14:xfrm>
            </p:contentPart>
          </mc:Choice>
          <mc:Fallback xmlns="">
            <p:pic>
              <p:nvPicPr>
                <p:cNvPr id="72" name="Ink 71">
                  <a:extLst>
                    <a:ext uri="{FF2B5EF4-FFF2-40B4-BE49-F238E27FC236}">
                      <a16:creationId xmlns:a16="http://schemas.microsoft.com/office/drawing/2014/main" id="{F5CB7762-D84C-4FD8-0F99-F2C8F180F51D}"/>
                    </a:ext>
                  </a:extLst>
                </p:cNvPr>
                <p:cNvPicPr/>
                <p:nvPr/>
              </p:nvPicPr>
              <p:blipFill>
                <a:blip r:embed="rId34"/>
                <a:stretch>
                  <a:fillRect/>
                </a:stretch>
              </p:blipFill>
              <p:spPr>
                <a:xfrm>
                  <a:off x="8397321" y="3805740"/>
                  <a:ext cx="15156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73" name="Ink 72">
                  <a:extLst>
                    <a:ext uri="{FF2B5EF4-FFF2-40B4-BE49-F238E27FC236}">
                      <a16:creationId xmlns:a16="http://schemas.microsoft.com/office/drawing/2014/main" id="{47EE996C-93A2-43EF-9E6F-2FA7DAF10EE2}"/>
                    </a:ext>
                  </a:extLst>
                </p14:cNvPr>
                <p14:cNvContentPartPr/>
                <p14:nvPr/>
              </p14:nvContentPartPr>
              <p14:xfrm>
                <a:off x="8548161" y="3719340"/>
                <a:ext cx="129240" cy="191520"/>
              </p14:xfrm>
            </p:contentPart>
          </mc:Choice>
          <mc:Fallback xmlns="">
            <p:pic>
              <p:nvPicPr>
                <p:cNvPr id="73" name="Ink 72">
                  <a:extLst>
                    <a:ext uri="{FF2B5EF4-FFF2-40B4-BE49-F238E27FC236}">
                      <a16:creationId xmlns:a16="http://schemas.microsoft.com/office/drawing/2014/main" id="{47EE996C-93A2-43EF-9E6F-2FA7DAF10EE2}"/>
                    </a:ext>
                  </a:extLst>
                </p:cNvPr>
                <p:cNvPicPr/>
                <p:nvPr/>
              </p:nvPicPr>
              <p:blipFill>
                <a:blip r:embed="rId36"/>
                <a:stretch>
                  <a:fillRect/>
                </a:stretch>
              </p:blipFill>
              <p:spPr>
                <a:xfrm>
                  <a:off x="8539161" y="3710340"/>
                  <a:ext cx="14688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74" name="Ink 73">
                  <a:extLst>
                    <a:ext uri="{FF2B5EF4-FFF2-40B4-BE49-F238E27FC236}">
                      <a16:creationId xmlns:a16="http://schemas.microsoft.com/office/drawing/2014/main" id="{B9F91FC0-BF6C-6B55-396D-C2C1A8BF3D40}"/>
                    </a:ext>
                  </a:extLst>
                </p14:cNvPr>
                <p14:cNvContentPartPr/>
                <p14:nvPr/>
              </p14:nvContentPartPr>
              <p14:xfrm>
                <a:off x="8678481" y="3714660"/>
                <a:ext cx="360" cy="360"/>
              </p14:xfrm>
            </p:contentPart>
          </mc:Choice>
          <mc:Fallback xmlns="">
            <p:pic>
              <p:nvPicPr>
                <p:cNvPr id="74" name="Ink 73">
                  <a:extLst>
                    <a:ext uri="{FF2B5EF4-FFF2-40B4-BE49-F238E27FC236}">
                      <a16:creationId xmlns:a16="http://schemas.microsoft.com/office/drawing/2014/main" id="{B9F91FC0-BF6C-6B55-396D-C2C1A8BF3D40}"/>
                    </a:ext>
                  </a:extLst>
                </p:cNvPr>
                <p:cNvPicPr/>
                <p:nvPr/>
              </p:nvPicPr>
              <p:blipFill>
                <a:blip r:embed="rId8"/>
                <a:stretch>
                  <a:fillRect/>
                </a:stretch>
              </p:blipFill>
              <p:spPr>
                <a:xfrm>
                  <a:off x="8669841" y="3705660"/>
                  <a:ext cx="18000" cy="18000"/>
                </a:xfrm>
                <a:prstGeom prst="rect">
                  <a:avLst/>
                </a:prstGeom>
              </p:spPr>
            </p:pic>
          </mc:Fallback>
        </mc:AlternateContent>
      </p:grpSp>
      <p:pic>
        <p:nvPicPr>
          <p:cNvPr id="78" name="Picture 77">
            <a:extLst>
              <a:ext uri="{FF2B5EF4-FFF2-40B4-BE49-F238E27FC236}">
                <a16:creationId xmlns:a16="http://schemas.microsoft.com/office/drawing/2014/main" id="{F93EA4DB-E5A2-A5D2-E7D8-765A43BD577E}"/>
              </a:ext>
            </a:extLst>
          </p:cNvPr>
          <p:cNvPicPr>
            <a:picLocks noChangeAspect="1"/>
          </p:cNvPicPr>
          <p:nvPr/>
        </p:nvPicPr>
        <p:blipFill>
          <a:blip r:embed="rId38"/>
          <a:stretch>
            <a:fillRect/>
          </a:stretch>
        </p:blipFill>
        <p:spPr>
          <a:xfrm>
            <a:off x="293599" y="4273823"/>
            <a:ext cx="2597283" cy="215911"/>
          </a:xfrm>
          <a:prstGeom prst="rect">
            <a:avLst/>
          </a:prstGeom>
        </p:spPr>
      </p:pic>
      <p:cxnSp>
        <p:nvCxnSpPr>
          <p:cNvPr id="79" name="Straight Arrow Connector 78">
            <a:extLst>
              <a:ext uri="{FF2B5EF4-FFF2-40B4-BE49-F238E27FC236}">
                <a16:creationId xmlns:a16="http://schemas.microsoft.com/office/drawing/2014/main" id="{9D77B17A-890D-4500-FF75-293A0D0C3345}"/>
              </a:ext>
            </a:extLst>
          </p:cNvPr>
          <p:cNvCxnSpPr>
            <a:cxnSpLocks/>
          </p:cNvCxnSpPr>
          <p:nvPr/>
        </p:nvCxnSpPr>
        <p:spPr>
          <a:xfrm flipV="1">
            <a:off x="2710883" y="4328786"/>
            <a:ext cx="1000439" cy="5299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0AC26222-290B-F394-0CF5-201872C8A70F}"/>
              </a:ext>
            </a:extLst>
          </p:cNvPr>
          <p:cNvSpPr txBox="1"/>
          <p:nvPr/>
        </p:nvSpPr>
        <p:spPr>
          <a:xfrm>
            <a:off x="3711322" y="4147380"/>
            <a:ext cx="3260978" cy="923330"/>
          </a:xfrm>
          <a:prstGeom prst="rect">
            <a:avLst/>
          </a:prstGeom>
          <a:noFill/>
          <a:ln>
            <a:solidFill>
              <a:schemeClr val="accent2"/>
            </a:solidFill>
          </a:ln>
          <a:effectLst>
            <a:glow rad="63500">
              <a:schemeClr val="accent2">
                <a:satMod val="175000"/>
                <a:alpha val="40000"/>
              </a:schemeClr>
            </a:glow>
          </a:effectLst>
        </p:spPr>
        <p:txBody>
          <a:bodyPr wrap="square" rtlCol="0">
            <a:spAutoFit/>
          </a:bodyPr>
          <a:lstStyle/>
          <a:p>
            <a:r>
              <a:rPr lang="en-US" dirty="0"/>
              <a:t>This is the part of react Router </a:t>
            </a:r>
            <a:r>
              <a:rPr lang="en-US" dirty="0" err="1"/>
              <a:t>dom</a:t>
            </a:r>
            <a:r>
              <a:rPr lang="en-US" dirty="0"/>
              <a:t> </a:t>
            </a:r>
          </a:p>
          <a:p>
            <a:r>
              <a:rPr lang="en-US" dirty="0"/>
              <a:t>Use for navigation after login</a:t>
            </a:r>
          </a:p>
        </p:txBody>
      </p:sp>
      <p:pic>
        <p:nvPicPr>
          <p:cNvPr id="83" name="Picture 82">
            <a:extLst>
              <a:ext uri="{FF2B5EF4-FFF2-40B4-BE49-F238E27FC236}">
                <a16:creationId xmlns:a16="http://schemas.microsoft.com/office/drawing/2014/main" id="{B8264A00-E9B5-0206-7AB0-582DBB4ABCF9}"/>
              </a:ext>
            </a:extLst>
          </p:cNvPr>
          <p:cNvPicPr>
            <a:picLocks noChangeAspect="1"/>
          </p:cNvPicPr>
          <p:nvPr/>
        </p:nvPicPr>
        <p:blipFill>
          <a:blip r:embed="rId39"/>
          <a:stretch>
            <a:fillRect/>
          </a:stretch>
        </p:blipFill>
        <p:spPr>
          <a:xfrm>
            <a:off x="115656" y="5231880"/>
            <a:ext cx="3982815" cy="289659"/>
          </a:xfrm>
          <a:prstGeom prst="rect">
            <a:avLst/>
          </a:prstGeom>
        </p:spPr>
      </p:pic>
      <p:sp>
        <p:nvSpPr>
          <p:cNvPr id="84" name="TextBox 83">
            <a:extLst>
              <a:ext uri="{FF2B5EF4-FFF2-40B4-BE49-F238E27FC236}">
                <a16:creationId xmlns:a16="http://schemas.microsoft.com/office/drawing/2014/main" id="{FD3086FC-35B4-AF95-79B5-9C078F4AACC9}"/>
              </a:ext>
            </a:extLst>
          </p:cNvPr>
          <p:cNvSpPr txBox="1"/>
          <p:nvPr/>
        </p:nvSpPr>
        <p:spPr>
          <a:xfrm>
            <a:off x="5083628" y="5425632"/>
            <a:ext cx="4778772" cy="369332"/>
          </a:xfrm>
          <a:prstGeom prst="rect">
            <a:avLst/>
          </a:prstGeom>
          <a:noFill/>
          <a:ln>
            <a:solidFill>
              <a:schemeClr val="accent6">
                <a:lumMod val="75000"/>
              </a:schemeClr>
            </a:solidFill>
          </a:ln>
          <a:effectLst>
            <a:glow rad="228600">
              <a:schemeClr val="accent6">
                <a:satMod val="175000"/>
                <a:alpha val="40000"/>
              </a:schemeClr>
            </a:glow>
          </a:effectLst>
        </p:spPr>
        <p:txBody>
          <a:bodyPr wrap="square" rtlCol="0">
            <a:spAutoFit/>
          </a:bodyPr>
          <a:lstStyle/>
          <a:p>
            <a:r>
              <a:rPr lang="en-US" dirty="0"/>
              <a:t>This hook allow us to use dispatch function</a:t>
            </a:r>
          </a:p>
        </p:txBody>
      </p:sp>
      <p:cxnSp>
        <p:nvCxnSpPr>
          <p:cNvPr id="85" name="Straight Arrow Connector 84">
            <a:extLst>
              <a:ext uri="{FF2B5EF4-FFF2-40B4-BE49-F238E27FC236}">
                <a16:creationId xmlns:a16="http://schemas.microsoft.com/office/drawing/2014/main" id="{C7B05160-9F24-AA33-3974-C609245547D5}"/>
              </a:ext>
            </a:extLst>
          </p:cNvPr>
          <p:cNvCxnSpPr>
            <a:cxnSpLocks/>
            <a:endCxn id="84" idx="1"/>
          </p:cNvCxnSpPr>
          <p:nvPr/>
        </p:nvCxnSpPr>
        <p:spPr>
          <a:xfrm>
            <a:off x="3923746" y="5342923"/>
            <a:ext cx="1159882" cy="26737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3C74AC3A-EE27-B8B5-85F8-4F51360D67B1}"/>
              </a:ext>
            </a:extLst>
          </p:cNvPr>
          <p:cNvCxnSpPr>
            <a:cxnSpLocks/>
          </p:cNvCxnSpPr>
          <p:nvPr/>
        </p:nvCxnSpPr>
        <p:spPr>
          <a:xfrm>
            <a:off x="2124321" y="6101598"/>
            <a:ext cx="1974150" cy="27004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30587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C2994-8FC0-E610-3921-84FC761A4024}"/>
              </a:ext>
            </a:extLst>
          </p:cNvPr>
          <p:cNvSpPr>
            <a:spLocks noGrp="1"/>
          </p:cNvSpPr>
          <p:nvPr>
            <p:ph type="title"/>
          </p:nvPr>
        </p:nvSpPr>
        <p:spPr/>
        <p:txBody>
          <a:bodyPr/>
          <a:lstStyle/>
          <a:p>
            <a:r>
              <a:rPr lang="en-US" dirty="0"/>
              <a:t>Now till now we have created the login page</a:t>
            </a:r>
            <a:br>
              <a:rPr lang="en-US" dirty="0"/>
            </a:br>
            <a:r>
              <a:rPr lang="en-US" dirty="0"/>
              <a:t>//now we are creating the signup page</a:t>
            </a:r>
          </a:p>
        </p:txBody>
      </p:sp>
      <p:pic>
        <p:nvPicPr>
          <p:cNvPr id="5" name="Content Placeholder 4">
            <a:extLst>
              <a:ext uri="{FF2B5EF4-FFF2-40B4-BE49-F238E27FC236}">
                <a16:creationId xmlns:a16="http://schemas.microsoft.com/office/drawing/2014/main" id="{A1C0E373-945B-EAD2-2375-C35B4B161507}"/>
              </a:ext>
            </a:extLst>
          </p:cNvPr>
          <p:cNvPicPr>
            <a:picLocks noGrp="1" noChangeAspect="1"/>
          </p:cNvPicPr>
          <p:nvPr>
            <p:ph idx="1"/>
          </p:nvPr>
        </p:nvPicPr>
        <p:blipFill>
          <a:blip r:embed="rId2"/>
          <a:stretch>
            <a:fillRect/>
          </a:stretch>
        </p:blipFill>
        <p:spPr>
          <a:xfrm>
            <a:off x="193817" y="2006611"/>
            <a:ext cx="7467902" cy="2391455"/>
          </a:xfrm>
          <a:prstGeom prst="rect">
            <a:avLst/>
          </a:prstGeom>
        </p:spPr>
      </p:pic>
      <p:sp>
        <p:nvSpPr>
          <p:cNvPr id="6" name="TextBox 5">
            <a:extLst>
              <a:ext uri="{FF2B5EF4-FFF2-40B4-BE49-F238E27FC236}">
                <a16:creationId xmlns:a16="http://schemas.microsoft.com/office/drawing/2014/main" id="{B2698A53-0F5D-95D6-2235-D2D5D42AD82F}"/>
              </a:ext>
            </a:extLst>
          </p:cNvPr>
          <p:cNvSpPr txBox="1"/>
          <p:nvPr/>
        </p:nvSpPr>
        <p:spPr>
          <a:xfrm>
            <a:off x="7886701" y="2212522"/>
            <a:ext cx="3383619" cy="369332"/>
          </a:xfrm>
          <a:prstGeom prst="rect">
            <a:avLst/>
          </a:prstGeom>
          <a:noFill/>
        </p:spPr>
        <p:txBody>
          <a:bodyPr wrap="none" rtlCol="0">
            <a:spAutoFit/>
          </a:bodyPr>
          <a:lstStyle/>
          <a:p>
            <a:r>
              <a:rPr lang="en-US" dirty="0"/>
              <a:t>These are </a:t>
            </a:r>
            <a:r>
              <a:rPr lang="en-US" dirty="0" err="1"/>
              <a:t>shandcn</a:t>
            </a:r>
            <a:r>
              <a:rPr lang="en-US" dirty="0"/>
              <a:t> </a:t>
            </a:r>
            <a:r>
              <a:rPr lang="en-US" dirty="0" err="1"/>
              <a:t>ui</a:t>
            </a:r>
            <a:r>
              <a:rPr lang="en-US" dirty="0"/>
              <a:t> components</a:t>
            </a:r>
          </a:p>
        </p:txBody>
      </p:sp>
      <p:sp>
        <p:nvSpPr>
          <p:cNvPr id="7" name="TextBox 6">
            <a:extLst>
              <a:ext uri="{FF2B5EF4-FFF2-40B4-BE49-F238E27FC236}">
                <a16:creationId xmlns:a16="http://schemas.microsoft.com/office/drawing/2014/main" id="{088013CF-4D4C-65A2-0FFB-5F255DCC0355}"/>
              </a:ext>
            </a:extLst>
          </p:cNvPr>
          <p:cNvSpPr txBox="1"/>
          <p:nvPr/>
        </p:nvSpPr>
        <p:spPr>
          <a:xfrm>
            <a:off x="7805057" y="2734356"/>
            <a:ext cx="3948197" cy="369332"/>
          </a:xfrm>
          <a:prstGeom prst="rect">
            <a:avLst/>
          </a:prstGeom>
          <a:noFill/>
        </p:spPr>
        <p:txBody>
          <a:bodyPr wrap="none" rtlCol="0">
            <a:spAutoFit/>
          </a:bodyPr>
          <a:lstStyle/>
          <a:p>
            <a:r>
              <a:rPr lang="en-US" dirty="0"/>
              <a:t>This is the loader ..same as in login page</a:t>
            </a:r>
          </a:p>
        </p:txBody>
      </p:sp>
      <p:sp>
        <p:nvSpPr>
          <p:cNvPr id="8" name="TextBox 7">
            <a:extLst>
              <a:ext uri="{FF2B5EF4-FFF2-40B4-BE49-F238E27FC236}">
                <a16:creationId xmlns:a16="http://schemas.microsoft.com/office/drawing/2014/main" id="{8A5C0CE4-4FAF-9D8E-32BD-265C5F800896}"/>
              </a:ext>
            </a:extLst>
          </p:cNvPr>
          <p:cNvSpPr txBox="1"/>
          <p:nvPr/>
        </p:nvSpPr>
        <p:spPr>
          <a:xfrm>
            <a:off x="8045137" y="3256190"/>
            <a:ext cx="3308663" cy="646331"/>
          </a:xfrm>
          <a:prstGeom prst="rect">
            <a:avLst/>
          </a:prstGeom>
          <a:noFill/>
        </p:spPr>
        <p:txBody>
          <a:bodyPr wrap="none" rtlCol="0">
            <a:spAutoFit/>
          </a:bodyPr>
          <a:lstStyle/>
          <a:p>
            <a:r>
              <a:rPr lang="en-US" dirty="0"/>
              <a:t>Axios are used to send request to</a:t>
            </a:r>
          </a:p>
          <a:p>
            <a:r>
              <a:rPr lang="en-US" dirty="0"/>
              <a:t>Backend with data</a:t>
            </a:r>
          </a:p>
        </p:txBody>
      </p:sp>
      <p:sp>
        <p:nvSpPr>
          <p:cNvPr id="9" name="TextBox 8">
            <a:extLst>
              <a:ext uri="{FF2B5EF4-FFF2-40B4-BE49-F238E27FC236}">
                <a16:creationId xmlns:a16="http://schemas.microsoft.com/office/drawing/2014/main" id="{D819B829-4B17-3CD8-27B8-F468BD2D4775}"/>
              </a:ext>
            </a:extLst>
          </p:cNvPr>
          <p:cNvSpPr txBox="1"/>
          <p:nvPr/>
        </p:nvSpPr>
        <p:spPr>
          <a:xfrm>
            <a:off x="8139793" y="4180114"/>
            <a:ext cx="3796937" cy="369332"/>
          </a:xfrm>
          <a:prstGeom prst="rect">
            <a:avLst/>
          </a:prstGeom>
          <a:noFill/>
        </p:spPr>
        <p:txBody>
          <a:bodyPr wrap="none" rtlCol="0">
            <a:spAutoFit/>
          </a:bodyPr>
          <a:lstStyle/>
          <a:p>
            <a:r>
              <a:rPr lang="en-US" dirty="0"/>
              <a:t>This </a:t>
            </a:r>
            <a:r>
              <a:rPr lang="en-US" dirty="0" err="1"/>
              <a:t>sonner</a:t>
            </a:r>
            <a:r>
              <a:rPr lang="en-US" dirty="0"/>
              <a:t> is the popover component</a:t>
            </a:r>
          </a:p>
        </p:txBody>
      </p:sp>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101641AE-AD23-7805-F3C3-9C43049D8291}"/>
                  </a:ext>
                </a:extLst>
              </p14:cNvPr>
              <p14:cNvContentPartPr/>
              <p14:nvPr/>
            </p14:nvContentPartPr>
            <p14:xfrm>
              <a:off x="3290091" y="3869884"/>
              <a:ext cx="4817520" cy="432720"/>
            </p14:xfrm>
          </p:contentPart>
        </mc:Choice>
        <mc:Fallback xmlns="">
          <p:pic>
            <p:nvPicPr>
              <p:cNvPr id="14" name="Ink 13">
                <a:extLst>
                  <a:ext uri="{FF2B5EF4-FFF2-40B4-BE49-F238E27FC236}">
                    <a16:creationId xmlns:a16="http://schemas.microsoft.com/office/drawing/2014/main" id="{101641AE-AD23-7805-F3C3-9C43049D8291}"/>
                  </a:ext>
                </a:extLst>
              </p:cNvPr>
              <p:cNvPicPr/>
              <p:nvPr/>
            </p:nvPicPr>
            <p:blipFill>
              <a:blip r:embed="rId4"/>
              <a:stretch>
                <a:fillRect/>
              </a:stretch>
            </p:blipFill>
            <p:spPr>
              <a:xfrm>
                <a:off x="3281091" y="3860884"/>
                <a:ext cx="4835160" cy="4503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5" name="Ink 14">
                <a:extLst>
                  <a:ext uri="{FF2B5EF4-FFF2-40B4-BE49-F238E27FC236}">
                    <a16:creationId xmlns:a16="http://schemas.microsoft.com/office/drawing/2014/main" id="{917624F7-4112-A856-A827-6B9440895AA6}"/>
                  </a:ext>
                </a:extLst>
              </p14:cNvPr>
              <p14:cNvContentPartPr/>
              <p14:nvPr/>
            </p14:nvContentPartPr>
            <p14:xfrm>
              <a:off x="7859571" y="4048804"/>
              <a:ext cx="368280" cy="483480"/>
            </p14:xfrm>
          </p:contentPart>
        </mc:Choice>
        <mc:Fallback xmlns="">
          <p:pic>
            <p:nvPicPr>
              <p:cNvPr id="15" name="Ink 14">
                <a:extLst>
                  <a:ext uri="{FF2B5EF4-FFF2-40B4-BE49-F238E27FC236}">
                    <a16:creationId xmlns:a16="http://schemas.microsoft.com/office/drawing/2014/main" id="{917624F7-4112-A856-A827-6B9440895AA6}"/>
                  </a:ext>
                </a:extLst>
              </p:cNvPr>
              <p:cNvPicPr/>
              <p:nvPr/>
            </p:nvPicPr>
            <p:blipFill>
              <a:blip r:embed="rId6"/>
              <a:stretch>
                <a:fillRect/>
              </a:stretch>
            </p:blipFill>
            <p:spPr>
              <a:xfrm>
                <a:off x="7850931" y="4039804"/>
                <a:ext cx="385920" cy="5011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6" name="Ink 15">
                <a:extLst>
                  <a:ext uri="{FF2B5EF4-FFF2-40B4-BE49-F238E27FC236}">
                    <a16:creationId xmlns:a16="http://schemas.microsoft.com/office/drawing/2014/main" id="{56A72EE2-35BE-E22D-8AE9-5E424397FD85}"/>
                  </a:ext>
                </a:extLst>
              </p14:cNvPr>
              <p14:cNvContentPartPr/>
              <p14:nvPr/>
            </p14:nvContentPartPr>
            <p14:xfrm>
              <a:off x="2922531" y="3460564"/>
              <a:ext cx="5153040" cy="221760"/>
            </p14:xfrm>
          </p:contentPart>
        </mc:Choice>
        <mc:Fallback xmlns="">
          <p:pic>
            <p:nvPicPr>
              <p:cNvPr id="16" name="Ink 15">
                <a:extLst>
                  <a:ext uri="{FF2B5EF4-FFF2-40B4-BE49-F238E27FC236}">
                    <a16:creationId xmlns:a16="http://schemas.microsoft.com/office/drawing/2014/main" id="{56A72EE2-35BE-E22D-8AE9-5E424397FD85}"/>
                  </a:ext>
                </a:extLst>
              </p:cNvPr>
              <p:cNvPicPr/>
              <p:nvPr/>
            </p:nvPicPr>
            <p:blipFill>
              <a:blip r:embed="rId8"/>
              <a:stretch>
                <a:fillRect/>
              </a:stretch>
            </p:blipFill>
            <p:spPr>
              <a:xfrm>
                <a:off x="2913891" y="3451564"/>
                <a:ext cx="517068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7" name="Ink 16">
                <a:extLst>
                  <a:ext uri="{FF2B5EF4-FFF2-40B4-BE49-F238E27FC236}">
                    <a16:creationId xmlns:a16="http://schemas.microsoft.com/office/drawing/2014/main" id="{CCBF6E77-ABD5-A76D-1456-68E3828F0C05}"/>
                  </a:ext>
                </a:extLst>
              </p14:cNvPr>
              <p14:cNvContentPartPr/>
              <p14:nvPr/>
            </p14:nvContentPartPr>
            <p14:xfrm>
              <a:off x="4138971" y="2888884"/>
              <a:ext cx="3778200" cy="42120"/>
            </p14:xfrm>
          </p:contentPart>
        </mc:Choice>
        <mc:Fallback xmlns="">
          <p:pic>
            <p:nvPicPr>
              <p:cNvPr id="17" name="Ink 16">
                <a:extLst>
                  <a:ext uri="{FF2B5EF4-FFF2-40B4-BE49-F238E27FC236}">
                    <a16:creationId xmlns:a16="http://schemas.microsoft.com/office/drawing/2014/main" id="{CCBF6E77-ABD5-A76D-1456-68E3828F0C05}"/>
                  </a:ext>
                </a:extLst>
              </p:cNvPr>
              <p:cNvPicPr/>
              <p:nvPr/>
            </p:nvPicPr>
            <p:blipFill>
              <a:blip r:embed="rId10"/>
              <a:stretch>
                <a:fillRect/>
              </a:stretch>
            </p:blipFill>
            <p:spPr>
              <a:xfrm>
                <a:off x="4130331" y="2880244"/>
                <a:ext cx="3795840" cy="59760"/>
              </a:xfrm>
              <a:prstGeom prst="rect">
                <a:avLst/>
              </a:prstGeom>
            </p:spPr>
          </p:pic>
        </mc:Fallback>
      </mc:AlternateContent>
      <p:grpSp>
        <p:nvGrpSpPr>
          <p:cNvPr id="20" name="Group 19">
            <a:extLst>
              <a:ext uri="{FF2B5EF4-FFF2-40B4-BE49-F238E27FC236}">
                <a16:creationId xmlns:a16="http://schemas.microsoft.com/office/drawing/2014/main" id="{CA583D1A-9CB4-FD81-4390-1ED0413FE979}"/>
              </a:ext>
            </a:extLst>
          </p:cNvPr>
          <p:cNvGrpSpPr/>
          <p:nvPr/>
        </p:nvGrpSpPr>
        <p:grpSpPr>
          <a:xfrm>
            <a:off x="4971651" y="2416564"/>
            <a:ext cx="3085920" cy="236520"/>
            <a:chOff x="4971651" y="2416564"/>
            <a:chExt cx="3085920" cy="236520"/>
          </a:xfrm>
        </p:grpSpPr>
        <mc:AlternateContent xmlns:mc="http://schemas.openxmlformats.org/markup-compatibility/2006" xmlns:p14="http://schemas.microsoft.com/office/powerpoint/2010/main">
          <mc:Choice Requires="p14">
            <p:contentPart p14:bwMode="auto" r:id="rId11">
              <p14:nvContentPartPr>
                <p14:cNvPr id="18" name="Ink 17">
                  <a:extLst>
                    <a:ext uri="{FF2B5EF4-FFF2-40B4-BE49-F238E27FC236}">
                      <a16:creationId xmlns:a16="http://schemas.microsoft.com/office/drawing/2014/main" id="{7BFCDAF0-5583-D093-C2CA-4979A4E9C15D}"/>
                    </a:ext>
                  </a:extLst>
                </p14:cNvPr>
                <p14:cNvContentPartPr/>
                <p14:nvPr/>
              </p14:nvContentPartPr>
              <p14:xfrm>
                <a:off x="4971651" y="2416564"/>
                <a:ext cx="3045600" cy="360"/>
              </p14:xfrm>
            </p:contentPart>
          </mc:Choice>
          <mc:Fallback xmlns="">
            <p:pic>
              <p:nvPicPr>
                <p:cNvPr id="18" name="Ink 17">
                  <a:extLst>
                    <a:ext uri="{FF2B5EF4-FFF2-40B4-BE49-F238E27FC236}">
                      <a16:creationId xmlns:a16="http://schemas.microsoft.com/office/drawing/2014/main" id="{7BFCDAF0-5583-D093-C2CA-4979A4E9C15D}"/>
                    </a:ext>
                  </a:extLst>
                </p:cNvPr>
                <p:cNvPicPr/>
                <p:nvPr/>
              </p:nvPicPr>
              <p:blipFill>
                <a:blip r:embed="rId12"/>
                <a:stretch>
                  <a:fillRect/>
                </a:stretch>
              </p:blipFill>
              <p:spPr>
                <a:xfrm>
                  <a:off x="4963011" y="2407564"/>
                  <a:ext cx="30632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9" name="Ink 18">
                  <a:extLst>
                    <a:ext uri="{FF2B5EF4-FFF2-40B4-BE49-F238E27FC236}">
                      <a16:creationId xmlns:a16="http://schemas.microsoft.com/office/drawing/2014/main" id="{29C20774-5F94-4109-F486-87479A64B288}"/>
                    </a:ext>
                  </a:extLst>
                </p14:cNvPr>
                <p14:cNvContentPartPr/>
                <p14:nvPr/>
              </p14:nvContentPartPr>
              <p14:xfrm>
                <a:off x="5061651" y="2457244"/>
                <a:ext cx="2995920" cy="195840"/>
              </p14:xfrm>
            </p:contentPart>
          </mc:Choice>
          <mc:Fallback xmlns="">
            <p:pic>
              <p:nvPicPr>
                <p:cNvPr id="19" name="Ink 18">
                  <a:extLst>
                    <a:ext uri="{FF2B5EF4-FFF2-40B4-BE49-F238E27FC236}">
                      <a16:creationId xmlns:a16="http://schemas.microsoft.com/office/drawing/2014/main" id="{29C20774-5F94-4109-F486-87479A64B288}"/>
                    </a:ext>
                  </a:extLst>
                </p:cNvPr>
                <p:cNvPicPr/>
                <p:nvPr/>
              </p:nvPicPr>
              <p:blipFill>
                <a:blip r:embed="rId14"/>
                <a:stretch>
                  <a:fillRect/>
                </a:stretch>
              </p:blipFill>
              <p:spPr>
                <a:xfrm>
                  <a:off x="5052651" y="2448604"/>
                  <a:ext cx="3013560" cy="213480"/>
                </a:xfrm>
                <a:prstGeom prst="rect">
                  <a:avLst/>
                </a:prstGeom>
              </p:spPr>
            </p:pic>
          </mc:Fallback>
        </mc:AlternateContent>
      </p:grpSp>
      <p:sp>
        <p:nvSpPr>
          <p:cNvPr id="21" name="TextBox 20">
            <a:extLst>
              <a:ext uri="{FF2B5EF4-FFF2-40B4-BE49-F238E27FC236}">
                <a16:creationId xmlns:a16="http://schemas.microsoft.com/office/drawing/2014/main" id="{7A4C9FEA-BCB5-0D94-C18F-55A4F85F82E5}"/>
              </a:ext>
            </a:extLst>
          </p:cNvPr>
          <p:cNvSpPr txBox="1"/>
          <p:nvPr/>
        </p:nvSpPr>
        <p:spPr>
          <a:xfrm>
            <a:off x="1077686" y="5666014"/>
            <a:ext cx="6353855" cy="461665"/>
          </a:xfrm>
          <a:prstGeom prst="rect">
            <a:avLst/>
          </a:prstGeom>
          <a:noFill/>
        </p:spPr>
        <p:txBody>
          <a:bodyPr wrap="none" rtlCol="0">
            <a:spAutoFit/>
          </a:bodyPr>
          <a:lstStyle/>
          <a:p>
            <a:r>
              <a:rPr lang="en-US" sz="2400" dirty="0"/>
              <a:t>All the things are similar just like in the login page</a:t>
            </a:r>
          </a:p>
        </p:txBody>
      </p:sp>
    </p:spTree>
    <p:extLst>
      <p:ext uri="{BB962C8B-B14F-4D97-AF65-F5344CB8AC3E}">
        <p14:creationId xmlns:p14="http://schemas.microsoft.com/office/powerpoint/2010/main" val="9300039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7AAF9-E7D7-9D09-F8DE-9D83A07CFB91}"/>
              </a:ext>
            </a:extLst>
          </p:cNvPr>
          <p:cNvSpPr>
            <a:spLocks noGrp="1"/>
          </p:cNvSpPr>
          <p:nvPr>
            <p:ph type="title"/>
          </p:nvPr>
        </p:nvSpPr>
        <p:spPr>
          <a:xfrm>
            <a:off x="568779" y="337796"/>
            <a:ext cx="10515600" cy="588509"/>
          </a:xfrm>
        </p:spPr>
        <p:txBody>
          <a:bodyPr>
            <a:normAutofit fontScale="90000"/>
          </a:bodyPr>
          <a:lstStyle/>
          <a:p>
            <a:r>
              <a:rPr lang="en-US" dirty="0"/>
              <a:t>Now building the home page</a:t>
            </a:r>
          </a:p>
        </p:txBody>
      </p:sp>
      <p:pic>
        <p:nvPicPr>
          <p:cNvPr id="5" name="Content Placeholder 4">
            <a:extLst>
              <a:ext uri="{FF2B5EF4-FFF2-40B4-BE49-F238E27FC236}">
                <a16:creationId xmlns:a16="http://schemas.microsoft.com/office/drawing/2014/main" id="{6FE9ED0B-46E8-9B9F-DE55-BC8CCB903801}"/>
              </a:ext>
            </a:extLst>
          </p:cNvPr>
          <p:cNvPicPr>
            <a:picLocks noGrp="1" noChangeAspect="1"/>
          </p:cNvPicPr>
          <p:nvPr>
            <p:ph idx="1"/>
          </p:nvPr>
        </p:nvPicPr>
        <p:blipFill>
          <a:blip r:embed="rId2"/>
          <a:stretch>
            <a:fillRect/>
          </a:stretch>
        </p:blipFill>
        <p:spPr>
          <a:xfrm>
            <a:off x="1890452" y="1670503"/>
            <a:ext cx="8068195" cy="4351338"/>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E7B68244-509E-3DEC-51F8-B2BB0C07DD9A}"/>
                  </a:ext>
                </a:extLst>
              </p14:cNvPr>
              <p14:cNvContentPartPr/>
              <p14:nvPr/>
            </p14:nvContentPartPr>
            <p14:xfrm>
              <a:off x="1958451" y="1395244"/>
              <a:ext cx="1341000" cy="1112400"/>
            </p14:xfrm>
          </p:contentPart>
        </mc:Choice>
        <mc:Fallback xmlns="">
          <p:pic>
            <p:nvPicPr>
              <p:cNvPr id="6" name="Ink 5">
                <a:extLst>
                  <a:ext uri="{FF2B5EF4-FFF2-40B4-BE49-F238E27FC236}">
                    <a16:creationId xmlns:a16="http://schemas.microsoft.com/office/drawing/2014/main" id="{E7B68244-509E-3DEC-51F8-B2BB0C07DD9A}"/>
                  </a:ext>
                </a:extLst>
              </p:cNvPr>
              <p:cNvPicPr/>
              <p:nvPr/>
            </p:nvPicPr>
            <p:blipFill>
              <a:blip r:embed="rId4"/>
              <a:stretch>
                <a:fillRect/>
              </a:stretch>
            </p:blipFill>
            <p:spPr>
              <a:xfrm>
                <a:off x="1949811" y="1386604"/>
                <a:ext cx="1358640" cy="1130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D8711C71-835A-1E90-C5DC-3D36DBA4D78E}"/>
                  </a:ext>
                </a:extLst>
              </p14:cNvPr>
              <p14:cNvContentPartPr/>
              <p14:nvPr/>
            </p14:nvContentPartPr>
            <p14:xfrm>
              <a:off x="1810851" y="2489284"/>
              <a:ext cx="1121400" cy="2965320"/>
            </p14:xfrm>
          </p:contentPart>
        </mc:Choice>
        <mc:Fallback xmlns="">
          <p:pic>
            <p:nvPicPr>
              <p:cNvPr id="7" name="Ink 6">
                <a:extLst>
                  <a:ext uri="{FF2B5EF4-FFF2-40B4-BE49-F238E27FC236}">
                    <a16:creationId xmlns:a16="http://schemas.microsoft.com/office/drawing/2014/main" id="{D8711C71-835A-1E90-C5DC-3D36DBA4D78E}"/>
                  </a:ext>
                </a:extLst>
              </p:cNvPr>
              <p:cNvPicPr/>
              <p:nvPr/>
            </p:nvPicPr>
            <p:blipFill>
              <a:blip r:embed="rId6"/>
              <a:stretch>
                <a:fillRect/>
              </a:stretch>
            </p:blipFill>
            <p:spPr>
              <a:xfrm>
                <a:off x="1801851" y="2480644"/>
                <a:ext cx="1139040" cy="29829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2F70DB8B-A39C-CCDD-609C-5089B820204C}"/>
                  </a:ext>
                </a:extLst>
              </p14:cNvPr>
              <p14:cNvContentPartPr/>
              <p14:nvPr/>
            </p14:nvContentPartPr>
            <p14:xfrm>
              <a:off x="4334451" y="1754884"/>
              <a:ext cx="295920" cy="4354560"/>
            </p14:xfrm>
          </p:contentPart>
        </mc:Choice>
        <mc:Fallback xmlns="">
          <p:pic>
            <p:nvPicPr>
              <p:cNvPr id="8" name="Ink 7">
                <a:extLst>
                  <a:ext uri="{FF2B5EF4-FFF2-40B4-BE49-F238E27FC236}">
                    <a16:creationId xmlns:a16="http://schemas.microsoft.com/office/drawing/2014/main" id="{2F70DB8B-A39C-CCDD-609C-5089B820204C}"/>
                  </a:ext>
                </a:extLst>
              </p:cNvPr>
              <p:cNvPicPr/>
              <p:nvPr/>
            </p:nvPicPr>
            <p:blipFill>
              <a:blip r:embed="rId8"/>
              <a:stretch>
                <a:fillRect/>
              </a:stretch>
            </p:blipFill>
            <p:spPr>
              <a:xfrm>
                <a:off x="4325811" y="1746244"/>
                <a:ext cx="313560" cy="4372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6EB9FF2A-2B7F-2F16-723D-914B552B4B36}"/>
                  </a:ext>
                </a:extLst>
              </p14:cNvPr>
              <p14:cNvContentPartPr/>
              <p14:nvPr/>
            </p14:nvContentPartPr>
            <p14:xfrm>
              <a:off x="4383771" y="1752004"/>
              <a:ext cx="3095280" cy="4486680"/>
            </p14:xfrm>
          </p:contentPart>
        </mc:Choice>
        <mc:Fallback xmlns="">
          <p:pic>
            <p:nvPicPr>
              <p:cNvPr id="9" name="Ink 8">
                <a:extLst>
                  <a:ext uri="{FF2B5EF4-FFF2-40B4-BE49-F238E27FC236}">
                    <a16:creationId xmlns:a16="http://schemas.microsoft.com/office/drawing/2014/main" id="{6EB9FF2A-2B7F-2F16-723D-914B552B4B36}"/>
                  </a:ext>
                </a:extLst>
              </p:cNvPr>
              <p:cNvPicPr/>
              <p:nvPr/>
            </p:nvPicPr>
            <p:blipFill>
              <a:blip r:embed="rId10"/>
              <a:stretch>
                <a:fillRect/>
              </a:stretch>
            </p:blipFill>
            <p:spPr>
              <a:xfrm>
                <a:off x="4375131" y="1743364"/>
                <a:ext cx="3112920" cy="4504320"/>
              </a:xfrm>
              <a:prstGeom prst="rect">
                <a:avLst/>
              </a:prstGeom>
            </p:spPr>
          </p:pic>
        </mc:Fallback>
      </mc:AlternateContent>
      <p:sp>
        <p:nvSpPr>
          <p:cNvPr id="15" name="TextBox 14">
            <a:extLst>
              <a:ext uri="{FF2B5EF4-FFF2-40B4-BE49-F238E27FC236}">
                <a16:creationId xmlns:a16="http://schemas.microsoft.com/office/drawing/2014/main" id="{EE967948-B1A7-1767-2BB1-9FB4969E1589}"/>
              </a:ext>
            </a:extLst>
          </p:cNvPr>
          <p:cNvSpPr txBox="1"/>
          <p:nvPr/>
        </p:nvSpPr>
        <p:spPr>
          <a:xfrm>
            <a:off x="7479051" y="337796"/>
            <a:ext cx="4418261" cy="923330"/>
          </a:xfrm>
          <a:prstGeom prst="rect">
            <a:avLst/>
          </a:prstGeom>
          <a:noFill/>
        </p:spPr>
        <p:txBody>
          <a:bodyPr wrap="none" rtlCol="0">
            <a:spAutoFit/>
          </a:bodyPr>
          <a:lstStyle/>
          <a:p>
            <a:r>
              <a:rPr lang="en-US" dirty="0"/>
              <a:t>So there are different sections in our page</a:t>
            </a:r>
          </a:p>
          <a:p>
            <a:r>
              <a:rPr lang="en-US" dirty="0"/>
              <a:t>We will divide each section and start working</a:t>
            </a:r>
          </a:p>
          <a:p>
            <a:r>
              <a:rPr lang="en-US" dirty="0"/>
              <a:t>Section by section </a:t>
            </a:r>
          </a:p>
        </p:txBody>
      </p:sp>
      <p:sp>
        <p:nvSpPr>
          <p:cNvPr id="3" name="Rectangle 2">
            <a:extLst>
              <a:ext uri="{FF2B5EF4-FFF2-40B4-BE49-F238E27FC236}">
                <a16:creationId xmlns:a16="http://schemas.microsoft.com/office/drawing/2014/main" id="{12875A63-11DE-98B4-AA14-737BFD03686D}"/>
              </a:ext>
            </a:extLst>
          </p:cNvPr>
          <p:cNvSpPr/>
          <p:nvPr/>
        </p:nvSpPr>
        <p:spPr>
          <a:xfrm>
            <a:off x="7788729" y="1559379"/>
            <a:ext cx="2334985" cy="4550065"/>
          </a:xfrm>
          <a:prstGeom prst="rect">
            <a:avLst/>
          </a:prstGeom>
          <a:noFill/>
          <a:ln>
            <a:solidFill>
              <a:schemeClr val="accent6"/>
            </a:solidFill>
          </a:ln>
          <a:effectLst>
            <a:glow rad="1397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0E359052-FC57-5FCB-8541-E32FE48BA7CF}"/>
              </a:ext>
            </a:extLst>
          </p:cNvPr>
          <p:cNvCxnSpPr/>
          <p:nvPr/>
        </p:nvCxnSpPr>
        <p:spPr>
          <a:xfrm flipV="1">
            <a:off x="8147957" y="1261126"/>
            <a:ext cx="2090057" cy="29825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5672515-B5B0-E8D7-BFBC-1039854BCE0C}"/>
              </a:ext>
            </a:extLst>
          </p:cNvPr>
          <p:cNvSpPr txBox="1"/>
          <p:nvPr/>
        </p:nvSpPr>
        <p:spPr>
          <a:xfrm>
            <a:off x="10233549" y="1072933"/>
            <a:ext cx="1376787" cy="369332"/>
          </a:xfrm>
          <a:prstGeom prst="rect">
            <a:avLst/>
          </a:prstGeom>
          <a:solidFill>
            <a:srgbClr val="FFFF00"/>
          </a:solidFill>
        </p:spPr>
        <p:txBody>
          <a:bodyPr wrap="none" rtlCol="0">
            <a:spAutoFit/>
          </a:bodyPr>
          <a:lstStyle/>
          <a:p>
            <a:r>
              <a:rPr lang="en-US" dirty="0" err="1"/>
              <a:t>RightSidebar</a:t>
            </a:r>
            <a:endParaRPr lang="en-US" dirty="0"/>
          </a:p>
        </p:txBody>
      </p:sp>
    </p:spTree>
    <p:extLst>
      <p:ext uri="{BB962C8B-B14F-4D97-AF65-F5344CB8AC3E}">
        <p14:creationId xmlns:p14="http://schemas.microsoft.com/office/powerpoint/2010/main" val="9181584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78D2C26-6612-9B67-B0CB-0AD9CCF3F4AF}"/>
              </a:ext>
            </a:extLst>
          </p:cNvPr>
          <p:cNvPicPr>
            <a:picLocks noChangeAspect="1"/>
          </p:cNvPicPr>
          <p:nvPr/>
        </p:nvPicPr>
        <p:blipFill>
          <a:blip r:embed="rId2"/>
          <a:srcRect b="92160"/>
          <a:stretch>
            <a:fillRect/>
          </a:stretch>
        </p:blipFill>
        <p:spPr>
          <a:xfrm>
            <a:off x="146396" y="535574"/>
            <a:ext cx="6515660" cy="435973"/>
          </a:xfrm>
          <a:prstGeom prst="rect">
            <a:avLst/>
          </a:prstGeom>
        </p:spPr>
      </p:pic>
      <p:pic>
        <p:nvPicPr>
          <p:cNvPr id="6" name="Content Placeholder 4">
            <a:extLst>
              <a:ext uri="{FF2B5EF4-FFF2-40B4-BE49-F238E27FC236}">
                <a16:creationId xmlns:a16="http://schemas.microsoft.com/office/drawing/2014/main" id="{81EF8512-F0CE-45FF-9703-ED81AA8E003D}"/>
              </a:ext>
            </a:extLst>
          </p:cNvPr>
          <p:cNvPicPr>
            <a:picLocks noGrp="1" noChangeAspect="1"/>
          </p:cNvPicPr>
          <p:nvPr>
            <p:ph idx="1"/>
          </p:nvPr>
        </p:nvPicPr>
        <p:blipFill>
          <a:blip r:embed="rId3"/>
          <a:srcRect l="31921" t="5515" r="39536"/>
          <a:stretch>
            <a:fillRect/>
          </a:stretch>
        </p:blipFill>
        <p:spPr>
          <a:xfrm>
            <a:off x="9759043" y="625382"/>
            <a:ext cx="2302889" cy="4111376"/>
          </a:xfrm>
          <a:prstGeom prst="rect">
            <a:avLst/>
          </a:prstGeom>
          <a:effectLst>
            <a:glow rad="139700">
              <a:schemeClr val="accent4">
                <a:satMod val="175000"/>
                <a:alpha val="40000"/>
              </a:schemeClr>
            </a:glow>
          </a:effectLst>
        </p:spPr>
      </p:pic>
      <p:cxnSp>
        <p:nvCxnSpPr>
          <p:cNvPr id="8" name="Straight Arrow Connector 7">
            <a:extLst>
              <a:ext uri="{FF2B5EF4-FFF2-40B4-BE49-F238E27FC236}">
                <a16:creationId xmlns:a16="http://schemas.microsoft.com/office/drawing/2014/main" id="{0513C66E-A88C-9585-D8AB-75247DC86180}"/>
              </a:ext>
            </a:extLst>
          </p:cNvPr>
          <p:cNvCxnSpPr>
            <a:cxnSpLocks/>
          </p:cNvCxnSpPr>
          <p:nvPr/>
        </p:nvCxnSpPr>
        <p:spPr>
          <a:xfrm>
            <a:off x="2755166" y="840918"/>
            <a:ext cx="7156277" cy="1306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3ACD2BB-EC7D-9965-2ADB-4BC9C13BEAD8}"/>
              </a:ext>
            </a:extLst>
          </p:cNvPr>
          <p:cNvSpPr txBox="1"/>
          <p:nvPr/>
        </p:nvSpPr>
        <p:spPr>
          <a:xfrm>
            <a:off x="3759442" y="536227"/>
            <a:ext cx="4687052" cy="369332"/>
          </a:xfrm>
          <a:prstGeom prst="rect">
            <a:avLst/>
          </a:prstGeom>
          <a:noFill/>
        </p:spPr>
        <p:txBody>
          <a:bodyPr wrap="none" rtlCol="0">
            <a:spAutoFit/>
          </a:bodyPr>
          <a:lstStyle/>
          <a:p>
            <a:r>
              <a:rPr lang="en-US" dirty="0">
                <a:highlight>
                  <a:srgbClr val="FFFF00"/>
                </a:highlight>
              </a:rPr>
              <a:t>This feed is the main component  showing posts</a:t>
            </a:r>
          </a:p>
        </p:txBody>
      </p:sp>
      <p:pic>
        <p:nvPicPr>
          <p:cNvPr id="11" name="Picture 10">
            <a:extLst>
              <a:ext uri="{FF2B5EF4-FFF2-40B4-BE49-F238E27FC236}">
                <a16:creationId xmlns:a16="http://schemas.microsoft.com/office/drawing/2014/main" id="{97EA5190-4425-52F8-E0D4-A5C8DB6106B5}"/>
              </a:ext>
            </a:extLst>
          </p:cNvPr>
          <p:cNvPicPr>
            <a:picLocks noChangeAspect="1"/>
          </p:cNvPicPr>
          <p:nvPr/>
        </p:nvPicPr>
        <p:blipFill>
          <a:blip r:embed="rId2"/>
          <a:srcRect t="8917" b="87759"/>
          <a:stretch>
            <a:fillRect/>
          </a:stretch>
        </p:blipFill>
        <p:spPr>
          <a:xfrm>
            <a:off x="130068" y="1156242"/>
            <a:ext cx="6515660" cy="184828"/>
          </a:xfrm>
          <a:prstGeom prst="rect">
            <a:avLst/>
          </a:prstGeom>
        </p:spPr>
      </p:pic>
      <p:sp>
        <p:nvSpPr>
          <p:cNvPr id="12" name="TextBox 11">
            <a:extLst>
              <a:ext uri="{FF2B5EF4-FFF2-40B4-BE49-F238E27FC236}">
                <a16:creationId xmlns:a16="http://schemas.microsoft.com/office/drawing/2014/main" id="{CBE2A4C8-0E32-3DCF-685B-669F30420E7E}"/>
              </a:ext>
            </a:extLst>
          </p:cNvPr>
          <p:cNvSpPr txBox="1"/>
          <p:nvPr/>
        </p:nvSpPr>
        <p:spPr>
          <a:xfrm>
            <a:off x="6645728" y="1121095"/>
            <a:ext cx="3026470" cy="1200329"/>
          </a:xfrm>
          <a:prstGeom prst="rect">
            <a:avLst/>
          </a:prstGeom>
          <a:solidFill>
            <a:srgbClr val="92D050"/>
          </a:solidFill>
          <a:effectLst>
            <a:glow rad="139700">
              <a:schemeClr val="accent6">
                <a:satMod val="175000"/>
                <a:alpha val="40000"/>
              </a:schemeClr>
            </a:glow>
          </a:effectLst>
        </p:spPr>
        <p:txBody>
          <a:bodyPr wrap="square" rtlCol="0">
            <a:spAutoFit/>
          </a:bodyPr>
          <a:lstStyle/>
          <a:p>
            <a:r>
              <a:rPr lang="en-US" dirty="0"/>
              <a:t>This outlet is a placeholder </a:t>
            </a:r>
          </a:p>
          <a:p>
            <a:r>
              <a:rPr lang="en-US" dirty="0"/>
              <a:t>where Child routes are shown</a:t>
            </a:r>
          </a:p>
          <a:p>
            <a:r>
              <a:rPr lang="en-US" dirty="0"/>
              <a:t>It is used for feed where</a:t>
            </a:r>
          </a:p>
          <a:p>
            <a:r>
              <a:rPr lang="en-US" dirty="0"/>
              <a:t>There is changing posts</a:t>
            </a:r>
          </a:p>
        </p:txBody>
      </p:sp>
      <p:cxnSp>
        <p:nvCxnSpPr>
          <p:cNvPr id="13" name="Straight Arrow Connector 12">
            <a:extLst>
              <a:ext uri="{FF2B5EF4-FFF2-40B4-BE49-F238E27FC236}">
                <a16:creationId xmlns:a16="http://schemas.microsoft.com/office/drawing/2014/main" id="{39EE1C8C-6A70-B477-1149-4EBBD3E1ADEB}"/>
              </a:ext>
            </a:extLst>
          </p:cNvPr>
          <p:cNvCxnSpPr>
            <a:cxnSpLocks/>
          </p:cNvCxnSpPr>
          <p:nvPr/>
        </p:nvCxnSpPr>
        <p:spPr>
          <a:xfrm>
            <a:off x="4205688" y="1210923"/>
            <a:ext cx="2611491" cy="291395"/>
          </a:xfrm>
          <a:prstGeom prst="straightConnector1">
            <a:avLst/>
          </a:prstGeom>
          <a:ln w="5715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1BB76197-5F45-651A-9768-FB3986E4D8E9}"/>
              </a:ext>
            </a:extLst>
          </p:cNvPr>
          <p:cNvPicPr>
            <a:picLocks noChangeAspect="1"/>
          </p:cNvPicPr>
          <p:nvPr/>
        </p:nvPicPr>
        <p:blipFill>
          <a:blip r:embed="rId2"/>
          <a:srcRect t="16461" b="74388"/>
          <a:stretch>
            <a:fillRect/>
          </a:stretch>
        </p:blipFill>
        <p:spPr>
          <a:xfrm>
            <a:off x="0" y="1525766"/>
            <a:ext cx="6515660" cy="508874"/>
          </a:xfrm>
          <a:prstGeom prst="rect">
            <a:avLst/>
          </a:prstGeom>
          <a:effectLst>
            <a:glow rad="228600">
              <a:schemeClr val="accent6">
                <a:satMod val="175000"/>
                <a:alpha val="40000"/>
              </a:schemeClr>
            </a:glow>
          </a:effectLst>
        </p:spPr>
      </p:pic>
      <p:pic>
        <p:nvPicPr>
          <p:cNvPr id="16" name="Picture 15">
            <a:extLst>
              <a:ext uri="{FF2B5EF4-FFF2-40B4-BE49-F238E27FC236}">
                <a16:creationId xmlns:a16="http://schemas.microsoft.com/office/drawing/2014/main" id="{2749BDA9-F0D4-4945-F87D-F370A0D8E1A4}"/>
              </a:ext>
            </a:extLst>
          </p:cNvPr>
          <p:cNvPicPr>
            <a:picLocks noChangeAspect="1"/>
          </p:cNvPicPr>
          <p:nvPr/>
        </p:nvPicPr>
        <p:blipFill>
          <a:blip r:embed="rId2"/>
          <a:srcRect t="12400" b="82360"/>
          <a:stretch>
            <a:fillRect/>
          </a:stretch>
        </p:blipFill>
        <p:spPr>
          <a:xfrm>
            <a:off x="130068" y="2832949"/>
            <a:ext cx="6515660" cy="291395"/>
          </a:xfrm>
          <a:prstGeom prst="rect">
            <a:avLst/>
          </a:prstGeom>
        </p:spPr>
      </p:pic>
      <p:pic>
        <p:nvPicPr>
          <p:cNvPr id="17" name="Picture 16">
            <a:extLst>
              <a:ext uri="{FF2B5EF4-FFF2-40B4-BE49-F238E27FC236}">
                <a16:creationId xmlns:a16="http://schemas.microsoft.com/office/drawing/2014/main" id="{094E2A6A-A7D0-1EBA-DD4A-ED3ABC6823C0}"/>
              </a:ext>
            </a:extLst>
          </p:cNvPr>
          <p:cNvPicPr>
            <a:picLocks noChangeAspect="1"/>
          </p:cNvPicPr>
          <p:nvPr/>
        </p:nvPicPr>
        <p:blipFill>
          <a:blip r:embed="rId2"/>
          <a:srcRect t="29743" b="13659"/>
          <a:stretch>
            <a:fillRect/>
          </a:stretch>
        </p:blipFill>
        <p:spPr>
          <a:xfrm>
            <a:off x="213294" y="3365271"/>
            <a:ext cx="6515660" cy="3147214"/>
          </a:xfrm>
          <a:prstGeom prst="rect">
            <a:avLst/>
          </a:prstGeom>
        </p:spPr>
      </p:pic>
      <p:sp>
        <p:nvSpPr>
          <p:cNvPr id="18" name="TextBox 17">
            <a:extLst>
              <a:ext uri="{FF2B5EF4-FFF2-40B4-BE49-F238E27FC236}">
                <a16:creationId xmlns:a16="http://schemas.microsoft.com/office/drawing/2014/main" id="{3A08E213-2EA5-7435-0BC8-BF8EDA0970D6}"/>
              </a:ext>
            </a:extLst>
          </p:cNvPr>
          <p:cNvSpPr txBox="1"/>
          <p:nvPr/>
        </p:nvSpPr>
        <p:spPr>
          <a:xfrm>
            <a:off x="213294" y="2369643"/>
            <a:ext cx="6302366" cy="369332"/>
          </a:xfrm>
          <a:prstGeom prst="rect">
            <a:avLst/>
          </a:prstGeom>
          <a:noFill/>
          <a:ln>
            <a:solidFill>
              <a:schemeClr val="tx1"/>
            </a:solidFill>
          </a:ln>
          <a:effectLst>
            <a:glow rad="101600">
              <a:schemeClr val="accent5">
                <a:satMod val="175000"/>
                <a:alpha val="40000"/>
              </a:schemeClr>
            </a:glow>
          </a:effectLst>
        </p:spPr>
        <p:txBody>
          <a:bodyPr wrap="none" rtlCol="0">
            <a:spAutoFit/>
          </a:bodyPr>
          <a:lstStyle/>
          <a:p>
            <a:r>
              <a:rPr lang="en-US" dirty="0"/>
              <a:t>These are custom hooks to fetch all the users are suggested users</a:t>
            </a:r>
          </a:p>
        </p:txBody>
      </p:sp>
      <p:cxnSp>
        <p:nvCxnSpPr>
          <p:cNvPr id="19" name="Straight Arrow Connector 18">
            <a:extLst>
              <a:ext uri="{FF2B5EF4-FFF2-40B4-BE49-F238E27FC236}">
                <a16:creationId xmlns:a16="http://schemas.microsoft.com/office/drawing/2014/main" id="{C7CACBE0-1E91-0DB7-86C0-F9D6D8C0F631}"/>
              </a:ext>
            </a:extLst>
          </p:cNvPr>
          <p:cNvCxnSpPr>
            <a:cxnSpLocks/>
          </p:cNvCxnSpPr>
          <p:nvPr/>
        </p:nvCxnSpPr>
        <p:spPr>
          <a:xfrm flipH="1">
            <a:off x="3175907" y="2056444"/>
            <a:ext cx="308602" cy="313199"/>
          </a:xfrm>
          <a:prstGeom prst="straightConnector1">
            <a:avLst/>
          </a:prstGeom>
          <a:ln w="5715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1" name="Content Placeholder 4">
            <a:extLst>
              <a:ext uri="{FF2B5EF4-FFF2-40B4-BE49-F238E27FC236}">
                <a16:creationId xmlns:a16="http://schemas.microsoft.com/office/drawing/2014/main" id="{DC084DEF-A77A-CED0-3AF6-8D7AD4B06BA9}"/>
              </a:ext>
            </a:extLst>
          </p:cNvPr>
          <p:cNvPicPr>
            <a:picLocks noChangeAspect="1"/>
          </p:cNvPicPr>
          <p:nvPr/>
        </p:nvPicPr>
        <p:blipFill>
          <a:blip r:embed="rId3"/>
          <a:srcRect l="77254" t="13367" r="5614" b="65593"/>
          <a:stretch>
            <a:fillRect/>
          </a:stretch>
        </p:blipFill>
        <p:spPr>
          <a:xfrm>
            <a:off x="7576297" y="2455352"/>
            <a:ext cx="1382244" cy="915509"/>
          </a:xfrm>
          <a:prstGeom prst="rect">
            <a:avLst/>
          </a:prstGeom>
          <a:effectLst>
            <a:glow rad="228600">
              <a:schemeClr val="accent6">
                <a:satMod val="175000"/>
                <a:alpha val="40000"/>
              </a:schemeClr>
            </a:glow>
          </a:effectLst>
        </p:spPr>
      </p:pic>
      <p:cxnSp>
        <p:nvCxnSpPr>
          <p:cNvPr id="22" name="Straight Arrow Connector 21">
            <a:extLst>
              <a:ext uri="{FF2B5EF4-FFF2-40B4-BE49-F238E27FC236}">
                <a16:creationId xmlns:a16="http://schemas.microsoft.com/office/drawing/2014/main" id="{7EE1EE79-BE3F-BDB6-720A-B9CBC16AEFC2}"/>
              </a:ext>
            </a:extLst>
          </p:cNvPr>
          <p:cNvCxnSpPr>
            <a:cxnSpLocks/>
          </p:cNvCxnSpPr>
          <p:nvPr/>
        </p:nvCxnSpPr>
        <p:spPr>
          <a:xfrm flipV="1">
            <a:off x="4770005" y="2913106"/>
            <a:ext cx="2676225" cy="4272"/>
          </a:xfrm>
          <a:prstGeom prst="straightConnector1">
            <a:avLst/>
          </a:prstGeom>
          <a:ln w="5715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
            <a:extLst>
              <a:ext uri="{FF2B5EF4-FFF2-40B4-BE49-F238E27FC236}">
                <a16:creationId xmlns:a16="http://schemas.microsoft.com/office/drawing/2014/main" id="{2A4E12B2-17EF-B4C1-600D-DFB0E1F35E93}"/>
              </a:ext>
            </a:extLst>
          </p:cNvPr>
          <p:cNvSpPr>
            <a:spLocks noChangeArrowheads="1"/>
          </p:cNvSpPr>
          <p:nvPr/>
        </p:nvSpPr>
        <p:spPr bwMode="auto">
          <a:xfrm flipH="1">
            <a:off x="7005442" y="3685801"/>
            <a:ext cx="2477112" cy="1477328"/>
          </a:xfrm>
          <a:prstGeom prst="rect">
            <a:avLst/>
          </a:prstGeom>
          <a:solidFill>
            <a:schemeClr val="accent6">
              <a:lumMod val="60000"/>
              <a:lumOff val="40000"/>
            </a:schemeClr>
          </a:solidFill>
          <a:ln>
            <a:noFill/>
          </a:ln>
          <a:effectLst>
            <a:glow rad="101600">
              <a:schemeClr val="accent4">
                <a:satMod val="175000"/>
                <a:alpha val="40000"/>
              </a:schemeClr>
            </a:glow>
            <a:outerShdw dist="35921" dir="2700000" algn="ctr" rotWithShape="0">
              <a:schemeClr val="bg2"/>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fetch posts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fetch suggested users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store them in Redux</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update UI</a:t>
            </a:r>
          </a:p>
        </p:txBody>
      </p:sp>
      <p:cxnSp>
        <p:nvCxnSpPr>
          <p:cNvPr id="26" name="Straight Arrow Connector 25">
            <a:extLst>
              <a:ext uri="{FF2B5EF4-FFF2-40B4-BE49-F238E27FC236}">
                <a16:creationId xmlns:a16="http://schemas.microsoft.com/office/drawing/2014/main" id="{545FA0EA-7DD5-FCD6-99A4-803001156998}"/>
              </a:ext>
            </a:extLst>
          </p:cNvPr>
          <p:cNvCxnSpPr>
            <a:cxnSpLocks/>
          </p:cNvCxnSpPr>
          <p:nvPr/>
        </p:nvCxnSpPr>
        <p:spPr>
          <a:xfrm>
            <a:off x="3175907" y="3892767"/>
            <a:ext cx="3829535" cy="279180"/>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D3CF4620-E8A3-88DD-898F-EBC617692130}"/>
              </a:ext>
            </a:extLst>
          </p:cNvPr>
          <p:cNvSpPr/>
          <p:nvPr/>
        </p:nvSpPr>
        <p:spPr>
          <a:xfrm>
            <a:off x="417475" y="3537285"/>
            <a:ext cx="2758432" cy="634662"/>
          </a:xfrm>
          <a:prstGeom prst="ellipse">
            <a:avLst/>
          </a:prstGeom>
          <a:noFill/>
          <a:ln>
            <a:solidFill>
              <a:srgbClr val="FFFF00"/>
            </a:solidFill>
          </a:ln>
          <a:effectLst>
            <a:glow rad="2286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CB6727AA-66AA-F77A-0C65-64639C99EC91}"/>
              </a:ext>
            </a:extLst>
          </p:cNvPr>
          <p:cNvPicPr>
            <a:picLocks noChangeAspect="1"/>
          </p:cNvPicPr>
          <p:nvPr/>
        </p:nvPicPr>
        <p:blipFill>
          <a:blip r:embed="rId2"/>
          <a:srcRect t="88586" b="6393"/>
          <a:stretch>
            <a:fillRect/>
          </a:stretch>
        </p:blipFill>
        <p:spPr>
          <a:xfrm>
            <a:off x="130068" y="6474232"/>
            <a:ext cx="6515660" cy="279180"/>
          </a:xfrm>
          <a:prstGeom prst="rect">
            <a:avLst/>
          </a:prstGeom>
        </p:spPr>
      </p:pic>
      <p:sp>
        <p:nvSpPr>
          <p:cNvPr id="33" name="TextBox 32">
            <a:extLst>
              <a:ext uri="{FF2B5EF4-FFF2-40B4-BE49-F238E27FC236}">
                <a16:creationId xmlns:a16="http://schemas.microsoft.com/office/drawing/2014/main" id="{9DBC864D-C4C4-896E-F21F-97218E0509BC}"/>
              </a:ext>
            </a:extLst>
          </p:cNvPr>
          <p:cNvSpPr txBox="1"/>
          <p:nvPr/>
        </p:nvSpPr>
        <p:spPr>
          <a:xfrm>
            <a:off x="262938" y="33037"/>
            <a:ext cx="1533753" cy="523220"/>
          </a:xfrm>
          <a:prstGeom prst="rect">
            <a:avLst/>
          </a:prstGeom>
          <a:noFill/>
        </p:spPr>
        <p:txBody>
          <a:bodyPr wrap="none" rtlCol="0">
            <a:spAutoFit/>
          </a:bodyPr>
          <a:lstStyle/>
          <a:p>
            <a:r>
              <a:rPr lang="en-US" sz="2800" dirty="0" err="1">
                <a:highlight>
                  <a:srgbClr val="FFFF00"/>
                </a:highlight>
              </a:rPr>
              <a:t>Home.jsx</a:t>
            </a:r>
            <a:endParaRPr lang="en-US" sz="2800" dirty="0">
              <a:highlight>
                <a:srgbClr val="FFFF00"/>
              </a:highlight>
            </a:endParaRPr>
          </a:p>
        </p:txBody>
      </p:sp>
    </p:spTree>
    <p:extLst>
      <p:ext uri="{BB962C8B-B14F-4D97-AF65-F5344CB8AC3E}">
        <p14:creationId xmlns:p14="http://schemas.microsoft.com/office/powerpoint/2010/main" val="40720534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2F30E-9AE2-112A-B6FB-5E4E0CCB65C3}"/>
              </a:ext>
            </a:extLst>
          </p:cNvPr>
          <p:cNvSpPr>
            <a:spLocks noGrp="1"/>
          </p:cNvSpPr>
          <p:nvPr>
            <p:ph type="title"/>
          </p:nvPr>
        </p:nvSpPr>
        <p:spPr>
          <a:xfrm>
            <a:off x="266700" y="195943"/>
            <a:ext cx="10515600" cy="547688"/>
          </a:xfrm>
        </p:spPr>
        <p:txBody>
          <a:bodyPr>
            <a:normAutofit fontScale="90000"/>
          </a:bodyPr>
          <a:lstStyle/>
          <a:p>
            <a:r>
              <a:rPr lang="en-US" dirty="0" err="1"/>
              <a:t>useGetAllPosts.jsx</a:t>
            </a:r>
            <a:r>
              <a:rPr lang="en-US" dirty="0"/>
              <a:t>    --- inside the hooks folder </a:t>
            </a:r>
          </a:p>
        </p:txBody>
      </p:sp>
      <p:pic>
        <p:nvPicPr>
          <p:cNvPr id="5" name="Content Placeholder 4">
            <a:extLst>
              <a:ext uri="{FF2B5EF4-FFF2-40B4-BE49-F238E27FC236}">
                <a16:creationId xmlns:a16="http://schemas.microsoft.com/office/drawing/2014/main" id="{28EB4C9B-AAAE-F9CA-4FCA-9896800CB3A7}"/>
              </a:ext>
            </a:extLst>
          </p:cNvPr>
          <p:cNvPicPr>
            <a:picLocks noGrp="1" noChangeAspect="1"/>
          </p:cNvPicPr>
          <p:nvPr>
            <p:ph idx="1"/>
          </p:nvPr>
        </p:nvPicPr>
        <p:blipFill>
          <a:blip r:embed="rId2"/>
          <a:stretch>
            <a:fillRect/>
          </a:stretch>
        </p:blipFill>
        <p:spPr>
          <a:xfrm>
            <a:off x="266700" y="805089"/>
            <a:ext cx="6142264" cy="5987603"/>
          </a:xfrm>
          <a:prstGeom prst="rect">
            <a:avLst/>
          </a:prstGeom>
        </p:spPr>
      </p:pic>
      <p:sp>
        <p:nvSpPr>
          <p:cNvPr id="6" name="TextBox 5">
            <a:extLst>
              <a:ext uri="{FF2B5EF4-FFF2-40B4-BE49-F238E27FC236}">
                <a16:creationId xmlns:a16="http://schemas.microsoft.com/office/drawing/2014/main" id="{BB9C936E-7D9D-0C87-62A3-DE04D271C669}"/>
              </a:ext>
            </a:extLst>
          </p:cNvPr>
          <p:cNvSpPr txBox="1"/>
          <p:nvPr/>
        </p:nvSpPr>
        <p:spPr>
          <a:xfrm>
            <a:off x="6531427" y="743631"/>
            <a:ext cx="5257680" cy="1477328"/>
          </a:xfrm>
          <a:prstGeom prst="rect">
            <a:avLst/>
          </a:prstGeom>
          <a:noFill/>
        </p:spPr>
        <p:txBody>
          <a:bodyPr wrap="square" rtlCol="0">
            <a:spAutoFit/>
          </a:bodyPr>
          <a:lstStyle/>
          <a:p>
            <a:r>
              <a:rPr lang="en-US" dirty="0"/>
              <a:t>This is use to get all the posts from the backend </a:t>
            </a:r>
          </a:p>
          <a:p>
            <a:r>
              <a:rPr lang="en-US" dirty="0"/>
              <a:t>Stores them in the redux and automatically runs </a:t>
            </a:r>
          </a:p>
          <a:p>
            <a:r>
              <a:rPr lang="en-US" dirty="0"/>
              <a:t>When the home page runs </a:t>
            </a:r>
          </a:p>
          <a:p>
            <a:r>
              <a:rPr lang="en-US" dirty="0"/>
              <a:t>…later on we have added the public and private </a:t>
            </a:r>
          </a:p>
          <a:p>
            <a:r>
              <a:rPr lang="en-US" dirty="0"/>
              <a:t>Posts system ….</a:t>
            </a:r>
          </a:p>
        </p:txBody>
      </p:sp>
      <p:sp>
        <p:nvSpPr>
          <p:cNvPr id="7" name="TextBox 6">
            <a:extLst>
              <a:ext uri="{FF2B5EF4-FFF2-40B4-BE49-F238E27FC236}">
                <a16:creationId xmlns:a16="http://schemas.microsoft.com/office/drawing/2014/main" id="{9EADC313-C35E-89A7-8E45-A001210B6845}"/>
              </a:ext>
            </a:extLst>
          </p:cNvPr>
          <p:cNvSpPr txBox="1"/>
          <p:nvPr/>
        </p:nvSpPr>
        <p:spPr>
          <a:xfrm>
            <a:off x="6472402" y="2228671"/>
            <a:ext cx="5660573" cy="1200329"/>
          </a:xfrm>
          <a:prstGeom prst="rect">
            <a:avLst/>
          </a:prstGeom>
          <a:noFill/>
        </p:spPr>
        <p:txBody>
          <a:bodyPr wrap="square" rtlCol="0">
            <a:spAutoFit/>
          </a:bodyPr>
          <a:lstStyle/>
          <a:p>
            <a:r>
              <a:rPr lang="en-US" dirty="0"/>
              <a:t>Redux posts has a postSlice.js file..</a:t>
            </a:r>
          </a:p>
          <a:p>
            <a:r>
              <a:rPr lang="en-US" dirty="0"/>
              <a:t>So the main thing that happens is the dispatch function</a:t>
            </a:r>
          </a:p>
          <a:p>
            <a:r>
              <a:rPr lang="en-US" dirty="0"/>
              <a:t>Tell the redux to store the posts </a:t>
            </a:r>
          </a:p>
          <a:p>
            <a:r>
              <a:rPr lang="en-US" dirty="0"/>
              <a:t>And will display them</a:t>
            </a:r>
          </a:p>
        </p:txBody>
      </p:sp>
      <p:sp>
        <p:nvSpPr>
          <p:cNvPr id="9" name="TextBox 8">
            <a:extLst>
              <a:ext uri="{FF2B5EF4-FFF2-40B4-BE49-F238E27FC236}">
                <a16:creationId xmlns:a16="http://schemas.microsoft.com/office/drawing/2014/main" id="{24067A1F-572C-B70B-FB91-970F2C47DA95}"/>
              </a:ext>
            </a:extLst>
          </p:cNvPr>
          <p:cNvSpPr txBox="1"/>
          <p:nvPr/>
        </p:nvSpPr>
        <p:spPr>
          <a:xfrm>
            <a:off x="6531427" y="3429000"/>
            <a:ext cx="5660573" cy="3139321"/>
          </a:xfrm>
          <a:prstGeom prst="rect">
            <a:avLst/>
          </a:prstGeom>
          <a:noFill/>
        </p:spPr>
        <p:txBody>
          <a:bodyPr wrap="square">
            <a:spAutoFit/>
          </a:bodyPr>
          <a:lstStyle/>
          <a:p>
            <a:r>
              <a:rPr lang="en-US" dirty="0"/>
              <a:t>When the </a:t>
            </a:r>
            <a:r>
              <a:rPr lang="en-US" dirty="0" err="1">
                <a:latin typeface="Courier New" panose="02070309020205020404" pitchFamily="49" charset="0"/>
              </a:rPr>
              <a:t>useGetAllPost</a:t>
            </a:r>
            <a:r>
              <a:rPr lang="en-US" dirty="0"/>
              <a:t> hook runs, it fetches all posts from the backend using Axios. If the request is successful, it calls </a:t>
            </a:r>
            <a:r>
              <a:rPr lang="en-US" dirty="0">
                <a:latin typeface="Courier New" panose="02070309020205020404" pitchFamily="49" charset="0"/>
              </a:rPr>
              <a:t>dispatch(</a:t>
            </a:r>
            <a:r>
              <a:rPr lang="en-US" dirty="0" err="1">
                <a:latin typeface="Courier New" panose="02070309020205020404" pitchFamily="49" charset="0"/>
              </a:rPr>
              <a:t>setPosts</a:t>
            </a:r>
            <a:r>
              <a:rPr lang="en-US" dirty="0">
                <a:latin typeface="Courier New" panose="02070309020205020404" pitchFamily="49" charset="0"/>
              </a:rPr>
              <a:t>(</a:t>
            </a:r>
            <a:r>
              <a:rPr lang="en-US" dirty="0" err="1">
                <a:latin typeface="Courier New" panose="02070309020205020404" pitchFamily="49" charset="0"/>
              </a:rPr>
              <a:t>res.data.posts</a:t>
            </a:r>
            <a:r>
              <a:rPr lang="en-US" dirty="0">
                <a:latin typeface="Courier New" panose="02070309020205020404" pitchFamily="49" charset="0"/>
              </a:rPr>
              <a:t>))</a:t>
            </a:r>
            <a:r>
              <a:rPr lang="en-US" dirty="0"/>
              <a:t>. This dispatch sends the fetched posts to the Redux store, where the </a:t>
            </a:r>
            <a:r>
              <a:rPr lang="en-US" dirty="0" err="1">
                <a:latin typeface="Courier New" panose="02070309020205020404" pitchFamily="49" charset="0"/>
              </a:rPr>
              <a:t>postSlice</a:t>
            </a:r>
            <a:r>
              <a:rPr lang="en-US" dirty="0"/>
              <a:t> updates its </a:t>
            </a:r>
            <a:r>
              <a:rPr lang="en-US" dirty="0">
                <a:latin typeface="Courier New" panose="02070309020205020404" pitchFamily="49" charset="0"/>
              </a:rPr>
              <a:t>posts</a:t>
            </a:r>
            <a:r>
              <a:rPr lang="en-US" dirty="0"/>
              <a:t> array with the new data. Because Redux stores this data globally, any component in the app can access the posts using </a:t>
            </a:r>
            <a:r>
              <a:rPr lang="en-US" dirty="0" err="1">
                <a:latin typeface="Courier New" panose="02070309020205020404" pitchFamily="49" charset="0"/>
              </a:rPr>
              <a:t>useSelector</a:t>
            </a:r>
            <a:r>
              <a:rPr lang="en-US" dirty="0"/>
              <a:t>, without needing to fetch them again. This makes the app faster, avoids repeated API calls, and ensures every component always displays the latest posts.</a:t>
            </a:r>
          </a:p>
        </p:txBody>
      </p:sp>
    </p:spTree>
    <p:extLst>
      <p:ext uri="{BB962C8B-B14F-4D97-AF65-F5344CB8AC3E}">
        <p14:creationId xmlns:p14="http://schemas.microsoft.com/office/powerpoint/2010/main" val="30974131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11F2D-EDAD-DF1C-EAF0-8DC305D265A8}"/>
              </a:ext>
            </a:extLst>
          </p:cNvPr>
          <p:cNvSpPr>
            <a:spLocks noGrp="1"/>
          </p:cNvSpPr>
          <p:nvPr>
            <p:ph type="title"/>
          </p:nvPr>
        </p:nvSpPr>
        <p:spPr>
          <a:xfrm>
            <a:off x="144236" y="138793"/>
            <a:ext cx="10515600" cy="645659"/>
          </a:xfrm>
        </p:spPr>
        <p:txBody>
          <a:bodyPr>
            <a:normAutofit fontScale="90000"/>
          </a:bodyPr>
          <a:lstStyle/>
          <a:p>
            <a:r>
              <a:rPr lang="en-US" dirty="0"/>
              <a:t>postSlice.js</a:t>
            </a:r>
          </a:p>
        </p:txBody>
      </p:sp>
      <p:pic>
        <p:nvPicPr>
          <p:cNvPr id="5" name="Picture 4">
            <a:extLst>
              <a:ext uri="{FF2B5EF4-FFF2-40B4-BE49-F238E27FC236}">
                <a16:creationId xmlns:a16="http://schemas.microsoft.com/office/drawing/2014/main" id="{D84A3DB4-8B8C-9A87-2DFE-DB26A673C212}"/>
              </a:ext>
            </a:extLst>
          </p:cNvPr>
          <p:cNvPicPr>
            <a:picLocks noChangeAspect="1"/>
          </p:cNvPicPr>
          <p:nvPr/>
        </p:nvPicPr>
        <p:blipFill>
          <a:blip r:embed="rId2"/>
          <a:srcRect t="35286" r="21742" b="11483"/>
          <a:stretch>
            <a:fillRect/>
          </a:stretch>
        </p:blipFill>
        <p:spPr>
          <a:xfrm>
            <a:off x="0" y="3142120"/>
            <a:ext cx="4620075" cy="2315820"/>
          </a:xfrm>
          <a:prstGeom prst="rect">
            <a:avLst/>
          </a:prstGeom>
        </p:spPr>
      </p:pic>
      <p:sp>
        <p:nvSpPr>
          <p:cNvPr id="9" name="TextBox 8">
            <a:extLst>
              <a:ext uri="{FF2B5EF4-FFF2-40B4-BE49-F238E27FC236}">
                <a16:creationId xmlns:a16="http://schemas.microsoft.com/office/drawing/2014/main" id="{53EBC886-605B-0E25-6564-392DBC6A9667}"/>
              </a:ext>
            </a:extLst>
          </p:cNvPr>
          <p:cNvSpPr txBox="1"/>
          <p:nvPr/>
        </p:nvSpPr>
        <p:spPr>
          <a:xfrm>
            <a:off x="7808335" y="230714"/>
            <a:ext cx="4322989" cy="2862322"/>
          </a:xfrm>
          <a:prstGeom prst="rect">
            <a:avLst/>
          </a:prstGeom>
          <a:solidFill>
            <a:schemeClr val="accent1">
              <a:lumMod val="40000"/>
              <a:lumOff val="60000"/>
            </a:schemeClr>
          </a:solidFill>
          <a:effectLst>
            <a:glow rad="101600">
              <a:schemeClr val="accent5">
                <a:satMod val="175000"/>
                <a:alpha val="40000"/>
              </a:schemeClr>
            </a:glow>
          </a:effectLst>
        </p:spPr>
        <p:txBody>
          <a:bodyPr wrap="square">
            <a:spAutoFit/>
          </a:bodyPr>
          <a:lstStyle/>
          <a:p>
            <a:pPr>
              <a:buNone/>
            </a:pPr>
            <a:r>
              <a:rPr lang="en-US" b="1" dirty="0"/>
              <a:t>🎯 What is </a:t>
            </a:r>
            <a:r>
              <a:rPr lang="en-US" b="1" dirty="0" err="1">
                <a:highlight>
                  <a:srgbClr val="C0C0C0"/>
                </a:highlight>
                <a:latin typeface="Courier New" panose="02070309020205020404" pitchFamily="49" charset="0"/>
              </a:rPr>
              <a:t>createSlice</a:t>
            </a:r>
            <a:r>
              <a:rPr lang="en-US" b="1" dirty="0"/>
              <a:t> in Redux Toolkit?</a:t>
            </a:r>
          </a:p>
          <a:p>
            <a:pPr>
              <a:buNone/>
            </a:pPr>
            <a:r>
              <a:rPr lang="en-US" dirty="0" err="1">
                <a:highlight>
                  <a:srgbClr val="FFFF00"/>
                </a:highlight>
                <a:latin typeface="Courier New" panose="02070309020205020404" pitchFamily="49" charset="0"/>
              </a:rPr>
              <a:t>createSlice</a:t>
            </a:r>
            <a:r>
              <a:rPr lang="en-US" dirty="0"/>
              <a:t> is a </a:t>
            </a:r>
            <a:r>
              <a:rPr lang="en-US" b="1" dirty="0"/>
              <a:t>shortcut function</a:t>
            </a:r>
            <a:r>
              <a:rPr lang="en-US" dirty="0"/>
              <a:t> that helps you create:</a:t>
            </a:r>
          </a:p>
          <a:p>
            <a:pPr>
              <a:buFont typeface="Arial" panose="020B0604020202020204" pitchFamily="34" charset="0"/>
              <a:buChar char="•"/>
            </a:pPr>
            <a:r>
              <a:rPr lang="en-US" b="1" dirty="0"/>
              <a:t>State</a:t>
            </a:r>
            <a:r>
              <a:rPr lang="en-US" dirty="0"/>
              <a:t> (initial data)</a:t>
            </a:r>
          </a:p>
          <a:p>
            <a:pPr>
              <a:buFont typeface="Arial" panose="020B0604020202020204" pitchFamily="34" charset="0"/>
              <a:buChar char="•"/>
            </a:pPr>
            <a:r>
              <a:rPr lang="en-US" b="1" dirty="0"/>
              <a:t>Actions</a:t>
            </a:r>
            <a:r>
              <a:rPr lang="en-US" dirty="0"/>
              <a:t> (functions that update the state)</a:t>
            </a:r>
          </a:p>
          <a:p>
            <a:pPr>
              <a:buFont typeface="Arial" panose="020B0604020202020204" pitchFamily="34" charset="0"/>
              <a:buChar char="•"/>
            </a:pPr>
            <a:r>
              <a:rPr lang="en-US" b="1" dirty="0"/>
              <a:t>Reducer</a:t>
            </a:r>
            <a:r>
              <a:rPr lang="en-US" dirty="0"/>
              <a:t> (the logic that Redux uses to modify the store)</a:t>
            </a:r>
          </a:p>
          <a:p>
            <a:pPr>
              <a:buNone/>
            </a:pPr>
            <a:r>
              <a:rPr lang="en-US" dirty="0"/>
              <a:t>All in </a:t>
            </a:r>
            <a:r>
              <a:rPr lang="en-US" b="1" dirty="0"/>
              <a:t>one single place</a:t>
            </a:r>
            <a:r>
              <a:rPr lang="en-US" dirty="0"/>
              <a:t>, instead of writing long and complicated Redux code.</a:t>
            </a:r>
          </a:p>
        </p:txBody>
      </p:sp>
      <p:pic>
        <p:nvPicPr>
          <p:cNvPr id="10" name="Picture 9">
            <a:extLst>
              <a:ext uri="{FF2B5EF4-FFF2-40B4-BE49-F238E27FC236}">
                <a16:creationId xmlns:a16="http://schemas.microsoft.com/office/drawing/2014/main" id="{A0FD9115-EF8F-A7CA-F319-99C708D4AEBC}"/>
              </a:ext>
            </a:extLst>
          </p:cNvPr>
          <p:cNvPicPr>
            <a:picLocks noChangeAspect="1"/>
          </p:cNvPicPr>
          <p:nvPr/>
        </p:nvPicPr>
        <p:blipFill>
          <a:blip r:embed="rId2"/>
          <a:srcRect t="-67" r="24028" b="93747"/>
          <a:stretch>
            <a:fillRect/>
          </a:stretch>
        </p:blipFill>
        <p:spPr>
          <a:xfrm>
            <a:off x="60676" y="891061"/>
            <a:ext cx="5859792" cy="359229"/>
          </a:xfrm>
          <a:prstGeom prst="rect">
            <a:avLst/>
          </a:prstGeom>
          <a:effectLst>
            <a:glow rad="139700">
              <a:schemeClr val="accent2">
                <a:satMod val="175000"/>
                <a:alpha val="40000"/>
              </a:schemeClr>
            </a:glow>
          </a:effectLst>
        </p:spPr>
      </p:pic>
      <p:cxnSp>
        <p:nvCxnSpPr>
          <p:cNvPr id="12" name="Straight Arrow Connector 11">
            <a:extLst>
              <a:ext uri="{FF2B5EF4-FFF2-40B4-BE49-F238E27FC236}">
                <a16:creationId xmlns:a16="http://schemas.microsoft.com/office/drawing/2014/main" id="{FDCE6CEF-8875-92DC-CE6E-073B71BC8463}"/>
              </a:ext>
            </a:extLst>
          </p:cNvPr>
          <p:cNvCxnSpPr>
            <a:cxnSpLocks/>
          </p:cNvCxnSpPr>
          <p:nvPr/>
        </p:nvCxnSpPr>
        <p:spPr>
          <a:xfrm flipV="1">
            <a:off x="5863999" y="470039"/>
            <a:ext cx="1932894" cy="626460"/>
          </a:xfrm>
          <a:prstGeom prst="straightConnector1">
            <a:avLst/>
          </a:prstGeom>
          <a:ln w="57150">
            <a:solidFill>
              <a:schemeClr val="accent5">
                <a:lumMod val="60000"/>
                <a:lumOff val="40000"/>
              </a:schemeClr>
            </a:solidFill>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C9B7098A-0906-FCDA-6E6F-7A4880EFDA97}"/>
              </a:ext>
            </a:extLst>
          </p:cNvPr>
          <p:cNvPicPr>
            <a:picLocks noChangeAspect="1"/>
          </p:cNvPicPr>
          <p:nvPr/>
        </p:nvPicPr>
        <p:blipFill>
          <a:blip r:embed="rId2"/>
          <a:srcRect l="2971" t="5659" r="46644" b="63797"/>
          <a:stretch>
            <a:fillRect/>
          </a:stretch>
        </p:blipFill>
        <p:spPr>
          <a:xfrm>
            <a:off x="90084" y="1356899"/>
            <a:ext cx="3886201" cy="1736137"/>
          </a:xfrm>
          <a:prstGeom prst="rect">
            <a:avLst/>
          </a:prstGeom>
          <a:effectLst>
            <a:glow rad="139700">
              <a:schemeClr val="accent5">
                <a:satMod val="175000"/>
                <a:alpha val="40000"/>
              </a:schemeClr>
            </a:glow>
          </a:effectLst>
        </p:spPr>
      </p:pic>
      <p:cxnSp>
        <p:nvCxnSpPr>
          <p:cNvPr id="17" name="Straight Arrow Connector 16">
            <a:extLst>
              <a:ext uri="{FF2B5EF4-FFF2-40B4-BE49-F238E27FC236}">
                <a16:creationId xmlns:a16="http://schemas.microsoft.com/office/drawing/2014/main" id="{98570054-89F1-7A41-D921-3F1CE06F615B}"/>
              </a:ext>
            </a:extLst>
          </p:cNvPr>
          <p:cNvCxnSpPr>
            <a:cxnSpLocks/>
            <a:endCxn id="20" idx="1"/>
          </p:cNvCxnSpPr>
          <p:nvPr/>
        </p:nvCxnSpPr>
        <p:spPr>
          <a:xfrm>
            <a:off x="2060678" y="1715059"/>
            <a:ext cx="2322988" cy="0"/>
          </a:xfrm>
          <a:prstGeom prst="straightConnector1">
            <a:avLst/>
          </a:prstGeom>
          <a:ln w="57150">
            <a:solidFill>
              <a:schemeClr val="accent5">
                <a:lumMod val="60000"/>
                <a:lumOff val="40000"/>
              </a:schemeClr>
            </a:solidFill>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7B0AC75F-8373-6848-A140-49121807B6FD}"/>
              </a:ext>
            </a:extLst>
          </p:cNvPr>
          <p:cNvSpPr/>
          <p:nvPr/>
        </p:nvSpPr>
        <p:spPr>
          <a:xfrm>
            <a:off x="331457" y="1588544"/>
            <a:ext cx="1644300" cy="387213"/>
          </a:xfrm>
          <a:prstGeom prst="ellipse">
            <a:avLst/>
          </a:prstGeom>
          <a:noFill/>
          <a:ln>
            <a:solidFill>
              <a:schemeClr val="accent1">
                <a:lumMod val="20000"/>
                <a:lumOff val="80000"/>
              </a:schemeClr>
            </a:solidFill>
          </a:ln>
          <a:effectLst>
            <a:glow rad="101600">
              <a:srgbClr val="00B0F0">
                <a:alpha val="86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0" name="TextBox 19">
            <a:extLst>
              <a:ext uri="{FF2B5EF4-FFF2-40B4-BE49-F238E27FC236}">
                <a16:creationId xmlns:a16="http://schemas.microsoft.com/office/drawing/2014/main" id="{18E6CE6A-9D2B-8A74-CAF3-BE44B876FF99}"/>
              </a:ext>
            </a:extLst>
          </p:cNvPr>
          <p:cNvSpPr txBox="1"/>
          <p:nvPr/>
        </p:nvSpPr>
        <p:spPr>
          <a:xfrm>
            <a:off x="4383666" y="1391893"/>
            <a:ext cx="3168298" cy="646331"/>
          </a:xfrm>
          <a:prstGeom prst="rect">
            <a:avLst/>
          </a:prstGeom>
          <a:solidFill>
            <a:schemeClr val="accent4">
              <a:lumMod val="60000"/>
              <a:lumOff val="40000"/>
            </a:schemeClr>
          </a:solidFill>
          <a:effectLst>
            <a:glow rad="101600">
              <a:schemeClr val="accent5">
                <a:satMod val="175000"/>
                <a:alpha val="40000"/>
              </a:schemeClr>
            </a:glow>
          </a:effectLst>
        </p:spPr>
        <p:txBody>
          <a:bodyPr wrap="square">
            <a:spAutoFit/>
          </a:bodyPr>
          <a:lstStyle/>
          <a:p>
            <a:pPr>
              <a:buNone/>
            </a:pPr>
            <a:r>
              <a:rPr lang="en-US" b="1" dirty="0"/>
              <a:t>Slice in redux store will appear as </a:t>
            </a:r>
            <a:r>
              <a:rPr lang="en-US" b="1" dirty="0" err="1"/>
              <a:t>store.post</a:t>
            </a:r>
            <a:endParaRPr lang="en-US" dirty="0"/>
          </a:p>
        </p:txBody>
      </p:sp>
      <p:sp>
        <p:nvSpPr>
          <p:cNvPr id="22" name="Oval 21">
            <a:extLst>
              <a:ext uri="{FF2B5EF4-FFF2-40B4-BE49-F238E27FC236}">
                <a16:creationId xmlns:a16="http://schemas.microsoft.com/office/drawing/2014/main" id="{F22C365F-5998-EC3E-AD19-E90CFDD66C51}"/>
              </a:ext>
            </a:extLst>
          </p:cNvPr>
          <p:cNvSpPr/>
          <p:nvPr/>
        </p:nvSpPr>
        <p:spPr>
          <a:xfrm>
            <a:off x="944056" y="2156779"/>
            <a:ext cx="1415423" cy="387214"/>
          </a:xfrm>
          <a:prstGeom prst="ellipse">
            <a:avLst/>
          </a:prstGeom>
          <a:noFill/>
          <a:ln>
            <a:solidFill>
              <a:schemeClr val="accent1">
                <a:lumMod val="20000"/>
                <a:lumOff val="80000"/>
              </a:schemeClr>
            </a:solidFill>
          </a:ln>
          <a:effectLst>
            <a:glow rad="101600">
              <a:srgbClr val="FFFF00">
                <a:alpha val="6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8A569B72-768E-A9DD-9F74-B5346E719425}"/>
              </a:ext>
            </a:extLst>
          </p:cNvPr>
          <p:cNvCxnSpPr>
            <a:cxnSpLocks/>
            <a:endCxn id="25" idx="1"/>
          </p:cNvCxnSpPr>
          <p:nvPr/>
        </p:nvCxnSpPr>
        <p:spPr>
          <a:xfrm flipV="1">
            <a:off x="2370921" y="2293385"/>
            <a:ext cx="2106385" cy="65916"/>
          </a:xfrm>
          <a:prstGeom prst="straightConnector1">
            <a:avLst/>
          </a:prstGeom>
          <a:ln w="57150">
            <a:solidFill>
              <a:schemeClr val="accent5">
                <a:lumMod val="60000"/>
                <a:lumOff val="40000"/>
              </a:schemeClr>
            </a:solidFill>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BB2CB5F2-FCD6-578C-5694-078D9B6820C2}"/>
              </a:ext>
            </a:extLst>
          </p:cNvPr>
          <p:cNvSpPr txBox="1"/>
          <p:nvPr/>
        </p:nvSpPr>
        <p:spPr>
          <a:xfrm>
            <a:off x="4477306" y="2108719"/>
            <a:ext cx="2935089" cy="369332"/>
          </a:xfrm>
          <a:prstGeom prst="rect">
            <a:avLst/>
          </a:prstGeom>
          <a:solidFill>
            <a:schemeClr val="accent6">
              <a:lumMod val="40000"/>
              <a:lumOff val="60000"/>
            </a:schemeClr>
          </a:solidFill>
          <a:effectLst>
            <a:glow rad="101600">
              <a:schemeClr val="accent5">
                <a:satMod val="175000"/>
                <a:alpha val="40000"/>
              </a:schemeClr>
            </a:glow>
          </a:effectLst>
        </p:spPr>
        <p:txBody>
          <a:bodyPr wrap="square">
            <a:spAutoFit/>
          </a:bodyPr>
          <a:lstStyle/>
          <a:p>
            <a:pPr>
              <a:buNone/>
            </a:pPr>
            <a:r>
              <a:rPr lang="en-US" b="1" dirty="0"/>
              <a:t>Posts array (initially empty)</a:t>
            </a:r>
            <a:endParaRPr lang="en-US" dirty="0"/>
          </a:p>
        </p:txBody>
      </p:sp>
      <p:sp>
        <p:nvSpPr>
          <p:cNvPr id="26" name="Oval 25">
            <a:extLst>
              <a:ext uri="{FF2B5EF4-FFF2-40B4-BE49-F238E27FC236}">
                <a16:creationId xmlns:a16="http://schemas.microsoft.com/office/drawing/2014/main" id="{8E91E3F2-9B97-FA0E-8FA0-A4098B47827A}"/>
              </a:ext>
            </a:extLst>
          </p:cNvPr>
          <p:cNvSpPr/>
          <p:nvPr/>
        </p:nvSpPr>
        <p:spPr>
          <a:xfrm>
            <a:off x="1052218" y="2500904"/>
            <a:ext cx="2303302" cy="387214"/>
          </a:xfrm>
          <a:prstGeom prst="ellipse">
            <a:avLst/>
          </a:prstGeom>
          <a:noFill/>
          <a:ln>
            <a:solidFill>
              <a:schemeClr val="accent1">
                <a:lumMod val="20000"/>
                <a:lumOff val="80000"/>
              </a:schemeClr>
            </a:solidFill>
          </a:ln>
          <a:effectLst>
            <a:glow rad="101600">
              <a:srgbClr val="FFFF00">
                <a:alpha val="6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7" name="Straight Arrow Connector 26">
            <a:extLst>
              <a:ext uri="{FF2B5EF4-FFF2-40B4-BE49-F238E27FC236}">
                <a16:creationId xmlns:a16="http://schemas.microsoft.com/office/drawing/2014/main" id="{FDB0BBCC-812B-556B-AC01-C85478407E6E}"/>
              </a:ext>
            </a:extLst>
          </p:cNvPr>
          <p:cNvCxnSpPr>
            <a:cxnSpLocks/>
            <a:endCxn id="29" idx="1"/>
          </p:cNvCxnSpPr>
          <p:nvPr/>
        </p:nvCxnSpPr>
        <p:spPr>
          <a:xfrm>
            <a:off x="3383954" y="2694921"/>
            <a:ext cx="999712" cy="210770"/>
          </a:xfrm>
          <a:prstGeom prst="straightConnector1">
            <a:avLst/>
          </a:prstGeom>
          <a:ln w="57150">
            <a:solidFill>
              <a:schemeClr val="accent2">
                <a:lumMod val="40000"/>
                <a:lumOff val="60000"/>
              </a:schemeClr>
            </a:solidFill>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BCB32BD7-2CE6-CDF8-E0D8-28E01A010755}"/>
              </a:ext>
            </a:extLst>
          </p:cNvPr>
          <p:cNvSpPr txBox="1"/>
          <p:nvPr/>
        </p:nvSpPr>
        <p:spPr>
          <a:xfrm>
            <a:off x="4383666" y="2613303"/>
            <a:ext cx="3396235" cy="584775"/>
          </a:xfrm>
          <a:prstGeom prst="rect">
            <a:avLst/>
          </a:prstGeom>
          <a:solidFill>
            <a:schemeClr val="tx2">
              <a:lumMod val="40000"/>
              <a:lumOff val="60000"/>
            </a:schemeClr>
          </a:solidFill>
          <a:effectLst>
            <a:glow rad="101600">
              <a:schemeClr val="accent5">
                <a:satMod val="175000"/>
                <a:alpha val="40000"/>
              </a:schemeClr>
            </a:glow>
          </a:effectLst>
        </p:spPr>
        <p:txBody>
          <a:bodyPr wrap="square">
            <a:spAutoFit/>
          </a:bodyPr>
          <a:lstStyle/>
          <a:p>
            <a:pPr>
              <a:buNone/>
            </a:pPr>
            <a:r>
              <a:rPr lang="en-US" sz="1600" b="1" dirty="0"/>
              <a:t>Used in </a:t>
            </a:r>
            <a:r>
              <a:rPr lang="en-US" sz="1600" b="1" dirty="0" err="1"/>
              <a:t>CommentDialog</a:t>
            </a:r>
            <a:endParaRPr lang="en-US" sz="1600" b="1" dirty="0"/>
          </a:p>
          <a:p>
            <a:pPr>
              <a:buNone/>
            </a:pPr>
            <a:r>
              <a:rPr lang="en-US" sz="1600" b="1" dirty="0"/>
              <a:t>Where see details of a specific post</a:t>
            </a:r>
            <a:endParaRPr lang="en-US" sz="1600" dirty="0"/>
          </a:p>
        </p:txBody>
      </p:sp>
      <p:pic>
        <p:nvPicPr>
          <p:cNvPr id="32" name="Picture 31">
            <a:extLst>
              <a:ext uri="{FF2B5EF4-FFF2-40B4-BE49-F238E27FC236}">
                <a16:creationId xmlns:a16="http://schemas.microsoft.com/office/drawing/2014/main" id="{398ABBF9-761A-2194-94E9-2EAE340B913A}"/>
              </a:ext>
            </a:extLst>
          </p:cNvPr>
          <p:cNvPicPr>
            <a:picLocks noChangeAspect="1"/>
          </p:cNvPicPr>
          <p:nvPr/>
        </p:nvPicPr>
        <p:blipFill>
          <a:blip r:embed="rId2"/>
          <a:srcRect l="3034" t="87302"/>
          <a:stretch>
            <a:fillRect/>
          </a:stretch>
        </p:blipFill>
        <p:spPr>
          <a:xfrm>
            <a:off x="46541" y="5631041"/>
            <a:ext cx="7479095" cy="721754"/>
          </a:xfrm>
          <a:prstGeom prst="rect">
            <a:avLst/>
          </a:prstGeom>
        </p:spPr>
      </p:pic>
      <p:sp>
        <p:nvSpPr>
          <p:cNvPr id="36" name="Oval 35">
            <a:extLst>
              <a:ext uri="{FF2B5EF4-FFF2-40B4-BE49-F238E27FC236}">
                <a16:creationId xmlns:a16="http://schemas.microsoft.com/office/drawing/2014/main" id="{9B5FE1FA-0EC2-15FF-2B95-2C61D03EC9EC}"/>
              </a:ext>
            </a:extLst>
          </p:cNvPr>
          <p:cNvSpPr/>
          <p:nvPr/>
        </p:nvSpPr>
        <p:spPr>
          <a:xfrm>
            <a:off x="445758" y="3067770"/>
            <a:ext cx="1195263" cy="387214"/>
          </a:xfrm>
          <a:prstGeom prst="ellipse">
            <a:avLst/>
          </a:prstGeom>
          <a:noFill/>
          <a:ln>
            <a:solidFill>
              <a:schemeClr val="accent1">
                <a:lumMod val="20000"/>
                <a:lumOff val="8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Arrow Connector 36">
            <a:extLst>
              <a:ext uri="{FF2B5EF4-FFF2-40B4-BE49-F238E27FC236}">
                <a16:creationId xmlns:a16="http://schemas.microsoft.com/office/drawing/2014/main" id="{058C0E13-D76A-21D2-730B-C860F9801678}"/>
              </a:ext>
            </a:extLst>
          </p:cNvPr>
          <p:cNvCxnSpPr>
            <a:cxnSpLocks/>
          </p:cNvCxnSpPr>
          <p:nvPr/>
        </p:nvCxnSpPr>
        <p:spPr>
          <a:xfrm>
            <a:off x="1630980" y="3238488"/>
            <a:ext cx="3344769" cy="105385"/>
          </a:xfrm>
          <a:prstGeom prst="straightConnector1">
            <a:avLst/>
          </a:prstGeom>
          <a:ln w="57150">
            <a:solidFill>
              <a:schemeClr val="tx2">
                <a:lumMod val="20000"/>
                <a:lumOff val="80000"/>
              </a:schemeClr>
            </a:solidFill>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B34A2392-4288-BA77-B78D-D05DE6CE9644}"/>
              </a:ext>
            </a:extLst>
          </p:cNvPr>
          <p:cNvSpPr txBox="1"/>
          <p:nvPr/>
        </p:nvSpPr>
        <p:spPr>
          <a:xfrm>
            <a:off x="5065833" y="3248710"/>
            <a:ext cx="4620075" cy="338554"/>
          </a:xfrm>
          <a:prstGeom prst="rect">
            <a:avLst/>
          </a:prstGeom>
          <a:solidFill>
            <a:srgbClr val="99A8DF"/>
          </a:solidFill>
          <a:effectLst>
            <a:glow rad="101600">
              <a:schemeClr val="accent5">
                <a:satMod val="175000"/>
                <a:alpha val="40000"/>
              </a:schemeClr>
            </a:glow>
          </a:effectLst>
        </p:spPr>
        <p:txBody>
          <a:bodyPr wrap="square">
            <a:spAutoFit/>
          </a:bodyPr>
          <a:lstStyle/>
          <a:p>
            <a:pPr>
              <a:buNone/>
            </a:pPr>
            <a:r>
              <a:rPr lang="en-US" sz="1600" b="1" dirty="0"/>
              <a:t>Reducers are the function that update the state</a:t>
            </a:r>
            <a:endParaRPr lang="en-US" sz="1600" dirty="0"/>
          </a:p>
        </p:txBody>
      </p:sp>
      <p:sp>
        <p:nvSpPr>
          <p:cNvPr id="41" name="TextBox 40">
            <a:extLst>
              <a:ext uri="{FF2B5EF4-FFF2-40B4-BE49-F238E27FC236}">
                <a16:creationId xmlns:a16="http://schemas.microsoft.com/office/drawing/2014/main" id="{7880C85B-B41E-9150-982A-6896651EAE9E}"/>
              </a:ext>
            </a:extLst>
          </p:cNvPr>
          <p:cNvSpPr txBox="1"/>
          <p:nvPr/>
        </p:nvSpPr>
        <p:spPr>
          <a:xfrm>
            <a:off x="5634818" y="3703008"/>
            <a:ext cx="4347034" cy="369332"/>
          </a:xfrm>
          <a:prstGeom prst="rect">
            <a:avLst/>
          </a:prstGeom>
          <a:noFill/>
        </p:spPr>
        <p:txBody>
          <a:bodyPr wrap="square">
            <a:spAutoFit/>
          </a:bodyPr>
          <a:lstStyle/>
          <a:p>
            <a:pPr>
              <a:buNone/>
            </a:pPr>
            <a:r>
              <a:rPr lang="en-US" b="1" dirty="0"/>
              <a:t>❤️ ACTION = TRIGGER + DATA</a:t>
            </a:r>
          </a:p>
        </p:txBody>
      </p:sp>
      <p:sp>
        <p:nvSpPr>
          <p:cNvPr id="43" name="TextBox 42">
            <a:extLst>
              <a:ext uri="{FF2B5EF4-FFF2-40B4-BE49-F238E27FC236}">
                <a16:creationId xmlns:a16="http://schemas.microsoft.com/office/drawing/2014/main" id="{431740C3-8369-D7E9-C1DA-99FDAB16C565}"/>
              </a:ext>
            </a:extLst>
          </p:cNvPr>
          <p:cNvSpPr txBox="1"/>
          <p:nvPr/>
        </p:nvSpPr>
        <p:spPr>
          <a:xfrm>
            <a:off x="4734729" y="4091394"/>
            <a:ext cx="7396596" cy="646331"/>
          </a:xfrm>
          <a:prstGeom prst="rect">
            <a:avLst/>
          </a:prstGeom>
          <a:solidFill>
            <a:schemeClr val="accent6"/>
          </a:solidFill>
        </p:spPr>
        <p:txBody>
          <a:bodyPr wrap="square">
            <a:spAutoFit/>
          </a:bodyPr>
          <a:lstStyle/>
          <a:p>
            <a:pPr>
              <a:buNone/>
            </a:pPr>
            <a:r>
              <a:rPr lang="en-US" b="1" dirty="0" err="1">
                <a:latin typeface="Courier New" panose="02070309020205020404" pitchFamily="49" charset="0"/>
              </a:rPr>
              <a:t>setPosts</a:t>
            </a:r>
            <a:r>
              <a:rPr lang="en-US" b="1" dirty="0">
                <a:latin typeface="Courier New" panose="02070309020205020404" pitchFamily="49" charset="0"/>
              </a:rPr>
              <a:t>()-- </a:t>
            </a:r>
            <a:r>
              <a:rPr lang="en-US" dirty="0"/>
              <a:t>an action used to store all posts in Redux.</a:t>
            </a:r>
          </a:p>
          <a:p>
            <a:pPr>
              <a:buNone/>
            </a:pPr>
            <a:r>
              <a:rPr lang="en-US" b="1" dirty="0"/>
              <a:t> </a:t>
            </a:r>
            <a:r>
              <a:rPr lang="en-US" b="1" dirty="0" err="1">
                <a:latin typeface="Courier New" panose="02070309020205020404" pitchFamily="49" charset="0"/>
              </a:rPr>
              <a:t>setSelectedPost</a:t>
            </a:r>
            <a:r>
              <a:rPr lang="en-US" b="1" dirty="0">
                <a:latin typeface="Courier New" panose="02070309020205020404" pitchFamily="49" charset="0"/>
              </a:rPr>
              <a:t>()--</a:t>
            </a:r>
            <a:r>
              <a:rPr lang="en-US" dirty="0"/>
              <a:t> an action used to store only one selected post.</a:t>
            </a:r>
          </a:p>
        </p:txBody>
      </p:sp>
      <p:sp>
        <p:nvSpPr>
          <p:cNvPr id="44" name="TextBox 43">
            <a:extLst>
              <a:ext uri="{FF2B5EF4-FFF2-40B4-BE49-F238E27FC236}">
                <a16:creationId xmlns:a16="http://schemas.microsoft.com/office/drawing/2014/main" id="{2D91101C-8708-22B4-97FF-ED7DCC0DF9A3}"/>
              </a:ext>
            </a:extLst>
          </p:cNvPr>
          <p:cNvSpPr txBox="1"/>
          <p:nvPr/>
        </p:nvSpPr>
        <p:spPr>
          <a:xfrm>
            <a:off x="8433027" y="6029629"/>
            <a:ext cx="3275853" cy="646331"/>
          </a:xfrm>
          <a:prstGeom prst="rect">
            <a:avLst/>
          </a:prstGeom>
          <a:solidFill>
            <a:srgbClr val="FF0000"/>
          </a:solidFill>
          <a:ln>
            <a:solidFill>
              <a:srgbClr val="00B050"/>
            </a:solidFill>
          </a:ln>
        </p:spPr>
        <p:txBody>
          <a:bodyPr wrap="square" rtlCol="0">
            <a:spAutoFit/>
          </a:bodyPr>
          <a:lstStyle/>
          <a:p>
            <a:r>
              <a:rPr lang="en-US" dirty="0">
                <a:solidFill>
                  <a:srgbClr val="FFFF00"/>
                </a:solidFill>
              </a:rPr>
              <a:t>Export the reducer so that store </a:t>
            </a:r>
          </a:p>
          <a:p>
            <a:r>
              <a:rPr lang="en-US" dirty="0">
                <a:solidFill>
                  <a:srgbClr val="FFFF00"/>
                </a:solidFill>
              </a:rPr>
              <a:t>Can need that</a:t>
            </a:r>
          </a:p>
        </p:txBody>
      </p:sp>
      <p:cxnSp>
        <p:nvCxnSpPr>
          <p:cNvPr id="45" name="Straight Arrow Connector 44">
            <a:extLst>
              <a:ext uri="{FF2B5EF4-FFF2-40B4-BE49-F238E27FC236}">
                <a16:creationId xmlns:a16="http://schemas.microsoft.com/office/drawing/2014/main" id="{4C2A7D01-0C1B-0418-928F-2FF472D33AA0}"/>
              </a:ext>
            </a:extLst>
          </p:cNvPr>
          <p:cNvCxnSpPr>
            <a:cxnSpLocks/>
            <a:endCxn id="44" idx="1"/>
          </p:cNvCxnSpPr>
          <p:nvPr/>
        </p:nvCxnSpPr>
        <p:spPr>
          <a:xfrm>
            <a:off x="4086110" y="6069403"/>
            <a:ext cx="4346917" cy="283392"/>
          </a:xfrm>
          <a:prstGeom prst="straightConnector1">
            <a:avLst/>
          </a:prstGeom>
          <a:ln w="57150">
            <a:solidFill>
              <a:schemeClr val="tx2">
                <a:lumMod val="20000"/>
                <a:lumOff val="80000"/>
              </a:schemeClr>
            </a:solidFill>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9293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8B3CF-9F94-FCA7-2663-C789D5E7DB34}"/>
              </a:ext>
            </a:extLst>
          </p:cNvPr>
          <p:cNvSpPr>
            <a:spLocks noGrp="1"/>
          </p:cNvSpPr>
          <p:nvPr>
            <p:ph type="title"/>
          </p:nvPr>
        </p:nvSpPr>
        <p:spPr>
          <a:xfrm>
            <a:off x="244928" y="-33480"/>
            <a:ext cx="12192000" cy="645659"/>
          </a:xfrm>
        </p:spPr>
        <p:txBody>
          <a:bodyPr>
            <a:normAutofit fontScale="90000"/>
          </a:bodyPr>
          <a:lstStyle/>
          <a:p>
            <a:r>
              <a:rPr lang="en-US" dirty="0"/>
              <a:t>useGetSuggestedUsers.js --- inside the hooks folder</a:t>
            </a:r>
          </a:p>
        </p:txBody>
      </p:sp>
      <p:pic>
        <p:nvPicPr>
          <p:cNvPr id="5" name="Content Placeholder 4">
            <a:extLst>
              <a:ext uri="{FF2B5EF4-FFF2-40B4-BE49-F238E27FC236}">
                <a16:creationId xmlns:a16="http://schemas.microsoft.com/office/drawing/2014/main" id="{5695A2ED-3854-C381-3756-E01356956A50}"/>
              </a:ext>
            </a:extLst>
          </p:cNvPr>
          <p:cNvPicPr>
            <a:picLocks noGrp="1" noChangeAspect="1"/>
          </p:cNvPicPr>
          <p:nvPr>
            <p:ph idx="1"/>
          </p:nvPr>
        </p:nvPicPr>
        <p:blipFill>
          <a:blip r:embed="rId2"/>
          <a:stretch>
            <a:fillRect/>
          </a:stretch>
        </p:blipFill>
        <p:spPr>
          <a:xfrm>
            <a:off x="108466" y="721793"/>
            <a:ext cx="6753029" cy="5846438"/>
          </a:xfrm>
          <a:prstGeom prst="rect">
            <a:avLst/>
          </a:prstGeom>
        </p:spPr>
      </p:pic>
      <p:sp>
        <p:nvSpPr>
          <p:cNvPr id="3" name="Oval 2">
            <a:extLst>
              <a:ext uri="{FF2B5EF4-FFF2-40B4-BE49-F238E27FC236}">
                <a16:creationId xmlns:a16="http://schemas.microsoft.com/office/drawing/2014/main" id="{1B967C4A-4900-CE8B-A151-28F45D8C20EC}"/>
              </a:ext>
            </a:extLst>
          </p:cNvPr>
          <p:cNvSpPr/>
          <p:nvPr/>
        </p:nvSpPr>
        <p:spPr>
          <a:xfrm>
            <a:off x="121297" y="649651"/>
            <a:ext cx="4238431" cy="419870"/>
          </a:xfrm>
          <a:prstGeom prst="ellipse">
            <a:avLst/>
          </a:prstGeom>
          <a:noFill/>
          <a:ln>
            <a:solidFill>
              <a:schemeClr val="accent1">
                <a:lumMod val="20000"/>
                <a:lumOff val="80000"/>
              </a:schemeClr>
            </a:solidFill>
          </a:ln>
          <a:effectLst>
            <a:glow rad="101600">
              <a:srgbClr val="00B0F0">
                <a:alpha val="29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p>
        </p:txBody>
      </p:sp>
      <p:cxnSp>
        <p:nvCxnSpPr>
          <p:cNvPr id="4" name="Straight Arrow Connector 3">
            <a:extLst>
              <a:ext uri="{FF2B5EF4-FFF2-40B4-BE49-F238E27FC236}">
                <a16:creationId xmlns:a16="http://schemas.microsoft.com/office/drawing/2014/main" id="{D44FFA9A-3026-5078-1B8E-312D6F1367F1}"/>
              </a:ext>
            </a:extLst>
          </p:cNvPr>
          <p:cNvCxnSpPr>
            <a:cxnSpLocks/>
            <a:endCxn id="7" idx="1"/>
          </p:cNvCxnSpPr>
          <p:nvPr/>
        </p:nvCxnSpPr>
        <p:spPr>
          <a:xfrm>
            <a:off x="4359728" y="843257"/>
            <a:ext cx="3020230" cy="63202"/>
          </a:xfrm>
          <a:prstGeom prst="straightConnector1">
            <a:avLst/>
          </a:prstGeom>
          <a:ln w="57150">
            <a:solidFill>
              <a:schemeClr val="accent5">
                <a:lumMod val="60000"/>
                <a:lumOff val="40000"/>
              </a:schemeClr>
            </a:solidFill>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6D50BBA-0166-1641-E09D-573BC6943AC1}"/>
              </a:ext>
            </a:extLst>
          </p:cNvPr>
          <p:cNvSpPr txBox="1"/>
          <p:nvPr/>
        </p:nvSpPr>
        <p:spPr>
          <a:xfrm>
            <a:off x="7379958" y="721793"/>
            <a:ext cx="4450091" cy="369332"/>
          </a:xfrm>
          <a:prstGeom prst="rect">
            <a:avLst/>
          </a:prstGeom>
          <a:solidFill>
            <a:schemeClr val="accent4">
              <a:lumMod val="60000"/>
              <a:lumOff val="40000"/>
            </a:schemeClr>
          </a:solidFill>
          <a:effectLst>
            <a:glow rad="101600">
              <a:schemeClr val="accent5">
                <a:satMod val="175000"/>
                <a:alpha val="40000"/>
              </a:schemeClr>
            </a:glow>
          </a:effectLst>
        </p:spPr>
        <p:txBody>
          <a:bodyPr wrap="square">
            <a:spAutoFit/>
          </a:bodyPr>
          <a:lstStyle/>
          <a:p>
            <a:pPr>
              <a:buNone/>
            </a:pPr>
            <a:r>
              <a:rPr lang="en-US" b="1" dirty="0"/>
              <a:t>Authslice.js file me </a:t>
            </a:r>
            <a:r>
              <a:rPr lang="en-US" b="1" dirty="0" err="1"/>
              <a:t>suggestedUsers</a:t>
            </a:r>
            <a:r>
              <a:rPr lang="en-US" b="1" dirty="0"/>
              <a:t> array </a:t>
            </a:r>
            <a:r>
              <a:rPr lang="en-US" b="1" dirty="0" err="1"/>
              <a:t>hai</a:t>
            </a:r>
            <a:endParaRPr lang="en-US" dirty="0"/>
          </a:p>
        </p:txBody>
      </p:sp>
      <p:sp>
        <p:nvSpPr>
          <p:cNvPr id="9" name="TextBox 8">
            <a:extLst>
              <a:ext uri="{FF2B5EF4-FFF2-40B4-BE49-F238E27FC236}">
                <a16:creationId xmlns:a16="http://schemas.microsoft.com/office/drawing/2014/main" id="{F36418F6-8BFC-DA6E-E446-610BBEC8D7C3}"/>
              </a:ext>
            </a:extLst>
          </p:cNvPr>
          <p:cNvSpPr txBox="1"/>
          <p:nvPr/>
        </p:nvSpPr>
        <p:spPr>
          <a:xfrm>
            <a:off x="7229474" y="2278150"/>
            <a:ext cx="4543425" cy="4247317"/>
          </a:xfrm>
          <a:prstGeom prst="rect">
            <a:avLst/>
          </a:prstGeom>
          <a:solidFill>
            <a:srgbClr val="FFFF00"/>
          </a:solidFill>
          <a:ln>
            <a:solidFill>
              <a:srgbClr val="FF0000"/>
            </a:solidFill>
          </a:ln>
          <a:effectLst>
            <a:glow rad="139700">
              <a:schemeClr val="accent2">
                <a:satMod val="175000"/>
                <a:alpha val="40000"/>
              </a:schemeClr>
            </a:glow>
          </a:effectLst>
        </p:spPr>
        <p:txBody>
          <a:bodyPr wrap="square">
            <a:spAutoFit/>
          </a:bodyPr>
          <a:lstStyle/>
          <a:p>
            <a:r>
              <a:rPr lang="en-US" dirty="0"/>
              <a:t>This custom hook </a:t>
            </a:r>
            <a:r>
              <a:rPr lang="en-US" dirty="0" err="1">
                <a:solidFill>
                  <a:srgbClr val="FF0000"/>
                </a:solidFill>
                <a:latin typeface="Courier New" panose="02070309020205020404" pitchFamily="49" charset="0"/>
              </a:rPr>
              <a:t>useGetSuggestedUsers</a:t>
            </a:r>
            <a:r>
              <a:rPr lang="en-US" dirty="0"/>
              <a:t> automatically runs when the page loads using </a:t>
            </a:r>
            <a:r>
              <a:rPr lang="en-US" dirty="0" err="1">
                <a:solidFill>
                  <a:srgbClr val="FF0000"/>
                </a:solidFill>
                <a:latin typeface="Courier New" panose="02070309020205020404" pitchFamily="49" charset="0"/>
              </a:rPr>
              <a:t>useEffect</a:t>
            </a:r>
            <a:r>
              <a:rPr lang="en-US" dirty="0">
                <a:solidFill>
                  <a:srgbClr val="FF0000"/>
                </a:solidFill>
              </a:rPr>
              <a:t>. </a:t>
            </a:r>
            <a:r>
              <a:rPr lang="en-US" dirty="0"/>
              <a:t>It sends a </a:t>
            </a:r>
            <a:r>
              <a:rPr lang="en-US" dirty="0">
                <a:solidFill>
                  <a:srgbClr val="00B050"/>
                </a:solidFill>
              </a:rPr>
              <a:t>GET</a:t>
            </a:r>
            <a:r>
              <a:rPr lang="en-US" dirty="0"/>
              <a:t> request to your backend </a:t>
            </a:r>
            <a:r>
              <a:rPr lang="en-US" dirty="0">
                <a:solidFill>
                  <a:srgbClr val="7030A0"/>
                </a:solidFill>
                <a:latin typeface="Courier New" panose="02070309020205020404" pitchFamily="49" charset="0"/>
              </a:rPr>
              <a:t>/</a:t>
            </a:r>
            <a:r>
              <a:rPr lang="en-US" dirty="0" err="1">
                <a:solidFill>
                  <a:srgbClr val="7030A0"/>
                </a:solidFill>
                <a:latin typeface="Courier New" panose="02070309020205020404" pitchFamily="49" charset="0"/>
              </a:rPr>
              <a:t>api</a:t>
            </a:r>
            <a:r>
              <a:rPr lang="en-US" dirty="0">
                <a:solidFill>
                  <a:srgbClr val="7030A0"/>
                </a:solidFill>
                <a:latin typeface="Courier New" panose="02070309020205020404" pitchFamily="49" charset="0"/>
              </a:rPr>
              <a:t>/v1/user/suggested</a:t>
            </a:r>
            <a:r>
              <a:rPr lang="en-US" dirty="0">
                <a:solidFill>
                  <a:srgbClr val="7030A0"/>
                </a:solidFill>
              </a:rPr>
              <a:t> </a:t>
            </a:r>
            <a:r>
              <a:rPr lang="en-US" dirty="0"/>
              <a:t>using </a:t>
            </a:r>
            <a:r>
              <a:rPr lang="en-US" dirty="0" err="1"/>
              <a:t>axios</a:t>
            </a:r>
            <a:r>
              <a:rPr lang="en-US" dirty="0"/>
              <a:t> to fetch a list of suggested users. The </a:t>
            </a:r>
            <a:r>
              <a:rPr lang="en-US" dirty="0">
                <a:latin typeface="Courier New" panose="02070309020205020404" pitchFamily="49" charset="0"/>
              </a:rPr>
              <a:t>dispatch</a:t>
            </a:r>
            <a:r>
              <a:rPr lang="en-US" dirty="0"/>
              <a:t> function from Redux is used to store those users in the global state by calling the </a:t>
            </a:r>
            <a:r>
              <a:rPr lang="en-US" dirty="0" err="1">
                <a:latin typeface="Courier New" panose="02070309020205020404" pitchFamily="49" charset="0"/>
              </a:rPr>
              <a:t>setSuggestedUsers</a:t>
            </a:r>
            <a:r>
              <a:rPr lang="en-US" dirty="0"/>
              <a:t> action from </a:t>
            </a:r>
            <a:r>
              <a:rPr lang="en-US" dirty="0" err="1">
                <a:latin typeface="Courier New" panose="02070309020205020404" pitchFamily="49" charset="0"/>
              </a:rPr>
              <a:t>authSlice</a:t>
            </a:r>
            <a:r>
              <a:rPr lang="en-US" dirty="0"/>
              <a:t>. The hook also handles authentication errors and logs problems if the request fails. In short, this hook fetches suggested users once, and saves them in Redux so any component (like the right sidebar) can display them.</a:t>
            </a:r>
          </a:p>
        </p:txBody>
      </p:sp>
      <p:cxnSp>
        <p:nvCxnSpPr>
          <p:cNvPr id="10" name="Straight Arrow Connector 9">
            <a:extLst>
              <a:ext uri="{FF2B5EF4-FFF2-40B4-BE49-F238E27FC236}">
                <a16:creationId xmlns:a16="http://schemas.microsoft.com/office/drawing/2014/main" id="{48122A1E-F0F3-E6F0-62CB-0AF07952B379}"/>
              </a:ext>
            </a:extLst>
          </p:cNvPr>
          <p:cNvCxnSpPr>
            <a:cxnSpLocks/>
          </p:cNvCxnSpPr>
          <p:nvPr/>
        </p:nvCxnSpPr>
        <p:spPr>
          <a:xfrm>
            <a:off x="6874327" y="1705086"/>
            <a:ext cx="1330780" cy="480569"/>
          </a:xfrm>
          <a:prstGeom prst="straightConnector1">
            <a:avLst/>
          </a:prstGeom>
          <a:ln w="57150">
            <a:solidFill>
              <a:schemeClr val="accent5">
                <a:lumMod val="60000"/>
                <a:lumOff val="40000"/>
              </a:schemeClr>
            </a:solidFill>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12" name="Content Placeholder 4">
            <a:extLst>
              <a:ext uri="{FF2B5EF4-FFF2-40B4-BE49-F238E27FC236}">
                <a16:creationId xmlns:a16="http://schemas.microsoft.com/office/drawing/2014/main" id="{DBB6411D-5F92-987F-68DB-33425E7F494D}"/>
              </a:ext>
            </a:extLst>
          </p:cNvPr>
          <p:cNvPicPr>
            <a:picLocks noChangeAspect="1"/>
          </p:cNvPicPr>
          <p:nvPr/>
        </p:nvPicPr>
        <p:blipFill>
          <a:blip r:embed="rId3"/>
          <a:srcRect l="77254" t="13367" r="5614" b="65593"/>
          <a:stretch>
            <a:fillRect/>
          </a:stretch>
        </p:blipFill>
        <p:spPr>
          <a:xfrm>
            <a:off x="5098718" y="1194342"/>
            <a:ext cx="1542250" cy="1021487"/>
          </a:xfrm>
          <a:prstGeom prst="rect">
            <a:avLst/>
          </a:prstGeom>
          <a:effectLst>
            <a:glow rad="228600">
              <a:schemeClr val="accent6">
                <a:satMod val="175000"/>
                <a:alpha val="40000"/>
              </a:schemeClr>
            </a:glow>
          </a:effectLst>
        </p:spPr>
      </p:pic>
    </p:spTree>
    <p:extLst>
      <p:ext uri="{BB962C8B-B14F-4D97-AF65-F5344CB8AC3E}">
        <p14:creationId xmlns:p14="http://schemas.microsoft.com/office/powerpoint/2010/main" val="19498527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39102-E656-DA5F-74FB-62D54CD10CE7}"/>
              </a:ext>
            </a:extLst>
          </p:cNvPr>
          <p:cNvSpPr>
            <a:spLocks noGrp="1"/>
          </p:cNvSpPr>
          <p:nvPr>
            <p:ph type="title"/>
          </p:nvPr>
        </p:nvSpPr>
        <p:spPr>
          <a:xfrm>
            <a:off x="269422" y="98348"/>
            <a:ext cx="10515600" cy="661307"/>
          </a:xfrm>
        </p:spPr>
        <p:txBody>
          <a:bodyPr>
            <a:normAutofit fontScale="90000"/>
          </a:bodyPr>
          <a:lstStyle/>
          <a:p>
            <a:r>
              <a:rPr lang="en-US" dirty="0" err="1"/>
              <a:t>RightSidebar.jsx</a:t>
            </a:r>
            <a:endParaRPr lang="en-US" dirty="0"/>
          </a:p>
        </p:txBody>
      </p:sp>
      <p:pic>
        <p:nvPicPr>
          <p:cNvPr id="5" name="Picture 4">
            <a:extLst>
              <a:ext uri="{FF2B5EF4-FFF2-40B4-BE49-F238E27FC236}">
                <a16:creationId xmlns:a16="http://schemas.microsoft.com/office/drawing/2014/main" id="{1E47D396-4769-6DD5-5092-E45B76E04A97}"/>
              </a:ext>
            </a:extLst>
          </p:cNvPr>
          <p:cNvPicPr>
            <a:picLocks noChangeAspect="1"/>
          </p:cNvPicPr>
          <p:nvPr/>
        </p:nvPicPr>
        <p:blipFill>
          <a:blip r:embed="rId2"/>
          <a:srcRect r="36751" b="80993"/>
          <a:stretch>
            <a:fillRect/>
          </a:stretch>
        </p:blipFill>
        <p:spPr>
          <a:xfrm>
            <a:off x="269422" y="902378"/>
            <a:ext cx="4482193" cy="910093"/>
          </a:xfrm>
          <a:prstGeom prst="rect">
            <a:avLst/>
          </a:prstGeom>
          <a:effectLst>
            <a:glow rad="228600">
              <a:schemeClr val="accent2">
                <a:satMod val="175000"/>
                <a:alpha val="40000"/>
              </a:schemeClr>
            </a:glow>
          </a:effectLst>
        </p:spPr>
      </p:pic>
      <p:pic>
        <p:nvPicPr>
          <p:cNvPr id="4" name="Content Placeholder 4">
            <a:extLst>
              <a:ext uri="{FF2B5EF4-FFF2-40B4-BE49-F238E27FC236}">
                <a16:creationId xmlns:a16="http://schemas.microsoft.com/office/drawing/2014/main" id="{D59FBE03-0EC4-CE41-5DAF-84AF8AF3997C}"/>
              </a:ext>
            </a:extLst>
          </p:cNvPr>
          <p:cNvPicPr>
            <a:picLocks noGrp="1" noChangeAspect="1"/>
          </p:cNvPicPr>
          <p:nvPr>
            <p:ph idx="1"/>
          </p:nvPr>
        </p:nvPicPr>
        <p:blipFill>
          <a:blip r:embed="rId3"/>
          <a:srcRect l="76444" t="3737" r="5745" b="65680"/>
          <a:stretch>
            <a:fillRect/>
          </a:stretch>
        </p:blipFill>
        <p:spPr>
          <a:xfrm>
            <a:off x="5435033" y="354179"/>
            <a:ext cx="1436914" cy="1330779"/>
          </a:xfrm>
          <a:prstGeom prst="rect">
            <a:avLst/>
          </a:prstGeom>
          <a:effectLst>
            <a:glow rad="139700">
              <a:schemeClr val="accent5">
                <a:satMod val="175000"/>
                <a:alpha val="40000"/>
              </a:schemeClr>
            </a:glow>
          </a:effectLst>
        </p:spPr>
      </p:pic>
      <p:sp>
        <p:nvSpPr>
          <p:cNvPr id="7" name="TextBox 6">
            <a:extLst>
              <a:ext uri="{FF2B5EF4-FFF2-40B4-BE49-F238E27FC236}">
                <a16:creationId xmlns:a16="http://schemas.microsoft.com/office/drawing/2014/main" id="{B2C32BB7-2E9A-8033-DD2F-90073B72D460}"/>
              </a:ext>
            </a:extLst>
          </p:cNvPr>
          <p:cNvSpPr txBox="1"/>
          <p:nvPr/>
        </p:nvSpPr>
        <p:spPr>
          <a:xfrm>
            <a:off x="7749950" y="325601"/>
            <a:ext cx="4159022" cy="369332"/>
          </a:xfrm>
          <a:prstGeom prst="rect">
            <a:avLst/>
          </a:prstGeom>
          <a:noFill/>
        </p:spPr>
        <p:txBody>
          <a:bodyPr wrap="square">
            <a:spAutoFit/>
          </a:bodyPr>
          <a:lstStyle/>
          <a:p>
            <a:r>
              <a:rPr lang="en-US" dirty="0">
                <a:highlight>
                  <a:srgbClr val="FFFF00"/>
                </a:highlight>
              </a:rPr>
              <a:t>UI components to display profile picture.</a:t>
            </a:r>
          </a:p>
        </p:txBody>
      </p:sp>
      <p:sp>
        <p:nvSpPr>
          <p:cNvPr id="8" name="Rectangle 7">
            <a:extLst>
              <a:ext uri="{FF2B5EF4-FFF2-40B4-BE49-F238E27FC236}">
                <a16:creationId xmlns:a16="http://schemas.microsoft.com/office/drawing/2014/main" id="{58589AAB-8FC5-3B80-F15D-FDCD7DF1114A}"/>
              </a:ext>
            </a:extLst>
          </p:cNvPr>
          <p:cNvSpPr/>
          <p:nvPr/>
        </p:nvSpPr>
        <p:spPr>
          <a:xfrm>
            <a:off x="334736" y="1077686"/>
            <a:ext cx="4294415" cy="194024"/>
          </a:xfrm>
          <a:prstGeom prst="rect">
            <a:avLst/>
          </a:prstGeom>
          <a:noFill/>
          <a:ln>
            <a:solidFill>
              <a:schemeClr val="accent5"/>
            </a:solidFill>
          </a:ln>
          <a:effectLst>
            <a:glow rad="101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4C4A1EF1-7485-30FA-5D99-6CADD1AA7BDB}"/>
              </a:ext>
            </a:extLst>
          </p:cNvPr>
          <p:cNvCxnSpPr>
            <a:stCxn id="8" idx="3"/>
            <a:endCxn id="7" idx="1"/>
          </p:cNvCxnSpPr>
          <p:nvPr/>
        </p:nvCxnSpPr>
        <p:spPr>
          <a:xfrm flipV="1">
            <a:off x="4629151" y="510267"/>
            <a:ext cx="3120799" cy="664431"/>
          </a:xfrm>
          <a:prstGeom prst="straightConnector1">
            <a:avLst/>
          </a:prstGeom>
          <a:ln w="57150">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2" name="Rectangle 1">
            <a:extLst>
              <a:ext uri="{FF2B5EF4-FFF2-40B4-BE49-F238E27FC236}">
                <a16:creationId xmlns:a16="http://schemas.microsoft.com/office/drawing/2014/main" id="{EE99BEED-1ABE-35B1-AD3D-CD496F00FB62}"/>
              </a:ext>
            </a:extLst>
          </p:cNvPr>
          <p:cNvSpPr>
            <a:spLocks noChangeArrowheads="1"/>
          </p:cNvSpPr>
          <p:nvPr/>
        </p:nvSpPr>
        <p:spPr bwMode="auto">
          <a:xfrm>
            <a:off x="7445831" y="723135"/>
            <a:ext cx="4680856" cy="2308324"/>
          </a:xfrm>
          <a:prstGeom prst="rect">
            <a:avLst/>
          </a:prstGeom>
          <a:solidFill>
            <a:schemeClr val="accent2"/>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rgbClr val="FF0000"/>
                </a:solidFill>
                <a:effectLst/>
                <a:highlight>
                  <a:srgbClr val="FFFF00"/>
                </a:highlight>
                <a:latin typeface="Arial" panose="020B0604020202020204" pitchFamily="34" charset="0"/>
              </a:rPr>
              <a:t>Avatar, </a:t>
            </a:r>
            <a:r>
              <a:rPr kumimoji="0" lang="en-US" altLang="en-US" sz="1800" b="1" i="0" u="none" strike="noStrike" cap="none" normalizeH="0" baseline="0" dirty="0" err="1">
                <a:ln>
                  <a:noFill/>
                </a:ln>
                <a:solidFill>
                  <a:srgbClr val="FF0000"/>
                </a:solidFill>
                <a:effectLst/>
                <a:highlight>
                  <a:srgbClr val="FFFF00"/>
                </a:highlight>
                <a:latin typeface="Arial" panose="020B0604020202020204" pitchFamily="34" charset="0"/>
              </a:rPr>
              <a:t>AvatarImage</a:t>
            </a:r>
            <a:r>
              <a:rPr kumimoji="0" lang="en-US" altLang="en-US" sz="1800" b="1" i="0" u="none" strike="noStrike" cap="none" normalizeH="0" baseline="0" dirty="0">
                <a:ln>
                  <a:noFill/>
                </a:ln>
                <a:solidFill>
                  <a:srgbClr val="FF0000"/>
                </a:solidFill>
                <a:effectLst/>
                <a:highlight>
                  <a:srgbClr val="FFFF00"/>
                </a:highlight>
                <a:latin typeface="Arial" panose="020B0604020202020204" pitchFamily="34" charset="0"/>
              </a:rPr>
              <a:t>, </a:t>
            </a:r>
            <a:r>
              <a:rPr kumimoji="0" lang="en-US" altLang="en-US" sz="1800" b="1" i="0" u="none" strike="noStrike" cap="none" normalizeH="0" baseline="0" dirty="0" err="1">
                <a:ln>
                  <a:noFill/>
                </a:ln>
                <a:solidFill>
                  <a:srgbClr val="FF0000"/>
                </a:solidFill>
                <a:effectLst/>
                <a:highlight>
                  <a:srgbClr val="FFFF00"/>
                </a:highlight>
                <a:latin typeface="Arial" panose="020B0604020202020204" pitchFamily="34" charset="0"/>
              </a:rPr>
              <a:t>AvatarFallback</a:t>
            </a:r>
            <a:r>
              <a:rPr kumimoji="0" lang="en-US" altLang="en-US" sz="1800" b="0" i="0" u="none" strike="noStrike" cap="none" normalizeH="0" baseline="0" dirty="0">
                <a:ln>
                  <a:noFill/>
                </a:ln>
                <a:effectLst/>
                <a:highlight>
                  <a:srgbClr val="FFFF00"/>
                </a:highlight>
                <a:latin typeface="Arial" panose="020B0604020202020204" pitchFamily="34" charset="0"/>
              </a:rPr>
              <a:t> </a:t>
            </a:r>
            <a:r>
              <a:rPr kumimoji="0" lang="en-US" altLang="en-US" sz="1800" b="0" i="0" u="none" strike="noStrike" cap="none" normalizeH="0" baseline="0" dirty="0">
                <a:ln>
                  <a:noFill/>
                </a:ln>
                <a:effectLst/>
                <a:latin typeface="Arial" panose="020B0604020202020204" pitchFamily="34" charset="0"/>
              </a:rPr>
              <a:t>→ UI components to display profile picture.</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err="1">
                <a:ln>
                  <a:noFill/>
                </a:ln>
                <a:solidFill>
                  <a:srgbClr val="FF0000"/>
                </a:solidFill>
                <a:effectLst/>
                <a:highlight>
                  <a:srgbClr val="FFFF00"/>
                </a:highlight>
                <a:latin typeface="Arial" panose="020B0604020202020204" pitchFamily="34" charset="0"/>
              </a:rPr>
              <a:t>useSelector</a:t>
            </a:r>
            <a:r>
              <a:rPr kumimoji="0" lang="en-US" altLang="en-US" sz="1800" b="0" i="0" u="none" strike="noStrike" cap="none" normalizeH="0" baseline="0" dirty="0">
                <a:ln>
                  <a:noFill/>
                </a:ln>
                <a:solidFill>
                  <a:srgbClr val="FF0000"/>
                </a:solidFill>
                <a:effectLst/>
                <a:latin typeface="Arial" panose="020B0604020202020204" pitchFamily="34" charset="0"/>
              </a:rPr>
              <a:t> </a:t>
            </a:r>
            <a:r>
              <a:rPr kumimoji="0" lang="en-US" altLang="en-US" sz="1800" b="0" i="0" u="none" strike="noStrike" cap="none" normalizeH="0" baseline="0" dirty="0">
                <a:ln>
                  <a:noFill/>
                </a:ln>
                <a:effectLst/>
                <a:latin typeface="Arial" panose="020B0604020202020204" pitchFamily="34" charset="0"/>
              </a:rPr>
              <a:t>→ Reads data from Redux store.</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rgbClr val="FF0000"/>
                </a:solidFill>
                <a:effectLst/>
                <a:highlight>
                  <a:srgbClr val="FFFF00"/>
                </a:highlight>
                <a:latin typeface="Arial" panose="020B0604020202020204" pitchFamily="34" charset="0"/>
              </a:rPr>
              <a:t>Link</a:t>
            </a:r>
            <a:r>
              <a:rPr kumimoji="0" lang="en-US" altLang="en-US" sz="1800" b="0" i="0" u="none" strike="noStrike" cap="none" normalizeH="0" baseline="0" dirty="0">
                <a:ln>
                  <a:noFill/>
                </a:ln>
                <a:effectLst/>
                <a:latin typeface="Arial" panose="020B0604020202020204" pitchFamily="34" charset="0"/>
              </a:rPr>
              <a:t> → For navigation without refreshing page.</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err="1">
                <a:ln>
                  <a:noFill/>
                </a:ln>
                <a:solidFill>
                  <a:srgbClr val="FF0000"/>
                </a:solidFill>
                <a:effectLst/>
                <a:highlight>
                  <a:srgbClr val="FFFF00"/>
                </a:highlight>
                <a:latin typeface="Arial" panose="020B0604020202020204" pitchFamily="34" charset="0"/>
              </a:rPr>
              <a:t>SuggestedUsers</a:t>
            </a:r>
            <a:r>
              <a:rPr kumimoji="0" lang="en-US" altLang="en-US" sz="1800" b="0" i="0" u="none" strike="noStrike" cap="none" normalizeH="0" baseline="0" dirty="0">
                <a:ln>
                  <a:noFill/>
                </a:ln>
                <a:effectLst/>
                <a:latin typeface="Arial" panose="020B0604020202020204" pitchFamily="34" charset="0"/>
              </a:rPr>
              <a:t> → Shows the list of suggested users.</a:t>
            </a:r>
          </a:p>
        </p:txBody>
      </p:sp>
      <p:pic>
        <p:nvPicPr>
          <p:cNvPr id="14" name="Picture 13">
            <a:extLst>
              <a:ext uri="{FF2B5EF4-FFF2-40B4-BE49-F238E27FC236}">
                <a16:creationId xmlns:a16="http://schemas.microsoft.com/office/drawing/2014/main" id="{B1B47D1F-6E12-345C-A1E1-466572EF30FD}"/>
              </a:ext>
            </a:extLst>
          </p:cNvPr>
          <p:cNvPicPr>
            <a:picLocks noChangeAspect="1"/>
          </p:cNvPicPr>
          <p:nvPr/>
        </p:nvPicPr>
        <p:blipFill>
          <a:blip r:embed="rId2"/>
          <a:srcRect t="19400" b="72150"/>
          <a:stretch>
            <a:fillRect/>
          </a:stretch>
        </p:blipFill>
        <p:spPr>
          <a:xfrm>
            <a:off x="65313" y="2096287"/>
            <a:ext cx="7086600" cy="404591"/>
          </a:xfrm>
          <a:prstGeom prst="rect">
            <a:avLst/>
          </a:prstGeom>
        </p:spPr>
      </p:pic>
      <p:cxnSp>
        <p:nvCxnSpPr>
          <p:cNvPr id="15" name="Straight Arrow Connector 14">
            <a:extLst>
              <a:ext uri="{FF2B5EF4-FFF2-40B4-BE49-F238E27FC236}">
                <a16:creationId xmlns:a16="http://schemas.microsoft.com/office/drawing/2014/main" id="{6CF2197C-F38F-992C-B92C-27F282250ADF}"/>
              </a:ext>
            </a:extLst>
          </p:cNvPr>
          <p:cNvCxnSpPr>
            <a:cxnSpLocks/>
          </p:cNvCxnSpPr>
          <p:nvPr/>
        </p:nvCxnSpPr>
        <p:spPr>
          <a:xfrm>
            <a:off x="4727123" y="1600102"/>
            <a:ext cx="2713264" cy="138891"/>
          </a:xfrm>
          <a:prstGeom prst="straightConnector1">
            <a:avLst/>
          </a:prstGeom>
          <a:ln w="57150">
            <a:solidFill>
              <a:schemeClr val="bg1">
                <a:lumMod val="50000"/>
              </a:schemeClr>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6A8490D-60E0-A5DE-F1A7-3F930557802D}"/>
              </a:ext>
            </a:extLst>
          </p:cNvPr>
          <p:cNvSpPr/>
          <p:nvPr/>
        </p:nvSpPr>
        <p:spPr>
          <a:xfrm>
            <a:off x="128998" y="2253343"/>
            <a:ext cx="3642902" cy="345679"/>
          </a:xfrm>
          <a:prstGeom prst="ellipse">
            <a:avLst/>
          </a:prstGeom>
          <a:noFill/>
          <a:ln>
            <a:solidFill>
              <a:srgbClr val="92D050"/>
            </a:solidFill>
          </a:ln>
          <a:effectLst>
            <a:glow rad="1397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Arrow Connector 21">
            <a:extLst>
              <a:ext uri="{FF2B5EF4-FFF2-40B4-BE49-F238E27FC236}">
                <a16:creationId xmlns:a16="http://schemas.microsoft.com/office/drawing/2014/main" id="{279D4524-D4E3-3C59-52EA-0DC8C0A8BC35}"/>
              </a:ext>
            </a:extLst>
          </p:cNvPr>
          <p:cNvCxnSpPr>
            <a:cxnSpLocks/>
          </p:cNvCxnSpPr>
          <p:nvPr/>
        </p:nvCxnSpPr>
        <p:spPr>
          <a:xfrm>
            <a:off x="3662802" y="2445542"/>
            <a:ext cx="3777585" cy="943211"/>
          </a:xfrm>
          <a:prstGeom prst="straightConnector1">
            <a:avLst/>
          </a:prstGeom>
          <a:ln w="76200">
            <a:solidFill>
              <a:srgbClr val="92D050"/>
            </a:solidFill>
            <a:tailEnd type="triangle"/>
          </a:ln>
          <a:effectLst>
            <a:glow rad="1016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20209DB2-0375-3015-C357-C30503897ABA}"/>
              </a:ext>
            </a:extLst>
          </p:cNvPr>
          <p:cNvSpPr/>
          <p:nvPr/>
        </p:nvSpPr>
        <p:spPr>
          <a:xfrm>
            <a:off x="7369628" y="3102624"/>
            <a:ext cx="4757059" cy="923330"/>
          </a:xfrm>
          <a:prstGeom prst="rect">
            <a:avLst/>
          </a:prstGeom>
          <a:solidFill>
            <a:srgbClr val="FF0000"/>
          </a:solidFill>
        </p:spPr>
        <p:txBody>
          <a:bodyPr wrap="square">
            <a:spAutoFit/>
          </a:bodyPr>
          <a:lstStyle/>
          <a:p>
            <a:pPr lvl="0" eaLnBrk="0" fontAlgn="base" hangingPunct="0">
              <a:spcBef>
                <a:spcPct val="0"/>
              </a:spcBef>
              <a:spcAft>
                <a:spcPct val="0"/>
              </a:spcAft>
            </a:pPr>
            <a:r>
              <a:rPr lang="en-US" altLang="en-US" dirty="0">
                <a:solidFill>
                  <a:srgbClr val="FFFF00"/>
                </a:solidFill>
                <a:latin typeface="Arial" panose="020B0604020202020204" pitchFamily="34" charset="0"/>
              </a:rPr>
              <a:t>We go to </a:t>
            </a:r>
            <a:r>
              <a:rPr lang="en-US" altLang="en-US" b="1" dirty="0">
                <a:solidFill>
                  <a:srgbClr val="FFFF00"/>
                </a:solidFill>
                <a:latin typeface="Arial" panose="020B0604020202020204" pitchFamily="34" charset="0"/>
              </a:rPr>
              <a:t>Redux store → auth slice → user</a:t>
            </a:r>
            <a:r>
              <a:rPr lang="en-US" altLang="en-US" dirty="0">
                <a:solidFill>
                  <a:srgbClr val="FFFF00"/>
                </a:solidFill>
                <a:latin typeface="Arial" panose="020B0604020202020204" pitchFamily="34" charset="0"/>
              </a:rPr>
              <a:t>. This gives us the logged-in user details (username, image, bio, id, </a:t>
            </a:r>
            <a:r>
              <a:rPr lang="en-US" altLang="en-US" dirty="0" err="1">
                <a:solidFill>
                  <a:srgbClr val="FFFF00"/>
                </a:solidFill>
                <a:latin typeface="Arial" panose="020B0604020202020204" pitchFamily="34" charset="0"/>
              </a:rPr>
              <a:t>etc</a:t>
            </a:r>
            <a:r>
              <a:rPr lang="en-US" altLang="en-US" dirty="0">
                <a:solidFill>
                  <a:srgbClr val="FFFF00"/>
                </a:solidFill>
                <a:latin typeface="Arial" panose="020B0604020202020204" pitchFamily="34" charset="0"/>
              </a:rPr>
              <a:t>).</a:t>
            </a:r>
          </a:p>
        </p:txBody>
      </p:sp>
      <p:pic>
        <p:nvPicPr>
          <p:cNvPr id="28" name="Picture 27">
            <a:extLst>
              <a:ext uri="{FF2B5EF4-FFF2-40B4-BE49-F238E27FC236}">
                <a16:creationId xmlns:a16="http://schemas.microsoft.com/office/drawing/2014/main" id="{75E64BFB-1A18-8E47-E3C9-B7C43F6EDE99}"/>
              </a:ext>
            </a:extLst>
          </p:cNvPr>
          <p:cNvPicPr>
            <a:picLocks noChangeAspect="1"/>
          </p:cNvPicPr>
          <p:nvPr/>
        </p:nvPicPr>
        <p:blipFill>
          <a:blip r:embed="rId2"/>
          <a:srcRect t="26716" b="38327"/>
          <a:stretch>
            <a:fillRect/>
          </a:stretch>
        </p:blipFill>
        <p:spPr>
          <a:xfrm>
            <a:off x="123554" y="2623033"/>
            <a:ext cx="7086600" cy="1673784"/>
          </a:xfrm>
          <a:prstGeom prst="rect">
            <a:avLst/>
          </a:prstGeom>
          <a:effectLst>
            <a:glow rad="228600">
              <a:schemeClr val="accent3">
                <a:satMod val="175000"/>
                <a:alpha val="40000"/>
              </a:schemeClr>
            </a:glow>
          </a:effectLst>
        </p:spPr>
      </p:pic>
      <p:cxnSp>
        <p:nvCxnSpPr>
          <p:cNvPr id="29" name="Straight Arrow Connector 28">
            <a:extLst>
              <a:ext uri="{FF2B5EF4-FFF2-40B4-BE49-F238E27FC236}">
                <a16:creationId xmlns:a16="http://schemas.microsoft.com/office/drawing/2014/main" id="{1AFE9495-47BF-DEB9-D639-5D14BD7484EB}"/>
              </a:ext>
            </a:extLst>
          </p:cNvPr>
          <p:cNvCxnSpPr>
            <a:cxnSpLocks/>
          </p:cNvCxnSpPr>
          <p:nvPr/>
        </p:nvCxnSpPr>
        <p:spPr>
          <a:xfrm>
            <a:off x="3717351" y="2469553"/>
            <a:ext cx="3777585" cy="943211"/>
          </a:xfrm>
          <a:prstGeom prst="straightConnector1">
            <a:avLst/>
          </a:prstGeom>
          <a:ln w="76200">
            <a:solidFill>
              <a:srgbClr val="92D050"/>
            </a:solidFill>
            <a:tailEnd type="triangle"/>
          </a:ln>
          <a:effectLst>
            <a:glow rad="1016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31" name="Rectangle 3">
            <a:extLst>
              <a:ext uri="{FF2B5EF4-FFF2-40B4-BE49-F238E27FC236}">
                <a16:creationId xmlns:a16="http://schemas.microsoft.com/office/drawing/2014/main" id="{EF1ABB0F-6C75-195C-8E10-85ADD52510A6}"/>
              </a:ext>
            </a:extLst>
          </p:cNvPr>
          <p:cNvSpPr>
            <a:spLocks noChangeArrowheads="1"/>
          </p:cNvSpPr>
          <p:nvPr/>
        </p:nvSpPr>
        <p:spPr bwMode="auto">
          <a:xfrm>
            <a:off x="7210154" y="4707619"/>
            <a:ext cx="4981846"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rgbClr val="FF0000"/>
                </a:solidFill>
                <a:effectLst/>
                <a:highlight>
                  <a:srgbClr val="FFFF00"/>
                </a:highlight>
                <a:latin typeface="Arial" panose="020B0604020202020204" pitchFamily="34" charset="0"/>
              </a:rPr>
              <a:t>AvatarImage</a:t>
            </a: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 - shows user's real profile picture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rgbClr val="FF0000"/>
                </a:solidFill>
                <a:effectLst/>
                <a:highlight>
                  <a:srgbClr val="FFFF00"/>
                </a:highlight>
                <a:latin typeface="Arial" panose="020B0604020202020204" pitchFamily="34" charset="0"/>
              </a:rPr>
              <a:t>AvatarFallback</a:t>
            </a: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 - shows a default image ONLY if picture fails to load</a:t>
            </a:r>
            <a:b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b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(your fallback is actually still loading the picture again or default /profile.jpeg</a:t>
            </a:r>
          </a:p>
        </p:txBody>
      </p:sp>
      <p:pic>
        <p:nvPicPr>
          <p:cNvPr id="32" name="Picture 31">
            <a:extLst>
              <a:ext uri="{FF2B5EF4-FFF2-40B4-BE49-F238E27FC236}">
                <a16:creationId xmlns:a16="http://schemas.microsoft.com/office/drawing/2014/main" id="{ECECA638-27F8-C6A5-B150-833346B2653F}"/>
              </a:ext>
            </a:extLst>
          </p:cNvPr>
          <p:cNvPicPr>
            <a:picLocks noChangeAspect="1"/>
          </p:cNvPicPr>
          <p:nvPr/>
        </p:nvPicPr>
        <p:blipFill>
          <a:blip r:embed="rId2"/>
          <a:srcRect t="61679"/>
          <a:stretch>
            <a:fillRect/>
          </a:stretch>
        </p:blipFill>
        <p:spPr>
          <a:xfrm>
            <a:off x="0" y="4512836"/>
            <a:ext cx="7086600" cy="1834897"/>
          </a:xfrm>
          <a:prstGeom prst="rect">
            <a:avLst/>
          </a:prstGeom>
        </p:spPr>
      </p:pic>
      <p:cxnSp>
        <p:nvCxnSpPr>
          <p:cNvPr id="33" name="Straight Arrow Connector 32">
            <a:extLst>
              <a:ext uri="{FF2B5EF4-FFF2-40B4-BE49-F238E27FC236}">
                <a16:creationId xmlns:a16="http://schemas.microsoft.com/office/drawing/2014/main" id="{156DA2A9-A8FE-0391-C08D-41A9B1225F03}"/>
              </a:ext>
            </a:extLst>
          </p:cNvPr>
          <p:cNvCxnSpPr>
            <a:cxnSpLocks/>
          </p:cNvCxnSpPr>
          <p:nvPr/>
        </p:nvCxnSpPr>
        <p:spPr>
          <a:xfrm>
            <a:off x="7210154" y="4240604"/>
            <a:ext cx="1664425" cy="418421"/>
          </a:xfrm>
          <a:prstGeom prst="straightConnector1">
            <a:avLst/>
          </a:prstGeom>
          <a:ln w="76200">
            <a:solidFill>
              <a:srgbClr val="00B0F0"/>
            </a:solidFill>
            <a:tailEnd type="triangle"/>
          </a:ln>
          <a:effectLst>
            <a:glow rad="1016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37" name="Content Placeholder 4">
            <a:extLst>
              <a:ext uri="{FF2B5EF4-FFF2-40B4-BE49-F238E27FC236}">
                <a16:creationId xmlns:a16="http://schemas.microsoft.com/office/drawing/2014/main" id="{65D0D606-BC34-07B7-1D9F-C0AE7F19738E}"/>
              </a:ext>
            </a:extLst>
          </p:cNvPr>
          <p:cNvPicPr>
            <a:picLocks noChangeAspect="1"/>
          </p:cNvPicPr>
          <p:nvPr/>
        </p:nvPicPr>
        <p:blipFill>
          <a:blip r:embed="rId3"/>
          <a:srcRect l="76444" t="3737" r="5745" b="65680"/>
          <a:stretch>
            <a:fillRect/>
          </a:stretch>
        </p:blipFill>
        <p:spPr>
          <a:xfrm>
            <a:off x="4517911" y="5106242"/>
            <a:ext cx="1834243" cy="1698760"/>
          </a:xfrm>
          <a:prstGeom prst="rect">
            <a:avLst/>
          </a:prstGeom>
          <a:effectLst>
            <a:glow rad="139700">
              <a:schemeClr val="accent5">
                <a:satMod val="175000"/>
                <a:alpha val="40000"/>
              </a:schemeClr>
            </a:glow>
          </a:effectLst>
        </p:spPr>
      </p:pic>
      <p:sp>
        <p:nvSpPr>
          <p:cNvPr id="38" name="Oval 37">
            <a:extLst>
              <a:ext uri="{FF2B5EF4-FFF2-40B4-BE49-F238E27FC236}">
                <a16:creationId xmlns:a16="http://schemas.microsoft.com/office/drawing/2014/main" id="{745BEFB9-776F-6108-BBA8-B51E14C69A75}"/>
              </a:ext>
            </a:extLst>
          </p:cNvPr>
          <p:cNvSpPr/>
          <p:nvPr/>
        </p:nvSpPr>
        <p:spPr>
          <a:xfrm>
            <a:off x="4399464" y="5106242"/>
            <a:ext cx="1834243" cy="453637"/>
          </a:xfrm>
          <a:prstGeom prst="ellipse">
            <a:avLst/>
          </a:prstGeom>
          <a:noFill/>
          <a:ln>
            <a:solidFill>
              <a:srgbClr val="92D050"/>
            </a:solidFill>
          </a:ln>
          <a:effectLst>
            <a:glow rad="1397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9" name="Straight Arrow Connector 38">
            <a:extLst>
              <a:ext uri="{FF2B5EF4-FFF2-40B4-BE49-F238E27FC236}">
                <a16:creationId xmlns:a16="http://schemas.microsoft.com/office/drawing/2014/main" id="{055F8077-C14D-21C8-53FD-B42A301A98DB}"/>
              </a:ext>
            </a:extLst>
          </p:cNvPr>
          <p:cNvCxnSpPr>
            <a:cxnSpLocks/>
            <a:endCxn id="40" idx="1"/>
          </p:cNvCxnSpPr>
          <p:nvPr/>
        </p:nvCxnSpPr>
        <p:spPr>
          <a:xfrm>
            <a:off x="6839291" y="4143324"/>
            <a:ext cx="2432616" cy="245510"/>
          </a:xfrm>
          <a:prstGeom prst="straightConnector1">
            <a:avLst/>
          </a:prstGeom>
          <a:ln w="76200">
            <a:solidFill>
              <a:srgbClr val="00B0F0"/>
            </a:solidFill>
            <a:tailEnd type="triangle"/>
          </a:ln>
          <a:effectLst>
            <a:glow rad="1016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40" name="Content Placeholder 4">
            <a:extLst>
              <a:ext uri="{FF2B5EF4-FFF2-40B4-BE49-F238E27FC236}">
                <a16:creationId xmlns:a16="http://schemas.microsoft.com/office/drawing/2014/main" id="{3A52AA10-BB39-6B29-C7FD-45B39413C175}"/>
              </a:ext>
            </a:extLst>
          </p:cNvPr>
          <p:cNvPicPr>
            <a:picLocks noChangeAspect="1"/>
          </p:cNvPicPr>
          <p:nvPr/>
        </p:nvPicPr>
        <p:blipFill>
          <a:blip r:embed="rId3"/>
          <a:srcRect l="76444" t="3737" r="5745" b="86951"/>
          <a:stretch>
            <a:fillRect/>
          </a:stretch>
        </p:blipFill>
        <p:spPr>
          <a:xfrm>
            <a:off x="9271907" y="4081090"/>
            <a:ext cx="2182585" cy="615488"/>
          </a:xfrm>
          <a:prstGeom prst="rect">
            <a:avLst/>
          </a:prstGeom>
          <a:effectLst>
            <a:glow rad="139700">
              <a:schemeClr val="accent5">
                <a:satMod val="175000"/>
                <a:alpha val="40000"/>
              </a:schemeClr>
            </a:glow>
          </a:effectLst>
        </p:spPr>
      </p:pic>
    </p:spTree>
    <p:extLst>
      <p:ext uri="{BB962C8B-B14F-4D97-AF65-F5344CB8AC3E}">
        <p14:creationId xmlns:p14="http://schemas.microsoft.com/office/powerpoint/2010/main" val="33906950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DC7E6-2DAA-D21E-B36A-77023DF26749}"/>
              </a:ext>
            </a:extLst>
          </p:cNvPr>
          <p:cNvSpPr>
            <a:spLocks noGrp="1"/>
          </p:cNvSpPr>
          <p:nvPr>
            <p:ph type="title"/>
          </p:nvPr>
        </p:nvSpPr>
        <p:spPr>
          <a:xfrm>
            <a:off x="162521" y="46716"/>
            <a:ext cx="10515600" cy="556647"/>
          </a:xfrm>
        </p:spPr>
        <p:txBody>
          <a:bodyPr>
            <a:normAutofit fontScale="90000"/>
          </a:bodyPr>
          <a:lstStyle/>
          <a:p>
            <a:r>
              <a:rPr lang="en-US" dirty="0" err="1"/>
              <a:t>SuggestedUsers.jsx</a:t>
            </a:r>
            <a:endParaRPr lang="en-US" dirty="0"/>
          </a:p>
        </p:txBody>
      </p:sp>
      <p:pic>
        <p:nvPicPr>
          <p:cNvPr id="5" name="Content Placeholder 4">
            <a:extLst>
              <a:ext uri="{FF2B5EF4-FFF2-40B4-BE49-F238E27FC236}">
                <a16:creationId xmlns:a16="http://schemas.microsoft.com/office/drawing/2014/main" id="{A73307E5-88DC-1883-3833-6AC22A5A96DC}"/>
              </a:ext>
            </a:extLst>
          </p:cNvPr>
          <p:cNvPicPr>
            <a:picLocks noGrp="1" noChangeAspect="1"/>
          </p:cNvPicPr>
          <p:nvPr>
            <p:ph idx="1"/>
          </p:nvPr>
        </p:nvPicPr>
        <p:blipFill>
          <a:blip r:embed="rId2"/>
          <a:srcRect r="34334" b="81297"/>
          <a:stretch>
            <a:fillRect/>
          </a:stretch>
        </p:blipFill>
        <p:spPr>
          <a:xfrm>
            <a:off x="162522" y="603363"/>
            <a:ext cx="4091072" cy="1086644"/>
          </a:xfrm>
          <a:prstGeom prst="rect">
            <a:avLst/>
          </a:prstGeom>
          <a:effectLst>
            <a:glow rad="228600">
              <a:schemeClr val="accent5">
                <a:satMod val="175000"/>
                <a:alpha val="40000"/>
              </a:schemeClr>
            </a:glow>
          </a:effectLst>
        </p:spPr>
      </p:pic>
      <p:sp>
        <p:nvSpPr>
          <p:cNvPr id="3" name="Rectangle 1">
            <a:extLst>
              <a:ext uri="{FF2B5EF4-FFF2-40B4-BE49-F238E27FC236}">
                <a16:creationId xmlns:a16="http://schemas.microsoft.com/office/drawing/2014/main" id="{6D5CA562-9C5E-B502-8319-1BF6B4A5D2D4}"/>
              </a:ext>
            </a:extLst>
          </p:cNvPr>
          <p:cNvSpPr>
            <a:spLocks noChangeArrowheads="1"/>
          </p:cNvSpPr>
          <p:nvPr/>
        </p:nvSpPr>
        <p:spPr bwMode="auto">
          <a:xfrm>
            <a:off x="6533470" y="75937"/>
            <a:ext cx="5070020" cy="1815882"/>
          </a:xfrm>
          <a:prstGeom prst="rect">
            <a:avLst/>
          </a:prstGeom>
          <a:solidFill>
            <a:schemeClr val="accent3"/>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err="1">
                <a:ln>
                  <a:noFill/>
                </a:ln>
                <a:solidFill>
                  <a:schemeClr val="tx1">
                    <a:lumMod val="95000"/>
                    <a:lumOff val="5000"/>
                  </a:schemeClr>
                </a:solidFill>
                <a:effectLst/>
                <a:latin typeface="Arial" panose="020B0604020202020204" pitchFamily="34" charset="0"/>
              </a:rPr>
              <a:t>useSelector</a:t>
            </a:r>
            <a:r>
              <a:rPr kumimoji="0" lang="en-US" altLang="en-US" sz="1600" b="0" i="0" u="none" strike="noStrike" cap="none" normalizeH="0" baseline="0" dirty="0">
                <a:ln>
                  <a:noFill/>
                </a:ln>
                <a:solidFill>
                  <a:schemeClr val="tx1">
                    <a:lumMod val="95000"/>
                    <a:lumOff val="5000"/>
                  </a:schemeClr>
                </a:solidFill>
                <a:effectLst/>
                <a:latin typeface="Arial" panose="020B0604020202020204" pitchFamily="34" charset="0"/>
              </a:rPr>
              <a:t> → read data from Redux store</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err="1">
                <a:ln>
                  <a:noFill/>
                </a:ln>
                <a:solidFill>
                  <a:schemeClr val="tx1">
                    <a:lumMod val="95000"/>
                    <a:lumOff val="5000"/>
                  </a:schemeClr>
                </a:solidFill>
                <a:effectLst/>
                <a:latin typeface="Arial" panose="020B0604020202020204" pitchFamily="34" charset="0"/>
              </a:rPr>
              <a:t>useDispatch</a:t>
            </a:r>
            <a:r>
              <a:rPr kumimoji="0" lang="en-US" altLang="en-US" sz="1600" b="0" i="0" u="none" strike="noStrike" cap="none" normalizeH="0" baseline="0" dirty="0">
                <a:ln>
                  <a:noFill/>
                </a:ln>
                <a:solidFill>
                  <a:schemeClr val="tx1">
                    <a:lumMod val="95000"/>
                    <a:lumOff val="5000"/>
                  </a:schemeClr>
                </a:solidFill>
                <a:effectLst/>
                <a:latin typeface="Arial" panose="020B0604020202020204" pitchFamily="34" charset="0"/>
              </a:rPr>
              <a:t> → send actions to store</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lumMod val="95000"/>
                    <a:lumOff val="5000"/>
                  </a:schemeClr>
                </a:solidFill>
                <a:effectLst/>
                <a:latin typeface="Arial" panose="020B0604020202020204" pitchFamily="34" charset="0"/>
              </a:rPr>
              <a:t>Link</a:t>
            </a:r>
            <a:r>
              <a:rPr kumimoji="0" lang="en-US" altLang="en-US" sz="1600" b="0" i="0" u="none" strike="noStrike" cap="none" normalizeH="0" baseline="0" dirty="0">
                <a:ln>
                  <a:noFill/>
                </a:ln>
                <a:solidFill>
                  <a:schemeClr val="tx1">
                    <a:lumMod val="95000"/>
                    <a:lumOff val="5000"/>
                  </a:schemeClr>
                </a:solidFill>
                <a:effectLst/>
                <a:latin typeface="Arial" panose="020B0604020202020204" pitchFamily="34" charset="0"/>
              </a:rPr>
              <a:t> → navigate to user profile</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err="1">
                <a:ln>
                  <a:noFill/>
                </a:ln>
                <a:solidFill>
                  <a:schemeClr val="tx1">
                    <a:lumMod val="95000"/>
                    <a:lumOff val="5000"/>
                  </a:schemeClr>
                </a:solidFill>
                <a:effectLst/>
                <a:latin typeface="Arial" panose="020B0604020202020204" pitchFamily="34" charset="0"/>
              </a:rPr>
              <a:t>axios</a:t>
            </a:r>
            <a:r>
              <a:rPr kumimoji="0" lang="en-US" altLang="en-US" sz="1600" b="0" i="0" u="none" strike="noStrike" cap="none" normalizeH="0" baseline="0" dirty="0">
                <a:ln>
                  <a:noFill/>
                </a:ln>
                <a:solidFill>
                  <a:schemeClr val="tx1">
                    <a:lumMod val="95000"/>
                    <a:lumOff val="5000"/>
                  </a:schemeClr>
                </a:solidFill>
                <a:effectLst/>
                <a:latin typeface="Arial" panose="020B0604020202020204" pitchFamily="34" charset="0"/>
              </a:rPr>
              <a:t> → make API call</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lumMod val="95000"/>
                    <a:lumOff val="5000"/>
                  </a:schemeClr>
                </a:solidFill>
                <a:effectLst/>
                <a:latin typeface="Arial" panose="020B0604020202020204" pitchFamily="34" charset="0"/>
              </a:rPr>
              <a:t>toast</a:t>
            </a:r>
            <a:r>
              <a:rPr kumimoji="0" lang="en-US" altLang="en-US" sz="1600" b="0" i="0" u="none" strike="noStrike" cap="none" normalizeH="0" baseline="0" dirty="0">
                <a:ln>
                  <a:noFill/>
                </a:ln>
                <a:solidFill>
                  <a:schemeClr val="tx1">
                    <a:lumMod val="95000"/>
                    <a:lumOff val="5000"/>
                  </a:schemeClr>
                </a:solidFill>
                <a:effectLst/>
                <a:latin typeface="Arial" panose="020B0604020202020204" pitchFamily="34" charset="0"/>
              </a:rPr>
              <a:t> → popup messages</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err="1">
                <a:ln>
                  <a:noFill/>
                </a:ln>
                <a:solidFill>
                  <a:schemeClr val="tx1">
                    <a:lumMod val="95000"/>
                    <a:lumOff val="5000"/>
                  </a:schemeClr>
                </a:solidFill>
                <a:effectLst/>
                <a:latin typeface="Arial" panose="020B0604020202020204" pitchFamily="34" charset="0"/>
              </a:rPr>
              <a:t>setAuthUser</a:t>
            </a:r>
            <a:r>
              <a:rPr kumimoji="0" lang="en-US" altLang="en-US" sz="1600" b="0" i="0" u="none" strike="noStrike" cap="none" normalizeH="0" baseline="0" dirty="0">
                <a:ln>
                  <a:noFill/>
                </a:ln>
                <a:solidFill>
                  <a:schemeClr val="tx1">
                    <a:lumMod val="95000"/>
                    <a:lumOff val="5000"/>
                  </a:schemeClr>
                </a:solidFill>
                <a:effectLst/>
                <a:latin typeface="Arial" panose="020B0604020202020204" pitchFamily="34" charset="0"/>
              </a:rPr>
              <a:t> → update logged-in user in store</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err="1">
                <a:ln>
                  <a:noFill/>
                </a:ln>
                <a:solidFill>
                  <a:schemeClr val="tx1">
                    <a:lumMod val="95000"/>
                    <a:lumOff val="5000"/>
                  </a:schemeClr>
                </a:solidFill>
                <a:effectLst/>
                <a:latin typeface="Arial" panose="020B0604020202020204" pitchFamily="34" charset="0"/>
              </a:rPr>
              <a:t>setSuggestedUsers</a:t>
            </a:r>
            <a:r>
              <a:rPr kumimoji="0" lang="en-US" altLang="en-US" sz="1600" b="0" i="0" u="none" strike="noStrike" cap="none" normalizeH="0" baseline="0" dirty="0">
                <a:ln>
                  <a:noFill/>
                </a:ln>
                <a:solidFill>
                  <a:schemeClr val="tx1">
                    <a:lumMod val="95000"/>
                    <a:lumOff val="5000"/>
                  </a:schemeClr>
                </a:solidFill>
                <a:effectLst/>
                <a:latin typeface="Arial" panose="020B0604020202020204" pitchFamily="34" charset="0"/>
              </a:rPr>
              <a:t> → update suggestions list</a:t>
            </a:r>
          </a:p>
        </p:txBody>
      </p:sp>
      <p:pic>
        <p:nvPicPr>
          <p:cNvPr id="4" name="Content Placeholder 4">
            <a:extLst>
              <a:ext uri="{FF2B5EF4-FFF2-40B4-BE49-F238E27FC236}">
                <a16:creationId xmlns:a16="http://schemas.microsoft.com/office/drawing/2014/main" id="{B9DC83A4-CBD3-16CF-C83E-54B4BD237ED2}"/>
              </a:ext>
            </a:extLst>
          </p:cNvPr>
          <p:cNvPicPr>
            <a:picLocks noChangeAspect="1"/>
          </p:cNvPicPr>
          <p:nvPr/>
        </p:nvPicPr>
        <p:blipFill>
          <a:blip r:embed="rId2"/>
          <a:srcRect t="19031" r="19554" b="69306"/>
          <a:stretch>
            <a:fillRect/>
          </a:stretch>
        </p:blipFill>
        <p:spPr>
          <a:xfrm>
            <a:off x="82621" y="1907836"/>
            <a:ext cx="5011894" cy="677635"/>
          </a:xfrm>
          <a:prstGeom prst="rect">
            <a:avLst/>
          </a:prstGeom>
        </p:spPr>
      </p:pic>
      <p:cxnSp>
        <p:nvCxnSpPr>
          <p:cNvPr id="6" name="Straight Arrow Connector 5">
            <a:extLst>
              <a:ext uri="{FF2B5EF4-FFF2-40B4-BE49-F238E27FC236}">
                <a16:creationId xmlns:a16="http://schemas.microsoft.com/office/drawing/2014/main" id="{A80B15A7-BBC9-AFFF-533B-D554C3626EB7}"/>
              </a:ext>
            </a:extLst>
          </p:cNvPr>
          <p:cNvCxnSpPr>
            <a:cxnSpLocks/>
          </p:cNvCxnSpPr>
          <p:nvPr/>
        </p:nvCxnSpPr>
        <p:spPr>
          <a:xfrm flipV="1">
            <a:off x="4253594" y="603363"/>
            <a:ext cx="2279876" cy="475091"/>
          </a:xfrm>
          <a:prstGeom prst="straightConnector1">
            <a:avLst/>
          </a:prstGeom>
          <a:ln w="57150">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8" name="Content Placeholder 4">
            <a:extLst>
              <a:ext uri="{FF2B5EF4-FFF2-40B4-BE49-F238E27FC236}">
                <a16:creationId xmlns:a16="http://schemas.microsoft.com/office/drawing/2014/main" id="{C8C07B3E-F742-344D-8204-AAA32FC84B51}"/>
              </a:ext>
            </a:extLst>
          </p:cNvPr>
          <p:cNvPicPr>
            <a:picLocks noChangeAspect="1"/>
          </p:cNvPicPr>
          <p:nvPr/>
        </p:nvPicPr>
        <p:blipFill>
          <a:blip r:embed="rId2"/>
          <a:srcRect l="3670" t="31160" b="565"/>
          <a:stretch>
            <a:fillRect/>
          </a:stretch>
        </p:blipFill>
        <p:spPr>
          <a:xfrm>
            <a:off x="0" y="2650823"/>
            <a:ext cx="6001515" cy="3966701"/>
          </a:xfrm>
          <a:prstGeom prst="rect">
            <a:avLst/>
          </a:prstGeom>
        </p:spPr>
      </p:pic>
      <p:sp>
        <p:nvSpPr>
          <p:cNvPr id="10" name="TextBox 9">
            <a:extLst>
              <a:ext uri="{FF2B5EF4-FFF2-40B4-BE49-F238E27FC236}">
                <a16:creationId xmlns:a16="http://schemas.microsoft.com/office/drawing/2014/main" id="{9EFD0B00-2D62-D03A-C9AD-FAD8F823E0BC}"/>
              </a:ext>
            </a:extLst>
          </p:cNvPr>
          <p:cNvSpPr txBox="1"/>
          <p:nvPr/>
        </p:nvSpPr>
        <p:spPr>
          <a:xfrm>
            <a:off x="6716487" y="1891819"/>
            <a:ext cx="5563282" cy="923330"/>
          </a:xfrm>
          <a:prstGeom prst="rect">
            <a:avLst/>
          </a:prstGeom>
          <a:noFill/>
        </p:spPr>
        <p:txBody>
          <a:bodyPr wrap="square">
            <a:spAutoFit/>
          </a:bodyPr>
          <a:lstStyle/>
          <a:p>
            <a:r>
              <a:rPr lang="en-US" dirty="0" err="1">
                <a:highlight>
                  <a:srgbClr val="00FF00"/>
                </a:highlight>
                <a:latin typeface="Courier New" panose="02070309020205020404" pitchFamily="49" charset="0"/>
              </a:rPr>
              <a:t>suggestedUsers</a:t>
            </a:r>
            <a:r>
              <a:rPr lang="en-US" dirty="0">
                <a:highlight>
                  <a:srgbClr val="00FF00"/>
                </a:highlight>
              </a:rPr>
              <a:t> → list of users suggested</a:t>
            </a:r>
          </a:p>
          <a:p>
            <a:r>
              <a:rPr lang="en-US" dirty="0" err="1">
                <a:highlight>
                  <a:srgbClr val="00FF00"/>
                </a:highlight>
                <a:latin typeface="Courier New" panose="02070309020205020404" pitchFamily="49" charset="0"/>
              </a:rPr>
              <a:t>authUser</a:t>
            </a:r>
            <a:r>
              <a:rPr lang="en-US" dirty="0">
                <a:highlight>
                  <a:srgbClr val="00FF00"/>
                </a:highlight>
              </a:rPr>
              <a:t> → currently logged-in user</a:t>
            </a:r>
          </a:p>
          <a:p>
            <a:pPr>
              <a:buNone/>
            </a:pPr>
            <a:r>
              <a:rPr lang="en-US" dirty="0">
                <a:highlight>
                  <a:srgbClr val="00FF00"/>
                </a:highlight>
              </a:rPr>
              <a:t>Both come from </a:t>
            </a:r>
            <a:r>
              <a:rPr lang="en-US" b="1" dirty="0" err="1">
                <a:highlight>
                  <a:srgbClr val="00FF00"/>
                </a:highlight>
              </a:rPr>
              <a:t>authSlice</a:t>
            </a:r>
            <a:r>
              <a:rPr lang="en-US" dirty="0">
                <a:highlight>
                  <a:srgbClr val="00FF00"/>
                </a:highlight>
              </a:rPr>
              <a:t>.</a:t>
            </a:r>
          </a:p>
        </p:txBody>
      </p:sp>
      <p:cxnSp>
        <p:nvCxnSpPr>
          <p:cNvPr id="11" name="Straight Arrow Connector 10">
            <a:extLst>
              <a:ext uri="{FF2B5EF4-FFF2-40B4-BE49-F238E27FC236}">
                <a16:creationId xmlns:a16="http://schemas.microsoft.com/office/drawing/2014/main" id="{B9D1D8F7-C6AB-EB25-4CD4-5CA126AFB0BD}"/>
              </a:ext>
            </a:extLst>
          </p:cNvPr>
          <p:cNvCxnSpPr>
            <a:cxnSpLocks/>
          </p:cNvCxnSpPr>
          <p:nvPr/>
        </p:nvCxnSpPr>
        <p:spPr>
          <a:xfrm flipV="1">
            <a:off x="5094515" y="2109648"/>
            <a:ext cx="1738992" cy="368103"/>
          </a:xfrm>
          <a:prstGeom prst="straightConnector1">
            <a:avLst/>
          </a:prstGeom>
          <a:ln w="57150">
            <a:solidFill>
              <a:schemeClr val="bg2">
                <a:lumMod val="10000"/>
              </a:schemeClr>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4500D05-E4D7-2FBC-9D85-A45BB50907B0}"/>
              </a:ext>
            </a:extLst>
          </p:cNvPr>
          <p:cNvSpPr txBox="1"/>
          <p:nvPr/>
        </p:nvSpPr>
        <p:spPr>
          <a:xfrm>
            <a:off x="6001515" y="2772798"/>
            <a:ext cx="6432353" cy="3693319"/>
          </a:xfrm>
          <a:prstGeom prst="rect">
            <a:avLst/>
          </a:prstGeom>
          <a:noFill/>
        </p:spPr>
        <p:txBody>
          <a:bodyPr wrap="square">
            <a:spAutoFit/>
          </a:bodyPr>
          <a:lstStyle/>
          <a:p>
            <a:r>
              <a:rPr lang="en-US" dirty="0">
                <a:highlight>
                  <a:srgbClr val="FFFF00"/>
                </a:highlight>
              </a:rPr>
              <a:t>The </a:t>
            </a:r>
            <a:r>
              <a:rPr lang="en-US" dirty="0" err="1">
                <a:highlight>
                  <a:srgbClr val="00FFFF"/>
                </a:highlight>
                <a:latin typeface="Courier New" panose="02070309020205020404" pitchFamily="49" charset="0"/>
              </a:rPr>
              <a:t>handleFollow</a:t>
            </a:r>
            <a:r>
              <a:rPr lang="en-US" dirty="0">
                <a:highlight>
                  <a:srgbClr val="FFFF00"/>
                </a:highlight>
              </a:rPr>
              <a:t> function is responsible for following or unfollowing a user and instantly updating the UI. When the follow button is clicked, it sends a request to the backend using Axios to the </a:t>
            </a:r>
            <a:r>
              <a:rPr lang="en-US" dirty="0">
                <a:highlight>
                  <a:srgbClr val="FFFF00"/>
                </a:highlight>
                <a:latin typeface="Courier New" panose="02070309020205020404" pitchFamily="49" charset="0"/>
              </a:rPr>
              <a:t>/</a:t>
            </a:r>
            <a:r>
              <a:rPr lang="en-US" dirty="0" err="1">
                <a:highlight>
                  <a:srgbClr val="FFFF00"/>
                </a:highlight>
                <a:latin typeface="Courier New" panose="02070309020205020404" pitchFamily="49" charset="0"/>
              </a:rPr>
              <a:t>followorunfollow</a:t>
            </a:r>
            <a:r>
              <a:rPr lang="en-US" dirty="0">
                <a:highlight>
                  <a:srgbClr val="FFFF00"/>
                </a:highlight>
                <a:latin typeface="Courier New" panose="02070309020205020404" pitchFamily="49" charset="0"/>
              </a:rPr>
              <a:t>/:id</a:t>
            </a:r>
            <a:r>
              <a:rPr lang="en-US" dirty="0">
                <a:highlight>
                  <a:srgbClr val="FFFF00"/>
                </a:highlight>
              </a:rPr>
              <a:t> route, which returns whether the action performed was a follow or an unfollow. Based on this response, the function updates the logged-in user (</a:t>
            </a:r>
            <a:r>
              <a:rPr lang="en-US" dirty="0" err="1">
                <a:highlight>
                  <a:srgbClr val="FFFF00"/>
                </a:highlight>
                <a:latin typeface="Courier New" panose="02070309020205020404" pitchFamily="49" charset="0"/>
              </a:rPr>
              <a:t>authUser</a:t>
            </a:r>
            <a:r>
              <a:rPr lang="en-US" dirty="0">
                <a:highlight>
                  <a:srgbClr val="FFFF00"/>
                </a:highlight>
              </a:rPr>
              <a:t>) in Redux by either adding the target user’s ID to their </a:t>
            </a:r>
            <a:r>
              <a:rPr lang="en-US" dirty="0">
                <a:highlight>
                  <a:srgbClr val="FFFF00"/>
                </a:highlight>
                <a:latin typeface="Courier New" panose="02070309020205020404" pitchFamily="49" charset="0"/>
              </a:rPr>
              <a:t>following</a:t>
            </a:r>
            <a:r>
              <a:rPr lang="en-US" dirty="0">
                <a:highlight>
                  <a:srgbClr val="FFFF00"/>
                </a:highlight>
              </a:rPr>
              <a:t> list (if followed) or removing it (if unfollowed). If the user was just followed, the function also removes that person from the </a:t>
            </a:r>
            <a:r>
              <a:rPr lang="en-US" dirty="0" err="1">
                <a:highlight>
                  <a:srgbClr val="FFFF00"/>
                </a:highlight>
                <a:latin typeface="Courier New" panose="02070309020205020404" pitchFamily="49" charset="0"/>
              </a:rPr>
              <a:t>suggestedUsers</a:t>
            </a:r>
            <a:r>
              <a:rPr lang="en-US" dirty="0">
                <a:highlight>
                  <a:srgbClr val="FFFF00"/>
                </a:highlight>
              </a:rPr>
              <a:t> list in Redux so they disappear from the suggestions instantly without needing a page refresh. Finally, it displays a toast message to notify the user of the successful follow/unfollow action, or an error toast if something went wrong. </a:t>
            </a:r>
          </a:p>
        </p:txBody>
      </p:sp>
    </p:spTree>
    <p:extLst>
      <p:ext uri="{BB962C8B-B14F-4D97-AF65-F5344CB8AC3E}">
        <p14:creationId xmlns:p14="http://schemas.microsoft.com/office/powerpoint/2010/main" val="18087035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07D54-6B86-E4E4-77D3-D3A842A71A1E}"/>
              </a:ext>
            </a:extLst>
          </p:cNvPr>
          <p:cNvSpPr>
            <a:spLocks noGrp="1"/>
          </p:cNvSpPr>
          <p:nvPr>
            <p:ph type="ctrTitle"/>
          </p:nvPr>
        </p:nvSpPr>
        <p:spPr>
          <a:xfrm>
            <a:off x="-182336" y="58350"/>
            <a:ext cx="5146222" cy="619805"/>
          </a:xfrm>
        </p:spPr>
        <p:txBody>
          <a:bodyPr>
            <a:noAutofit/>
          </a:bodyPr>
          <a:lstStyle/>
          <a:p>
            <a:r>
              <a:rPr lang="en-US" sz="4800" b="1" i="1" dirty="0" err="1">
                <a:solidFill>
                  <a:srgbClr val="FF0000"/>
                </a:solidFill>
              </a:rPr>
              <a:t>SuggestedBox.jsx</a:t>
            </a:r>
            <a:endParaRPr lang="en-US" sz="4800" b="1" i="1" dirty="0">
              <a:solidFill>
                <a:srgbClr val="FF0000"/>
              </a:solidFill>
            </a:endParaRPr>
          </a:p>
        </p:txBody>
      </p:sp>
      <p:pic>
        <p:nvPicPr>
          <p:cNvPr id="5" name="Picture 4">
            <a:extLst>
              <a:ext uri="{FF2B5EF4-FFF2-40B4-BE49-F238E27FC236}">
                <a16:creationId xmlns:a16="http://schemas.microsoft.com/office/drawing/2014/main" id="{F9AA6CEE-536C-6774-A632-C1465242BC8D}"/>
              </a:ext>
            </a:extLst>
          </p:cNvPr>
          <p:cNvPicPr>
            <a:picLocks noChangeAspect="1"/>
          </p:cNvPicPr>
          <p:nvPr/>
        </p:nvPicPr>
        <p:blipFill>
          <a:blip r:embed="rId2"/>
          <a:srcRect r="46092" b="80528"/>
          <a:stretch>
            <a:fillRect/>
          </a:stretch>
        </p:blipFill>
        <p:spPr>
          <a:xfrm>
            <a:off x="132691" y="612322"/>
            <a:ext cx="4316845" cy="1134836"/>
          </a:xfrm>
          <a:prstGeom prst="rect">
            <a:avLst/>
          </a:prstGeom>
        </p:spPr>
      </p:pic>
      <p:pic>
        <p:nvPicPr>
          <p:cNvPr id="4" name="Picture 3">
            <a:extLst>
              <a:ext uri="{FF2B5EF4-FFF2-40B4-BE49-F238E27FC236}">
                <a16:creationId xmlns:a16="http://schemas.microsoft.com/office/drawing/2014/main" id="{CE719767-188A-D028-A3F7-0BC3F808AC46}"/>
              </a:ext>
            </a:extLst>
          </p:cNvPr>
          <p:cNvPicPr>
            <a:picLocks noChangeAspect="1"/>
          </p:cNvPicPr>
          <p:nvPr/>
        </p:nvPicPr>
        <p:blipFill>
          <a:blip r:embed="rId2"/>
          <a:srcRect l="-306" t="21087" r="33144" b="73399"/>
          <a:stretch>
            <a:fillRect/>
          </a:stretch>
        </p:blipFill>
        <p:spPr>
          <a:xfrm>
            <a:off x="132691" y="1983921"/>
            <a:ext cx="5378202" cy="324517"/>
          </a:xfrm>
          <a:prstGeom prst="rect">
            <a:avLst/>
          </a:prstGeom>
        </p:spPr>
      </p:pic>
      <p:pic>
        <p:nvPicPr>
          <p:cNvPr id="7" name="Picture 6">
            <a:extLst>
              <a:ext uri="{FF2B5EF4-FFF2-40B4-BE49-F238E27FC236}">
                <a16:creationId xmlns:a16="http://schemas.microsoft.com/office/drawing/2014/main" id="{D8D99EB7-8D00-159A-582D-CB39FC1703AC}"/>
              </a:ext>
            </a:extLst>
          </p:cNvPr>
          <p:cNvPicPr>
            <a:picLocks noChangeAspect="1"/>
          </p:cNvPicPr>
          <p:nvPr/>
        </p:nvPicPr>
        <p:blipFill>
          <a:blip r:embed="rId3"/>
          <a:srcRect l="5393"/>
          <a:stretch>
            <a:fillRect/>
          </a:stretch>
        </p:blipFill>
        <p:spPr>
          <a:xfrm>
            <a:off x="6960795" y="5297219"/>
            <a:ext cx="7251466" cy="1447950"/>
          </a:xfrm>
          <a:prstGeom prst="rect">
            <a:avLst/>
          </a:prstGeom>
          <a:effectLst>
            <a:glow rad="228600">
              <a:schemeClr val="accent6">
                <a:satMod val="175000"/>
                <a:alpha val="40000"/>
              </a:schemeClr>
            </a:glow>
          </a:effectLst>
        </p:spPr>
      </p:pic>
      <p:sp>
        <p:nvSpPr>
          <p:cNvPr id="14" name="Rectangle 5">
            <a:extLst>
              <a:ext uri="{FF2B5EF4-FFF2-40B4-BE49-F238E27FC236}">
                <a16:creationId xmlns:a16="http://schemas.microsoft.com/office/drawing/2014/main" id="{B7B92FF1-BBFF-48E8-F36B-74961EEF06CE}"/>
              </a:ext>
            </a:extLst>
          </p:cNvPr>
          <p:cNvSpPr>
            <a:spLocks noChangeArrowheads="1"/>
          </p:cNvSpPr>
          <p:nvPr/>
        </p:nvSpPr>
        <p:spPr bwMode="auto">
          <a:xfrm>
            <a:off x="5510893" y="-43906"/>
            <a:ext cx="6481762" cy="707886"/>
          </a:xfrm>
          <a:prstGeom prst="rect">
            <a:avLst/>
          </a:prstGeom>
          <a:solidFill>
            <a:schemeClr val="accent1">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Unicode MS"/>
              </a:rPr>
              <a:t>React</a:t>
            </a:r>
            <a:r>
              <a:rPr kumimoji="0" lang="en-US" altLang="en-US" b="0" i="0" u="none" strike="noStrike" cap="none" normalizeH="0" baseline="0" dirty="0">
                <a:ln>
                  <a:noFill/>
                </a:ln>
                <a:solidFill>
                  <a:schemeClr val="tx1"/>
                </a:solidFill>
                <a:effectLst/>
              </a:rPr>
              <a:t>: lets you create components.</a:t>
            </a:r>
            <a:endParaRPr kumimoji="0" lang="en-US" altLang="en-US" sz="4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err="1">
                <a:ln>
                  <a:noFill/>
                </a:ln>
                <a:solidFill>
                  <a:schemeClr val="tx1"/>
                </a:solidFill>
                <a:effectLst/>
                <a:latin typeface="Arial Unicode MS"/>
              </a:rPr>
              <a:t>useRef</a:t>
            </a:r>
            <a:r>
              <a:rPr kumimoji="0" lang="en-US" altLang="en-US" b="0" i="0" u="none" strike="noStrike" cap="none" normalizeH="0" baseline="0" dirty="0">
                <a:ln>
                  <a:noFill/>
                </a:ln>
                <a:solidFill>
                  <a:schemeClr val="tx1"/>
                </a:solidFill>
                <a:effectLst/>
              </a:rPr>
              <a:t>: used to control and scroll the suggestion box horizontally.</a:t>
            </a:r>
            <a:endParaRPr kumimoji="0" lang="en-US" altLang="en-US" sz="4800" b="0" i="0" u="none" strike="noStrike" cap="none" normalizeH="0" baseline="0" dirty="0">
              <a:ln>
                <a:noFill/>
              </a:ln>
              <a:solidFill>
                <a:schemeClr val="tx1"/>
              </a:solidFill>
              <a:effectLst/>
              <a:latin typeface="Arial" panose="020B0604020202020204" pitchFamily="34" charset="0"/>
            </a:endParaRPr>
          </a:p>
        </p:txBody>
      </p:sp>
      <p:cxnSp>
        <p:nvCxnSpPr>
          <p:cNvPr id="15" name="Straight Arrow Connector 14">
            <a:extLst>
              <a:ext uri="{FF2B5EF4-FFF2-40B4-BE49-F238E27FC236}">
                <a16:creationId xmlns:a16="http://schemas.microsoft.com/office/drawing/2014/main" id="{44FFEE40-DDF4-8CCF-A6D2-25905E8BD620}"/>
              </a:ext>
            </a:extLst>
          </p:cNvPr>
          <p:cNvCxnSpPr>
            <a:cxnSpLocks/>
          </p:cNvCxnSpPr>
          <p:nvPr/>
        </p:nvCxnSpPr>
        <p:spPr>
          <a:xfrm flipV="1">
            <a:off x="2481943" y="467630"/>
            <a:ext cx="3028950" cy="210525"/>
          </a:xfrm>
          <a:prstGeom prst="straightConnector1">
            <a:avLst/>
          </a:prstGeom>
          <a:ln w="57150">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9" name="Rectangle 6">
            <a:extLst>
              <a:ext uri="{FF2B5EF4-FFF2-40B4-BE49-F238E27FC236}">
                <a16:creationId xmlns:a16="http://schemas.microsoft.com/office/drawing/2014/main" id="{720A7A4A-88AC-3290-E381-82C58DA862D6}"/>
              </a:ext>
            </a:extLst>
          </p:cNvPr>
          <p:cNvSpPr>
            <a:spLocks noChangeArrowheads="1"/>
          </p:cNvSpPr>
          <p:nvPr/>
        </p:nvSpPr>
        <p:spPr bwMode="auto">
          <a:xfrm>
            <a:off x="6547417" y="678155"/>
            <a:ext cx="5282292" cy="584775"/>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err="1">
                <a:ln>
                  <a:noFill/>
                </a:ln>
                <a:solidFill>
                  <a:schemeClr val="tx1"/>
                </a:solidFill>
                <a:effectLst/>
                <a:latin typeface="Arial Unicode MS"/>
              </a:rPr>
              <a:t>setAuthUser</a:t>
            </a:r>
            <a:r>
              <a:rPr kumimoji="0" lang="en-US" altLang="en-US" sz="1600" b="0" i="0" u="none" strike="noStrike" cap="none" normalizeH="0" baseline="0" dirty="0">
                <a:ln>
                  <a:noFill/>
                </a:ln>
                <a:solidFill>
                  <a:schemeClr val="tx1"/>
                </a:solidFill>
                <a:effectLst/>
              </a:rPr>
              <a:t>: updates the logged-in user state in Redux.</a:t>
            </a:r>
            <a:endParaRPr kumimoji="0" lang="en-US" altLang="en-US" sz="4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err="1">
                <a:ln>
                  <a:noFill/>
                </a:ln>
                <a:solidFill>
                  <a:schemeClr val="tx1"/>
                </a:solidFill>
                <a:effectLst/>
                <a:latin typeface="Arial Unicode MS"/>
              </a:rPr>
              <a:t>setSuggestedUsers</a:t>
            </a:r>
            <a:r>
              <a:rPr kumimoji="0" lang="en-US" altLang="en-US" sz="1600" b="0" i="0" u="none" strike="noStrike" cap="none" normalizeH="0" baseline="0" dirty="0">
                <a:ln>
                  <a:noFill/>
                </a:ln>
                <a:solidFill>
                  <a:schemeClr val="tx1"/>
                </a:solidFill>
                <a:effectLst/>
              </a:rPr>
              <a:t>: updates the suggestions list.</a:t>
            </a:r>
            <a:endParaRPr kumimoji="0" lang="en-US" altLang="en-US" sz="4400" b="0" i="0" u="none" strike="noStrike" cap="none" normalizeH="0" baseline="0" dirty="0">
              <a:ln>
                <a:noFill/>
              </a:ln>
              <a:solidFill>
                <a:schemeClr val="tx1"/>
              </a:solidFill>
              <a:effectLst/>
              <a:latin typeface="Arial" panose="020B0604020202020204" pitchFamily="34" charset="0"/>
            </a:endParaRPr>
          </a:p>
        </p:txBody>
      </p:sp>
      <p:cxnSp>
        <p:nvCxnSpPr>
          <p:cNvPr id="20" name="Straight Arrow Connector 19">
            <a:extLst>
              <a:ext uri="{FF2B5EF4-FFF2-40B4-BE49-F238E27FC236}">
                <a16:creationId xmlns:a16="http://schemas.microsoft.com/office/drawing/2014/main" id="{48C9B94A-CCF8-55C0-1299-AFEE3DFD3D7C}"/>
              </a:ext>
            </a:extLst>
          </p:cNvPr>
          <p:cNvCxnSpPr>
            <a:cxnSpLocks/>
            <a:endCxn id="19" idx="1"/>
          </p:cNvCxnSpPr>
          <p:nvPr/>
        </p:nvCxnSpPr>
        <p:spPr>
          <a:xfrm flipV="1">
            <a:off x="4340678" y="970543"/>
            <a:ext cx="2206739" cy="537834"/>
          </a:xfrm>
          <a:prstGeom prst="straightConnector1">
            <a:avLst/>
          </a:prstGeom>
          <a:ln w="57150">
            <a:solidFill>
              <a:srgbClr val="FF0000"/>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2" name="Rectangle 6">
            <a:extLst>
              <a:ext uri="{FF2B5EF4-FFF2-40B4-BE49-F238E27FC236}">
                <a16:creationId xmlns:a16="http://schemas.microsoft.com/office/drawing/2014/main" id="{24917AA8-68D4-2940-F010-DB4B76CAB7C1}"/>
              </a:ext>
            </a:extLst>
          </p:cNvPr>
          <p:cNvSpPr>
            <a:spLocks noChangeArrowheads="1"/>
          </p:cNvSpPr>
          <p:nvPr/>
        </p:nvSpPr>
        <p:spPr bwMode="auto">
          <a:xfrm>
            <a:off x="6707620" y="1610176"/>
            <a:ext cx="5282292" cy="338554"/>
          </a:xfrm>
          <a:prstGeom prst="rect">
            <a:avLst/>
          </a:prstGeom>
          <a:solidFill>
            <a:schemeClr val="accent1">
              <a:lumMod val="60000"/>
              <a:lumOff val="4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Arial Unicode MS"/>
              </a:rPr>
              <a:t>This hook allow us to use dispatch from react store</a:t>
            </a:r>
            <a:endParaRPr kumimoji="0" lang="en-US" altLang="en-US" sz="4400" b="0" i="0" u="none" strike="noStrike" cap="none" normalizeH="0" baseline="0" dirty="0">
              <a:ln>
                <a:noFill/>
              </a:ln>
              <a:solidFill>
                <a:schemeClr val="tx1"/>
              </a:solidFill>
              <a:effectLst/>
              <a:latin typeface="Arial" panose="020B0604020202020204" pitchFamily="34" charset="0"/>
            </a:endParaRPr>
          </a:p>
        </p:txBody>
      </p:sp>
      <p:cxnSp>
        <p:nvCxnSpPr>
          <p:cNvPr id="23" name="Straight Arrow Connector 22">
            <a:extLst>
              <a:ext uri="{FF2B5EF4-FFF2-40B4-BE49-F238E27FC236}">
                <a16:creationId xmlns:a16="http://schemas.microsoft.com/office/drawing/2014/main" id="{48726435-CC6B-C674-DFCC-013041E82DDB}"/>
              </a:ext>
            </a:extLst>
          </p:cNvPr>
          <p:cNvCxnSpPr>
            <a:cxnSpLocks/>
          </p:cNvCxnSpPr>
          <p:nvPr/>
        </p:nvCxnSpPr>
        <p:spPr>
          <a:xfrm flipV="1">
            <a:off x="2237014" y="1745140"/>
            <a:ext cx="4376057" cy="396492"/>
          </a:xfrm>
          <a:prstGeom prst="straightConnector1">
            <a:avLst/>
          </a:prstGeom>
          <a:ln w="57150">
            <a:solidFill>
              <a:schemeClr val="accent4">
                <a:lumMod val="40000"/>
                <a:lumOff val="60000"/>
              </a:schemeClr>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257E469-9011-6905-1677-332790733E6B}"/>
              </a:ext>
            </a:extLst>
          </p:cNvPr>
          <p:cNvSpPr txBox="1"/>
          <p:nvPr/>
        </p:nvSpPr>
        <p:spPr>
          <a:xfrm>
            <a:off x="6372226" y="1198233"/>
            <a:ext cx="6376306" cy="369332"/>
          </a:xfrm>
          <a:prstGeom prst="rect">
            <a:avLst/>
          </a:prstGeom>
          <a:noFill/>
        </p:spPr>
        <p:txBody>
          <a:bodyPr wrap="square">
            <a:spAutoFit/>
          </a:bodyPr>
          <a:lstStyle/>
          <a:p>
            <a:r>
              <a:rPr lang="en-US" dirty="0">
                <a:solidFill>
                  <a:srgbClr val="FF0000"/>
                </a:solidFill>
              </a:rPr>
              <a:t>Left and right arrow icons for scrolling the suggestion list.</a:t>
            </a:r>
          </a:p>
        </p:txBody>
      </p:sp>
      <p:cxnSp>
        <p:nvCxnSpPr>
          <p:cNvPr id="28" name="Straight Arrow Connector 27">
            <a:extLst>
              <a:ext uri="{FF2B5EF4-FFF2-40B4-BE49-F238E27FC236}">
                <a16:creationId xmlns:a16="http://schemas.microsoft.com/office/drawing/2014/main" id="{C3EAF65D-C614-8B94-2DEC-3662D10D6E50}"/>
              </a:ext>
            </a:extLst>
          </p:cNvPr>
          <p:cNvCxnSpPr>
            <a:cxnSpLocks/>
            <a:endCxn id="26" idx="1"/>
          </p:cNvCxnSpPr>
          <p:nvPr/>
        </p:nvCxnSpPr>
        <p:spPr>
          <a:xfrm flipV="1">
            <a:off x="3791631" y="1382899"/>
            <a:ext cx="2580595" cy="265737"/>
          </a:xfrm>
          <a:prstGeom prst="straightConnector1">
            <a:avLst/>
          </a:prstGeom>
          <a:ln w="57150">
            <a:solidFill>
              <a:schemeClr val="accent6">
                <a:lumMod val="60000"/>
                <a:lumOff val="40000"/>
              </a:schemeClr>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30" name="Rectangle 7">
            <a:extLst>
              <a:ext uri="{FF2B5EF4-FFF2-40B4-BE49-F238E27FC236}">
                <a16:creationId xmlns:a16="http://schemas.microsoft.com/office/drawing/2014/main" id="{A5557E1C-C01B-55AB-A1D5-A176CAA6BBE8}"/>
              </a:ext>
            </a:extLst>
          </p:cNvPr>
          <p:cNvSpPr>
            <a:spLocks noChangeArrowheads="1"/>
          </p:cNvSpPr>
          <p:nvPr/>
        </p:nvSpPr>
        <p:spPr bwMode="auto">
          <a:xfrm>
            <a:off x="5902779" y="2045234"/>
            <a:ext cx="6199414" cy="1015663"/>
          </a:xfrm>
          <a:prstGeom prst="rect">
            <a:avLst/>
          </a:prstGeom>
          <a:solidFill>
            <a:schemeClr val="bg2"/>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Arial" panose="020B0604020202020204" pitchFamily="34" charset="0"/>
              </a:rPr>
              <a:t>Reads data from the Redux store’s </a:t>
            </a:r>
            <a:r>
              <a:rPr kumimoji="0" lang="en-US" altLang="en-US" sz="1200" b="0" i="0" u="none" strike="noStrike" cap="none" normalizeH="0" baseline="0" dirty="0">
                <a:ln>
                  <a:noFill/>
                </a:ln>
                <a:solidFill>
                  <a:schemeClr val="tx1"/>
                </a:solidFill>
                <a:effectLst/>
                <a:latin typeface="Arial Unicode MS"/>
              </a:rPr>
              <a:t>auth slice</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err="1">
                <a:ln>
                  <a:noFill/>
                </a:ln>
                <a:solidFill>
                  <a:schemeClr val="tx1"/>
                </a:solidFill>
                <a:effectLst/>
                <a:highlight>
                  <a:srgbClr val="FFFF00"/>
                </a:highlight>
                <a:latin typeface="Arial Unicode MS"/>
              </a:rPr>
              <a:t>suggestedUsers</a:t>
            </a:r>
            <a:r>
              <a:rPr kumimoji="0" lang="en-US" altLang="en-US" sz="1600" b="0" i="0" u="none" strike="noStrike" cap="none" normalizeH="0" baseline="0" dirty="0">
                <a:ln>
                  <a:noFill/>
                </a:ln>
                <a:solidFill>
                  <a:schemeClr val="tx1"/>
                </a:solidFill>
                <a:effectLst/>
              </a:rPr>
              <a:t> → List of users suggested to follow (default: empty array)</a:t>
            </a:r>
            <a:endParaRPr kumimoji="0" lang="en-US" altLang="en-US" sz="4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err="1">
                <a:ln>
                  <a:noFill/>
                </a:ln>
                <a:solidFill>
                  <a:schemeClr val="tx1"/>
                </a:solidFill>
                <a:effectLst/>
                <a:highlight>
                  <a:srgbClr val="FFFF00"/>
                </a:highlight>
                <a:latin typeface="Arial Unicode MS"/>
              </a:rPr>
              <a:t>authUser</a:t>
            </a:r>
            <a:r>
              <a:rPr kumimoji="0" lang="en-US" altLang="en-US" sz="1600" b="0" i="0" u="none" strike="noStrike" cap="none" normalizeH="0" baseline="0" dirty="0">
                <a:ln>
                  <a:noFill/>
                </a:ln>
                <a:solidFill>
                  <a:schemeClr val="tx1"/>
                </a:solidFill>
                <a:effectLst/>
              </a:rPr>
              <a:t> → Logged-in user information.</a:t>
            </a:r>
            <a:endParaRPr kumimoji="0" lang="en-US" altLang="en-US" sz="4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latin typeface="Arial" panose="020B0604020202020204" pitchFamily="34" charset="0"/>
              </a:rPr>
              <a:t>This automatically re-renders the component when auth data</a:t>
            </a:r>
            <a:r>
              <a:rPr kumimoji="0" lang="en-US" altLang="en-US" sz="1400" b="0" i="0" u="none" strike="noStrike" cap="none" normalizeH="0" baseline="0" dirty="0">
                <a:ln>
                  <a:noFill/>
                </a:ln>
                <a:solidFill>
                  <a:schemeClr val="tx1"/>
                </a:solidFill>
                <a:effectLst/>
                <a:latin typeface="Arial" panose="020B0604020202020204" pitchFamily="34" charset="0"/>
              </a:rPr>
              <a:t> changes</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31" name="Picture 30">
            <a:extLst>
              <a:ext uri="{FF2B5EF4-FFF2-40B4-BE49-F238E27FC236}">
                <a16:creationId xmlns:a16="http://schemas.microsoft.com/office/drawing/2014/main" id="{8CA2BE55-F793-B58A-4BF4-D27B099D635D}"/>
              </a:ext>
            </a:extLst>
          </p:cNvPr>
          <p:cNvPicPr>
            <a:picLocks noChangeAspect="1"/>
          </p:cNvPicPr>
          <p:nvPr/>
        </p:nvPicPr>
        <p:blipFill>
          <a:blip r:embed="rId2"/>
          <a:srcRect l="3628" t="35434" r="60612" b="61118"/>
          <a:stretch>
            <a:fillRect/>
          </a:stretch>
        </p:blipFill>
        <p:spPr>
          <a:xfrm>
            <a:off x="251691" y="3286278"/>
            <a:ext cx="2863602" cy="333428"/>
          </a:xfrm>
          <a:prstGeom prst="rect">
            <a:avLst/>
          </a:prstGeom>
        </p:spPr>
      </p:pic>
      <p:cxnSp>
        <p:nvCxnSpPr>
          <p:cNvPr id="33" name="Straight Arrow Connector 32">
            <a:extLst>
              <a:ext uri="{FF2B5EF4-FFF2-40B4-BE49-F238E27FC236}">
                <a16:creationId xmlns:a16="http://schemas.microsoft.com/office/drawing/2014/main" id="{7954FEED-F51B-C1E3-233D-FC946ADF7854}"/>
              </a:ext>
            </a:extLst>
          </p:cNvPr>
          <p:cNvCxnSpPr>
            <a:cxnSpLocks/>
            <a:stCxn id="37" idx="3"/>
          </p:cNvCxnSpPr>
          <p:nvPr/>
        </p:nvCxnSpPr>
        <p:spPr>
          <a:xfrm flipV="1">
            <a:off x="5444047" y="2414080"/>
            <a:ext cx="458732" cy="187184"/>
          </a:xfrm>
          <a:prstGeom prst="straightConnector1">
            <a:avLst/>
          </a:prstGeom>
          <a:ln w="57150">
            <a:solidFill>
              <a:schemeClr val="accent2">
                <a:lumMod val="75000"/>
              </a:schemeClr>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37" name="Picture 36">
            <a:extLst>
              <a:ext uri="{FF2B5EF4-FFF2-40B4-BE49-F238E27FC236}">
                <a16:creationId xmlns:a16="http://schemas.microsoft.com/office/drawing/2014/main" id="{55437C38-4B02-F030-3F2B-135133662ECE}"/>
              </a:ext>
            </a:extLst>
          </p:cNvPr>
          <p:cNvPicPr>
            <a:picLocks noChangeAspect="1"/>
          </p:cNvPicPr>
          <p:nvPr/>
        </p:nvPicPr>
        <p:blipFill>
          <a:blip r:embed="rId2"/>
          <a:srcRect l="3316" t="26074" r="33144" b="71010"/>
          <a:stretch>
            <a:fillRect/>
          </a:stretch>
        </p:blipFill>
        <p:spPr>
          <a:xfrm>
            <a:off x="145271" y="2434550"/>
            <a:ext cx="5298776" cy="333428"/>
          </a:xfrm>
          <a:prstGeom prst="rect">
            <a:avLst/>
          </a:prstGeom>
        </p:spPr>
      </p:pic>
      <p:pic>
        <p:nvPicPr>
          <p:cNvPr id="38" name="Picture 37">
            <a:extLst>
              <a:ext uri="{FF2B5EF4-FFF2-40B4-BE49-F238E27FC236}">
                <a16:creationId xmlns:a16="http://schemas.microsoft.com/office/drawing/2014/main" id="{25DDB218-8F10-32AC-147B-F71C20E6F34A}"/>
              </a:ext>
            </a:extLst>
          </p:cNvPr>
          <p:cNvPicPr>
            <a:picLocks noChangeAspect="1"/>
          </p:cNvPicPr>
          <p:nvPr/>
        </p:nvPicPr>
        <p:blipFill>
          <a:blip r:embed="rId2"/>
          <a:srcRect l="2821" t="28297" r="74265" b="68855"/>
          <a:stretch>
            <a:fillRect/>
          </a:stretch>
        </p:blipFill>
        <p:spPr>
          <a:xfrm>
            <a:off x="251691" y="2826545"/>
            <a:ext cx="5085936" cy="464720"/>
          </a:xfrm>
          <a:prstGeom prst="rect">
            <a:avLst/>
          </a:prstGeom>
          <a:effectLst>
            <a:glow rad="139700">
              <a:schemeClr val="accent6">
                <a:satMod val="175000"/>
                <a:alpha val="40000"/>
              </a:schemeClr>
            </a:glow>
          </a:effectLst>
        </p:spPr>
      </p:pic>
      <p:sp>
        <p:nvSpPr>
          <p:cNvPr id="40" name="Rectangle 7">
            <a:extLst>
              <a:ext uri="{FF2B5EF4-FFF2-40B4-BE49-F238E27FC236}">
                <a16:creationId xmlns:a16="http://schemas.microsoft.com/office/drawing/2014/main" id="{69586DB2-3039-DA23-4B6B-A87798FA8101}"/>
              </a:ext>
            </a:extLst>
          </p:cNvPr>
          <p:cNvSpPr>
            <a:spLocks noChangeArrowheads="1"/>
          </p:cNvSpPr>
          <p:nvPr/>
        </p:nvSpPr>
        <p:spPr bwMode="auto">
          <a:xfrm>
            <a:off x="7045779" y="3098502"/>
            <a:ext cx="3101676" cy="523220"/>
          </a:xfrm>
          <a:prstGeom prst="rect">
            <a:avLst/>
          </a:prstGeom>
          <a:solidFill>
            <a:schemeClr val="bg2"/>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highlight>
                  <a:srgbClr val="00FFFF"/>
                </a:highlight>
                <a:latin typeface="Arial" panose="020B0604020202020204" pitchFamily="34" charset="0"/>
              </a:rPr>
              <a:t>Create a reference to html element, </a:t>
            </a:r>
          </a:p>
          <a:p>
            <a:pPr marL="0" marR="0" lvl="0" indent="0" algn="l" defTabSz="914400" rtl="0" eaLnBrk="0" fontAlgn="base" latinLnBrk="0" hangingPunct="0">
              <a:lnSpc>
                <a:spcPct val="100000"/>
              </a:lnSpc>
              <a:spcBef>
                <a:spcPct val="0"/>
              </a:spcBef>
              <a:spcAft>
                <a:spcPct val="0"/>
              </a:spcAft>
              <a:buClrTx/>
              <a:buSzTx/>
              <a:tabLst/>
            </a:pPr>
            <a:r>
              <a:rPr lang="en-US" altLang="en-US" sz="1400" dirty="0">
                <a:highlight>
                  <a:srgbClr val="00FFFF"/>
                </a:highlight>
                <a:latin typeface="Arial" panose="020B0604020202020204" pitchFamily="34" charset="0"/>
              </a:rPr>
              <a:t>Used for horizontal scrolling</a:t>
            </a:r>
            <a:endParaRPr kumimoji="0" lang="en-US" altLang="en-US" sz="2400" b="0" i="0" u="none" strike="noStrike" cap="none" normalizeH="0" baseline="0" dirty="0">
              <a:ln>
                <a:noFill/>
              </a:ln>
              <a:solidFill>
                <a:schemeClr val="tx1"/>
              </a:solidFill>
              <a:effectLst/>
              <a:highlight>
                <a:srgbClr val="00FFFF"/>
              </a:highlight>
              <a:latin typeface="Arial" panose="020B0604020202020204" pitchFamily="34" charset="0"/>
            </a:endParaRPr>
          </a:p>
        </p:txBody>
      </p:sp>
      <p:cxnSp>
        <p:nvCxnSpPr>
          <p:cNvPr id="41" name="Straight Arrow Connector 40">
            <a:extLst>
              <a:ext uri="{FF2B5EF4-FFF2-40B4-BE49-F238E27FC236}">
                <a16:creationId xmlns:a16="http://schemas.microsoft.com/office/drawing/2014/main" id="{CFA118CC-9F8B-0401-A503-AECFBC2A5078}"/>
              </a:ext>
            </a:extLst>
          </p:cNvPr>
          <p:cNvCxnSpPr>
            <a:cxnSpLocks/>
          </p:cNvCxnSpPr>
          <p:nvPr/>
        </p:nvCxnSpPr>
        <p:spPr>
          <a:xfrm>
            <a:off x="5146222" y="3124966"/>
            <a:ext cx="1814573" cy="131132"/>
          </a:xfrm>
          <a:prstGeom prst="straightConnector1">
            <a:avLst/>
          </a:prstGeom>
          <a:ln w="57150">
            <a:solidFill>
              <a:schemeClr val="accent6">
                <a:lumMod val="60000"/>
                <a:lumOff val="40000"/>
              </a:schemeClr>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44" name="Picture 43">
            <a:extLst>
              <a:ext uri="{FF2B5EF4-FFF2-40B4-BE49-F238E27FC236}">
                <a16:creationId xmlns:a16="http://schemas.microsoft.com/office/drawing/2014/main" id="{FE64FA6F-0405-8E44-F2DB-D39BEA8EC6C4}"/>
              </a:ext>
            </a:extLst>
          </p:cNvPr>
          <p:cNvPicPr>
            <a:picLocks noChangeAspect="1"/>
          </p:cNvPicPr>
          <p:nvPr/>
        </p:nvPicPr>
        <p:blipFill>
          <a:blip r:embed="rId2"/>
          <a:srcRect l="9492" t="40381" r="583" b="51723"/>
          <a:stretch>
            <a:fillRect/>
          </a:stretch>
        </p:blipFill>
        <p:spPr>
          <a:xfrm>
            <a:off x="73477" y="3648253"/>
            <a:ext cx="7200901" cy="680015"/>
          </a:xfrm>
          <a:prstGeom prst="rect">
            <a:avLst/>
          </a:prstGeom>
        </p:spPr>
      </p:pic>
      <p:pic>
        <p:nvPicPr>
          <p:cNvPr id="45" name="Picture 44">
            <a:extLst>
              <a:ext uri="{FF2B5EF4-FFF2-40B4-BE49-F238E27FC236}">
                <a16:creationId xmlns:a16="http://schemas.microsoft.com/office/drawing/2014/main" id="{23BE3C6E-8E43-C0FD-FDE2-B245D1E57C78}"/>
              </a:ext>
            </a:extLst>
          </p:cNvPr>
          <p:cNvPicPr>
            <a:picLocks noChangeAspect="1"/>
          </p:cNvPicPr>
          <p:nvPr/>
        </p:nvPicPr>
        <p:blipFill>
          <a:blip r:embed="rId2"/>
          <a:srcRect l="12582" t="49977" r="18293" b="32530"/>
          <a:stretch>
            <a:fillRect/>
          </a:stretch>
        </p:blipFill>
        <p:spPr>
          <a:xfrm>
            <a:off x="73477" y="4354799"/>
            <a:ext cx="5535386" cy="1166002"/>
          </a:xfrm>
          <a:prstGeom prst="rect">
            <a:avLst/>
          </a:prstGeom>
          <a:effectLst>
            <a:glow rad="228600">
              <a:schemeClr val="accent2">
                <a:satMod val="175000"/>
                <a:alpha val="40000"/>
              </a:schemeClr>
            </a:glow>
          </a:effectLst>
        </p:spPr>
      </p:pic>
      <p:pic>
        <p:nvPicPr>
          <p:cNvPr id="46" name="Picture 45">
            <a:extLst>
              <a:ext uri="{FF2B5EF4-FFF2-40B4-BE49-F238E27FC236}">
                <a16:creationId xmlns:a16="http://schemas.microsoft.com/office/drawing/2014/main" id="{C1DE1C5A-DC43-B71F-D054-08AF8DE12A0E}"/>
              </a:ext>
            </a:extLst>
          </p:cNvPr>
          <p:cNvPicPr>
            <a:picLocks noChangeAspect="1"/>
          </p:cNvPicPr>
          <p:nvPr/>
        </p:nvPicPr>
        <p:blipFill>
          <a:blip r:embed="rId2"/>
          <a:srcRect l="11905" t="71395" r="30253" b="14685"/>
          <a:stretch>
            <a:fillRect/>
          </a:stretch>
        </p:blipFill>
        <p:spPr>
          <a:xfrm>
            <a:off x="74839" y="5704165"/>
            <a:ext cx="4631872" cy="819248"/>
          </a:xfrm>
          <a:prstGeom prst="rect">
            <a:avLst/>
          </a:prstGeom>
        </p:spPr>
      </p:pic>
      <p:cxnSp>
        <p:nvCxnSpPr>
          <p:cNvPr id="48" name="Straight Arrow Connector 47">
            <a:extLst>
              <a:ext uri="{FF2B5EF4-FFF2-40B4-BE49-F238E27FC236}">
                <a16:creationId xmlns:a16="http://schemas.microsoft.com/office/drawing/2014/main" id="{AC62267D-1D8F-1DB4-FAD6-C82D04661143}"/>
              </a:ext>
            </a:extLst>
          </p:cNvPr>
          <p:cNvCxnSpPr>
            <a:cxnSpLocks/>
          </p:cNvCxnSpPr>
          <p:nvPr/>
        </p:nvCxnSpPr>
        <p:spPr>
          <a:xfrm flipV="1">
            <a:off x="7187913" y="3769719"/>
            <a:ext cx="731444" cy="14540"/>
          </a:xfrm>
          <a:prstGeom prst="straightConnector1">
            <a:avLst/>
          </a:prstGeom>
          <a:ln w="57150">
            <a:solidFill>
              <a:schemeClr val="accent6">
                <a:lumMod val="60000"/>
                <a:lumOff val="40000"/>
              </a:schemeClr>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50" name="Rectangle 7">
            <a:extLst>
              <a:ext uri="{FF2B5EF4-FFF2-40B4-BE49-F238E27FC236}">
                <a16:creationId xmlns:a16="http://schemas.microsoft.com/office/drawing/2014/main" id="{33CE2086-6EA7-63DA-D9C3-5DC80BB9CDB9}"/>
              </a:ext>
            </a:extLst>
          </p:cNvPr>
          <p:cNvSpPr>
            <a:spLocks noChangeArrowheads="1"/>
          </p:cNvSpPr>
          <p:nvPr/>
        </p:nvSpPr>
        <p:spPr bwMode="auto">
          <a:xfrm>
            <a:off x="7919357" y="3582500"/>
            <a:ext cx="2620736" cy="307777"/>
          </a:xfrm>
          <a:prstGeom prst="rect">
            <a:avLst/>
          </a:prstGeom>
          <a:solidFill>
            <a:schemeClr val="accent1">
              <a:lumMod val="60000"/>
              <a:lumOff val="4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highlight>
                  <a:srgbClr val="00FFFF"/>
                </a:highlight>
                <a:latin typeface="Arial" panose="020B0604020202020204" pitchFamily="34" charset="0"/>
              </a:rPr>
              <a:t>Axios to send data to backend</a:t>
            </a:r>
            <a:endParaRPr kumimoji="0" lang="en-US" altLang="en-US" sz="2400" b="0" i="0" u="none" strike="noStrike" cap="none" normalizeH="0" baseline="0" dirty="0">
              <a:ln>
                <a:noFill/>
              </a:ln>
              <a:solidFill>
                <a:schemeClr val="tx1"/>
              </a:solidFill>
              <a:effectLst/>
              <a:highlight>
                <a:srgbClr val="00FFFF"/>
              </a:highlight>
              <a:latin typeface="Arial" panose="020B0604020202020204" pitchFamily="34" charset="0"/>
            </a:endParaRPr>
          </a:p>
        </p:txBody>
      </p:sp>
      <p:sp>
        <p:nvSpPr>
          <p:cNvPr id="52" name="TextBox 51">
            <a:extLst>
              <a:ext uri="{FF2B5EF4-FFF2-40B4-BE49-F238E27FC236}">
                <a16:creationId xmlns:a16="http://schemas.microsoft.com/office/drawing/2014/main" id="{CA88EA0B-494B-33E9-0B36-63DAEDD04397}"/>
              </a:ext>
            </a:extLst>
          </p:cNvPr>
          <p:cNvSpPr txBox="1"/>
          <p:nvPr/>
        </p:nvSpPr>
        <p:spPr>
          <a:xfrm>
            <a:off x="6707620" y="4053082"/>
            <a:ext cx="5535386" cy="923330"/>
          </a:xfrm>
          <a:prstGeom prst="rect">
            <a:avLst/>
          </a:prstGeom>
          <a:solidFill>
            <a:schemeClr val="accent3"/>
          </a:solidFill>
          <a:effectLst>
            <a:glow rad="139700">
              <a:schemeClr val="accent6">
                <a:satMod val="175000"/>
                <a:alpha val="40000"/>
              </a:schemeClr>
            </a:glow>
          </a:effectLst>
        </p:spPr>
        <p:txBody>
          <a:bodyPr wrap="square">
            <a:spAutoFit/>
          </a:bodyPr>
          <a:lstStyle/>
          <a:p>
            <a:pPr>
              <a:buNone/>
            </a:pPr>
            <a:r>
              <a:rPr lang="en-US" i="1" dirty="0">
                <a:ln w="0"/>
                <a:effectLst>
                  <a:outerShdw blurRad="38100" dist="19050" dir="2700000" algn="tl" rotWithShape="0">
                    <a:schemeClr val="dk1">
                      <a:alpha val="40000"/>
                    </a:schemeClr>
                  </a:outerShdw>
                </a:effectLst>
                <a:highlight>
                  <a:srgbClr val="FFFF00"/>
                </a:highlight>
              </a:rPr>
              <a:t>Update current user (</a:t>
            </a:r>
            <a:r>
              <a:rPr lang="en-US" i="1" dirty="0" err="1">
                <a:ln w="0"/>
                <a:effectLst>
                  <a:outerShdw blurRad="38100" dist="19050" dir="2700000" algn="tl" rotWithShape="0">
                    <a:schemeClr val="dk1">
                      <a:alpha val="40000"/>
                    </a:schemeClr>
                  </a:outerShdw>
                </a:effectLst>
                <a:highlight>
                  <a:srgbClr val="FFFF00"/>
                </a:highlight>
              </a:rPr>
              <a:t>authUser</a:t>
            </a:r>
            <a:r>
              <a:rPr lang="en-US" i="1" dirty="0">
                <a:ln w="0"/>
                <a:effectLst>
                  <a:outerShdw blurRad="38100" dist="19050" dir="2700000" algn="tl" rotWithShape="0">
                    <a:schemeClr val="dk1">
                      <a:alpha val="40000"/>
                    </a:schemeClr>
                  </a:outerShdw>
                </a:effectLst>
                <a:highlight>
                  <a:srgbClr val="FFFF00"/>
                </a:highlight>
              </a:rPr>
              <a:t>) in Redux</a:t>
            </a:r>
          </a:p>
          <a:p>
            <a:pPr>
              <a:buNone/>
            </a:pPr>
            <a:r>
              <a:rPr lang="en-US" b="1" dirty="0">
                <a:highlight>
                  <a:srgbClr val="FF0000"/>
                </a:highlight>
              </a:rPr>
              <a:t>If followed</a:t>
            </a:r>
            <a:r>
              <a:rPr lang="en-US" dirty="0"/>
              <a:t>--Add </a:t>
            </a:r>
            <a:r>
              <a:rPr lang="en-US" dirty="0" err="1"/>
              <a:t>targetUserId</a:t>
            </a:r>
            <a:r>
              <a:rPr lang="en-US" dirty="0"/>
              <a:t> to following list.</a:t>
            </a:r>
          </a:p>
          <a:p>
            <a:pPr>
              <a:buNone/>
            </a:pPr>
            <a:r>
              <a:rPr lang="en-US" b="1" dirty="0">
                <a:highlight>
                  <a:srgbClr val="00FF00"/>
                </a:highlight>
              </a:rPr>
              <a:t>If unfollowed </a:t>
            </a:r>
            <a:r>
              <a:rPr lang="en-US" b="1" dirty="0"/>
              <a:t>-- </a:t>
            </a:r>
            <a:r>
              <a:rPr lang="en-US" dirty="0"/>
              <a:t>Remove </a:t>
            </a:r>
            <a:r>
              <a:rPr lang="en-US" dirty="0" err="1"/>
              <a:t>targetUserId</a:t>
            </a:r>
            <a:r>
              <a:rPr lang="en-US" dirty="0"/>
              <a:t> from following list.</a:t>
            </a:r>
          </a:p>
        </p:txBody>
      </p:sp>
      <p:cxnSp>
        <p:nvCxnSpPr>
          <p:cNvPr id="53" name="Straight Arrow Connector 52">
            <a:extLst>
              <a:ext uri="{FF2B5EF4-FFF2-40B4-BE49-F238E27FC236}">
                <a16:creationId xmlns:a16="http://schemas.microsoft.com/office/drawing/2014/main" id="{FEF370F4-04FD-2ED3-65B9-574E2FBB8D3D}"/>
              </a:ext>
            </a:extLst>
          </p:cNvPr>
          <p:cNvCxnSpPr>
            <a:cxnSpLocks/>
            <a:endCxn id="52" idx="1"/>
          </p:cNvCxnSpPr>
          <p:nvPr/>
        </p:nvCxnSpPr>
        <p:spPr>
          <a:xfrm flipV="1">
            <a:off x="5608863" y="4514747"/>
            <a:ext cx="1098757" cy="205676"/>
          </a:xfrm>
          <a:prstGeom prst="straightConnector1">
            <a:avLst/>
          </a:prstGeom>
          <a:ln w="57150">
            <a:solidFill>
              <a:schemeClr val="accent6">
                <a:lumMod val="60000"/>
                <a:lumOff val="40000"/>
              </a:schemeClr>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9D3EAA4C-9C60-3246-4452-935877DA66E6}"/>
              </a:ext>
            </a:extLst>
          </p:cNvPr>
          <p:cNvCxnSpPr>
            <a:cxnSpLocks/>
          </p:cNvCxnSpPr>
          <p:nvPr/>
        </p:nvCxnSpPr>
        <p:spPr>
          <a:xfrm flipV="1">
            <a:off x="4706711" y="5297219"/>
            <a:ext cx="2180523" cy="440857"/>
          </a:xfrm>
          <a:prstGeom prst="straightConnector1">
            <a:avLst/>
          </a:prstGeom>
          <a:ln w="57150">
            <a:solidFill>
              <a:schemeClr val="accent6">
                <a:lumMod val="60000"/>
                <a:lumOff val="40000"/>
              </a:schemeClr>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58" name="Rectangle 7">
            <a:extLst>
              <a:ext uri="{FF2B5EF4-FFF2-40B4-BE49-F238E27FC236}">
                <a16:creationId xmlns:a16="http://schemas.microsoft.com/office/drawing/2014/main" id="{9DCA70A4-6E23-19BF-0874-6B1243D31099}"/>
              </a:ext>
            </a:extLst>
          </p:cNvPr>
          <p:cNvSpPr>
            <a:spLocks noChangeArrowheads="1"/>
          </p:cNvSpPr>
          <p:nvPr/>
        </p:nvSpPr>
        <p:spPr bwMode="auto">
          <a:xfrm>
            <a:off x="6887234" y="5019115"/>
            <a:ext cx="5176158" cy="307777"/>
          </a:xfrm>
          <a:prstGeom prst="rect">
            <a:avLst/>
          </a:prstGeom>
          <a:solidFill>
            <a:schemeClr val="accent1">
              <a:lumMod val="60000"/>
              <a:lumOff val="4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highlight>
                  <a:srgbClr val="00FFFF"/>
                </a:highlight>
                <a:latin typeface="Arial" panose="020B0604020202020204" pitchFamily="34" charset="0"/>
              </a:rPr>
              <a:t>If we follow </a:t>
            </a:r>
            <a:r>
              <a:rPr kumimoji="0" lang="en-US" altLang="en-US" sz="1400" b="0" i="0" u="none" strike="noStrike" cap="none" normalizeH="0" baseline="0" dirty="0" err="1">
                <a:ln>
                  <a:noFill/>
                </a:ln>
                <a:solidFill>
                  <a:schemeClr val="tx1"/>
                </a:solidFill>
                <a:effectLst/>
                <a:highlight>
                  <a:srgbClr val="00FFFF"/>
                </a:highlight>
                <a:latin typeface="Arial" panose="020B0604020202020204" pitchFamily="34" charset="0"/>
              </a:rPr>
              <a:t>someone..</a:t>
            </a:r>
            <a:r>
              <a:rPr lang="en-US" altLang="en-US" sz="1400" dirty="0" err="1">
                <a:highlight>
                  <a:srgbClr val="00FFFF"/>
                </a:highlight>
                <a:latin typeface="Arial" panose="020B0604020202020204" pitchFamily="34" charset="0"/>
              </a:rPr>
              <a:t>the</a:t>
            </a:r>
            <a:r>
              <a:rPr lang="en-US" altLang="en-US" sz="1400" dirty="0">
                <a:highlight>
                  <a:srgbClr val="00FFFF"/>
                </a:highlight>
                <a:latin typeface="Arial" panose="020B0604020202020204" pitchFamily="34" charset="0"/>
              </a:rPr>
              <a:t> person should disappear from the list</a:t>
            </a:r>
            <a:endParaRPr kumimoji="0" lang="en-US" altLang="en-US" sz="1400" b="0" i="0" u="none" strike="noStrike" cap="none" normalizeH="0" baseline="0" dirty="0">
              <a:ln>
                <a:noFill/>
              </a:ln>
              <a:solidFill>
                <a:schemeClr val="tx1"/>
              </a:solidFill>
              <a:effectLst/>
              <a:highlight>
                <a:srgbClr val="00FFFF"/>
              </a:highlight>
              <a:latin typeface="Arial" panose="020B0604020202020204" pitchFamily="34" charset="0"/>
            </a:endParaRPr>
          </a:p>
        </p:txBody>
      </p:sp>
      <p:pic>
        <p:nvPicPr>
          <p:cNvPr id="64" name="Picture 63">
            <a:extLst>
              <a:ext uri="{FF2B5EF4-FFF2-40B4-BE49-F238E27FC236}">
                <a16:creationId xmlns:a16="http://schemas.microsoft.com/office/drawing/2014/main" id="{B26A286D-9FC9-982E-5F7E-C4D3D8950B2A}"/>
              </a:ext>
            </a:extLst>
          </p:cNvPr>
          <p:cNvPicPr>
            <a:picLocks noChangeAspect="1"/>
          </p:cNvPicPr>
          <p:nvPr/>
        </p:nvPicPr>
        <p:blipFill>
          <a:blip r:embed="rId4"/>
          <a:srcRect t="1" r="45868" b="9361"/>
          <a:stretch>
            <a:fillRect/>
          </a:stretch>
        </p:blipFill>
        <p:spPr>
          <a:xfrm>
            <a:off x="5298957" y="5841608"/>
            <a:ext cx="1509102" cy="385639"/>
          </a:xfrm>
          <a:prstGeom prst="rect">
            <a:avLst/>
          </a:prstGeom>
          <a:effectLst>
            <a:glow rad="139700">
              <a:schemeClr val="accent4">
                <a:satMod val="175000"/>
                <a:alpha val="40000"/>
              </a:schemeClr>
            </a:glow>
          </a:effectLst>
        </p:spPr>
      </p:pic>
      <p:cxnSp>
        <p:nvCxnSpPr>
          <p:cNvPr id="65" name="Straight Arrow Connector 64">
            <a:extLst>
              <a:ext uri="{FF2B5EF4-FFF2-40B4-BE49-F238E27FC236}">
                <a16:creationId xmlns:a16="http://schemas.microsoft.com/office/drawing/2014/main" id="{52F9610E-7283-BB58-C2BF-75D8C90B44DB}"/>
              </a:ext>
            </a:extLst>
          </p:cNvPr>
          <p:cNvCxnSpPr>
            <a:cxnSpLocks/>
          </p:cNvCxnSpPr>
          <p:nvPr/>
        </p:nvCxnSpPr>
        <p:spPr>
          <a:xfrm flipV="1">
            <a:off x="4730383" y="6016180"/>
            <a:ext cx="713664" cy="144377"/>
          </a:xfrm>
          <a:prstGeom prst="straightConnector1">
            <a:avLst/>
          </a:prstGeom>
          <a:ln w="57150">
            <a:solidFill>
              <a:srgbClr val="FF0000"/>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42256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A1C8C-03A9-6683-4464-640542C5CE19}"/>
              </a:ext>
            </a:extLst>
          </p:cNvPr>
          <p:cNvSpPr>
            <a:spLocks noGrp="1"/>
          </p:cNvSpPr>
          <p:nvPr>
            <p:ph type="title"/>
          </p:nvPr>
        </p:nvSpPr>
        <p:spPr>
          <a:xfrm>
            <a:off x="552450" y="334615"/>
            <a:ext cx="10515600" cy="988559"/>
          </a:xfrm>
        </p:spPr>
        <p:txBody>
          <a:bodyPr/>
          <a:lstStyle/>
          <a:p>
            <a:r>
              <a:rPr lang="en-US" dirty="0"/>
              <a:t>These are the left and right scroll functions</a:t>
            </a:r>
          </a:p>
        </p:txBody>
      </p:sp>
      <p:pic>
        <p:nvPicPr>
          <p:cNvPr id="5" name="Content Placeholder 4">
            <a:extLst>
              <a:ext uri="{FF2B5EF4-FFF2-40B4-BE49-F238E27FC236}">
                <a16:creationId xmlns:a16="http://schemas.microsoft.com/office/drawing/2014/main" id="{9C78F7ED-AFEC-392C-E83A-995F63C2DB09}"/>
              </a:ext>
            </a:extLst>
          </p:cNvPr>
          <p:cNvPicPr>
            <a:picLocks noGrp="1" noChangeAspect="1"/>
          </p:cNvPicPr>
          <p:nvPr>
            <p:ph idx="1"/>
          </p:nvPr>
        </p:nvPicPr>
        <p:blipFill>
          <a:blip r:embed="rId2"/>
          <a:stretch>
            <a:fillRect/>
          </a:stretch>
        </p:blipFill>
        <p:spPr>
          <a:xfrm>
            <a:off x="1159588" y="1632858"/>
            <a:ext cx="8039443" cy="2465546"/>
          </a:xfrm>
          <a:prstGeom prst="rect">
            <a:avLst/>
          </a:prstGeom>
        </p:spPr>
      </p:pic>
      <p:pic>
        <p:nvPicPr>
          <p:cNvPr id="3" name="Picture 2">
            <a:extLst>
              <a:ext uri="{FF2B5EF4-FFF2-40B4-BE49-F238E27FC236}">
                <a16:creationId xmlns:a16="http://schemas.microsoft.com/office/drawing/2014/main" id="{173D8870-0437-B6FD-3ACD-E286F83C0D4A}"/>
              </a:ext>
            </a:extLst>
          </p:cNvPr>
          <p:cNvPicPr>
            <a:picLocks noChangeAspect="1"/>
          </p:cNvPicPr>
          <p:nvPr/>
        </p:nvPicPr>
        <p:blipFill>
          <a:blip r:embed="rId3"/>
          <a:srcRect l="5010" r="7007"/>
          <a:stretch>
            <a:fillRect/>
          </a:stretch>
        </p:blipFill>
        <p:spPr>
          <a:xfrm>
            <a:off x="963386" y="4627746"/>
            <a:ext cx="8039443" cy="1726161"/>
          </a:xfrm>
          <a:prstGeom prst="rect">
            <a:avLst/>
          </a:prstGeom>
          <a:effectLst>
            <a:glow rad="228600">
              <a:schemeClr val="accent6">
                <a:satMod val="175000"/>
                <a:alpha val="40000"/>
              </a:schemeClr>
            </a:glow>
          </a:effectLst>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5C9972A6-99D8-BE87-7B07-0606FC3DC896}"/>
                  </a:ext>
                </a:extLst>
              </p14:cNvPr>
              <p14:cNvContentPartPr/>
              <p14:nvPr/>
            </p14:nvContentPartPr>
            <p14:xfrm>
              <a:off x="1102011" y="5641084"/>
              <a:ext cx="221040" cy="720"/>
            </p14:xfrm>
          </p:contentPart>
        </mc:Choice>
        <mc:Fallback xmlns="">
          <p:pic>
            <p:nvPicPr>
              <p:cNvPr id="8" name="Ink 7">
                <a:extLst>
                  <a:ext uri="{FF2B5EF4-FFF2-40B4-BE49-F238E27FC236}">
                    <a16:creationId xmlns:a16="http://schemas.microsoft.com/office/drawing/2014/main" id="{5C9972A6-99D8-BE87-7B07-0606FC3DC896}"/>
                  </a:ext>
                </a:extLst>
              </p:cNvPr>
              <p:cNvPicPr/>
              <p:nvPr/>
            </p:nvPicPr>
            <p:blipFill>
              <a:blip r:embed="rId5"/>
              <a:stretch>
                <a:fillRect/>
              </a:stretch>
            </p:blipFill>
            <p:spPr>
              <a:xfrm>
                <a:off x="1048371" y="5425084"/>
                <a:ext cx="32868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9A319E13-EDDA-866D-B7E5-7A81E2547B6A}"/>
                  </a:ext>
                </a:extLst>
              </p14:cNvPr>
              <p14:cNvContentPartPr/>
              <p14:nvPr/>
            </p14:nvContentPartPr>
            <p14:xfrm>
              <a:off x="1052331" y="5447044"/>
              <a:ext cx="335880" cy="344160"/>
            </p14:xfrm>
          </p:contentPart>
        </mc:Choice>
        <mc:Fallback xmlns="">
          <p:pic>
            <p:nvPicPr>
              <p:cNvPr id="9" name="Ink 8">
                <a:extLst>
                  <a:ext uri="{FF2B5EF4-FFF2-40B4-BE49-F238E27FC236}">
                    <a16:creationId xmlns:a16="http://schemas.microsoft.com/office/drawing/2014/main" id="{9A319E13-EDDA-866D-B7E5-7A81E2547B6A}"/>
                  </a:ext>
                </a:extLst>
              </p:cNvPr>
              <p:cNvPicPr/>
              <p:nvPr/>
            </p:nvPicPr>
            <p:blipFill>
              <a:blip r:embed="rId7"/>
              <a:stretch>
                <a:fillRect/>
              </a:stretch>
            </p:blipFill>
            <p:spPr>
              <a:xfrm>
                <a:off x="998331" y="5339404"/>
                <a:ext cx="443520" cy="559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776EF0D2-957D-29E1-0D87-DE86CE87855E}"/>
                  </a:ext>
                </a:extLst>
              </p14:cNvPr>
              <p14:cNvContentPartPr/>
              <p14:nvPr/>
            </p14:nvContentPartPr>
            <p14:xfrm>
              <a:off x="626451" y="2082124"/>
              <a:ext cx="852840" cy="3624840"/>
            </p14:xfrm>
          </p:contentPart>
        </mc:Choice>
        <mc:Fallback xmlns="">
          <p:pic>
            <p:nvPicPr>
              <p:cNvPr id="12" name="Ink 11">
                <a:extLst>
                  <a:ext uri="{FF2B5EF4-FFF2-40B4-BE49-F238E27FC236}">
                    <a16:creationId xmlns:a16="http://schemas.microsoft.com/office/drawing/2014/main" id="{776EF0D2-957D-29E1-0D87-DE86CE87855E}"/>
                  </a:ext>
                </a:extLst>
              </p:cNvPr>
              <p:cNvPicPr/>
              <p:nvPr/>
            </p:nvPicPr>
            <p:blipFill>
              <a:blip r:embed="rId9"/>
              <a:stretch>
                <a:fillRect/>
              </a:stretch>
            </p:blipFill>
            <p:spPr>
              <a:xfrm>
                <a:off x="617451" y="2073124"/>
                <a:ext cx="870480" cy="3642480"/>
              </a:xfrm>
              <a:prstGeom prst="rect">
                <a:avLst/>
              </a:prstGeom>
            </p:spPr>
          </p:pic>
        </mc:Fallback>
      </mc:AlternateContent>
      <p:grpSp>
        <p:nvGrpSpPr>
          <p:cNvPr id="17" name="Group 16">
            <a:extLst>
              <a:ext uri="{FF2B5EF4-FFF2-40B4-BE49-F238E27FC236}">
                <a16:creationId xmlns:a16="http://schemas.microsoft.com/office/drawing/2014/main" id="{A296FD13-2AF7-DF64-F3B9-73CA507C6739}"/>
              </a:ext>
            </a:extLst>
          </p:cNvPr>
          <p:cNvGrpSpPr/>
          <p:nvPr/>
        </p:nvGrpSpPr>
        <p:grpSpPr>
          <a:xfrm>
            <a:off x="3086331" y="2798164"/>
            <a:ext cx="6330240" cy="3047400"/>
            <a:chOff x="3086331" y="2798164"/>
            <a:chExt cx="6330240" cy="3047400"/>
          </a:xfrm>
        </p:grpSpPr>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598C50D2-A1D6-1F33-790E-2FA5188C8458}"/>
                    </a:ext>
                  </a:extLst>
                </p14:cNvPr>
                <p14:cNvContentPartPr/>
                <p14:nvPr/>
              </p14:nvContentPartPr>
              <p14:xfrm>
                <a:off x="3086331" y="2798164"/>
                <a:ext cx="6330240" cy="2884320"/>
              </p14:xfrm>
            </p:contentPart>
          </mc:Choice>
          <mc:Fallback xmlns="">
            <p:pic>
              <p:nvPicPr>
                <p:cNvPr id="14" name="Ink 13">
                  <a:extLst>
                    <a:ext uri="{FF2B5EF4-FFF2-40B4-BE49-F238E27FC236}">
                      <a16:creationId xmlns:a16="http://schemas.microsoft.com/office/drawing/2014/main" id="{598C50D2-A1D6-1F33-790E-2FA5188C8458}"/>
                    </a:ext>
                  </a:extLst>
                </p:cNvPr>
                <p:cNvPicPr/>
                <p:nvPr/>
              </p:nvPicPr>
              <p:blipFill>
                <a:blip r:embed="rId11"/>
                <a:stretch>
                  <a:fillRect/>
                </a:stretch>
              </p:blipFill>
              <p:spPr>
                <a:xfrm>
                  <a:off x="3077691" y="2789524"/>
                  <a:ext cx="6347880" cy="2901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 name="Ink 14">
                  <a:extLst>
                    <a:ext uri="{FF2B5EF4-FFF2-40B4-BE49-F238E27FC236}">
                      <a16:creationId xmlns:a16="http://schemas.microsoft.com/office/drawing/2014/main" id="{B6DB11A1-0A65-761F-54F4-28F6D1F2A836}"/>
                    </a:ext>
                  </a:extLst>
                </p14:cNvPr>
                <p14:cNvContentPartPr/>
                <p14:nvPr/>
              </p14:nvContentPartPr>
              <p14:xfrm>
                <a:off x="8768211" y="5461084"/>
                <a:ext cx="139680" cy="213480"/>
              </p14:xfrm>
            </p:contentPart>
          </mc:Choice>
          <mc:Fallback xmlns="">
            <p:pic>
              <p:nvPicPr>
                <p:cNvPr id="15" name="Ink 14">
                  <a:extLst>
                    <a:ext uri="{FF2B5EF4-FFF2-40B4-BE49-F238E27FC236}">
                      <a16:creationId xmlns:a16="http://schemas.microsoft.com/office/drawing/2014/main" id="{B6DB11A1-0A65-761F-54F4-28F6D1F2A836}"/>
                    </a:ext>
                  </a:extLst>
                </p:cNvPr>
                <p:cNvPicPr/>
                <p:nvPr/>
              </p:nvPicPr>
              <p:blipFill>
                <a:blip r:embed="rId13"/>
                <a:stretch>
                  <a:fillRect/>
                </a:stretch>
              </p:blipFill>
              <p:spPr>
                <a:xfrm>
                  <a:off x="8759211" y="5452084"/>
                  <a:ext cx="157320" cy="2311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35F31403-AD8E-26EC-B472-A34BA6880337}"/>
                    </a:ext>
                  </a:extLst>
                </p14:cNvPr>
                <p14:cNvContentPartPr/>
                <p14:nvPr/>
              </p14:nvContentPartPr>
              <p14:xfrm>
                <a:off x="8784771" y="5690404"/>
                <a:ext cx="203760" cy="155160"/>
              </p14:xfrm>
            </p:contentPart>
          </mc:Choice>
          <mc:Fallback xmlns="">
            <p:pic>
              <p:nvPicPr>
                <p:cNvPr id="16" name="Ink 15">
                  <a:extLst>
                    <a:ext uri="{FF2B5EF4-FFF2-40B4-BE49-F238E27FC236}">
                      <a16:creationId xmlns:a16="http://schemas.microsoft.com/office/drawing/2014/main" id="{35F31403-AD8E-26EC-B472-A34BA6880337}"/>
                    </a:ext>
                  </a:extLst>
                </p:cNvPr>
                <p:cNvPicPr/>
                <p:nvPr/>
              </p:nvPicPr>
              <p:blipFill>
                <a:blip r:embed="rId15"/>
                <a:stretch>
                  <a:fillRect/>
                </a:stretch>
              </p:blipFill>
              <p:spPr>
                <a:xfrm>
                  <a:off x="8776131" y="5681404"/>
                  <a:ext cx="221400" cy="172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19" name="Ink 18">
                <a:extLst>
                  <a:ext uri="{FF2B5EF4-FFF2-40B4-BE49-F238E27FC236}">
                    <a16:creationId xmlns:a16="http://schemas.microsoft.com/office/drawing/2014/main" id="{EDA41993-54A9-EE8E-BDD2-BFDD8B3B86BA}"/>
                  </a:ext>
                </a:extLst>
              </p14:cNvPr>
              <p14:cNvContentPartPr/>
              <p14:nvPr/>
            </p14:nvContentPartPr>
            <p14:xfrm>
              <a:off x="8514771" y="5625244"/>
              <a:ext cx="278280" cy="49320"/>
            </p14:xfrm>
          </p:contentPart>
        </mc:Choice>
        <mc:Fallback xmlns="">
          <p:pic>
            <p:nvPicPr>
              <p:cNvPr id="19" name="Ink 18">
                <a:extLst>
                  <a:ext uri="{FF2B5EF4-FFF2-40B4-BE49-F238E27FC236}">
                    <a16:creationId xmlns:a16="http://schemas.microsoft.com/office/drawing/2014/main" id="{EDA41993-54A9-EE8E-BDD2-BFDD8B3B86BA}"/>
                  </a:ext>
                </a:extLst>
              </p:cNvPr>
              <p:cNvPicPr/>
              <p:nvPr/>
            </p:nvPicPr>
            <p:blipFill>
              <a:blip r:embed="rId17"/>
              <a:stretch>
                <a:fillRect/>
              </a:stretch>
            </p:blipFill>
            <p:spPr>
              <a:xfrm>
                <a:off x="8460771" y="5517244"/>
                <a:ext cx="385920"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0" name="Ink 19">
                <a:extLst>
                  <a:ext uri="{FF2B5EF4-FFF2-40B4-BE49-F238E27FC236}">
                    <a16:creationId xmlns:a16="http://schemas.microsoft.com/office/drawing/2014/main" id="{B81BC6EF-650C-7E61-08A7-1C3B3A7B2786}"/>
                  </a:ext>
                </a:extLst>
              </p14:cNvPr>
              <p14:cNvContentPartPr/>
              <p14:nvPr/>
            </p14:nvContentPartPr>
            <p14:xfrm>
              <a:off x="8521611" y="5535244"/>
              <a:ext cx="222480" cy="262080"/>
            </p14:xfrm>
          </p:contentPart>
        </mc:Choice>
        <mc:Fallback xmlns="">
          <p:pic>
            <p:nvPicPr>
              <p:cNvPr id="20" name="Ink 19">
                <a:extLst>
                  <a:ext uri="{FF2B5EF4-FFF2-40B4-BE49-F238E27FC236}">
                    <a16:creationId xmlns:a16="http://schemas.microsoft.com/office/drawing/2014/main" id="{B81BC6EF-650C-7E61-08A7-1C3B3A7B2786}"/>
                  </a:ext>
                </a:extLst>
              </p:cNvPr>
              <p:cNvPicPr/>
              <p:nvPr/>
            </p:nvPicPr>
            <p:blipFill>
              <a:blip r:embed="rId19"/>
              <a:stretch>
                <a:fillRect/>
              </a:stretch>
            </p:blipFill>
            <p:spPr>
              <a:xfrm>
                <a:off x="8467611" y="5427604"/>
                <a:ext cx="330120" cy="4777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1" name="Ink 20">
                <a:extLst>
                  <a:ext uri="{FF2B5EF4-FFF2-40B4-BE49-F238E27FC236}">
                    <a16:creationId xmlns:a16="http://schemas.microsoft.com/office/drawing/2014/main" id="{3CE0877D-93AC-ECA5-0CDE-7853D05DD8D0}"/>
                  </a:ext>
                </a:extLst>
              </p14:cNvPr>
              <p14:cNvContentPartPr/>
              <p14:nvPr/>
            </p14:nvContentPartPr>
            <p14:xfrm>
              <a:off x="1908771" y="1901404"/>
              <a:ext cx="1182240" cy="261720"/>
            </p14:xfrm>
          </p:contentPart>
        </mc:Choice>
        <mc:Fallback xmlns="">
          <p:pic>
            <p:nvPicPr>
              <p:cNvPr id="21" name="Ink 20">
                <a:extLst>
                  <a:ext uri="{FF2B5EF4-FFF2-40B4-BE49-F238E27FC236}">
                    <a16:creationId xmlns:a16="http://schemas.microsoft.com/office/drawing/2014/main" id="{3CE0877D-93AC-ECA5-0CDE-7853D05DD8D0}"/>
                  </a:ext>
                </a:extLst>
              </p:cNvPr>
              <p:cNvPicPr/>
              <p:nvPr/>
            </p:nvPicPr>
            <p:blipFill>
              <a:blip r:embed="rId21"/>
              <a:stretch>
                <a:fillRect/>
              </a:stretch>
            </p:blipFill>
            <p:spPr>
              <a:xfrm>
                <a:off x="1899771" y="1892404"/>
                <a:ext cx="119988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2" name="Ink 21">
                <a:extLst>
                  <a:ext uri="{FF2B5EF4-FFF2-40B4-BE49-F238E27FC236}">
                    <a16:creationId xmlns:a16="http://schemas.microsoft.com/office/drawing/2014/main" id="{D7BF3554-7EE9-2C01-FE40-A6865D541F54}"/>
                  </a:ext>
                </a:extLst>
              </p14:cNvPr>
              <p14:cNvContentPartPr/>
              <p14:nvPr/>
            </p14:nvContentPartPr>
            <p14:xfrm>
              <a:off x="2022891" y="2904724"/>
              <a:ext cx="1015200" cy="296280"/>
            </p14:xfrm>
          </p:contentPart>
        </mc:Choice>
        <mc:Fallback xmlns="">
          <p:pic>
            <p:nvPicPr>
              <p:cNvPr id="22" name="Ink 21">
                <a:extLst>
                  <a:ext uri="{FF2B5EF4-FFF2-40B4-BE49-F238E27FC236}">
                    <a16:creationId xmlns:a16="http://schemas.microsoft.com/office/drawing/2014/main" id="{D7BF3554-7EE9-2C01-FE40-A6865D541F54}"/>
                  </a:ext>
                </a:extLst>
              </p:cNvPr>
              <p:cNvPicPr/>
              <p:nvPr/>
            </p:nvPicPr>
            <p:blipFill>
              <a:blip r:embed="rId23"/>
              <a:stretch>
                <a:fillRect/>
              </a:stretch>
            </p:blipFill>
            <p:spPr>
              <a:xfrm>
                <a:off x="2013891" y="2895724"/>
                <a:ext cx="1032840" cy="313920"/>
              </a:xfrm>
              <a:prstGeom prst="rect">
                <a:avLst/>
              </a:prstGeom>
            </p:spPr>
          </p:pic>
        </mc:Fallback>
      </mc:AlternateContent>
    </p:spTree>
    <p:extLst>
      <p:ext uri="{BB962C8B-B14F-4D97-AF65-F5344CB8AC3E}">
        <p14:creationId xmlns:p14="http://schemas.microsoft.com/office/powerpoint/2010/main" val="9161799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B473F-8B21-BF64-CDB0-63183D5F44A6}"/>
              </a:ext>
            </a:extLst>
          </p:cNvPr>
          <p:cNvSpPr>
            <a:spLocks noGrp="1"/>
          </p:cNvSpPr>
          <p:nvPr>
            <p:ph type="title"/>
          </p:nvPr>
        </p:nvSpPr>
        <p:spPr>
          <a:xfrm>
            <a:off x="838200" y="365125"/>
            <a:ext cx="10515600" cy="712561"/>
          </a:xfrm>
        </p:spPr>
        <p:txBody>
          <a:bodyPr/>
          <a:lstStyle/>
          <a:p>
            <a:r>
              <a:rPr lang="en-US" dirty="0" err="1"/>
              <a:t>Profile.jsx</a:t>
            </a:r>
            <a:endParaRPr lang="en-US" dirty="0"/>
          </a:p>
        </p:txBody>
      </p:sp>
      <p:pic>
        <p:nvPicPr>
          <p:cNvPr id="5" name="Picture 4">
            <a:extLst>
              <a:ext uri="{FF2B5EF4-FFF2-40B4-BE49-F238E27FC236}">
                <a16:creationId xmlns:a16="http://schemas.microsoft.com/office/drawing/2014/main" id="{0ECBE1DF-E3A3-7B1F-922A-E9546D11333D}"/>
              </a:ext>
            </a:extLst>
          </p:cNvPr>
          <p:cNvPicPr>
            <a:picLocks noChangeAspect="1"/>
          </p:cNvPicPr>
          <p:nvPr/>
        </p:nvPicPr>
        <p:blipFill>
          <a:blip r:embed="rId2"/>
          <a:srcRect l="21225" r="20190"/>
          <a:stretch>
            <a:fillRect/>
          </a:stretch>
        </p:blipFill>
        <p:spPr>
          <a:xfrm>
            <a:off x="4653642" y="1077686"/>
            <a:ext cx="5731329" cy="5207708"/>
          </a:xfrm>
          <a:prstGeom prst="rect">
            <a:avLst/>
          </a:prstGeom>
        </p:spPr>
      </p:pic>
      <p:pic>
        <p:nvPicPr>
          <p:cNvPr id="7" name="Picture 6">
            <a:extLst>
              <a:ext uri="{FF2B5EF4-FFF2-40B4-BE49-F238E27FC236}">
                <a16:creationId xmlns:a16="http://schemas.microsoft.com/office/drawing/2014/main" id="{65C3EAE3-1854-205D-9E92-885F1936976C}"/>
              </a:ext>
            </a:extLst>
          </p:cNvPr>
          <p:cNvPicPr>
            <a:picLocks noChangeAspect="1"/>
          </p:cNvPicPr>
          <p:nvPr/>
        </p:nvPicPr>
        <p:blipFill>
          <a:blip r:embed="rId2"/>
          <a:srcRect r="82622" b="15876"/>
          <a:stretch>
            <a:fillRect/>
          </a:stretch>
        </p:blipFill>
        <p:spPr>
          <a:xfrm>
            <a:off x="1238250" y="954359"/>
            <a:ext cx="2116677" cy="5454363"/>
          </a:xfrm>
          <a:prstGeom prst="rect">
            <a:avLst/>
          </a:prstGeom>
        </p:spPr>
      </p:pic>
    </p:spTree>
    <p:extLst>
      <p:ext uri="{BB962C8B-B14F-4D97-AF65-F5344CB8AC3E}">
        <p14:creationId xmlns:p14="http://schemas.microsoft.com/office/powerpoint/2010/main" val="41677479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B487E-E2E7-7976-082C-BD9706B258EB}"/>
              </a:ext>
            </a:extLst>
          </p:cNvPr>
          <p:cNvSpPr>
            <a:spLocks noGrp="1"/>
          </p:cNvSpPr>
          <p:nvPr>
            <p:ph type="title"/>
          </p:nvPr>
        </p:nvSpPr>
        <p:spPr>
          <a:xfrm>
            <a:off x="247649" y="65314"/>
            <a:ext cx="2509157" cy="637495"/>
          </a:xfrm>
        </p:spPr>
        <p:txBody>
          <a:bodyPr>
            <a:normAutofit fontScale="90000"/>
          </a:bodyPr>
          <a:lstStyle/>
          <a:p>
            <a:r>
              <a:rPr lang="en-US" dirty="0" err="1">
                <a:highlight>
                  <a:srgbClr val="00FFFF"/>
                </a:highlight>
              </a:rPr>
              <a:t>Profile.jsx</a:t>
            </a:r>
            <a:endParaRPr lang="en-US" dirty="0">
              <a:highlight>
                <a:srgbClr val="00FFFF"/>
              </a:highlight>
            </a:endParaRPr>
          </a:p>
        </p:txBody>
      </p:sp>
      <p:pic>
        <p:nvPicPr>
          <p:cNvPr id="5" name="Content Placeholder 4">
            <a:extLst>
              <a:ext uri="{FF2B5EF4-FFF2-40B4-BE49-F238E27FC236}">
                <a16:creationId xmlns:a16="http://schemas.microsoft.com/office/drawing/2014/main" id="{DFF22AB7-87EF-534F-ED72-C58523C8EAB5}"/>
              </a:ext>
            </a:extLst>
          </p:cNvPr>
          <p:cNvPicPr>
            <a:picLocks noGrp="1" noChangeAspect="1"/>
          </p:cNvPicPr>
          <p:nvPr>
            <p:ph idx="1"/>
          </p:nvPr>
        </p:nvPicPr>
        <p:blipFill>
          <a:blip r:embed="rId2"/>
          <a:srcRect l="805" r="34973" b="92363"/>
          <a:stretch>
            <a:fillRect/>
          </a:stretch>
        </p:blipFill>
        <p:spPr>
          <a:xfrm>
            <a:off x="178956" y="714060"/>
            <a:ext cx="4765222" cy="544627"/>
          </a:xfrm>
          <a:prstGeom prst="rect">
            <a:avLst/>
          </a:prstGeom>
        </p:spPr>
      </p:pic>
      <p:sp>
        <p:nvSpPr>
          <p:cNvPr id="6" name="TextBox 5">
            <a:extLst>
              <a:ext uri="{FF2B5EF4-FFF2-40B4-BE49-F238E27FC236}">
                <a16:creationId xmlns:a16="http://schemas.microsoft.com/office/drawing/2014/main" id="{802E10CC-5C51-6BF5-D89D-F7C1BCA2AE10}"/>
              </a:ext>
            </a:extLst>
          </p:cNvPr>
          <p:cNvSpPr txBox="1"/>
          <p:nvPr/>
        </p:nvSpPr>
        <p:spPr>
          <a:xfrm>
            <a:off x="5751083" y="49998"/>
            <a:ext cx="6193268" cy="923330"/>
          </a:xfrm>
          <a:prstGeom prst="rect">
            <a:avLst/>
          </a:prstGeom>
          <a:solidFill>
            <a:srgbClr val="00B0F0"/>
          </a:solidFill>
        </p:spPr>
        <p:txBody>
          <a:bodyPr wrap="square">
            <a:spAutoFit/>
          </a:bodyPr>
          <a:lstStyle/>
          <a:p>
            <a:pPr>
              <a:buNone/>
            </a:pPr>
            <a:r>
              <a:rPr lang="en-US" b="1" dirty="0" err="1">
                <a:latin typeface="Courier New" panose="02070309020205020404" pitchFamily="49" charset="0"/>
              </a:rPr>
              <a:t>useState</a:t>
            </a:r>
            <a:r>
              <a:rPr lang="en-US" b="1" dirty="0"/>
              <a:t> is used to store component-level states like:</a:t>
            </a:r>
          </a:p>
          <a:p>
            <a:pPr>
              <a:buFont typeface="Arial" panose="020B0604020202020204" pitchFamily="34" charset="0"/>
              <a:buChar char="•"/>
            </a:pPr>
            <a:r>
              <a:rPr lang="en-US" b="1" dirty="0" err="1">
                <a:latin typeface="Courier New" panose="02070309020205020404" pitchFamily="49" charset="0"/>
              </a:rPr>
              <a:t>activeTab</a:t>
            </a:r>
            <a:endParaRPr lang="en-US" b="1" dirty="0"/>
          </a:p>
          <a:p>
            <a:pPr>
              <a:buFont typeface="Arial" panose="020B0604020202020204" pitchFamily="34" charset="0"/>
              <a:buChar char="•"/>
            </a:pPr>
            <a:r>
              <a:rPr lang="en-US" b="1" dirty="0"/>
              <a:t>dialog open/close states (comments, followers, following</a:t>
            </a:r>
            <a:r>
              <a:rPr lang="en-US" dirty="0"/>
              <a:t>)</a:t>
            </a:r>
          </a:p>
        </p:txBody>
      </p:sp>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514E1648-D611-B5FC-7D70-D824A8E4828F}"/>
                  </a:ext>
                </a:extLst>
              </p14:cNvPr>
              <p14:cNvContentPartPr/>
              <p14:nvPr/>
            </p14:nvContentPartPr>
            <p14:xfrm>
              <a:off x="2106321" y="285621"/>
              <a:ext cx="3592800" cy="449280"/>
            </p14:xfrm>
          </p:contentPart>
        </mc:Choice>
        <mc:Fallback xmlns="">
          <p:pic>
            <p:nvPicPr>
              <p:cNvPr id="11" name="Ink 10">
                <a:extLst>
                  <a:ext uri="{FF2B5EF4-FFF2-40B4-BE49-F238E27FC236}">
                    <a16:creationId xmlns:a16="http://schemas.microsoft.com/office/drawing/2014/main" id="{514E1648-D611-B5FC-7D70-D824A8E4828F}"/>
                  </a:ext>
                </a:extLst>
              </p:cNvPr>
              <p:cNvPicPr/>
              <p:nvPr/>
            </p:nvPicPr>
            <p:blipFill>
              <a:blip r:embed="rId4"/>
              <a:stretch>
                <a:fillRect/>
              </a:stretch>
            </p:blipFill>
            <p:spPr>
              <a:xfrm>
                <a:off x="2087241" y="266901"/>
                <a:ext cx="3630600" cy="487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6C0B39F3-F16C-0A68-DF41-B5E6310FA5F1}"/>
                  </a:ext>
                </a:extLst>
              </p14:cNvPr>
              <p14:cNvContentPartPr/>
              <p14:nvPr/>
            </p14:nvContentPartPr>
            <p14:xfrm>
              <a:off x="5559801" y="211461"/>
              <a:ext cx="185040" cy="281520"/>
            </p14:xfrm>
          </p:contentPart>
        </mc:Choice>
        <mc:Fallback xmlns="">
          <p:pic>
            <p:nvPicPr>
              <p:cNvPr id="12" name="Ink 11">
                <a:extLst>
                  <a:ext uri="{FF2B5EF4-FFF2-40B4-BE49-F238E27FC236}">
                    <a16:creationId xmlns:a16="http://schemas.microsoft.com/office/drawing/2014/main" id="{6C0B39F3-F16C-0A68-DF41-B5E6310FA5F1}"/>
                  </a:ext>
                </a:extLst>
              </p:cNvPr>
              <p:cNvPicPr/>
              <p:nvPr/>
            </p:nvPicPr>
            <p:blipFill>
              <a:blip r:embed="rId6"/>
              <a:stretch>
                <a:fillRect/>
              </a:stretch>
            </p:blipFill>
            <p:spPr>
              <a:xfrm>
                <a:off x="5550801" y="202821"/>
                <a:ext cx="202680" cy="299160"/>
              </a:xfrm>
              <a:prstGeom prst="rect">
                <a:avLst/>
              </a:prstGeom>
            </p:spPr>
          </p:pic>
        </mc:Fallback>
      </mc:AlternateContent>
      <p:sp>
        <p:nvSpPr>
          <p:cNvPr id="13" name="Rectangle 12">
            <a:extLst>
              <a:ext uri="{FF2B5EF4-FFF2-40B4-BE49-F238E27FC236}">
                <a16:creationId xmlns:a16="http://schemas.microsoft.com/office/drawing/2014/main" id="{749E883D-1E9C-938B-ACB7-4647C98EFCBA}"/>
              </a:ext>
            </a:extLst>
          </p:cNvPr>
          <p:cNvSpPr/>
          <p:nvPr/>
        </p:nvSpPr>
        <p:spPr>
          <a:xfrm>
            <a:off x="1322614" y="702809"/>
            <a:ext cx="636815" cy="195262"/>
          </a:xfrm>
          <a:prstGeom prst="rect">
            <a:avLst/>
          </a:prstGeom>
          <a:noFill/>
          <a:effectLst>
            <a:glow rad="2286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D0F3DA39-8DB5-E169-E819-BBE5DF0C7540}"/>
              </a:ext>
            </a:extLst>
          </p:cNvPr>
          <p:cNvPicPr>
            <a:picLocks noChangeAspect="1"/>
          </p:cNvPicPr>
          <p:nvPr/>
        </p:nvPicPr>
        <p:blipFill>
          <a:blip r:embed="rId7"/>
          <a:srcRect l="31156" t="8535" r="59580" b="73735"/>
          <a:stretch>
            <a:fillRect/>
          </a:stretch>
        </p:blipFill>
        <p:spPr>
          <a:xfrm>
            <a:off x="6733474" y="1022470"/>
            <a:ext cx="1028700" cy="1048104"/>
          </a:xfrm>
          <a:prstGeom prst="rect">
            <a:avLst/>
          </a:prstGeom>
        </p:spPr>
      </p:pic>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BF166074-402C-A2B8-B6C2-A81C2BBF6D29}"/>
                  </a:ext>
                </a:extLst>
              </p14:cNvPr>
              <p14:cNvContentPartPr/>
              <p14:nvPr/>
            </p14:nvContentPartPr>
            <p14:xfrm flipV="1">
              <a:off x="4805737" y="1022470"/>
              <a:ext cx="1888977" cy="236217"/>
            </p14:xfrm>
          </p:contentPart>
        </mc:Choice>
        <mc:Fallback xmlns="">
          <p:pic>
            <p:nvPicPr>
              <p:cNvPr id="15" name="Ink 14">
                <a:extLst>
                  <a:ext uri="{FF2B5EF4-FFF2-40B4-BE49-F238E27FC236}">
                    <a16:creationId xmlns:a16="http://schemas.microsoft.com/office/drawing/2014/main" id="{BF166074-402C-A2B8-B6C2-A81C2BBF6D29}"/>
                  </a:ext>
                </a:extLst>
              </p:cNvPr>
              <p:cNvPicPr/>
              <p:nvPr/>
            </p:nvPicPr>
            <p:blipFill>
              <a:blip r:embed="rId9"/>
              <a:stretch>
                <a:fillRect/>
              </a:stretch>
            </p:blipFill>
            <p:spPr>
              <a:xfrm flipV="1">
                <a:off x="4786660" y="1003414"/>
                <a:ext cx="1926411" cy="273969"/>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6" name="Ink 15">
                <a:extLst>
                  <a:ext uri="{FF2B5EF4-FFF2-40B4-BE49-F238E27FC236}">
                    <a16:creationId xmlns:a16="http://schemas.microsoft.com/office/drawing/2014/main" id="{AF29EBAC-9329-6594-C291-FAB66F5BDE11}"/>
                  </a:ext>
                </a:extLst>
              </p14:cNvPr>
              <p14:cNvContentPartPr/>
              <p14:nvPr/>
            </p14:nvContentPartPr>
            <p14:xfrm>
              <a:off x="6462321" y="1072221"/>
              <a:ext cx="240480" cy="380880"/>
            </p14:xfrm>
          </p:contentPart>
        </mc:Choice>
        <mc:Fallback xmlns="">
          <p:pic>
            <p:nvPicPr>
              <p:cNvPr id="16" name="Ink 15">
                <a:extLst>
                  <a:ext uri="{FF2B5EF4-FFF2-40B4-BE49-F238E27FC236}">
                    <a16:creationId xmlns:a16="http://schemas.microsoft.com/office/drawing/2014/main" id="{AF29EBAC-9329-6594-C291-FAB66F5BDE11}"/>
                  </a:ext>
                </a:extLst>
              </p:cNvPr>
              <p:cNvPicPr/>
              <p:nvPr/>
            </p:nvPicPr>
            <p:blipFill>
              <a:blip r:embed="rId11"/>
              <a:stretch>
                <a:fillRect/>
              </a:stretch>
            </p:blipFill>
            <p:spPr>
              <a:xfrm>
                <a:off x="6453681" y="1063221"/>
                <a:ext cx="258120" cy="398520"/>
              </a:xfrm>
              <a:prstGeom prst="rect">
                <a:avLst/>
              </a:prstGeom>
            </p:spPr>
          </p:pic>
        </mc:Fallback>
      </mc:AlternateContent>
      <p:sp>
        <p:nvSpPr>
          <p:cNvPr id="17" name="TextBox 16">
            <a:extLst>
              <a:ext uri="{FF2B5EF4-FFF2-40B4-BE49-F238E27FC236}">
                <a16:creationId xmlns:a16="http://schemas.microsoft.com/office/drawing/2014/main" id="{9DF0B986-F024-2850-0A76-D08AB3353C00}"/>
              </a:ext>
            </a:extLst>
          </p:cNvPr>
          <p:cNvSpPr txBox="1"/>
          <p:nvPr/>
        </p:nvSpPr>
        <p:spPr>
          <a:xfrm>
            <a:off x="7617279" y="1177190"/>
            <a:ext cx="2956963" cy="369332"/>
          </a:xfrm>
          <a:prstGeom prst="rect">
            <a:avLst/>
          </a:prstGeom>
          <a:noFill/>
        </p:spPr>
        <p:txBody>
          <a:bodyPr wrap="none" rtlCol="0">
            <a:spAutoFit/>
          </a:bodyPr>
          <a:lstStyle/>
          <a:p>
            <a:r>
              <a:rPr lang="en-US" dirty="0"/>
              <a:t>This is used for profile images</a:t>
            </a:r>
          </a:p>
        </p:txBody>
      </p:sp>
      <p:sp>
        <p:nvSpPr>
          <p:cNvPr id="18" name="Rectangle 17">
            <a:extLst>
              <a:ext uri="{FF2B5EF4-FFF2-40B4-BE49-F238E27FC236}">
                <a16:creationId xmlns:a16="http://schemas.microsoft.com/office/drawing/2014/main" id="{0DCE6DEA-0498-7BA1-FB31-9C6349F5E054}"/>
              </a:ext>
            </a:extLst>
          </p:cNvPr>
          <p:cNvSpPr/>
          <p:nvPr/>
        </p:nvSpPr>
        <p:spPr>
          <a:xfrm>
            <a:off x="685799" y="1079559"/>
            <a:ext cx="1307870" cy="179128"/>
          </a:xfrm>
          <a:prstGeom prst="rect">
            <a:avLst/>
          </a:prstGeom>
          <a:noFill/>
          <a:effectLst>
            <a:glow rad="2286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D036F40E-BE00-32BD-BBAD-2720655B1A13}"/>
              </a:ext>
            </a:extLst>
          </p:cNvPr>
          <p:cNvCxnSpPr>
            <a:cxnSpLocks/>
          </p:cNvCxnSpPr>
          <p:nvPr/>
        </p:nvCxnSpPr>
        <p:spPr>
          <a:xfrm>
            <a:off x="4362023" y="1167165"/>
            <a:ext cx="3018396" cy="1023786"/>
          </a:xfrm>
          <a:prstGeom prst="straightConnector1">
            <a:avLst/>
          </a:prstGeom>
          <a:ln w="57150">
            <a:solidFill>
              <a:schemeClr val="accent6">
                <a:lumMod val="60000"/>
                <a:lumOff val="40000"/>
              </a:schemeClr>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AF69EA3-5221-1D93-CE86-A41031DDC038}"/>
              </a:ext>
            </a:extLst>
          </p:cNvPr>
          <p:cNvSpPr txBox="1"/>
          <p:nvPr/>
        </p:nvSpPr>
        <p:spPr>
          <a:xfrm>
            <a:off x="7380419" y="2009435"/>
            <a:ext cx="4733988" cy="646331"/>
          </a:xfrm>
          <a:prstGeom prst="rect">
            <a:avLst/>
          </a:prstGeom>
          <a:solidFill>
            <a:srgbClr val="FFFF00"/>
          </a:solidFill>
        </p:spPr>
        <p:txBody>
          <a:bodyPr wrap="none" rtlCol="0">
            <a:spAutoFit/>
          </a:bodyPr>
          <a:lstStyle/>
          <a:p>
            <a:r>
              <a:rPr lang="en-US" dirty="0"/>
              <a:t>This is the custom hook(made by Master </a:t>
            </a:r>
            <a:r>
              <a:rPr lang="en-US" dirty="0" err="1"/>
              <a:t>sparsh</a:t>
            </a:r>
            <a:r>
              <a:rPr lang="en-US" dirty="0"/>
              <a:t>)</a:t>
            </a:r>
          </a:p>
          <a:p>
            <a:r>
              <a:rPr lang="en-US" dirty="0"/>
              <a:t>This hook is used for fetching the profile data</a:t>
            </a:r>
          </a:p>
        </p:txBody>
      </p:sp>
      <p:pic>
        <p:nvPicPr>
          <p:cNvPr id="23" name="Content Placeholder 4">
            <a:extLst>
              <a:ext uri="{FF2B5EF4-FFF2-40B4-BE49-F238E27FC236}">
                <a16:creationId xmlns:a16="http://schemas.microsoft.com/office/drawing/2014/main" id="{EABBDF57-F9FB-E0E7-061D-758707BB52C9}"/>
              </a:ext>
            </a:extLst>
          </p:cNvPr>
          <p:cNvPicPr>
            <a:picLocks noChangeAspect="1"/>
          </p:cNvPicPr>
          <p:nvPr/>
        </p:nvPicPr>
        <p:blipFill>
          <a:blip r:embed="rId2"/>
          <a:srcRect l="805" t="7525" r="34973" b="61928"/>
          <a:stretch>
            <a:fillRect/>
          </a:stretch>
        </p:blipFill>
        <p:spPr>
          <a:xfrm>
            <a:off x="247649" y="1379064"/>
            <a:ext cx="4765222" cy="2178296"/>
          </a:xfrm>
          <a:prstGeom prst="rect">
            <a:avLst/>
          </a:prstGeom>
        </p:spPr>
      </p:pic>
      <p:sp>
        <p:nvSpPr>
          <p:cNvPr id="24" name="Rounded Rectangle 13">
            <a:extLst>
              <a:ext uri="{FF2B5EF4-FFF2-40B4-BE49-F238E27FC236}">
                <a16:creationId xmlns:a16="http://schemas.microsoft.com/office/drawing/2014/main" id="{2F2BA752-19E8-8C33-1900-E8440164AEA7}"/>
              </a:ext>
            </a:extLst>
          </p:cNvPr>
          <p:cNvSpPr/>
          <p:nvPr/>
        </p:nvSpPr>
        <p:spPr>
          <a:xfrm>
            <a:off x="1283376" y="1386442"/>
            <a:ext cx="710293" cy="160080"/>
          </a:xfrm>
          <a:prstGeom prst="roundRect">
            <a:avLst/>
          </a:prstGeom>
          <a:noFill/>
          <a:ln w="38100">
            <a:solidFill>
              <a:srgbClr val="FFC000">
                <a:alpha val="18039"/>
              </a:srgbClr>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effectLst>
                <a:glow rad="228600">
                  <a:schemeClr val="accent6">
                    <a:satMod val="175000"/>
                    <a:alpha val="40000"/>
                  </a:schemeClr>
                </a:glow>
              </a:effectLst>
            </a:endParaRPr>
          </a:p>
        </p:txBody>
      </p:sp>
      <p:sp>
        <p:nvSpPr>
          <p:cNvPr id="28" name="TextBox 27">
            <a:extLst>
              <a:ext uri="{FF2B5EF4-FFF2-40B4-BE49-F238E27FC236}">
                <a16:creationId xmlns:a16="http://schemas.microsoft.com/office/drawing/2014/main" id="{EE83E80E-F3DE-5D69-459E-F0FD9D25006E}"/>
              </a:ext>
            </a:extLst>
          </p:cNvPr>
          <p:cNvSpPr txBox="1"/>
          <p:nvPr/>
        </p:nvSpPr>
        <p:spPr>
          <a:xfrm>
            <a:off x="7380419" y="2669988"/>
            <a:ext cx="4811581" cy="646331"/>
          </a:xfrm>
          <a:prstGeom prst="rect">
            <a:avLst/>
          </a:prstGeom>
          <a:solidFill>
            <a:schemeClr val="accent1">
              <a:lumMod val="40000"/>
              <a:lumOff val="60000"/>
            </a:schemeClr>
          </a:solidFill>
        </p:spPr>
        <p:txBody>
          <a:bodyPr wrap="square" rtlCol="0">
            <a:spAutoFit/>
          </a:bodyPr>
          <a:lstStyle/>
          <a:p>
            <a:r>
              <a:rPr lang="en-US" dirty="0" err="1">
                <a:highlight>
                  <a:srgbClr val="00FF00"/>
                </a:highlight>
              </a:rPr>
              <a:t>useParams</a:t>
            </a:r>
            <a:r>
              <a:rPr lang="en-US" dirty="0">
                <a:highlight>
                  <a:srgbClr val="00FF00"/>
                </a:highlight>
              </a:rPr>
              <a:t>() </a:t>
            </a:r>
            <a:r>
              <a:rPr lang="en-US" dirty="0"/>
              <a:t>→ gets id from URL</a:t>
            </a:r>
            <a:br>
              <a:rPr lang="en-US" dirty="0"/>
            </a:br>
            <a:r>
              <a:rPr lang="en-US" dirty="0"/>
              <a:t>Example: If URL = /profile/123 → params.id = 123</a:t>
            </a:r>
          </a:p>
        </p:txBody>
      </p:sp>
      <p:cxnSp>
        <p:nvCxnSpPr>
          <p:cNvPr id="31" name="Straight Connector 30">
            <a:extLst>
              <a:ext uri="{FF2B5EF4-FFF2-40B4-BE49-F238E27FC236}">
                <a16:creationId xmlns:a16="http://schemas.microsoft.com/office/drawing/2014/main" id="{3A86CC6E-7C7B-CEC1-6395-6BA19DE6FAA2}"/>
              </a:ext>
            </a:extLst>
          </p:cNvPr>
          <p:cNvCxnSpPr>
            <a:cxnSpLocks/>
            <a:stCxn id="24" idx="3"/>
            <a:endCxn id="28" idx="1"/>
          </p:cNvCxnSpPr>
          <p:nvPr/>
        </p:nvCxnSpPr>
        <p:spPr>
          <a:xfrm>
            <a:off x="1993669" y="1466482"/>
            <a:ext cx="5386750" cy="1526672"/>
          </a:xfrm>
          <a:prstGeom prst="line">
            <a:avLst/>
          </a:prstGeom>
          <a:ln w="38100">
            <a:solidFill>
              <a:srgbClr val="FFFF00">
                <a:alpha val="50196"/>
              </a:srgbClr>
            </a:solidFill>
          </a:ln>
          <a:effectLst>
            <a:glow rad="139700">
              <a:schemeClr val="accent6">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485B03B9-8DBB-0A93-362E-3D67848F14D0}"/>
              </a:ext>
            </a:extLst>
          </p:cNvPr>
          <p:cNvCxnSpPr>
            <a:cxnSpLocks/>
          </p:cNvCxnSpPr>
          <p:nvPr/>
        </p:nvCxnSpPr>
        <p:spPr>
          <a:xfrm>
            <a:off x="3355521" y="2993153"/>
            <a:ext cx="4261758" cy="1036108"/>
          </a:xfrm>
          <a:prstGeom prst="bentConnector3">
            <a:avLst>
              <a:gd name="adj1" fmla="val 50000"/>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9" name="Picture 48">
            <a:extLst>
              <a:ext uri="{FF2B5EF4-FFF2-40B4-BE49-F238E27FC236}">
                <a16:creationId xmlns:a16="http://schemas.microsoft.com/office/drawing/2014/main" id="{ABEB951C-7C5C-0D45-00D0-6D226B43E92D}"/>
              </a:ext>
            </a:extLst>
          </p:cNvPr>
          <p:cNvPicPr>
            <a:picLocks noChangeAspect="1"/>
          </p:cNvPicPr>
          <p:nvPr/>
        </p:nvPicPr>
        <p:blipFill>
          <a:blip r:embed="rId12"/>
          <a:stretch>
            <a:fillRect/>
          </a:stretch>
        </p:blipFill>
        <p:spPr>
          <a:xfrm>
            <a:off x="7617279" y="3456456"/>
            <a:ext cx="4419833" cy="2089517"/>
          </a:xfrm>
          <a:prstGeom prst="rect">
            <a:avLst/>
          </a:prstGeom>
          <a:effectLst>
            <a:glow rad="101600">
              <a:schemeClr val="accent5">
                <a:satMod val="175000"/>
                <a:alpha val="40000"/>
              </a:schemeClr>
            </a:glow>
          </a:effectLst>
        </p:spPr>
      </p:pic>
      <p:pic>
        <p:nvPicPr>
          <p:cNvPr id="52" name="Picture 51">
            <a:extLst>
              <a:ext uri="{FF2B5EF4-FFF2-40B4-BE49-F238E27FC236}">
                <a16:creationId xmlns:a16="http://schemas.microsoft.com/office/drawing/2014/main" id="{13193A7D-CEE0-EC72-1551-6D0E29C05F94}"/>
              </a:ext>
            </a:extLst>
          </p:cNvPr>
          <p:cNvPicPr>
            <a:picLocks noChangeAspect="1"/>
          </p:cNvPicPr>
          <p:nvPr/>
        </p:nvPicPr>
        <p:blipFill>
          <a:blip r:embed="rId13"/>
          <a:stretch>
            <a:fillRect/>
          </a:stretch>
        </p:blipFill>
        <p:spPr>
          <a:xfrm>
            <a:off x="3925961" y="4352426"/>
            <a:ext cx="3416476" cy="2019404"/>
          </a:xfrm>
          <a:prstGeom prst="rect">
            <a:avLst/>
          </a:prstGeom>
          <a:effectLst>
            <a:glow rad="139700">
              <a:schemeClr val="accent2">
                <a:satMod val="175000"/>
                <a:alpha val="40000"/>
              </a:schemeClr>
            </a:glow>
          </a:effectLst>
        </p:spPr>
      </p:pic>
      <mc:AlternateContent xmlns:mc="http://schemas.openxmlformats.org/markup-compatibility/2006" xmlns:p14="http://schemas.microsoft.com/office/powerpoint/2010/main">
        <mc:Choice Requires="p14">
          <p:contentPart p14:bwMode="auto" r:id="rId14">
            <p14:nvContentPartPr>
              <p14:cNvPr id="60" name="Ink 59">
                <a:extLst>
                  <a:ext uri="{FF2B5EF4-FFF2-40B4-BE49-F238E27FC236}">
                    <a16:creationId xmlns:a16="http://schemas.microsoft.com/office/drawing/2014/main" id="{C73785B5-D8DE-20E0-E713-321EA79BFDEB}"/>
                  </a:ext>
                </a:extLst>
              </p14:cNvPr>
              <p14:cNvContentPartPr/>
              <p14:nvPr/>
            </p14:nvContentPartPr>
            <p14:xfrm>
              <a:off x="3853491" y="3224044"/>
              <a:ext cx="1298880" cy="1126440"/>
            </p14:xfrm>
          </p:contentPart>
        </mc:Choice>
        <mc:Fallback xmlns="">
          <p:pic>
            <p:nvPicPr>
              <p:cNvPr id="60" name="Ink 59">
                <a:extLst>
                  <a:ext uri="{FF2B5EF4-FFF2-40B4-BE49-F238E27FC236}">
                    <a16:creationId xmlns:a16="http://schemas.microsoft.com/office/drawing/2014/main" id="{C73785B5-D8DE-20E0-E713-321EA79BFDEB}"/>
                  </a:ext>
                </a:extLst>
              </p:cNvPr>
              <p:cNvPicPr/>
              <p:nvPr/>
            </p:nvPicPr>
            <p:blipFill>
              <a:blip r:embed="rId15"/>
              <a:stretch>
                <a:fillRect/>
              </a:stretch>
            </p:blipFill>
            <p:spPr>
              <a:xfrm>
                <a:off x="3835491" y="3206404"/>
                <a:ext cx="1334520" cy="1162080"/>
              </a:xfrm>
              <a:prstGeom prst="rect">
                <a:avLst/>
              </a:prstGeom>
            </p:spPr>
          </p:pic>
        </mc:Fallback>
      </mc:AlternateContent>
      <p:pic>
        <p:nvPicPr>
          <p:cNvPr id="61" name="Picture 60">
            <a:extLst>
              <a:ext uri="{FF2B5EF4-FFF2-40B4-BE49-F238E27FC236}">
                <a16:creationId xmlns:a16="http://schemas.microsoft.com/office/drawing/2014/main" id="{FD773169-2CB5-99F5-D1AC-05FB33B85359}"/>
              </a:ext>
            </a:extLst>
          </p:cNvPr>
          <p:cNvPicPr>
            <a:picLocks noChangeAspect="1"/>
          </p:cNvPicPr>
          <p:nvPr/>
        </p:nvPicPr>
        <p:blipFill>
          <a:blip r:embed="rId16"/>
          <a:srcRect l="5010" r="7007"/>
          <a:stretch>
            <a:fillRect/>
          </a:stretch>
        </p:blipFill>
        <p:spPr>
          <a:xfrm>
            <a:off x="100141" y="4429030"/>
            <a:ext cx="3550978" cy="1726161"/>
          </a:xfrm>
          <a:prstGeom prst="rect">
            <a:avLst/>
          </a:prstGeom>
          <a:effectLst>
            <a:glow rad="228600">
              <a:schemeClr val="accent6">
                <a:satMod val="175000"/>
                <a:alpha val="40000"/>
              </a:schemeClr>
            </a:glow>
          </a:effectLst>
        </p:spPr>
      </p:pic>
      <p:grpSp>
        <p:nvGrpSpPr>
          <p:cNvPr id="65" name="Group 64">
            <a:extLst>
              <a:ext uri="{FF2B5EF4-FFF2-40B4-BE49-F238E27FC236}">
                <a16:creationId xmlns:a16="http://schemas.microsoft.com/office/drawing/2014/main" id="{C52CE81C-CB56-6EEC-FA81-81DA69E85479}"/>
              </a:ext>
            </a:extLst>
          </p:cNvPr>
          <p:cNvGrpSpPr/>
          <p:nvPr/>
        </p:nvGrpSpPr>
        <p:grpSpPr>
          <a:xfrm>
            <a:off x="1067799" y="3461644"/>
            <a:ext cx="834480" cy="956880"/>
            <a:chOff x="1067799" y="3461644"/>
            <a:chExt cx="834480" cy="956880"/>
          </a:xfrm>
        </p:grpSpPr>
        <mc:AlternateContent xmlns:mc="http://schemas.openxmlformats.org/markup-compatibility/2006" xmlns:p14="http://schemas.microsoft.com/office/powerpoint/2010/main">
          <mc:Choice Requires="p14">
            <p:contentPart p14:bwMode="auto" r:id="rId17">
              <p14:nvContentPartPr>
                <p14:cNvPr id="62" name="Ink 61">
                  <a:extLst>
                    <a:ext uri="{FF2B5EF4-FFF2-40B4-BE49-F238E27FC236}">
                      <a16:creationId xmlns:a16="http://schemas.microsoft.com/office/drawing/2014/main" id="{24C11089-51F2-C3DE-E5CA-C23C4CEBFE10}"/>
                    </a:ext>
                  </a:extLst>
                </p14:cNvPr>
                <p14:cNvContentPartPr/>
                <p14:nvPr/>
              </p14:nvContentPartPr>
              <p14:xfrm>
                <a:off x="1901919" y="3526804"/>
                <a:ext cx="360" cy="360"/>
              </p14:xfrm>
            </p:contentPart>
          </mc:Choice>
          <mc:Fallback xmlns="">
            <p:pic>
              <p:nvPicPr>
                <p:cNvPr id="62" name="Ink 61">
                  <a:extLst>
                    <a:ext uri="{FF2B5EF4-FFF2-40B4-BE49-F238E27FC236}">
                      <a16:creationId xmlns:a16="http://schemas.microsoft.com/office/drawing/2014/main" id="{24C11089-51F2-C3DE-E5CA-C23C4CEBFE10}"/>
                    </a:ext>
                  </a:extLst>
                </p:cNvPr>
                <p:cNvPicPr/>
                <p:nvPr/>
              </p:nvPicPr>
              <p:blipFill>
                <a:blip r:embed="rId18"/>
                <a:stretch>
                  <a:fillRect/>
                </a:stretch>
              </p:blipFill>
              <p:spPr>
                <a:xfrm>
                  <a:off x="1884279" y="3509164"/>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63" name="Ink 62">
                  <a:extLst>
                    <a:ext uri="{FF2B5EF4-FFF2-40B4-BE49-F238E27FC236}">
                      <a16:creationId xmlns:a16="http://schemas.microsoft.com/office/drawing/2014/main" id="{67521D98-109F-0FB6-B0E0-4A7918846F8A}"/>
                    </a:ext>
                  </a:extLst>
                </p14:cNvPr>
                <p14:cNvContentPartPr/>
                <p14:nvPr/>
              </p14:nvContentPartPr>
              <p14:xfrm>
                <a:off x="1067799" y="3461644"/>
                <a:ext cx="369360" cy="956880"/>
              </p14:xfrm>
            </p:contentPart>
          </mc:Choice>
          <mc:Fallback xmlns="">
            <p:pic>
              <p:nvPicPr>
                <p:cNvPr id="63" name="Ink 62">
                  <a:extLst>
                    <a:ext uri="{FF2B5EF4-FFF2-40B4-BE49-F238E27FC236}">
                      <a16:creationId xmlns:a16="http://schemas.microsoft.com/office/drawing/2014/main" id="{67521D98-109F-0FB6-B0E0-4A7918846F8A}"/>
                    </a:ext>
                  </a:extLst>
                </p:cNvPr>
                <p:cNvPicPr/>
                <p:nvPr/>
              </p:nvPicPr>
              <p:blipFill>
                <a:blip r:embed="rId20"/>
                <a:stretch>
                  <a:fillRect/>
                </a:stretch>
              </p:blipFill>
              <p:spPr>
                <a:xfrm>
                  <a:off x="1049799" y="3443644"/>
                  <a:ext cx="405000" cy="9925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64" name="Ink 63">
                  <a:extLst>
                    <a:ext uri="{FF2B5EF4-FFF2-40B4-BE49-F238E27FC236}">
                      <a16:creationId xmlns:a16="http://schemas.microsoft.com/office/drawing/2014/main" id="{04AB7D7A-FB50-C90A-287C-4DE15913AAF9}"/>
                    </a:ext>
                  </a:extLst>
                </p14:cNvPr>
                <p14:cNvContentPartPr/>
                <p14:nvPr/>
              </p14:nvContentPartPr>
              <p14:xfrm>
                <a:off x="1251039" y="4097044"/>
                <a:ext cx="366480" cy="320040"/>
              </p14:xfrm>
            </p:contentPart>
          </mc:Choice>
          <mc:Fallback xmlns="">
            <p:pic>
              <p:nvPicPr>
                <p:cNvPr id="64" name="Ink 63">
                  <a:extLst>
                    <a:ext uri="{FF2B5EF4-FFF2-40B4-BE49-F238E27FC236}">
                      <a16:creationId xmlns:a16="http://schemas.microsoft.com/office/drawing/2014/main" id="{04AB7D7A-FB50-C90A-287C-4DE15913AAF9}"/>
                    </a:ext>
                  </a:extLst>
                </p:cNvPr>
                <p:cNvPicPr/>
                <p:nvPr/>
              </p:nvPicPr>
              <p:blipFill>
                <a:blip r:embed="rId22"/>
                <a:stretch>
                  <a:fillRect/>
                </a:stretch>
              </p:blipFill>
              <p:spPr>
                <a:xfrm>
                  <a:off x="1233039" y="4079044"/>
                  <a:ext cx="402120" cy="35568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23">
            <p14:nvContentPartPr>
              <p14:cNvPr id="66" name="Ink 65">
                <a:extLst>
                  <a:ext uri="{FF2B5EF4-FFF2-40B4-BE49-F238E27FC236}">
                    <a16:creationId xmlns:a16="http://schemas.microsoft.com/office/drawing/2014/main" id="{B1FB4553-F906-4AEE-9169-E64E5B40F0D9}"/>
                  </a:ext>
                </a:extLst>
              </p14:cNvPr>
              <p14:cNvContentPartPr/>
              <p14:nvPr/>
            </p14:nvContentPartPr>
            <p14:xfrm>
              <a:off x="808239" y="3437164"/>
              <a:ext cx="3600" cy="3600"/>
            </p14:xfrm>
          </p:contentPart>
        </mc:Choice>
        <mc:Fallback xmlns="">
          <p:pic>
            <p:nvPicPr>
              <p:cNvPr id="66" name="Ink 65">
                <a:extLst>
                  <a:ext uri="{FF2B5EF4-FFF2-40B4-BE49-F238E27FC236}">
                    <a16:creationId xmlns:a16="http://schemas.microsoft.com/office/drawing/2014/main" id="{B1FB4553-F906-4AEE-9169-E64E5B40F0D9}"/>
                  </a:ext>
                </a:extLst>
              </p:cNvPr>
              <p:cNvPicPr/>
              <p:nvPr/>
            </p:nvPicPr>
            <p:blipFill>
              <a:blip r:embed="rId24"/>
              <a:stretch>
                <a:fillRect/>
              </a:stretch>
            </p:blipFill>
            <p:spPr>
              <a:xfrm>
                <a:off x="799599" y="3383164"/>
                <a:ext cx="21240" cy="111240"/>
              </a:xfrm>
              <a:prstGeom prst="rect">
                <a:avLst/>
              </a:prstGeom>
            </p:spPr>
          </p:pic>
        </mc:Fallback>
      </mc:AlternateContent>
      <p:sp>
        <p:nvSpPr>
          <p:cNvPr id="74" name="Rectangle 73">
            <a:extLst>
              <a:ext uri="{FF2B5EF4-FFF2-40B4-BE49-F238E27FC236}">
                <a16:creationId xmlns:a16="http://schemas.microsoft.com/office/drawing/2014/main" id="{7D025C6E-9089-535D-7EEC-DD9A51152667}"/>
              </a:ext>
            </a:extLst>
          </p:cNvPr>
          <p:cNvSpPr/>
          <p:nvPr/>
        </p:nvSpPr>
        <p:spPr>
          <a:xfrm>
            <a:off x="8997044" y="5910943"/>
            <a:ext cx="2947307" cy="7212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9" name="Picture 78">
            <a:extLst>
              <a:ext uri="{FF2B5EF4-FFF2-40B4-BE49-F238E27FC236}">
                <a16:creationId xmlns:a16="http://schemas.microsoft.com/office/drawing/2014/main" id="{8B3E2195-954A-4B9C-65C0-8778F6554AF8}"/>
              </a:ext>
            </a:extLst>
          </p:cNvPr>
          <p:cNvPicPr>
            <a:picLocks noChangeAspect="1"/>
          </p:cNvPicPr>
          <p:nvPr/>
        </p:nvPicPr>
        <p:blipFill>
          <a:blip r:embed="rId25"/>
          <a:stretch>
            <a:fillRect/>
          </a:stretch>
        </p:blipFill>
        <p:spPr>
          <a:xfrm>
            <a:off x="9083629" y="6034542"/>
            <a:ext cx="577880" cy="539778"/>
          </a:xfrm>
          <a:prstGeom prst="rect">
            <a:avLst/>
          </a:prstGeom>
        </p:spPr>
      </p:pic>
      <p:pic>
        <p:nvPicPr>
          <p:cNvPr id="80" name="Picture 79">
            <a:extLst>
              <a:ext uri="{FF2B5EF4-FFF2-40B4-BE49-F238E27FC236}">
                <a16:creationId xmlns:a16="http://schemas.microsoft.com/office/drawing/2014/main" id="{A421358A-EB3D-93D6-3518-B68DA1562B04}"/>
              </a:ext>
            </a:extLst>
          </p:cNvPr>
          <p:cNvPicPr>
            <a:picLocks noChangeAspect="1"/>
          </p:cNvPicPr>
          <p:nvPr/>
        </p:nvPicPr>
        <p:blipFill>
          <a:blip r:embed="rId26"/>
          <a:stretch>
            <a:fillRect/>
          </a:stretch>
        </p:blipFill>
        <p:spPr>
          <a:xfrm>
            <a:off x="9788078" y="6025016"/>
            <a:ext cx="558829" cy="539778"/>
          </a:xfrm>
          <a:prstGeom prst="rect">
            <a:avLst/>
          </a:prstGeom>
        </p:spPr>
      </p:pic>
      <p:pic>
        <p:nvPicPr>
          <p:cNvPr id="81" name="Picture 80">
            <a:extLst>
              <a:ext uri="{FF2B5EF4-FFF2-40B4-BE49-F238E27FC236}">
                <a16:creationId xmlns:a16="http://schemas.microsoft.com/office/drawing/2014/main" id="{C5478254-C02A-75B6-7337-F1A07A1733DC}"/>
              </a:ext>
            </a:extLst>
          </p:cNvPr>
          <p:cNvPicPr>
            <a:picLocks noChangeAspect="1"/>
          </p:cNvPicPr>
          <p:nvPr/>
        </p:nvPicPr>
        <p:blipFill>
          <a:blip r:embed="rId27"/>
          <a:stretch>
            <a:fillRect/>
          </a:stretch>
        </p:blipFill>
        <p:spPr>
          <a:xfrm>
            <a:off x="10452543" y="6015491"/>
            <a:ext cx="596931" cy="533427"/>
          </a:xfrm>
          <a:prstGeom prst="rect">
            <a:avLst/>
          </a:prstGeom>
        </p:spPr>
      </p:pic>
      <p:pic>
        <p:nvPicPr>
          <p:cNvPr id="82" name="Picture 81">
            <a:extLst>
              <a:ext uri="{FF2B5EF4-FFF2-40B4-BE49-F238E27FC236}">
                <a16:creationId xmlns:a16="http://schemas.microsoft.com/office/drawing/2014/main" id="{A351DE9C-8219-E0C2-E7C2-51DA08B24F14}"/>
              </a:ext>
            </a:extLst>
          </p:cNvPr>
          <p:cNvPicPr>
            <a:picLocks noChangeAspect="1"/>
          </p:cNvPicPr>
          <p:nvPr/>
        </p:nvPicPr>
        <p:blipFill>
          <a:blip r:embed="rId28"/>
          <a:stretch>
            <a:fillRect/>
          </a:stretch>
        </p:blipFill>
        <p:spPr>
          <a:xfrm>
            <a:off x="11294788" y="6015491"/>
            <a:ext cx="558829" cy="558829"/>
          </a:xfrm>
          <a:prstGeom prst="rect">
            <a:avLst/>
          </a:prstGeom>
        </p:spPr>
      </p:pic>
    </p:spTree>
    <p:extLst>
      <p:ext uri="{BB962C8B-B14F-4D97-AF65-F5344CB8AC3E}">
        <p14:creationId xmlns:p14="http://schemas.microsoft.com/office/powerpoint/2010/main" val="10219690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4">
            <a:extLst>
              <a:ext uri="{FF2B5EF4-FFF2-40B4-BE49-F238E27FC236}">
                <a16:creationId xmlns:a16="http://schemas.microsoft.com/office/drawing/2014/main" id="{47C69E45-CD1A-38A7-4088-0F35F01B2F44}"/>
              </a:ext>
            </a:extLst>
          </p:cNvPr>
          <p:cNvPicPr>
            <a:picLocks noChangeAspect="1"/>
          </p:cNvPicPr>
          <p:nvPr/>
        </p:nvPicPr>
        <p:blipFill>
          <a:blip r:embed="rId2"/>
          <a:srcRect t="38434" b="51690"/>
          <a:stretch>
            <a:fillRect/>
          </a:stretch>
        </p:blipFill>
        <p:spPr>
          <a:xfrm>
            <a:off x="77860" y="163967"/>
            <a:ext cx="6911905" cy="656016"/>
          </a:xfrm>
          <a:prstGeom prst="rect">
            <a:avLst/>
          </a:prstGeom>
        </p:spPr>
      </p:pic>
      <p:sp>
        <p:nvSpPr>
          <p:cNvPr id="6" name="TextBox 5">
            <a:extLst>
              <a:ext uri="{FF2B5EF4-FFF2-40B4-BE49-F238E27FC236}">
                <a16:creationId xmlns:a16="http://schemas.microsoft.com/office/drawing/2014/main" id="{2442DC63-F5D9-6536-2365-0E32BAF5475C}"/>
              </a:ext>
            </a:extLst>
          </p:cNvPr>
          <p:cNvSpPr txBox="1"/>
          <p:nvPr/>
        </p:nvSpPr>
        <p:spPr>
          <a:xfrm>
            <a:off x="7315809" y="50362"/>
            <a:ext cx="5010602" cy="646331"/>
          </a:xfrm>
          <a:prstGeom prst="rect">
            <a:avLst/>
          </a:prstGeom>
          <a:solidFill>
            <a:schemeClr val="accent1">
              <a:lumMod val="40000"/>
              <a:lumOff val="60000"/>
            </a:schemeClr>
          </a:solidFill>
        </p:spPr>
        <p:txBody>
          <a:bodyPr wrap="none" rtlCol="0">
            <a:spAutoFit/>
          </a:bodyPr>
          <a:lstStyle/>
          <a:p>
            <a:r>
              <a:rPr lang="en-US" dirty="0"/>
              <a:t>This </a:t>
            </a:r>
            <a:r>
              <a:rPr lang="en-US" dirty="0" err="1"/>
              <a:t>useParams</a:t>
            </a:r>
            <a:r>
              <a:rPr lang="en-US" dirty="0"/>
              <a:t>() – this is use to extract the id from </a:t>
            </a:r>
          </a:p>
          <a:p>
            <a:r>
              <a:rPr lang="en-US" dirty="0"/>
              <a:t>the </a:t>
            </a:r>
            <a:r>
              <a:rPr lang="en-US" dirty="0" err="1"/>
              <a:t>url</a:t>
            </a:r>
            <a:r>
              <a:rPr lang="en-US" dirty="0"/>
              <a:t> (params)</a:t>
            </a:r>
          </a:p>
        </p:txBody>
      </p:sp>
      <p:cxnSp>
        <p:nvCxnSpPr>
          <p:cNvPr id="7" name="Straight Arrow Connector 6">
            <a:extLst>
              <a:ext uri="{FF2B5EF4-FFF2-40B4-BE49-F238E27FC236}">
                <a16:creationId xmlns:a16="http://schemas.microsoft.com/office/drawing/2014/main" id="{52214D46-F43D-4AAA-7C78-2C162D81F7A9}"/>
              </a:ext>
            </a:extLst>
          </p:cNvPr>
          <p:cNvCxnSpPr>
            <a:cxnSpLocks/>
          </p:cNvCxnSpPr>
          <p:nvPr/>
        </p:nvCxnSpPr>
        <p:spPr>
          <a:xfrm>
            <a:off x="2116844" y="455312"/>
            <a:ext cx="5108549" cy="0"/>
          </a:xfrm>
          <a:prstGeom prst="straightConnector1">
            <a:avLst/>
          </a:prstGeom>
          <a:ln w="57150">
            <a:solidFill>
              <a:schemeClr val="accent6">
                <a:lumMod val="60000"/>
                <a:lumOff val="40000"/>
              </a:schemeClr>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3D3DD05-71F4-4DA9-B3F8-5E516A778703}"/>
              </a:ext>
            </a:extLst>
          </p:cNvPr>
          <p:cNvCxnSpPr>
            <a:cxnSpLocks/>
          </p:cNvCxnSpPr>
          <p:nvPr/>
        </p:nvCxnSpPr>
        <p:spPr>
          <a:xfrm>
            <a:off x="2016579" y="803635"/>
            <a:ext cx="5453742" cy="118929"/>
          </a:xfrm>
          <a:prstGeom prst="straightConnector1">
            <a:avLst/>
          </a:prstGeom>
          <a:ln w="57150">
            <a:solidFill>
              <a:schemeClr val="accent6">
                <a:lumMod val="60000"/>
                <a:lumOff val="40000"/>
              </a:schemeClr>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0777953-F9C5-37D3-14F4-0C5EC95DAC31}"/>
              </a:ext>
            </a:extLst>
          </p:cNvPr>
          <p:cNvSpPr txBox="1"/>
          <p:nvPr/>
        </p:nvSpPr>
        <p:spPr>
          <a:xfrm>
            <a:off x="7407891" y="665077"/>
            <a:ext cx="4214295" cy="646331"/>
          </a:xfrm>
          <a:prstGeom prst="rect">
            <a:avLst/>
          </a:prstGeom>
          <a:solidFill>
            <a:schemeClr val="accent3">
              <a:lumMod val="20000"/>
              <a:lumOff val="80000"/>
            </a:schemeClr>
          </a:solidFill>
        </p:spPr>
        <p:txBody>
          <a:bodyPr wrap="none" rtlCol="0">
            <a:spAutoFit/>
          </a:bodyPr>
          <a:lstStyle/>
          <a:p>
            <a:r>
              <a:rPr lang="en-US" dirty="0"/>
              <a:t>This is use to get profile details using the id</a:t>
            </a:r>
          </a:p>
          <a:p>
            <a:r>
              <a:rPr lang="en-US" dirty="0"/>
              <a:t>This is a custom hook</a:t>
            </a:r>
          </a:p>
        </p:txBody>
      </p:sp>
      <p:pic>
        <p:nvPicPr>
          <p:cNvPr id="13" name="Content Placeholder 4">
            <a:extLst>
              <a:ext uri="{FF2B5EF4-FFF2-40B4-BE49-F238E27FC236}">
                <a16:creationId xmlns:a16="http://schemas.microsoft.com/office/drawing/2014/main" id="{142C8F14-3DC5-FE35-A296-93B319FB8E0C}"/>
              </a:ext>
            </a:extLst>
          </p:cNvPr>
          <p:cNvPicPr>
            <a:picLocks noChangeAspect="1"/>
          </p:cNvPicPr>
          <p:nvPr/>
        </p:nvPicPr>
        <p:blipFill>
          <a:blip r:embed="rId2"/>
          <a:srcRect t="47975" b="33044"/>
          <a:stretch>
            <a:fillRect/>
          </a:stretch>
        </p:blipFill>
        <p:spPr>
          <a:xfrm>
            <a:off x="0" y="1029506"/>
            <a:ext cx="6911905" cy="1260849"/>
          </a:xfrm>
          <a:prstGeom prst="rect">
            <a:avLst/>
          </a:prstGeom>
        </p:spPr>
      </p:pic>
      <mc:AlternateContent xmlns:mc="http://schemas.openxmlformats.org/markup-compatibility/2006" xmlns:p14="http://schemas.microsoft.com/office/powerpoint/2010/main">
        <mc:Choice Requires="p14">
          <p:contentPart p14:bwMode="auto" r:id="rId3">
            <p14:nvContentPartPr>
              <p14:cNvPr id="15" name="Ink 14">
                <a:extLst>
                  <a:ext uri="{FF2B5EF4-FFF2-40B4-BE49-F238E27FC236}">
                    <a16:creationId xmlns:a16="http://schemas.microsoft.com/office/drawing/2014/main" id="{8FD90DA8-2486-8102-3A37-D400A6980F79}"/>
                  </a:ext>
                </a:extLst>
              </p14:cNvPr>
              <p14:cNvContentPartPr/>
              <p14:nvPr/>
            </p14:nvContentPartPr>
            <p14:xfrm>
              <a:off x="3698241" y="1092921"/>
              <a:ext cx="3350880" cy="91080"/>
            </p14:xfrm>
          </p:contentPart>
        </mc:Choice>
        <mc:Fallback xmlns="">
          <p:pic>
            <p:nvPicPr>
              <p:cNvPr id="15" name="Ink 14">
                <a:extLst>
                  <a:ext uri="{FF2B5EF4-FFF2-40B4-BE49-F238E27FC236}">
                    <a16:creationId xmlns:a16="http://schemas.microsoft.com/office/drawing/2014/main" id="{8FD90DA8-2486-8102-3A37-D400A6980F79}"/>
                  </a:ext>
                </a:extLst>
              </p:cNvPr>
              <p:cNvPicPr/>
              <p:nvPr/>
            </p:nvPicPr>
            <p:blipFill>
              <a:blip r:embed="rId6"/>
              <a:stretch>
                <a:fillRect/>
              </a:stretch>
            </p:blipFill>
            <p:spPr>
              <a:xfrm>
                <a:off x="3680241" y="1075281"/>
                <a:ext cx="3386520" cy="126720"/>
              </a:xfrm>
              <a:prstGeom prst="rect">
                <a:avLst/>
              </a:prstGeom>
            </p:spPr>
          </p:pic>
        </mc:Fallback>
      </mc:AlternateContent>
      <p:sp>
        <p:nvSpPr>
          <p:cNvPr id="19" name="TextBox 18">
            <a:extLst>
              <a:ext uri="{FF2B5EF4-FFF2-40B4-BE49-F238E27FC236}">
                <a16:creationId xmlns:a16="http://schemas.microsoft.com/office/drawing/2014/main" id="{46DB9486-6D70-548C-1038-979AB3F14CB4}"/>
              </a:ext>
            </a:extLst>
          </p:cNvPr>
          <p:cNvSpPr txBox="1"/>
          <p:nvPr/>
        </p:nvSpPr>
        <p:spPr>
          <a:xfrm>
            <a:off x="7563921" y="1317814"/>
            <a:ext cx="4422942" cy="923330"/>
          </a:xfrm>
          <a:prstGeom prst="rect">
            <a:avLst/>
          </a:prstGeom>
          <a:solidFill>
            <a:schemeClr val="accent5">
              <a:lumMod val="40000"/>
              <a:lumOff val="60000"/>
            </a:schemeClr>
          </a:solidFill>
        </p:spPr>
        <p:txBody>
          <a:bodyPr wrap="none" rtlCol="0">
            <a:spAutoFit/>
          </a:bodyPr>
          <a:lstStyle/>
          <a:p>
            <a:r>
              <a:rPr lang="en-US" dirty="0"/>
              <a:t>When the user open the profile </a:t>
            </a:r>
            <a:r>
              <a:rPr lang="en-US" dirty="0" err="1"/>
              <a:t>page..then</a:t>
            </a:r>
            <a:endParaRPr lang="en-US" dirty="0"/>
          </a:p>
          <a:p>
            <a:r>
              <a:rPr lang="en-US" dirty="0"/>
              <a:t>Default is </a:t>
            </a:r>
            <a:r>
              <a:rPr lang="en-US" dirty="0" err="1"/>
              <a:t>posts..and</a:t>
            </a:r>
            <a:r>
              <a:rPr lang="en-US" dirty="0"/>
              <a:t> later we can choose the </a:t>
            </a:r>
          </a:p>
          <a:p>
            <a:r>
              <a:rPr lang="en-US" dirty="0"/>
              <a:t>Saved posts</a:t>
            </a:r>
          </a:p>
        </p:txBody>
      </p:sp>
      <p:grpSp>
        <p:nvGrpSpPr>
          <p:cNvPr id="22" name="Group 21">
            <a:extLst>
              <a:ext uri="{FF2B5EF4-FFF2-40B4-BE49-F238E27FC236}">
                <a16:creationId xmlns:a16="http://schemas.microsoft.com/office/drawing/2014/main" id="{AFDF52CC-E13C-CEF9-1808-F8CB3DC54AA8}"/>
              </a:ext>
            </a:extLst>
          </p:cNvPr>
          <p:cNvGrpSpPr/>
          <p:nvPr/>
        </p:nvGrpSpPr>
        <p:grpSpPr>
          <a:xfrm>
            <a:off x="7061721" y="1118481"/>
            <a:ext cx="502200" cy="588240"/>
            <a:chOff x="7061721" y="1118481"/>
            <a:chExt cx="502200" cy="588240"/>
          </a:xfrm>
        </p:grpSpPr>
        <mc:AlternateContent xmlns:mc="http://schemas.openxmlformats.org/markup-compatibility/2006" xmlns:p14="http://schemas.microsoft.com/office/powerpoint/2010/main">
          <mc:Choice Requires="p14">
            <p:contentPart p14:bwMode="auto" r:id="rId7">
              <p14:nvContentPartPr>
                <p14:cNvPr id="16" name="Ink 15">
                  <a:extLst>
                    <a:ext uri="{FF2B5EF4-FFF2-40B4-BE49-F238E27FC236}">
                      <a16:creationId xmlns:a16="http://schemas.microsoft.com/office/drawing/2014/main" id="{7B0A63F3-1553-E981-5E63-A83315C29B72}"/>
                    </a:ext>
                  </a:extLst>
                </p14:cNvPr>
                <p14:cNvContentPartPr/>
                <p14:nvPr/>
              </p14:nvContentPartPr>
              <p14:xfrm>
                <a:off x="7061721" y="1118481"/>
                <a:ext cx="402120" cy="370080"/>
              </p14:xfrm>
            </p:contentPart>
          </mc:Choice>
          <mc:Fallback xmlns="">
            <p:pic>
              <p:nvPicPr>
                <p:cNvPr id="16" name="Ink 15">
                  <a:extLst>
                    <a:ext uri="{FF2B5EF4-FFF2-40B4-BE49-F238E27FC236}">
                      <a16:creationId xmlns:a16="http://schemas.microsoft.com/office/drawing/2014/main" id="{7B0A63F3-1553-E981-5E63-A83315C29B72}"/>
                    </a:ext>
                  </a:extLst>
                </p:cNvPr>
                <p:cNvPicPr/>
                <p:nvPr/>
              </p:nvPicPr>
              <p:blipFill>
                <a:blip r:embed="rId8"/>
                <a:stretch>
                  <a:fillRect/>
                </a:stretch>
              </p:blipFill>
              <p:spPr>
                <a:xfrm>
                  <a:off x="7044081" y="1100481"/>
                  <a:ext cx="437760" cy="4057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7" name="Ink 16">
                  <a:extLst>
                    <a:ext uri="{FF2B5EF4-FFF2-40B4-BE49-F238E27FC236}">
                      <a16:creationId xmlns:a16="http://schemas.microsoft.com/office/drawing/2014/main" id="{E4C4D9A0-9C96-45C5-7983-553D014154CE}"/>
                    </a:ext>
                  </a:extLst>
                </p14:cNvPr>
                <p14:cNvContentPartPr/>
                <p14:nvPr/>
              </p14:nvContentPartPr>
              <p14:xfrm>
                <a:off x="7387521" y="1347081"/>
                <a:ext cx="176400" cy="359640"/>
              </p14:xfrm>
            </p:contentPart>
          </mc:Choice>
          <mc:Fallback xmlns="">
            <p:pic>
              <p:nvPicPr>
                <p:cNvPr id="17" name="Ink 16">
                  <a:extLst>
                    <a:ext uri="{FF2B5EF4-FFF2-40B4-BE49-F238E27FC236}">
                      <a16:creationId xmlns:a16="http://schemas.microsoft.com/office/drawing/2014/main" id="{E4C4D9A0-9C96-45C5-7983-553D014154CE}"/>
                    </a:ext>
                  </a:extLst>
                </p:cNvPr>
                <p:cNvPicPr/>
                <p:nvPr/>
              </p:nvPicPr>
              <p:blipFill>
                <a:blip r:embed="rId10"/>
                <a:stretch>
                  <a:fillRect/>
                </a:stretch>
              </p:blipFill>
              <p:spPr>
                <a:xfrm>
                  <a:off x="7369521" y="1329081"/>
                  <a:ext cx="212040" cy="395280"/>
                </a:xfrm>
                <a:prstGeom prst="rect">
                  <a:avLst/>
                </a:prstGeom>
              </p:spPr>
            </p:pic>
          </mc:Fallback>
        </mc:AlternateContent>
      </p:grpSp>
      <p:sp>
        <p:nvSpPr>
          <p:cNvPr id="23" name="TextBox 22">
            <a:extLst>
              <a:ext uri="{FF2B5EF4-FFF2-40B4-BE49-F238E27FC236}">
                <a16:creationId xmlns:a16="http://schemas.microsoft.com/office/drawing/2014/main" id="{0433B90D-C2BD-9DC7-3D75-3CC3C8598805}"/>
              </a:ext>
            </a:extLst>
          </p:cNvPr>
          <p:cNvSpPr txBox="1"/>
          <p:nvPr/>
        </p:nvSpPr>
        <p:spPr>
          <a:xfrm>
            <a:off x="7463841" y="2171731"/>
            <a:ext cx="4406014" cy="646331"/>
          </a:xfrm>
          <a:prstGeom prst="rect">
            <a:avLst/>
          </a:prstGeom>
          <a:solidFill>
            <a:schemeClr val="accent6">
              <a:lumMod val="60000"/>
              <a:lumOff val="40000"/>
            </a:schemeClr>
          </a:solidFill>
        </p:spPr>
        <p:txBody>
          <a:bodyPr wrap="none" rtlCol="0">
            <a:spAutoFit/>
          </a:bodyPr>
          <a:lstStyle/>
          <a:p>
            <a:r>
              <a:rPr lang="en-US" dirty="0"/>
              <a:t>This is for the remove button , like the owner</a:t>
            </a:r>
          </a:p>
          <a:p>
            <a:r>
              <a:rPr lang="en-US" dirty="0"/>
              <a:t>(Master Sparsh) can see the remove button</a:t>
            </a:r>
          </a:p>
        </p:txBody>
      </p:sp>
      <p:sp>
        <p:nvSpPr>
          <p:cNvPr id="24" name="Rectangle 1">
            <a:extLst>
              <a:ext uri="{FF2B5EF4-FFF2-40B4-BE49-F238E27FC236}">
                <a16:creationId xmlns:a16="http://schemas.microsoft.com/office/drawing/2014/main" id="{C5355D3B-1E79-F83A-A7BF-3F6F8C8F839D}"/>
              </a:ext>
            </a:extLst>
          </p:cNvPr>
          <p:cNvSpPr>
            <a:spLocks noChangeArrowheads="1"/>
          </p:cNvSpPr>
          <p:nvPr/>
        </p:nvSpPr>
        <p:spPr bwMode="auto">
          <a:xfrm>
            <a:off x="7666264" y="2871269"/>
            <a:ext cx="4000499" cy="738664"/>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err="1">
                <a:ln>
                  <a:noFill/>
                </a:ln>
                <a:solidFill>
                  <a:schemeClr val="tx1"/>
                </a:solidFill>
                <a:effectLst/>
                <a:latin typeface="Arial Unicode MS"/>
              </a:rPr>
              <a:t>userProfile</a:t>
            </a:r>
            <a:r>
              <a:rPr kumimoji="0" lang="en-US" altLang="en-US" sz="1400" b="0" i="0" u="none" strike="noStrike" cap="none" normalizeH="0" baseline="0" dirty="0">
                <a:ln>
                  <a:noFill/>
                </a:ln>
                <a:solidFill>
                  <a:schemeClr val="tx1"/>
                </a:solidFill>
                <a:effectLst/>
              </a:rPr>
              <a:t> = data of the profile you're viewing</a:t>
            </a:r>
            <a:endParaRPr kumimoji="0" lang="en-US" altLang="en-US"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Arial Unicode MS"/>
              </a:rPr>
              <a:t>user</a:t>
            </a:r>
            <a:r>
              <a:rPr kumimoji="0" lang="en-US" altLang="en-US" sz="1400" b="0" i="0" u="none" strike="noStrike" cap="none" normalizeH="0" baseline="0" dirty="0">
                <a:ln>
                  <a:noFill/>
                </a:ln>
                <a:solidFill>
                  <a:schemeClr val="tx1"/>
                </a:solidFill>
                <a:effectLst/>
              </a:rPr>
              <a:t> = currently logged-in user</a:t>
            </a:r>
            <a:br>
              <a:rPr kumimoji="0" lang="en-US" altLang="en-US" sz="1400" b="0" i="0" u="none" strike="noStrike" cap="none" normalizeH="0" baseline="0" dirty="0">
                <a:ln>
                  <a:noFill/>
                </a:ln>
                <a:solidFill>
                  <a:schemeClr val="tx1"/>
                </a:solidFill>
                <a:effectLst/>
              </a:rPr>
            </a:br>
            <a:r>
              <a:rPr kumimoji="0" lang="en-US" altLang="en-US" sz="1400" b="0" i="0" u="none" strike="noStrike" cap="none" normalizeH="0" baseline="0" dirty="0">
                <a:ln>
                  <a:noFill/>
                </a:ln>
                <a:solidFill>
                  <a:schemeClr val="tx1"/>
                </a:solidFill>
                <a:effectLst/>
              </a:rPr>
              <a:t>(from Redux </a:t>
            </a:r>
            <a:r>
              <a:rPr kumimoji="0" lang="en-US" altLang="en-US" sz="1400" b="0" i="0" u="none" strike="noStrike" cap="none" normalizeH="0" baseline="0" dirty="0" err="1">
                <a:ln>
                  <a:noFill/>
                </a:ln>
                <a:solidFill>
                  <a:schemeClr val="tx1"/>
                </a:solidFill>
                <a:effectLst/>
              </a:rPr>
              <a:t>authSlice</a:t>
            </a:r>
            <a:r>
              <a:rPr kumimoji="0" lang="en-US" altLang="en-US" sz="1400" b="0" i="0" u="none" strike="noStrike" cap="none" normalizeH="0" baseline="0" dirty="0">
                <a:ln>
                  <a:noFill/>
                </a:ln>
                <a:solidFill>
                  <a:schemeClr val="tx1"/>
                </a:solidFill>
                <a:effectLst/>
              </a:rPr>
              <a:t>)</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cxnSp>
        <p:nvCxnSpPr>
          <p:cNvPr id="26" name="Straight Arrow Connector 25">
            <a:extLst>
              <a:ext uri="{FF2B5EF4-FFF2-40B4-BE49-F238E27FC236}">
                <a16:creationId xmlns:a16="http://schemas.microsoft.com/office/drawing/2014/main" id="{AA7BE62D-C29D-4C1F-D098-28F5006AD106}"/>
              </a:ext>
            </a:extLst>
          </p:cNvPr>
          <p:cNvCxnSpPr>
            <a:cxnSpLocks/>
          </p:cNvCxnSpPr>
          <p:nvPr/>
        </p:nvCxnSpPr>
        <p:spPr>
          <a:xfrm>
            <a:off x="4318907" y="1996701"/>
            <a:ext cx="3245014" cy="113050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BDB54A3-3B15-A292-8D30-032B0666D61D}"/>
              </a:ext>
            </a:extLst>
          </p:cNvPr>
          <p:cNvCxnSpPr>
            <a:cxnSpLocks/>
          </p:cNvCxnSpPr>
          <p:nvPr/>
        </p:nvCxnSpPr>
        <p:spPr>
          <a:xfrm>
            <a:off x="5099957" y="1618771"/>
            <a:ext cx="2370364" cy="83385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9" name="Content Placeholder 4">
            <a:extLst>
              <a:ext uri="{FF2B5EF4-FFF2-40B4-BE49-F238E27FC236}">
                <a16:creationId xmlns:a16="http://schemas.microsoft.com/office/drawing/2014/main" id="{354A555D-D285-DA34-86F1-3570794CD2F2}"/>
              </a:ext>
            </a:extLst>
          </p:cNvPr>
          <p:cNvPicPr>
            <a:picLocks noChangeAspect="1"/>
          </p:cNvPicPr>
          <p:nvPr/>
        </p:nvPicPr>
        <p:blipFill>
          <a:blip r:embed="rId2"/>
          <a:srcRect l="2777" t="66644" r="34029" b="24484"/>
          <a:stretch>
            <a:fillRect/>
          </a:stretch>
        </p:blipFill>
        <p:spPr>
          <a:xfrm>
            <a:off x="67049" y="2397297"/>
            <a:ext cx="4965860" cy="670105"/>
          </a:xfrm>
          <a:prstGeom prst="rect">
            <a:avLst/>
          </a:prstGeom>
          <a:effectLst>
            <a:glow rad="228600">
              <a:schemeClr val="accent5">
                <a:satMod val="175000"/>
                <a:alpha val="40000"/>
              </a:schemeClr>
            </a:glow>
          </a:effectLst>
        </p:spPr>
      </p:pic>
      <p:pic>
        <p:nvPicPr>
          <p:cNvPr id="30" name="Content Placeholder 4">
            <a:extLst>
              <a:ext uri="{FF2B5EF4-FFF2-40B4-BE49-F238E27FC236}">
                <a16:creationId xmlns:a16="http://schemas.microsoft.com/office/drawing/2014/main" id="{7046DA25-C97C-6A9B-6FD5-843D72C6621F}"/>
              </a:ext>
            </a:extLst>
          </p:cNvPr>
          <p:cNvPicPr>
            <a:picLocks noChangeAspect="1"/>
          </p:cNvPicPr>
          <p:nvPr/>
        </p:nvPicPr>
        <p:blipFill>
          <a:blip r:embed="rId2"/>
          <a:srcRect t="82598" r="65234" b="10517"/>
          <a:stretch>
            <a:fillRect/>
          </a:stretch>
        </p:blipFill>
        <p:spPr>
          <a:xfrm>
            <a:off x="77860" y="3187217"/>
            <a:ext cx="2403021" cy="457397"/>
          </a:xfrm>
          <a:prstGeom prst="rect">
            <a:avLst/>
          </a:prstGeom>
        </p:spPr>
      </p:pic>
      <p:pic>
        <p:nvPicPr>
          <p:cNvPr id="31" name="Content Placeholder 4">
            <a:extLst>
              <a:ext uri="{FF2B5EF4-FFF2-40B4-BE49-F238E27FC236}">
                <a16:creationId xmlns:a16="http://schemas.microsoft.com/office/drawing/2014/main" id="{DF05B300-4670-9750-48F3-445ABEB3BAA6}"/>
              </a:ext>
            </a:extLst>
          </p:cNvPr>
          <p:cNvPicPr>
            <a:picLocks noChangeAspect="1"/>
          </p:cNvPicPr>
          <p:nvPr/>
        </p:nvPicPr>
        <p:blipFill>
          <a:blip r:embed="rId2"/>
          <a:srcRect l="3170" t="91446" r="36705" b="5369"/>
          <a:stretch>
            <a:fillRect/>
          </a:stretch>
        </p:blipFill>
        <p:spPr>
          <a:xfrm>
            <a:off x="67049" y="3970352"/>
            <a:ext cx="6608690" cy="483484"/>
          </a:xfrm>
          <a:prstGeom prst="rect">
            <a:avLst/>
          </a:prstGeom>
        </p:spPr>
      </p:pic>
      <p:cxnSp>
        <p:nvCxnSpPr>
          <p:cNvPr id="32" name="Straight Arrow Connector 31">
            <a:extLst>
              <a:ext uri="{FF2B5EF4-FFF2-40B4-BE49-F238E27FC236}">
                <a16:creationId xmlns:a16="http://schemas.microsoft.com/office/drawing/2014/main" id="{4B583F27-AFB6-664A-485D-1BAED3994CEC}"/>
              </a:ext>
            </a:extLst>
          </p:cNvPr>
          <p:cNvCxnSpPr>
            <a:cxnSpLocks/>
            <a:endCxn id="35" idx="1"/>
          </p:cNvCxnSpPr>
          <p:nvPr/>
        </p:nvCxnSpPr>
        <p:spPr>
          <a:xfrm>
            <a:off x="4977380" y="2861411"/>
            <a:ext cx="2896636" cy="1050601"/>
          </a:xfrm>
          <a:prstGeom prst="straightConnector1">
            <a:avLst/>
          </a:prstGeom>
          <a:ln w="57150">
            <a:solidFill>
              <a:srgbClr val="FFC000"/>
            </a:solidFill>
            <a:tailEnd type="triangle"/>
          </a:ln>
          <a:effectLst>
            <a:glow rad="101600">
              <a:schemeClr val="accent3">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AECDBF96-11AF-2682-A5FA-F0BE3D4E9306}"/>
              </a:ext>
            </a:extLst>
          </p:cNvPr>
          <p:cNvSpPr txBox="1"/>
          <p:nvPr/>
        </p:nvSpPr>
        <p:spPr>
          <a:xfrm>
            <a:off x="7874016" y="3588846"/>
            <a:ext cx="3282043" cy="646331"/>
          </a:xfrm>
          <a:prstGeom prst="rect">
            <a:avLst/>
          </a:prstGeom>
          <a:solidFill>
            <a:schemeClr val="accent2">
              <a:lumMod val="60000"/>
              <a:lumOff val="40000"/>
            </a:schemeClr>
          </a:solidFill>
        </p:spPr>
        <p:txBody>
          <a:bodyPr wrap="square" rtlCol="0">
            <a:spAutoFit/>
          </a:bodyPr>
          <a:lstStyle/>
          <a:p>
            <a:r>
              <a:rPr lang="en-US" dirty="0"/>
              <a:t>These are for </a:t>
            </a:r>
            <a:r>
              <a:rPr lang="en-US" dirty="0" err="1"/>
              <a:t>comment,followers</a:t>
            </a:r>
            <a:endParaRPr lang="en-US" dirty="0"/>
          </a:p>
          <a:p>
            <a:r>
              <a:rPr lang="en-US" dirty="0"/>
              <a:t>and following popups</a:t>
            </a:r>
          </a:p>
        </p:txBody>
      </p:sp>
      <p:sp>
        <p:nvSpPr>
          <p:cNvPr id="38" name="TextBox 37">
            <a:extLst>
              <a:ext uri="{FF2B5EF4-FFF2-40B4-BE49-F238E27FC236}">
                <a16:creationId xmlns:a16="http://schemas.microsoft.com/office/drawing/2014/main" id="{E032948E-9B01-539D-6CE5-9D6C99DB669E}"/>
              </a:ext>
            </a:extLst>
          </p:cNvPr>
          <p:cNvSpPr txBox="1"/>
          <p:nvPr/>
        </p:nvSpPr>
        <p:spPr>
          <a:xfrm rot="282002">
            <a:off x="2779398" y="3471500"/>
            <a:ext cx="4368375" cy="369332"/>
          </a:xfrm>
          <a:prstGeom prst="rect">
            <a:avLst/>
          </a:prstGeom>
          <a:solidFill>
            <a:schemeClr val="accent3">
              <a:lumMod val="20000"/>
              <a:lumOff val="80000"/>
            </a:schemeClr>
          </a:solidFill>
        </p:spPr>
        <p:txBody>
          <a:bodyPr wrap="none" rtlCol="0">
            <a:spAutoFit/>
          </a:bodyPr>
          <a:lstStyle/>
          <a:p>
            <a:r>
              <a:rPr lang="en-US" dirty="0"/>
              <a:t>Guard: Prevent Rendering Before Data Loads</a:t>
            </a:r>
          </a:p>
        </p:txBody>
      </p:sp>
      <p:cxnSp>
        <p:nvCxnSpPr>
          <p:cNvPr id="39" name="Straight Arrow Connector 38">
            <a:extLst>
              <a:ext uri="{FF2B5EF4-FFF2-40B4-BE49-F238E27FC236}">
                <a16:creationId xmlns:a16="http://schemas.microsoft.com/office/drawing/2014/main" id="{963B5856-BF39-36AF-094F-D85FF5E05AAC}"/>
              </a:ext>
            </a:extLst>
          </p:cNvPr>
          <p:cNvCxnSpPr>
            <a:cxnSpLocks/>
          </p:cNvCxnSpPr>
          <p:nvPr/>
        </p:nvCxnSpPr>
        <p:spPr>
          <a:xfrm>
            <a:off x="2461214" y="3381486"/>
            <a:ext cx="406964" cy="89416"/>
          </a:xfrm>
          <a:prstGeom prst="straightConnector1">
            <a:avLst/>
          </a:prstGeom>
          <a:ln w="57150">
            <a:solidFill>
              <a:srgbClr val="FFC000"/>
            </a:solidFill>
            <a:tailEnd type="triangle"/>
          </a:ln>
          <a:effectLst>
            <a:glow rad="101600">
              <a:schemeClr val="accent3">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2" name="Content Placeholder 4">
            <a:extLst>
              <a:ext uri="{FF2B5EF4-FFF2-40B4-BE49-F238E27FC236}">
                <a16:creationId xmlns:a16="http://schemas.microsoft.com/office/drawing/2014/main" id="{CF8F32B8-1CBD-38B3-9B1D-BB764D69C1B0}"/>
              </a:ext>
            </a:extLst>
          </p:cNvPr>
          <p:cNvPicPr>
            <a:picLocks noChangeAspect="1"/>
          </p:cNvPicPr>
          <p:nvPr/>
        </p:nvPicPr>
        <p:blipFill>
          <a:blip r:embed="rId2"/>
          <a:srcRect l="3170" t="94061" r="8895" b="3300"/>
          <a:stretch>
            <a:fillRect/>
          </a:stretch>
        </p:blipFill>
        <p:spPr>
          <a:xfrm>
            <a:off x="260794" y="5291330"/>
            <a:ext cx="11726069" cy="338189"/>
          </a:xfrm>
          <a:prstGeom prst="rect">
            <a:avLst/>
          </a:prstGeom>
          <a:effectLst>
            <a:glow rad="228600">
              <a:schemeClr val="accent6">
                <a:satMod val="175000"/>
                <a:alpha val="40000"/>
              </a:schemeClr>
            </a:glow>
          </a:effectLst>
        </p:spPr>
      </p:pic>
      <p:sp>
        <p:nvSpPr>
          <p:cNvPr id="14" name="TextBox 13">
            <a:extLst>
              <a:ext uri="{FF2B5EF4-FFF2-40B4-BE49-F238E27FC236}">
                <a16:creationId xmlns:a16="http://schemas.microsoft.com/office/drawing/2014/main" id="{163C7BBD-EE8F-35B0-0482-340F4B3C94A6}"/>
              </a:ext>
            </a:extLst>
          </p:cNvPr>
          <p:cNvSpPr txBox="1"/>
          <p:nvPr/>
        </p:nvSpPr>
        <p:spPr>
          <a:xfrm>
            <a:off x="193190" y="4640783"/>
            <a:ext cx="12133221" cy="369332"/>
          </a:xfrm>
          <a:prstGeom prst="rect">
            <a:avLst/>
          </a:prstGeom>
          <a:solidFill>
            <a:srgbClr val="00B0F0"/>
          </a:solidFill>
        </p:spPr>
        <p:txBody>
          <a:bodyPr wrap="square" rtlCol="0">
            <a:spAutoFit/>
          </a:bodyPr>
          <a:lstStyle/>
          <a:p>
            <a:r>
              <a:rPr lang="en-US" dirty="0">
                <a:highlight>
                  <a:srgbClr val="FFFF00"/>
                </a:highlight>
              </a:rPr>
              <a:t>Check if the user viewing the profile is logged in user or not as if it was logged in user…the user can see the Edit profile option</a:t>
            </a:r>
          </a:p>
        </p:txBody>
      </p:sp>
      <p:cxnSp>
        <p:nvCxnSpPr>
          <p:cNvPr id="18" name="Straight Arrow Connector 17">
            <a:extLst>
              <a:ext uri="{FF2B5EF4-FFF2-40B4-BE49-F238E27FC236}">
                <a16:creationId xmlns:a16="http://schemas.microsoft.com/office/drawing/2014/main" id="{C045E94B-EFF3-524A-0A6C-9D46EFFDB17E}"/>
              </a:ext>
            </a:extLst>
          </p:cNvPr>
          <p:cNvCxnSpPr>
            <a:cxnSpLocks/>
            <a:stCxn id="31" idx="3"/>
          </p:cNvCxnSpPr>
          <p:nvPr/>
        </p:nvCxnSpPr>
        <p:spPr>
          <a:xfrm>
            <a:off x="6675739" y="4212094"/>
            <a:ext cx="888182" cy="398740"/>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5C3289C1-B38D-E6DC-284B-FEF61182D21E}"/>
              </a:ext>
            </a:extLst>
          </p:cNvPr>
          <p:cNvSpPr txBox="1"/>
          <p:nvPr/>
        </p:nvSpPr>
        <p:spPr>
          <a:xfrm>
            <a:off x="547218" y="5814892"/>
            <a:ext cx="6715563" cy="923330"/>
          </a:xfrm>
          <a:prstGeom prst="rect">
            <a:avLst/>
          </a:prstGeom>
          <a:solidFill>
            <a:srgbClr val="FF0000"/>
          </a:solidFill>
        </p:spPr>
        <p:txBody>
          <a:bodyPr wrap="square">
            <a:spAutoFit/>
          </a:bodyPr>
          <a:lstStyle/>
          <a:p>
            <a:pPr>
              <a:buNone/>
            </a:pPr>
            <a:r>
              <a:rPr lang="en-US" dirty="0" err="1">
                <a:solidFill>
                  <a:srgbClr val="FFFF00"/>
                </a:solidFill>
                <a:latin typeface="Courier New" panose="02070309020205020404" pitchFamily="49" charset="0"/>
              </a:rPr>
              <a:t>user.following</a:t>
            </a:r>
            <a:r>
              <a:rPr lang="en-US" dirty="0">
                <a:solidFill>
                  <a:srgbClr val="FFFF00"/>
                </a:solidFill>
              </a:rPr>
              <a:t> is an array of user IDs that you follow.</a:t>
            </a:r>
          </a:p>
          <a:p>
            <a:pPr>
              <a:buNone/>
            </a:pPr>
            <a:r>
              <a:rPr lang="en-US" dirty="0">
                <a:solidFill>
                  <a:srgbClr val="FFFF00"/>
                </a:solidFill>
                <a:latin typeface="Courier New" panose="02070309020205020404" pitchFamily="49" charset="0"/>
              </a:rPr>
              <a:t>.some()</a:t>
            </a:r>
            <a:r>
              <a:rPr lang="en-US" dirty="0">
                <a:solidFill>
                  <a:srgbClr val="FFFF00"/>
                </a:solidFill>
              </a:rPr>
              <a:t> checks if </a:t>
            </a:r>
            <a:r>
              <a:rPr lang="en-US" b="1" dirty="0">
                <a:solidFill>
                  <a:srgbClr val="FFFF00"/>
                </a:solidFill>
              </a:rPr>
              <a:t>any one</a:t>
            </a:r>
            <a:r>
              <a:rPr lang="en-US" dirty="0">
                <a:solidFill>
                  <a:srgbClr val="FFFF00"/>
                </a:solidFill>
              </a:rPr>
              <a:t> of those IDs matches the profile user’s ID.</a:t>
            </a:r>
          </a:p>
          <a:p>
            <a:pPr>
              <a:buNone/>
            </a:pPr>
            <a:r>
              <a:rPr lang="en-US" dirty="0">
                <a:solidFill>
                  <a:srgbClr val="FFFF00"/>
                </a:solidFill>
                <a:latin typeface="Courier New" panose="02070309020205020404" pitchFamily="49" charset="0"/>
              </a:rPr>
              <a:t>!!</a:t>
            </a:r>
            <a:r>
              <a:rPr lang="en-US" dirty="0">
                <a:solidFill>
                  <a:srgbClr val="FFFF00"/>
                </a:solidFill>
              </a:rPr>
              <a:t> converts value to </a:t>
            </a:r>
            <a:r>
              <a:rPr lang="en-US" b="1" dirty="0">
                <a:solidFill>
                  <a:srgbClr val="FFFF00"/>
                </a:solidFill>
              </a:rPr>
              <a:t>true/false</a:t>
            </a:r>
            <a:r>
              <a:rPr lang="en-US" dirty="0">
                <a:solidFill>
                  <a:srgbClr val="FFFF00"/>
                </a:solidFill>
              </a:rPr>
              <a:t> (</a:t>
            </a:r>
            <a:r>
              <a:rPr lang="en-US" dirty="0" err="1">
                <a:solidFill>
                  <a:srgbClr val="FFFF00"/>
                </a:solidFill>
              </a:rPr>
              <a:t>boolean</a:t>
            </a:r>
            <a:r>
              <a:rPr lang="en-US" dirty="0">
                <a:solidFill>
                  <a:srgbClr val="FFFF00"/>
                </a:solidFill>
              </a:rPr>
              <a:t>).</a:t>
            </a:r>
          </a:p>
        </p:txBody>
      </p:sp>
      <p:cxnSp>
        <p:nvCxnSpPr>
          <p:cNvPr id="36" name="Straight Arrow Connector 35">
            <a:extLst>
              <a:ext uri="{FF2B5EF4-FFF2-40B4-BE49-F238E27FC236}">
                <a16:creationId xmlns:a16="http://schemas.microsoft.com/office/drawing/2014/main" id="{DF2003D9-02E0-4F0D-37F4-B82331C7C7A9}"/>
              </a:ext>
            </a:extLst>
          </p:cNvPr>
          <p:cNvCxnSpPr>
            <a:cxnSpLocks/>
          </p:cNvCxnSpPr>
          <p:nvPr/>
        </p:nvCxnSpPr>
        <p:spPr>
          <a:xfrm flipH="1">
            <a:off x="7225393" y="5641684"/>
            <a:ext cx="1477736" cy="416214"/>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12105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F0B56B-3E76-0227-3C66-268D275BB348}"/>
              </a:ext>
            </a:extLst>
          </p:cNvPr>
          <p:cNvPicPr>
            <a:picLocks noChangeAspect="1"/>
          </p:cNvPicPr>
          <p:nvPr/>
        </p:nvPicPr>
        <p:blipFill>
          <a:blip r:embed="rId2"/>
          <a:srcRect l="4836" t="33782" r="22021" b="48645"/>
          <a:stretch>
            <a:fillRect/>
          </a:stretch>
        </p:blipFill>
        <p:spPr>
          <a:xfrm>
            <a:off x="0" y="3776685"/>
            <a:ext cx="5829301" cy="1286563"/>
          </a:xfrm>
          <a:prstGeom prst="rect">
            <a:avLst/>
          </a:prstGeom>
          <a:effectLst>
            <a:glow rad="139700">
              <a:schemeClr val="accent6">
                <a:satMod val="175000"/>
                <a:alpha val="40000"/>
              </a:schemeClr>
            </a:glow>
          </a:effectLst>
        </p:spPr>
      </p:pic>
      <p:pic>
        <p:nvPicPr>
          <p:cNvPr id="11" name="Content Placeholder 4">
            <a:extLst>
              <a:ext uri="{FF2B5EF4-FFF2-40B4-BE49-F238E27FC236}">
                <a16:creationId xmlns:a16="http://schemas.microsoft.com/office/drawing/2014/main" id="{A1873469-E797-2AE9-0A2E-089AC30AAC46}"/>
              </a:ext>
            </a:extLst>
          </p:cNvPr>
          <p:cNvPicPr>
            <a:picLocks noChangeAspect="1"/>
          </p:cNvPicPr>
          <p:nvPr/>
        </p:nvPicPr>
        <p:blipFill>
          <a:blip r:embed="rId3"/>
          <a:srcRect l="3170" t="96587" r="8895" b="513"/>
          <a:stretch>
            <a:fillRect/>
          </a:stretch>
        </p:blipFill>
        <p:spPr>
          <a:xfrm>
            <a:off x="94172" y="385097"/>
            <a:ext cx="11726069" cy="371683"/>
          </a:xfrm>
          <a:prstGeom prst="rect">
            <a:avLst/>
          </a:prstGeom>
          <a:effectLst>
            <a:glow rad="139700">
              <a:schemeClr val="accent2">
                <a:satMod val="175000"/>
                <a:alpha val="40000"/>
              </a:schemeClr>
            </a:glow>
          </a:effectLst>
        </p:spPr>
      </p:pic>
      <p:sp>
        <p:nvSpPr>
          <p:cNvPr id="6" name="TextBox 5">
            <a:extLst>
              <a:ext uri="{FF2B5EF4-FFF2-40B4-BE49-F238E27FC236}">
                <a16:creationId xmlns:a16="http://schemas.microsoft.com/office/drawing/2014/main" id="{80E81740-FC13-682B-A193-608575ABD265}"/>
              </a:ext>
            </a:extLst>
          </p:cNvPr>
          <p:cNvSpPr txBox="1"/>
          <p:nvPr/>
        </p:nvSpPr>
        <p:spPr>
          <a:xfrm>
            <a:off x="6678387" y="823097"/>
            <a:ext cx="5328382" cy="1477328"/>
          </a:xfrm>
          <a:prstGeom prst="rect">
            <a:avLst/>
          </a:prstGeom>
          <a:solidFill>
            <a:srgbClr val="FFFF00"/>
          </a:solidFill>
        </p:spPr>
        <p:txBody>
          <a:bodyPr wrap="none" rtlCol="0">
            <a:spAutoFit/>
          </a:bodyPr>
          <a:lstStyle/>
          <a:p>
            <a:r>
              <a:rPr lang="en-US" dirty="0"/>
              <a:t>If the post is private, the user should not see the posts </a:t>
            </a:r>
          </a:p>
          <a:p>
            <a:r>
              <a:rPr lang="en-US" dirty="0"/>
              <a:t>The user is blocked from seeing the posts if </a:t>
            </a:r>
          </a:p>
          <a:p>
            <a:r>
              <a:rPr lang="en-US" dirty="0"/>
              <a:t>1)The account is private,</a:t>
            </a:r>
          </a:p>
          <a:p>
            <a:r>
              <a:rPr lang="en-US" dirty="0"/>
              <a:t>2)The user is not in the following list</a:t>
            </a:r>
          </a:p>
          <a:p>
            <a:r>
              <a:rPr lang="en-US" dirty="0"/>
              <a:t>3)If you are not the owner</a:t>
            </a:r>
          </a:p>
        </p:txBody>
      </p:sp>
      <p:cxnSp>
        <p:nvCxnSpPr>
          <p:cNvPr id="7" name="Straight Arrow Connector 6">
            <a:extLst>
              <a:ext uri="{FF2B5EF4-FFF2-40B4-BE49-F238E27FC236}">
                <a16:creationId xmlns:a16="http://schemas.microsoft.com/office/drawing/2014/main" id="{F723974F-C269-DE9F-654B-E24CD14A936C}"/>
              </a:ext>
            </a:extLst>
          </p:cNvPr>
          <p:cNvCxnSpPr>
            <a:cxnSpLocks/>
          </p:cNvCxnSpPr>
          <p:nvPr/>
        </p:nvCxnSpPr>
        <p:spPr>
          <a:xfrm>
            <a:off x="4497162" y="803487"/>
            <a:ext cx="2181225" cy="436511"/>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84F46F07-2625-C0C7-201E-E6316EB39804}"/>
              </a:ext>
            </a:extLst>
          </p:cNvPr>
          <p:cNvPicPr>
            <a:picLocks noChangeAspect="1"/>
          </p:cNvPicPr>
          <p:nvPr/>
        </p:nvPicPr>
        <p:blipFill>
          <a:blip r:embed="rId2"/>
          <a:srcRect t="72325" r="70730" b="18626"/>
          <a:stretch>
            <a:fillRect/>
          </a:stretch>
        </p:blipFill>
        <p:spPr>
          <a:xfrm>
            <a:off x="147507" y="5318741"/>
            <a:ext cx="2767143" cy="667373"/>
          </a:xfrm>
          <a:prstGeom prst="rect">
            <a:avLst/>
          </a:prstGeom>
        </p:spPr>
      </p:pic>
      <p:pic>
        <p:nvPicPr>
          <p:cNvPr id="9" name="Picture 8">
            <a:extLst>
              <a:ext uri="{FF2B5EF4-FFF2-40B4-BE49-F238E27FC236}">
                <a16:creationId xmlns:a16="http://schemas.microsoft.com/office/drawing/2014/main" id="{56B8E08C-6534-3EC2-5183-A67659390796}"/>
              </a:ext>
            </a:extLst>
          </p:cNvPr>
          <p:cNvPicPr>
            <a:picLocks noChangeAspect="1"/>
          </p:cNvPicPr>
          <p:nvPr/>
        </p:nvPicPr>
        <p:blipFill>
          <a:blip r:embed="rId2"/>
          <a:srcRect b="87039"/>
          <a:stretch>
            <a:fillRect/>
          </a:stretch>
        </p:blipFill>
        <p:spPr>
          <a:xfrm>
            <a:off x="0" y="1286705"/>
            <a:ext cx="7969660" cy="963155"/>
          </a:xfrm>
          <a:prstGeom prst="rect">
            <a:avLst/>
          </a:prstGeom>
        </p:spPr>
      </p:pic>
      <p:sp>
        <p:nvSpPr>
          <p:cNvPr id="13" name="TextBox 12">
            <a:extLst>
              <a:ext uri="{FF2B5EF4-FFF2-40B4-BE49-F238E27FC236}">
                <a16:creationId xmlns:a16="http://schemas.microsoft.com/office/drawing/2014/main" id="{D0D9B45C-B0F6-23A1-2A66-69DC48FF8C36}"/>
              </a:ext>
            </a:extLst>
          </p:cNvPr>
          <p:cNvSpPr txBox="1"/>
          <p:nvPr/>
        </p:nvSpPr>
        <p:spPr>
          <a:xfrm>
            <a:off x="6678387" y="776390"/>
            <a:ext cx="5328382" cy="1477328"/>
          </a:xfrm>
          <a:prstGeom prst="rect">
            <a:avLst/>
          </a:prstGeom>
          <a:solidFill>
            <a:srgbClr val="FFFF00"/>
          </a:solidFill>
        </p:spPr>
        <p:txBody>
          <a:bodyPr wrap="none" rtlCol="0">
            <a:spAutoFit/>
          </a:bodyPr>
          <a:lstStyle/>
          <a:p>
            <a:r>
              <a:rPr lang="en-US" dirty="0"/>
              <a:t>If the post is private, the user should not see the posts </a:t>
            </a:r>
          </a:p>
          <a:p>
            <a:r>
              <a:rPr lang="en-US" dirty="0"/>
              <a:t>The user is blocked from seeing the posts if </a:t>
            </a:r>
          </a:p>
          <a:p>
            <a:r>
              <a:rPr lang="en-US" dirty="0"/>
              <a:t>1)The account is private,</a:t>
            </a:r>
          </a:p>
          <a:p>
            <a:r>
              <a:rPr lang="en-US" dirty="0"/>
              <a:t>2)The user is not in the following list</a:t>
            </a:r>
          </a:p>
          <a:p>
            <a:r>
              <a:rPr lang="en-US" dirty="0"/>
              <a:t>3)If you are not the owner</a:t>
            </a:r>
          </a:p>
        </p:txBody>
      </p:sp>
      <p:pic>
        <p:nvPicPr>
          <p:cNvPr id="14" name="Picture 13">
            <a:extLst>
              <a:ext uri="{FF2B5EF4-FFF2-40B4-BE49-F238E27FC236}">
                <a16:creationId xmlns:a16="http://schemas.microsoft.com/office/drawing/2014/main" id="{5DF11FB7-81DB-7FD3-4144-018DC0ED4ADC}"/>
              </a:ext>
            </a:extLst>
          </p:cNvPr>
          <p:cNvPicPr>
            <a:picLocks noChangeAspect="1"/>
          </p:cNvPicPr>
          <p:nvPr/>
        </p:nvPicPr>
        <p:blipFill>
          <a:blip r:embed="rId2"/>
          <a:srcRect l="5207" t="13682" r="29845" b="67933"/>
          <a:stretch>
            <a:fillRect/>
          </a:stretch>
        </p:blipFill>
        <p:spPr>
          <a:xfrm>
            <a:off x="31253" y="2325867"/>
            <a:ext cx="5176157" cy="1286564"/>
          </a:xfrm>
          <a:prstGeom prst="rect">
            <a:avLst/>
          </a:prstGeom>
          <a:effectLst>
            <a:glow rad="139700">
              <a:schemeClr val="accent2">
                <a:satMod val="175000"/>
                <a:alpha val="40000"/>
              </a:schemeClr>
            </a:glow>
          </a:effectLst>
        </p:spPr>
      </p:pic>
      <p:sp>
        <p:nvSpPr>
          <p:cNvPr id="16" name="TextBox 15">
            <a:extLst>
              <a:ext uri="{FF2B5EF4-FFF2-40B4-BE49-F238E27FC236}">
                <a16:creationId xmlns:a16="http://schemas.microsoft.com/office/drawing/2014/main" id="{AB456D47-398F-D65A-FF87-F423398F67BB}"/>
              </a:ext>
            </a:extLst>
          </p:cNvPr>
          <p:cNvSpPr txBox="1"/>
          <p:nvPr/>
        </p:nvSpPr>
        <p:spPr>
          <a:xfrm>
            <a:off x="5394199" y="2320035"/>
            <a:ext cx="6766548" cy="1477328"/>
          </a:xfrm>
          <a:prstGeom prst="rect">
            <a:avLst/>
          </a:prstGeom>
          <a:solidFill>
            <a:srgbClr val="FFC000"/>
          </a:solidFill>
        </p:spPr>
        <p:txBody>
          <a:bodyPr wrap="square">
            <a:spAutoFit/>
          </a:bodyPr>
          <a:lstStyle/>
          <a:p>
            <a:r>
              <a:rPr lang="en-US" dirty="0"/>
              <a:t>it creates a new user object (</a:t>
            </a:r>
            <a:r>
              <a:rPr lang="en-US" dirty="0" err="1">
                <a:solidFill>
                  <a:srgbClr val="0070C0"/>
                </a:solidFill>
                <a:latin typeface="Courier New" panose="02070309020205020404" pitchFamily="49" charset="0"/>
              </a:rPr>
              <a:t>updatedAuthUser</a:t>
            </a:r>
            <a:r>
              <a:rPr lang="en-US" dirty="0"/>
              <a:t>) by copying all the existing properties of the logged-in user using </a:t>
            </a:r>
            <a:r>
              <a:rPr lang="en-US" dirty="0">
                <a:highlight>
                  <a:srgbClr val="FFFF00"/>
                </a:highlight>
                <a:latin typeface="Courier New" panose="02070309020205020404" pitchFamily="49" charset="0"/>
              </a:rPr>
              <a:t>...user</a:t>
            </a:r>
            <a:r>
              <a:rPr lang="en-US" dirty="0"/>
              <a:t>. Then it </a:t>
            </a:r>
            <a:r>
              <a:rPr lang="en-US" dirty="0">
                <a:highlight>
                  <a:srgbClr val="FFFF00"/>
                </a:highlight>
              </a:rPr>
              <a:t>updates</a:t>
            </a:r>
            <a:r>
              <a:rPr lang="en-US" dirty="0"/>
              <a:t> only the </a:t>
            </a:r>
            <a:r>
              <a:rPr lang="en-US" dirty="0">
                <a:highlight>
                  <a:srgbClr val="FF00FF"/>
                </a:highlight>
                <a:latin typeface="Courier New" panose="02070309020205020404" pitchFamily="49" charset="0"/>
              </a:rPr>
              <a:t>following</a:t>
            </a:r>
            <a:r>
              <a:rPr lang="en-US" dirty="0">
                <a:highlight>
                  <a:srgbClr val="FF00FF"/>
                </a:highlight>
              </a:rPr>
              <a:t> array</a:t>
            </a:r>
            <a:r>
              <a:rPr lang="en-US" dirty="0"/>
              <a:t>: if the action is a follow, it adds the profile user’s ID to the array, and if it’s an unfollow, it removes that ID using </a:t>
            </a:r>
            <a:r>
              <a:rPr lang="en-US" dirty="0">
                <a:latin typeface="Courier New" panose="02070309020205020404" pitchFamily="49" charset="0"/>
              </a:rPr>
              <a:t>filter()</a:t>
            </a:r>
            <a:r>
              <a:rPr lang="en-US" dirty="0"/>
              <a:t>. Finally, it dispatches</a:t>
            </a:r>
          </a:p>
        </p:txBody>
      </p:sp>
      <p:cxnSp>
        <p:nvCxnSpPr>
          <p:cNvPr id="17" name="Straight Arrow Connector 16">
            <a:extLst>
              <a:ext uri="{FF2B5EF4-FFF2-40B4-BE49-F238E27FC236}">
                <a16:creationId xmlns:a16="http://schemas.microsoft.com/office/drawing/2014/main" id="{86F51A9D-7ED2-3B93-EE4E-CF281D7F58CA}"/>
              </a:ext>
            </a:extLst>
          </p:cNvPr>
          <p:cNvCxnSpPr>
            <a:cxnSpLocks/>
            <a:endCxn id="16" idx="1"/>
          </p:cNvCxnSpPr>
          <p:nvPr/>
        </p:nvCxnSpPr>
        <p:spPr>
          <a:xfrm flipV="1">
            <a:off x="5176157" y="3058699"/>
            <a:ext cx="218042" cy="196036"/>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4A7B292F-43E5-A064-D6E4-45BC5355C3D8}"/>
              </a:ext>
            </a:extLst>
          </p:cNvPr>
          <p:cNvSpPr txBox="1"/>
          <p:nvPr/>
        </p:nvSpPr>
        <p:spPr>
          <a:xfrm>
            <a:off x="5992629" y="4164579"/>
            <a:ext cx="6168118" cy="2308324"/>
          </a:xfrm>
          <a:prstGeom prst="rect">
            <a:avLst/>
          </a:prstGeom>
          <a:solidFill>
            <a:schemeClr val="accent3">
              <a:lumMod val="40000"/>
              <a:lumOff val="60000"/>
            </a:schemeClr>
          </a:solidFill>
        </p:spPr>
        <p:txBody>
          <a:bodyPr wrap="square">
            <a:spAutoFit/>
          </a:bodyPr>
          <a:lstStyle/>
          <a:p>
            <a:pPr>
              <a:buNone/>
            </a:pPr>
            <a:r>
              <a:rPr lang="en-US" dirty="0"/>
              <a:t>It creates a new object called </a:t>
            </a:r>
            <a:r>
              <a:rPr lang="en-US" dirty="0" err="1">
                <a:highlight>
                  <a:srgbClr val="FF00FF"/>
                </a:highlight>
                <a:latin typeface="Courier New" panose="02070309020205020404" pitchFamily="49" charset="0"/>
              </a:rPr>
              <a:t>updatedProfile</a:t>
            </a:r>
            <a:r>
              <a:rPr lang="en-US" dirty="0">
                <a:highlight>
                  <a:srgbClr val="FF00FF"/>
                </a:highlight>
              </a:rPr>
              <a:t> </a:t>
            </a:r>
            <a:r>
              <a:rPr lang="en-US" dirty="0"/>
              <a:t>by copying everything from the existing </a:t>
            </a:r>
            <a:r>
              <a:rPr lang="en-US" dirty="0" err="1">
                <a:latin typeface="Courier New" panose="02070309020205020404" pitchFamily="49" charset="0"/>
              </a:rPr>
              <a:t>userProfile</a:t>
            </a:r>
            <a:r>
              <a:rPr lang="en-US" dirty="0"/>
              <a:t> using </a:t>
            </a:r>
            <a:r>
              <a:rPr lang="en-US" dirty="0">
                <a:highlight>
                  <a:srgbClr val="FFFF00"/>
                </a:highlight>
                <a:latin typeface="Courier New" panose="02070309020205020404" pitchFamily="49" charset="0"/>
              </a:rPr>
              <a:t>...</a:t>
            </a:r>
            <a:r>
              <a:rPr lang="en-US" dirty="0" err="1">
                <a:highlight>
                  <a:srgbClr val="FFFF00"/>
                </a:highlight>
                <a:latin typeface="Courier New" panose="02070309020205020404" pitchFamily="49" charset="0"/>
              </a:rPr>
              <a:t>userProfile</a:t>
            </a:r>
            <a:r>
              <a:rPr lang="en-US" dirty="0"/>
              <a:t>. Then it updates the </a:t>
            </a:r>
            <a:r>
              <a:rPr lang="en-US" dirty="0">
                <a:latin typeface="Courier New" panose="02070309020205020404" pitchFamily="49" charset="0"/>
              </a:rPr>
              <a:t>followers</a:t>
            </a:r>
            <a:r>
              <a:rPr lang="en-US" dirty="0"/>
              <a:t> array:</a:t>
            </a:r>
          </a:p>
          <a:p>
            <a:pPr>
              <a:buFont typeface="Arial" panose="020B0604020202020204" pitchFamily="34" charset="0"/>
              <a:buChar char="•"/>
            </a:pPr>
            <a:r>
              <a:rPr lang="en-US" dirty="0"/>
              <a:t>If you just </a:t>
            </a:r>
            <a:r>
              <a:rPr lang="en-US" b="1" dirty="0"/>
              <a:t>followed</a:t>
            </a:r>
            <a:r>
              <a:rPr lang="en-US" dirty="0"/>
              <a:t> them (</a:t>
            </a:r>
            <a:r>
              <a:rPr lang="en-US" dirty="0" err="1">
                <a:latin typeface="Courier New" panose="02070309020205020404" pitchFamily="49" charset="0"/>
              </a:rPr>
              <a:t>isNowFollowing</a:t>
            </a:r>
            <a:r>
              <a:rPr lang="en-US" dirty="0">
                <a:latin typeface="Courier New" panose="02070309020205020404" pitchFamily="49" charset="0"/>
              </a:rPr>
              <a:t> === true</a:t>
            </a:r>
            <a:r>
              <a:rPr lang="en-US" dirty="0"/>
              <a:t>), it adds </a:t>
            </a:r>
            <a:r>
              <a:rPr lang="en-US" b="1" dirty="0"/>
              <a:t>your</a:t>
            </a:r>
            <a:r>
              <a:rPr lang="en-US" dirty="0"/>
              <a:t> user ID (</a:t>
            </a:r>
            <a:r>
              <a:rPr lang="en-US" dirty="0" err="1">
                <a:latin typeface="Courier New" panose="02070309020205020404" pitchFamily="49" charset="0"/>
              </a:rPr>
              <a:t>updatedAuthUser</a:t>
            </a:r>
            <a:r>
              <a:rPr lang="en-US" dirty="0">
                <a:latin typeface="Courier New" panose="02070309020205020404" pitchFamily="49" charset="0"/>
              </a:rPr>
              <a:t>._id</a:t>
            </a:r>
            <a:r>
              <a:rPr lang="en-US" dirty="0"/>
              <a:t>) to their </a:t>
            </a:r>
            <a:r>
              <a:rPr lang="en-US" dirty="0">
                <a:latin typeface="Courier New" panose="02070309020205020404" pitchFamily="49" charset="0"/>
              </a:rPr>
              <a:t>followers</a:t>
            </a:r>
            <a:r>
              <a:rPr lang="en-US" dirty="0"/>
              <a:t> list.</a:t>
            </a:r>
          </a:p>
          <a:p>
            <a:pPr>
              <a:buFont typeface="Arial" panose="020B0604020202020204" pitchFamily="34" charset="0"/>
              <a:buChar char="•"/>
            </a:pPr>
            <a:r>
              <a:rPr lang="en-US" dirty="0"/>
              <a:t>If you </a:t>
            </a:r>
            <a:r>
              <a:rPr lang="en-US" b="1" dirty="0"/>
              <a:t>unfollowed</a:t>
            </a:r>
            <a:r>
              <a:rPr lang="en-US" dirty="0"/>
              <a:t> them, it removes your ID from their </a:t>
            </a:r>
            <a:r>
              <a:rPr lang="en-US" dirty="0">
                <a:latin typeface="Courier New" panose="02070309020205020404" pitchFamily="49" charset="0"/>
              </a:rPr>
              <a:t>followers</a:t>
            </a:r>
            <a:r>
              <a:rPr lang="en-US" dirty="0"/>
              <a:t> list using </a:t>
            </a:r>
            <a:r>
              <a:rPr lang="en-US" dirty="0">
                <a:latin typeface="Courier New" panose="02070309020205020404" pitchFamily="49" charset="0"/>
              </a:rPr>
              <a:t>filter()</a:t>
            </a:r>
            <a:r>
              <a:rPr lang="en-US" dirty="0"/>
              <a:t>.</a:t>
            </a:r>
          </a:p>
        </p:txBody>
      </p:sp>
      <p:cxnSp>
        <p:nvCxnSpPr>
          <p:cNvPr id="23" name="Straight Arrow Connector 22">
            <a:extLst>
              <a:ext uri="{FF2B5EF4-FFF2-40B4-BE49-F238E27FC236}">
                <a16:creationId xmlns:a16="http://schemas.microsoft.com/office/drawing/2014/main" id="{9240A4A3-B462-5CE1-2230-D36EF34F1658}"/>
              </a:ext>
            </a:extLst>
          </p:cNvPr>
          <p:cNvCxnSpPr>
            <a:cxnSpLocks/>
            <a:endCxn id="22" idx="1"/>
          </p:cNvCxnSpPr>
          <p:nvPr/>
        </p:nvCxnSpPr>
        <p:spPr>
          <a:xfrm>
            <a:off x="5394199" y="4757963"/>
            <a:ext cx="598430" cy="560778"/>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3606C02-DFCE-C61B-2C08-187B16449C89}"/>
              </a:ext>
            </a:extLst>
          </p:cNvPr>
          <p:cNvCxnSpPr>
            <a:cxnSpLocks/>
          </p:cNvCxnSpPr>
          <p:nvPr/>
        </p:nvCxnSpPr>
        <p:spPr>
          <a:xfrm>
            <a:off x="2914650" y="5585198"/>
            <a:ext cx="598430" cy="560778"/>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175DF36-C487-B162-66D6-C1200CE3B149}"/>
              </a:ext>
            </a:extLst>
          </p:cNvPr>
          <p:cNvSpPr txBox="1"/>
          <p:nvPr/>
        </p:nvSpPr>
        <p:spPr>
          <a:xfrm>
            <a:off x="429021" y="6279341"/>
            <a:ext cx="5098200" cy="369332"/>
          </a:xfrm>
          <a:prstGeom prst="rect">
            <a:avLst/>
          </a:prstGeom>
          <a:solidFill>
            <a:schemeClr val="accent2">
              <a:lumMod val="40000"/>
              <a:lumOff val="60000"/>
            </a:schemeClr>
          </a:solidFill>
        </p:spPr>
        <p:txBody>
          <a:bodyPr wrap="square">
            <a:spAutoFit/>
          </a:bodyPr>
          <a:lstStyle/>
          <a:p>
            <a:pPr>
              <a:buNone/>
            </a:pPr>
            <a:r>
              <a:rPr lang="en-US" dirty="0"/>
              <a:t>When we click on the button ..then it will be for that</a:t>
            </a:r>
          </a:p>
        </p:txBody>
      </p:sp>
    </p:spTree>
    <p:extLst>
      <p:ext uri="{BB962C8B-B14F-4D97-AF65-F5344CB8AC3E}">
        <p14:creationId xmlns:p14="http://schemas.microsoft.com/office/powerpoint/2010/main" val="33075083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C3E62CAE-6FC3-6DFA-DCE5-229B99CE9EFB}"/>
              </a:ext>
            </a:extLst>
          </p:cNvPr>
          <p:cNvPicPr>
            <a:picLocks noGrp="1" noChangeAspect="1"/>
          </p:cNvPicPr>
          <p:nvPr>
            <p:ph idx="1"/>
          </p:nvPr>
        </p:nvPicPr>
        <p:blipFill>
          <a:blip r:embed="rId2"/>
          <a:stretch>
            <a:fillRect/>
          </a:stretch>
        </p:blipFill>
        <p:spPr>
          <a:xfrm>
            <a:off x="127250" y="2534880"/>
            <a:ext cx="5569984" cy="4269847"/>
          </a:xfrm>
          <a:prstGeom prst="rect">
            <a:avLst/>
          </a:prstGeom>
          <a:effectLst>
            <a:glow rad="228600">
              <a:schemeClr val="accent2">
                <a:satMod val="175000"/>
                <a:alpha val="40000"/>
              </a:schemeClr>
            </a:glow>
          </a:effectLst>
        </p:spPr>
      </p:pic>
      <p:pic>
        <p:nvPicPr>
          <p:cNvPr id="3" name="Picture 2">
            <a:extLst>
              <a:ext uri="{FF2B5EF4-FFF2-40B4-BE49-F238E27FC236}">
                <a16:creationId xmlns:a16="http://schemas.microsoft.com/office/drawing/2014/main" id="{AF64F91F-90C6-4C2F-D4C0-880B16BBC5A4}"/>
              </a:ext>
            </a:extLst>
          </p:cNvPr>
          <p:cNvPicPr>
            <a:picLocks noChangeAspect="1"/>
          </p:cNvPicPr>
          <p:nvPr/>
        </p:nvPicPr>
        <p:blipFill>
          <a:blip r:embed="rId3"/>
          <a:srcRect l="1305" t="87052" r="70625"/>
          <a:stretch>
            <a:fillRect/>
          </a:stretch>
        </p:blipFill>
        <p:spPr>
          <a:xfrm>
            <a:off x="127250" y="782988"/>
            <a:ext cx="4639379" cy="1669463"/>
          </a:xfrm>
          <a:prstGeom prst="rect">
            <a:avLst/>
          </a:prstGeom>
        </p:spPr>
      </p:pic>
      <p:pic>
        <p:nvPicPr>
          <p:cNvPr id="5" name="Picture 4">
            <a:extLst>
              <a:ext uri="{FF2B5EF4-FFF2-40B4-BE49-F238E27FC236}">
                <a16:creationId xmlns:a16="http://schemas.microsoft.com/office/drawing/2014/main" id="{CA7D13C0-51F0-2549-AFA5-C319A1DC7FBA}"/>
              </a:ext>
            </a:extLst>
          </p:cNvPr>
          <p:cNvPicPr>
            <a:picLocks noChangeAspect="1"/>
          </p:cNvPicPr>
          <p:nvPr/>
        </p:nvPicPr>
        <p:blipFill>
          <a:blip r:embed="rId3"/>
          <a:srcRect t="81814" r="15955" b="14203"/>
          <a:stretch>
            <a:fillRect/>
          </a:stretch>
        </p:blipFill>
        <p:spPr>
          <a:xfrm>
            <a:off x="127250" y="274360"/>
            <a:ext cx="7685676" cy="426199"/>
          </a:xfrm>
          <a:prstGeom prst="rect">
            <a:avLst/>
          </a:prstGeom>
        </p:spPr>
      </p:pic>
      <p:cxnSp>
        <p:nvCxnSpPr>
          <p:cNvPr id="6" name="Straight Arrow Connector 5">
            <a:extLst>
              <a:ext uri="{FF2B5EF4-FFF2-40B4-BE49-F238E27FC236}">
                <a16:creationId xmlns:a16="http://schemas.microsoft.com/office/drawing/2014/main" id="{7356B7C1-AF88-9B02-2A44-7779ECF46738}"/>
              </a:ext>
            </a:extLst>
          </p:cNvPr>
          <p:cNvCxnSpPr>
            <a:cxnSpLocks/>
          </p:cNvCxnSpPr>
          <p:nvPr/>
        </p:nvCxnSpPr>
        <p:spPr>
          <a:xfrm>
            <a:off x="5697234" y="4000500"/>
            <a:ext cx="1797580" cy="62048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1">
            <a:extLst>
              <a:ext uri="{FF2B5EF4-FFF2-40B4-BE49-F238E27FC236}">
                <a16:creationId xmlns:a16="http://schemas.microsoft.com/office/drawing/2014/main" id="{802ABD2B-C901-4286-1253-DC5A8FE05834}"/>
              </a:ext>
            </a:extLst>
          </p:cNvPr>
          <p:cNvSpPr>
            <a:spLocks noChangeArrowheads="1"/>
          </p:cNvSpPr>
          <p:nvPr/>
        </p:nvSpPr>
        <p:spPr bwMode="auto">
          <a:xfrm>
            <a:off x="7494814" y="4288522"/>
            <a:ext cx="4000499" cy="1754326"/>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Unicode MS"/>
              </a:rPr>
              <a:t>This function is for the owner(Master Sparsh)</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Unicode MS"/>
              </a:rPr>
              <a:t>The remove button is only shown for the owner..</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Unicode MS"/>
              </a:rPr>
              <a:t>And the owner can delete it with </a:t>
            </a:r>
            <a:r>
              <a:rPr kumimoji="0" lang="en-US" altLang="en-US" b="0" i="0" u="none" strike="noStrike" cap="none" normalizeH="0" baseline="0" dirty="0" err="1">
                <a:ln>
                  <a:noFill/>
                </a:ln>
                <a:solidFill>
                  <a:schemeClr val="tx1"/>
                </a:solidFill>
                <a:effectLst/>
                <a:latin typeface="Arial Unicode MS"/>
              </a:rPr>
              <a:t>axios.delete</a:t>
            </a:r>
            <a:endParaRPr kumimoji="0" lang="en-US" altLang="en-US" b="0" i="0" u="none" strike="noStrike" cap="none" normalizeH="0" baseline="0" dirty="0">
              <a:ln>
                <a:noFill/>
              </a:ln>
              <a:solidFill>
                <a:schemeClr val="tx1"/>
              </a:solidFill>
              <a:effectLst/>
              <a:latin typeface="Arial Unicode MS"/>
            </a:endParaRPr>
          </a:p>
        </p:txBody>
      </p:sp>
      <p:sp>
        <p:nvSpPr>
          <p:cNvPr id="11" name="TextBox 10">
            <a:extLst>
              <a:ext uri="{FF2B5EF4-FFF2-40B4-BE49-F238E27FC236}">
                <a16:creationId xmlns:a16="http://schemas.microsoft.com/office/drawing/2014/main" id="{EBAF9EB0-0AEE-D852-B059-E38B3570146A}"/>
              </a:ext>
            </a:extLst>
          </p:cNvPr>
          <p:cNvSpPr txBox="1"/>
          <p:nvPr/>
        </p:nvSpPr>
        <p:spPr>
          <a:xfrm>
            <a:off x="5635399" y="1294554"/>
            <a:ext cx="6143624" cy="646331"/>
          </a:xfrm>
          <a:prstGeom prst="rect">
            <a:avLst/>
          </a:prstGeom>
          <a:solidFill>
            <a:srgbClr val="92D050"/>
          </a:solidFill>
        </p:spPr>
        <p:txBody>
          <a:bodyPr wrap="square">
            <a:spAutoFit/>
          </a:bodyPr>
          <a:lstStyle/>
          <a:p>
            <a:r>
              <a:rPr lang="en-US" dirty="0"/>
              <a:t>It selects either </a:t>
            </a:r>
            <a:r>
              <a:rPr lang="en-US" b="1" dirty="0"/>
              <a:t>posts</a:t>
            </a:r>
            <a:r>
              <a:rPr lang="en-US" dirty="0"/>
              <a:t> or </a:t>
            </a:r>
            <a:r>
              <a:rPr lang="en-US" b="1" dirty="0"/>
              <a:t>bookmarks</a:t>
            </a:r>
            <a:r>
              <a:rPr lang="en-US" dirty="0"/>
              <a:t> depending on which tab is active, making sure the UI displays the correct list.</a:t>
            </a:r>
          </a:p>
        </p:txBody>
      </p:sp>
      <p:cxnSp>
        <p:nvCxnSpPr>
          <p:cNvPr id="12" name="Straight Arrow Connector 11">
            <a:extLst>
              <a:ext uri="{FF2B5EF4-FFF2-40B4-BE49-F238E27FC236}">
                <a16:creationId xmlns:a16="http://schemas.microsoft.com/office/drawing/2014/main" id="{10374563-1393-F79D-3BBA-095D8A062C97}"/>
              </a:ext>
            </a:extLst>
          </p:cNvPr>
          <p:cNvCxnSpPr>
            <a:cxnSpLocks/>
          </p:cNvCxnSpPr>
          <p:nvPr/>
        </p:nvCxnSpPr>
        <p:spPr>
          <a:xfrm>
            <a:off x="5310791" y="700559"/>
            <a:ext cx="1797580" cy="62048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6A25214-0AB0-C0E7-3DB8-4979239C7E3E}"/>
              </a:ext>
            </a:extLst>
          </p:cNvPr>
          <p:cNvSpPr txBox="1"/>
          <p:nvPr/>
        </p:nvSpPr>
        <p:spPr>
          <a:xfrm>
            <a:off x="5921126" y="2113843"/>
            <a:ext cx="6143624" cy="646331"/>
          </a:xfrm>
          <a:prstGeom prst="rect">
            <a:avLst/>
          </a:prstGeom>
          <a:solidFill>
            <a:srgbClr val="FFC000"/>
          </a:solidFill>
        </p:spPr>
        <p:txBody>
          <a:bodyPr wrap="square">
            <a:spAutoFit/>
          </a:bodyPr>
          <a:lstStyle/>
          <a:p>
            <a:r>
              <a:rPr lang="en-US" dirty="0"/>
              <a:t>Basically when we click on the </a:t>
            </a:r>
            <a:r>
              <a:rPr lang="en-US" dirty="0" err="1"/>
              <a:t>post..the</a:t>
            </a:r>
            <a:r>
              <a:rPr lang="en-US" dirty="0"/>
              <a:t> the </a:t>
            </a:r>
            <a:r>
              <a:rPr lang="en-US" dirty="0" err="1"/>
              <a:t>commentdialog</a:t>
            </a:r>
            <a:endParaRPr lang="en-US" dirty="0"/>
          </a:p>
          <a:p>
            <a:r>
              <a:rPr lang="en-US" dirty="0"/>
              <a:t>Will open up</a:t>
            </a:r>
          </a:p>
        </p:txBody>
      </p:sp>
      <p:cxnSp>
        <p:nvCxnSpPr>
          <p:cNvPr id="14" name="Straight Arrow Connector 13">
            <a:extLst>
              <a:ext uri="{FF2B5EF4-FFF2-40B4-BE49-F238E27FC236}">
                <a16:creationId xmlns:a16="http://schemas.microsoft.com/office/drawing/2014/main" id="{6D710110-A271-4535-2E94-9219182D9657}"/>
              </a:ext>
            </a:extLst>
          </p:cNvPr>
          <p:cNvCxnSpPr>
            <a:cxnSpLocks/>
          </p:cNvCxnSpPr>
          <p:nvPr/>
        </p:nvCxnSpPr>
        <p:spPr>
          <a:xfrm>
            <a:off x="4766629" y="1630965"/>
            <a:ext cx="1154497" cy="552458"/>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31143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EFE14-6D98-F8F9-17D3-CF092E260475}"/>
              </a:ext>
            </a:extLst>
          </p:cNvPr>
          <p:cNvSpPr>
            <a:spLocks noGrp="1"/>
          </p:cNvSpPr>
          <p:nvPr>
            <p:ph type="title"/>
          </p:nvPr>
        </p:nvSpPr>
        <p:spPr>
          <a:xfrm>
            <a:off x="155121" y="114309"/>
            <a:ext cx="10858500" cy="694636"/>
          </a:xfrm>
        </p:spPr>
        <p:txBody>
          <a:bodyPr>
            <a:normAutofit fontScale="90000"/>
          </a:bodyPr>
          <a:lstStyle/>
          <a:p>
            <a:r>
              <a:rPr lang="en-US" dirty="0" err="1"/>
              <a:t>useGetUserProfile.jsx</a:t>
            </a:r>
            <a:r>
              <a:rPr lang="en-US" dirty="0"/>
              <a:t>  ---- file inside the hook folder</a:t>
            </a:r>
          </a:p>
        </p:txBody>
      </p:sp>
      <p:pic>
        <p:nvPicPr>
          <p:cNvPr id="5" name="Content Placeholder 4">
            <a:extLst>
              <a:ext uri="{FF2B5EF4-FFF2-40B4-BE49-F238E27FC236}">
                <a16:creationId xmlns:a16="http://schemas.microsoft.com/office/drawing/2014/main" id="{0C006703-97A4-9E02-8D56-50D0FDACDADD}"/>
              </a:ext>
            </a:extLst>
          </p:cNvPr>
          <p:cNvPicPr>
            <a:picLocks noGrp="1" noChangeAspect="1"/>
          </p:cNvPicPr>
          <p:nvPr>
            <p:ph idx="1"/>
          </p:nvPr>
        </p:nvPicPr>
        <p:blipFill>
          <a:blip r:embed="rId2"/>
          <a:stretch>
            <a:fillRect/>
          </a:stretch>
        </p:blipFill>
        <p:spPr>
          <a:xfrm>
            <a:off x="186594" y="1250732"/>
            <a:ext cx="6940827" cy="5226035"/>
          </a:xfrm>
          <a:prstGeom prst="rect">
            <a:avLst/>
          </a:prstGeom>
        </p:spPr>
      </p:pic>
      <p:sp>
        <p:nvSpPr>
          <p:cNvPr id="3" name="TextBox 2">
            <a:extLst>
              <a:ext uri="{FF2B5EF4-FFF2-40B4-BE49-F238E27FC236}">
                <a16:creationId xmlns:a16="http://schemas.microsoft.com/office/drawing/2014/main" id="{B821E3E9-2C0D-DA8E-954E-64FBAE3093E1}"/>
              </a:ext>
            </a:extLst>
          </p:cNvPr>
          <p:cNvSpPr txBox="1"/>
          <p:nvPr/>
        </p:nvSpPr>
        <p:spPr>
          <a:xfrm>
            <a:off x="7364186" y="1894114"/>
            <a:ext cx="3738459" cy="1754326"/>
          </a:xfrm>
          <a:prstGeom prst="rect">
            <a:avLst/>
          </a:prstGeom>
          <a:noFill/>
        </p:spPr>
        <p:txBody>
          <a:bodyPr wrap="none" rtlCol="0">
            <a:spAutoFit/>
          </a:bodyPr>
          <a:lstStyle/>
          <a:p>
            <a:r>
              <a:rPr lang="en-US" dirty="0">
                <a:highlight>
                  <a:srgbClr val="FFFF00"/>
                </a:highlight>
              </a:rPr>
              <a:t>We keep the profile page logic clean</a:t>
            </a:r>
          </a:p>
          <a:p>
            <a:r>
              <a:rPr lang="en-US" dirty="0">
                <a:highlight>
                  <a:srgbClr val="FFFF00"/>
                </a:highlight>
              </a:rPr>
              <a:t>By transferring the code logic to the </a:t>
            </a:r>
          </a:p>
          <a:p>
            <a:r>
              <a:rPr lang="en-US" dirty="0">
                <a:highlight>
                  <a:srgbClr val="FFFF00"/>
                </a:highlight>
              </a:rPr>
              <a:t>Custom hook…</a:t>
            </a:r>
          </a:p>
          <a:p>
            <a:endParaRPr lang="en-US" dirty="0">
              <a:highlight>
                <a:srgbClr val="FFFF00"/>
              </a:highlight>
            </a:endParaRPr>
          </a:p>
          <a:p>
            <a:r>
              <a:rPr lang="en-US" dirty="0">
                <a:highlight>
                  <a:srgbClr val="FFFF00"/>
                </a:highlight>
              </a:rPr>
              <a:t>This hook fetch the profile data from </a:t>
            </a:r>
          </a:p>
          <a:p>
            <a:r>
              <a:rPr lang="en-US" dirty="0">
                <a:highlight>
                  <a:srgbClr val="FFFF00"/>
                </a:highlight>
              </a:rPr>
              <a:t>the backend and store them in  Redux</a:t>
            </a:r>
          </a:p>
        </p:txBody>
      </p:sp>
    </p:spTree>
    <p:extLst>
      <p:ext uri="{BB962C8B-B14F-4D97-AF65-F5344CB8AC3E}">
        <p14:creationId xmlns:p14="http://schemas.microsoft.com/office/powerpoint/2010/main" val="10304382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6357D-CE1E-4996-B394-38EE3EEF7155}"/>
              </a:ext>
            </a:extLst>
          </p:cNvPr>
          <p:cNvSpPr>
            <a:spLocks noGrp="1"/>
          </p:cNvSpPr>
          <p:nvPr>
            <p:ph type="title"/>
          </p:nvPr>
        </p:nvSpPr>
        <p:spPr>
          <a:xfrm>
            <a:off x="127907" y="57150"/>
            <a:ext cx="10515600" cy="645659"/>
          </a:xfrm>
        </p:spPr>
        <p:txBody>
          <a:bodyPr>
            <a:normAutofit fontScale="90000"/>
          </a:bodyPr>
          <a:lstStyle/>
          <a:p>
            <a:r>
              <a:rPr lang="en-US" dirty="0" err="1"/>
              <a:t>FollowingListDialog</a:t>
            </a:r>
            <a:endParaRPr lang="en-US" dirty="0"/>
          </a:p>
        </p:txBody>
      </p:sp>
      <p:pic>
        <p:nvPicPr>
          <p:cNvPr id="5" name="Picture 4">
            <a:extLst>
              <a:ext uri="{FF2B5EF4-FFF2-40B4-BE49-F238E27FC236}">
                <a16:creationId xmlns:a16="http://schemas.microsoft.com/office/drawing/2014/main" id="{C5DBD379-D75A-41FE-A7A3-A5262D53D67F}"/>
              </a:ext>
            </a:extLst>
          </p:cNvPr>
          <p:cNvPicPr>
            <a:picLocks noChangeAspect="1"/>
          </p:cNvPicPr>
          <p:nvPr/>
        </p:nvPicPr>
        <p:blipFill>
          <a:blip r:embed="rId2"/>
          <a:stretch>
            <a:fillRect/>
          </a:stretch>
        </p:blipFill>
        <p:spPr>
          <a:xfrm>
            <a:off x="127907" y="702809"/>
            <a:ext cx="5188217" cy="1054154"/>
          </a:xfrm>
          <a:prstGeom prst="rect">
            <a:avLst/>
          </a:prstGeom>
        </p:spPr>
      </p:pic>
      <p:pic>
        <p:nvPicPr>
          <p:cNvPr id="7" name="Picture 6">
            <a:extLst>
              <a:ext uri="{FF2B5EF4-FFF2-40B4-BE49-F238E27FC236}">
                <a16:creationId xmlns:a16="http://schemas.microsoft.com/office/drawing/2014/main" id="{37B53F00-4683-D8B7-1399-51B16CD3D410}"/>
              </a:ext>
            </a:extLst>
          </p:cNvPr>
          <p:cNvPicPr>
            <a:picLocks noChangeAspect="1"/>
          </p:cNvPicPr>
          <p:nvPr/>
        </p:nvPicPr>
        <p:blipFill>
          <a:blip r:embed="rId3"/>
          <a:srcRect b="85416"/>
          <a:stretch>
            <a:fillRect/>
          </a:stretch>
        </p:blipFill>
        <p:spPr>
          <a:xfrm>
            <a:off x="-6193" y="2898321"/>
            <a:ext cx="6527961" cy="527077"/>
          </a:xfrm>
          <a:prstGeom prst="rect">
            <a:avLst/>
          </a:prstGeom>
        </p:spPr>
      </p:pic>
      <p:pic>
        <p:nvPicPr>
          <p:cNvPr id="9" name="Picture 8">
            <a:extLst>
              <a:ext uri="{FF2B5EF4-FFF2-40B4-BE49-F238E27FC236}">
                <a16:creationId xmlns:a16="http://schemas.microsoft.com/office/drawing/2014/main" id="{8AB3E7C2-47A7-1B8D-262D-FC66B1AB360B}"/>
              </a:ext>
            </a:extLst>
          </p:cNvPr>
          <p:cNvPicPr>
            <a:picLocks noChangeAspect="1"/>
          </p:cNvPicPr>
          <p:nvPr/>
        </p:nvPicPr>
        <p:blipFill>
          <a:blip r:embed="rId4"/>
          <a:srcRect b="8571"/>
          <a:stretch>
            <a:fillRect/>
          </a:stretch>
        </p:blipFill>
        <p:spPr>
          <a:xfrm>
            <a:off x="-1" y="1756963"/>
            <a:ext cx="5670235" cy="1141358"/>
          </a:xfrm>
          <a:prstGeom prst="rect">
            <a:avLst/>
          </a:prstGeom>
        </p:spPr>
      </p:pic>
      <p:sp>
        <p:nvSpPr>
          <p:cNvPr id="21" name="TextBox 20">
            <a:extLst>
              <a:ext uri="{FF2B5EF4-FFF2-40B4-BE49-F238E27FC236}">
                <a16:creationId xmlns:a16="http://schemas.microsoft.com/office/drawing/2014/main" id="{F1F63BEB-63B2-CA32-4A4D-D9F418339C60}"/>
              </a:ext>
            </a:extLst>
          </p:cNvPr>
          <p:cNvSpPr txBox="1"/>
          <p:nvPr/>
        </p:nvSpPr>
        <p:spPr>
          <a:xfrm>
            <a:off x="6195196" y="491222"/>
            <a:ext cx="5669768" cy="1477328"/>
          </a:xfrm>
          <a:prstGeom prst="rect">
            <a:avLst/>
          </a:prstGeom>
          <a:solidFill>
            <a:srgbClr val="FFC000"/>
          </a:solidFill>
        </p:spPr>
        <p:txBody>
          <a:bodyPr wrap="square">
            <a:spAutoFit/>
          </a:bodyPr>
          <a:lstStyle/>
          <a:p>
            <a:r>
              <a:rPr lang="en-US" dirty="0"/>
              <a:t>It initializes </a:t>
            </a:r>
            <a:r>
              <a:rPr lang="en-US" dirty="0">
                <a:latin typeface="Courier New" panose="02070309020205020404" pitchFamily="49" charset="0"/>
              </a:rPr>
              <a:t>loading</a:t>
            </a:r>
            <a:r>
              <a:rPr lang="en-US" dirty="0"/>
              <a:t> to track if data is being fetched and </a:t>
            </a:r>
            <a:r>
              <a:rPr lang="en-US" dirty="0">
                <a:latin typeface="Courier New" panose="02070309020205020404" pitchFamily="49" charset="0"/>
              </a:rPr>
              <a:t>users</a:t>
            </a:r>
            <a:r>
              <a:rPr lang="en-US" dirty="0"/>
              <a:t> to store the list of followers or following users. </a:t>
            </a:r>
            <a:r>
              <a:rPr lang="en-US" dirty="0" err="1">
                <a:latin typeface="Courier New" panose="02070309020205020404" pitchFamily="49" charset="0"/>
              </a:rPr>
              <a:t>useDispatch</a:t>
            </a:r>
            <a:r>
              <a:rPr lang="en-US" dirty="0"/>
              <a:t> and </a:t>
            </a:r>
            <a:r>
              <a:rPr lang="en-US" dirty="0" err="1">
                <a:latin typeface="Courier New" panose="02070309020205020404" pitchFamily="49" charset="0"/>
              </a:rPr>
              <a:t>useSelector</a:t>
            </a:r>
            <a:r>
              <a:rPr lang="en-US" dirty="0"/>
              <a:t> are used to interact with the Redux store, accessing the current user (</a:t>
            </a:r>
            <a:r>
              <a:rPr lang="en-US" dirty="0">
                <a:latin typeface="Courier New" panose="02070309020205020404" pitchFamily="49" charset="0"/>
              </a:rPr>
              <a:t>user</a:t>
            </a:r>
            <a:r>
              <a:rPr lang="en-US" dirty="0"/>
              <a:t>) and viewed profile (</a:t>
            </a:r>
            <a:r>
              <a:rPr lang="en-US" dirty="0" err="1">
                <a:latin typeface="Courier New" panose="02070309020205020404" pitchFamily="49" charset="0"/>
              </a:rPr>
              <a:t>userProfile</a:t>
            </a:r>
            <a:r>
              <a:rPr lang="en-US" dirty="0"/>
              <a:t>). </a:t>
            </a:r>
          </a:p>
        </p:txBody>
      </p:sp>
      <p:cxnSp>
        <p:nvCxnSpPr>
          <p:cNvPr id="22" name="Straight Arrow Connector 21">
            <a:extLst>
              <a:ext uri="{FF2B5EF4-FFF2-40B4-BE49-F238E27FC236}">
                <a16:creationId xmlns:a16="http://schemas.microsoft.com/office/drawing/2014/main" id="{9C08A0EF-FE93-92B6-9B01-5976086E6F7A}"/>
              </a:ext>
            </a:extLst>
          </p:cNvPr>
          <p:cNvCxnSpPr>
            <a:cxnSpLocks/>
            <a:endCxn id="21" idx="1"/>
          </p:cNvCxnSpPr>
          <p:nvPr/>
        </p:nvCxnSpPr>
        <p:spPr>
          <a:xfrm flipV="1">
            <a:off x="5622978" y="1229886"/>
            <a:ext cx="572218" cy="96976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D005904E-6D38-7A57-6632-4EEFA61CEA0F}"/>
              </a:ext>
            </a:extLst>
          </p:cNvPr>
          <p:cNvSpPr/>
          <p:nvPr/>
        </p:nvSpPr>
        <p:spPr>
          <a:xfrm>
            <a:off x="0" y="3129419"/>
            <a:ext cx="6351814" cy="295979"/>
          </a:xfrm>
          <a:prstGeom prst="rect">
            <a:avLst/>
          </a:prstGeom>
          <a:noFill/>
          <a:effectLst>
            <a:glow rad="1397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56C839B1-6F2B-AC16-9943-1C2ACDFD929B}"/>
              </a:ext>
            </a:extLst>
          </p:cNvPr>
          <p:cNvCxnSpPr>
            <a:cxnSpLocks/>
          </p:cNvCxnSpPr>
          <p:nvPr/>
        </p:nvCxnSpPr>
        <p:spPr>
          <a:xfrm flipV="1">
            <a:off x="6235659" y="2588079"/>
            <a:ext cx="671327" cy="48159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954AC795-5328-D7E8-3D3D-66E07A59FA70}"/>
              </a:ext>
            </a:extLst>
          </p:cNvPr>
          <p:cNvSpPr txBox="1"/>
          <p:nvPr/>
        </p:nvSpPr>
        <p:spPr>
          <a:xfrm>
            <a:off x="6845761" y="2159657"/>
            <a:ext cx="5298986" cy="923330"/>
          </a:xfrm>
          <a:prstGeom prst="rect">
            <a:avLst/>
          </a:prstGeom>
          <a:solidFill>
            <a:srgbClr val="FFC000"/>
          </a:solidFill>
        </p:spPr>
        <p:txBody>
          <a:bodyPr wrap="square">
            <a:spAutoFit/>
          </a:bodyPr>
          <a:lstStyle/>
          <a:p>
            <a:r>
              <a:rPr lang="en-US" dirty="0"/>
              <a:t>This creates a set of IDs that the current user logged in </a:t>
            </a:r>
          </a:p>
          <a:p>
            <a:r>
              <a:rPr lang="en-US" dirty="0" err="1">
                <a:highlight>
                  <a:srgbClr val="FFFF00"/>
                </a:highlight>
              </a:rPr>
              <a:t>useMemo</a:t>
            </a:r>
            <a:r>
              <a:rPr lang="en-US" dirty="0">
                <a:highlight>
                  <a:srgbClr val="FFFF00"/>
                </a:highlight>
              </a:rPr>
              <a:t>() </a:t>
            </a:r>
            <a:r>
              <a:rPr lang="en-US" dirty="0">
                <a:sym typeface="Wingdings" panose="05000000000000000000" pitchFamily="2" charset="2"/>
              </a:rPr>
              <a:t> ensures this set is only recalculated when user changes </a:t>
            </a:r>
          </a:p>
        </p:txBody>
      </p:sp>
      <p:sp>
        <p:nvSpPr>
          <p:cNvPr id="29" name="TextBox 28">
            <a:extLst>
              <a:ext uri="{FF2B5EF4-FFF2-40B4-BE49-F238E27FC236}">
                <a16:creationId xmlns:a16="http://schemas.microsoft.com/office/drawing/2014/main" id="{D77E9B2C-6D1A-FA7B-949A-278BB60C0C7B}"/>
              </a:ext>
            </a:extLst>
          </p:cNvPr>
          <p:cNvSpPr txBox="1"/>
          <p:nvPr/>
        </p:nvSpPr>
        <p:spPr>
          <a:xfrm>
            <a:off x="6906986" y="3425398"/>
            <a:ext cx="5298986" cy="3139321"/>
          </a:xfrm>
          <a:prstGeom prst="rect">
            <a:avLst/>
          </a:prstGeom>
          <a:noFill/>
        </p:spPr>
        <p:txBody>
          <a:bodyPr wrap="square">
            <a:spAutoFit/>
          </a:bodyPr>
          <a:lstStyle/>
          <a:p>
            <a:r>
              <a:rPr lang="en-US" dirty="0">
                <a:highlight>
                  <a:srgbClr val="FFFF00"/>
                </a:highlight>
              </a:rPr>
              <a:t>This </a:t>
            </a:r>
            <a:r>
              <a:rPr lang="en-US" dirty="0" err="1">
                <a:highlight>
                  <a:srgbClr val="FFFF00"/>
                </a:highlight>
                <a:latin typeface="Courier New" panose="02070309020205020404" pitchFamily="49" charset="0"/>
              </a:rPr>
              <a:t>useEffect</a:t>
            </a:r>
            <a:r>
              <a:rPr lang="en-US" dirty="0">
                <a:highlight>
                  <a:srgbClr val="FFFF00"/>
                </a:highlight>
              </a:rPr>
              <a:t> hook fetches the list of followers or following users whenever the dialog opens, the </a:t>
            </a:r>
            <a:r>
              <a:rPr lang="en-US" dirty="0" err="1">
                <a:highlight>
                  <a:srgbClr val="FFFF00"/>
                </a:highlight>
                <a:latin typeface="Courier New" panose="02070309020205020404" pitchFamily="49" charset="0"/>
              </a:rPr>
              <a:t>userId</a:t>
            </a:r>
            <a:r>
              <a:rPr lang="en-US" dirty="0">
                <a:highlight>
                  <a:srgbClr val="FFFF00"/>
                </a:highlight>
              </a:rPr>
              <a:t> changes, or the </a:t>
            </a:r>
            <a:r>
              <a:rPr lang="en-US" dirty="0">
                <a:highlight>
                  <a:srgbClr val="FFFF00"/>
                </a:highlight>
                <a:latin typeface="Courier New" panose="02070309020205020404" pitchFamily="49" charset="0"/>
              </a:rPr>
              <a:t>type</a:t>
            </a:r>
            <a:r>
              <a:rPr lang="en-US" dirty="0">
                <a:highlight>
                  <a:srgbClr val="FFFF00"/>
                </a:highlight>
              </a:rPr>
              <a:t> changes. It first checks if the dialog is open and a valid </a:t>
            </a:r>
            <a:r>
              <a:rPr lang="en-US" dirty="0" err="1">
                <a:highlight>
                  <a:srgbClr val="FFFF00"/>
                </a:highlight>
                <a:latin typeface="Courier New" panose="02070309020205020404" pitchFamily="49" charset="0"/>
              </a:rPr>
              <a:t>userId</a:t>
            </a:r>
            <a:r>
              <a:rPr lang="en-US" dirty="0">
                <a:highlight>
                  <a:srgbClr val="FFFF00"/>
                </a:highlight>
              </a:rPr>
              <a:t> exists. Then it defines an asynchronous function </a:t>
            </a:r>
            <a:r>
              <a:rPr lang="en-US" dirty="0" err="1">
                <a:highlight>
                  <a:srgbClr val="FFFF00"/>
                </a:highlight>
                <a:latin typeface="Courier New" panose="02070309020205020404" pitchFamily="49" charset="0"/>
              </a:rPr>
              <a:t>fetchList</a:t>
            </a:r>
            <a:r>
              <a:rPr lang="en-US" dirty="0">
                <a:highlight>
                  <a:srgbClr val="FFFF00"/>
                </a:highlight>
              </a:rPr>
              <a:t> that sets </a:t>
            </a:r>
            <a:r>
              <a:rPr lang="en-US" dirty="0">
                <a:highlight>
                  <a:srgbClr val="FFFF00"/>
                </a:highlight>
                <a:latin typeface="Courier New" panose="02070309020205020404" pitchFamily="49" charset="0"/>
              </a:rPr>
              <a:t>loading</a:t>
            </a:r>
            <a:r>
              <a:rPr lang="en-US" dirty="0">
                <a:highlight>
                  <a:srgbClr val="FFFF00"/>
                </a:highlight>
              </a:rPr>
              <a:t> to </a:t>
            </a:r>
            <a:r>
              <a:rPr lang="en-US" dirty="0">
                <a:highlight>
                  <a:srgbClr val="FFFF00"/>
                </a:highlight>
                <a:latin typeface="Courier New" panose="02070309020205020404" pitchFamily="49" charset="0"/>
              </a:rPr>
              <a:t>true</a:t>
            </a:r>
            <a:r>
              <a:rPr lang="en-US" dirty="0">
                <a:highlight>
                  <a:srgbClr val="FFFF00"/>
                </a:highlight>
              </a:rPr>
              <a:t>, makes an API call to fetch either followers or following based on the </a:t>
            </a:r>
            <a:r>
              <a:rPr lang="en-US" dirty="0">
                <a:highlight>
                  <a:srgbClr val="FFFF00"/>
                </a:highlight>
                <a:latin typeface="Courier New" panose="02070309020205020404" pitchFamily="49" charset="0"/>
              </a:rPr>
              <a:t>type</a:t>
            </a:r>
            <a:r>
              <a:rPr lang="en-US" dirty="0">
                <a:highlight>
                  <a:srgbClr val="FFFF00"/>
                </a:highlight>
              </a:rPr>
              <a:t>, and updates the </a:t>
            </a:r>
            <a:r>
              <a:rPr lang="en-US" dirty="0">
                <a:highlight>
                  <a:srgbClr val="FFFF00"/>
                </a:highlight>
                <a:latin typeface="Courier New" panose="02070309020205020404" pitchFamily="49" charset="0"/>
              </a:rPr>
              <a:t>users</a:t>
            </a:r>
            <a:r>
              <a:rPr lang="en-US" dirty="0">
                <a:highlight>
                  <a:srgbClr val="FFFF00"/>
                </a:highlight>
              </a:rPr>
              <a:t> state with the result. If the request fails, it clears the </a:t>
            </a:r>
            <a:r>
              <a:rPr lang="en-US" dirty="0">
                <a:highlight>
                  <a:srgbClr val="FFFF00"/>
                </a:highlight>
                <a:latin typeface="Courier New" panose="02070309020205020404" pitchFamily="49" charset="0"/>
              </a:rPr>
              <a:t>users</a:t>
            </a:r>
            <a:r>
              <a:rPr lang="en-US" dirty="0">
                <a:highlight>
                  <a:srgbClr val="FFFF00"/>
                </a:highlight>
              </a:rPr>
              <a:t> list. Finally, it sets </a:t>
            </a:r>
            <a:r>
              <a:rPr lang="en-US" dirty="0">
                <a:highlight>
                  <a:srgbClr val="FFFF00"/>
                </a:highlight>
                <a:latin typeface="Courier New" panose="02070309020205020404" pitchFamily="49" charset="0"/>
              </a:rPr>
              <a:t>loading</a:t>
            </a:r>
            <a:r>
              <a:rPr lang="en-US" dirty="0">
                <a:highlight>
                  <a:srgbClr val="FFFF00"/>
                </a:highlight>
              </a:rPr>
              <a:t> back to </a:t>
            </a:r>
            <a:r>
              <a:rPr lang="en-US" dirty="0">
                <a:highlight>
                  <a:srgbClr val="FFFF00"/>
                </a:highlight>
                <a:latin typeface="Courier New" panose="02070309020205020404" pitchFamily="49" charset="0"/>
              </a:rPr>
              <a:t>false</a:t>
            </a:r>
            <a:r>
              <a:rPr lang="en-US" dirty="0">
                <a:highlight>
                  <a:srgbClr val="FFFF00"/>
                </a:highlight>
              </a:rPr>
              <a:t> after the fetch completes, ensuring the UI reflects the loading state correctly.</a:t>
            </a:r>
          </a:p>
        </p:txBody>
      </p:sp>
      <p:pic>
        <p:nvPicPr>
          <p:cNvPr id="30" name="Picture 29">
            <a:extLst>
              <a:ext uri="{FF2B5EF4-FFF2-40B4-BE49-F238E27FC236}">
                <a16:creationId xmlns:a16="http://schemas.microsoft.com/office/drawing/2014/main" id="{AF60B941-18C7-2B5C-D2B8-7C4AA594F036}"/>
              </a:ext>
            </a:extLst>
          </p:cNvPr>
          <p:cNvPicPr>
            <a:picLocks noChangeAspect="1"/>
          </p:cNvPicPr>
          <p:nvPr/>
        </p:nvPicPr>
        <p:blipFill>
          <a:blip r:embed="rId3"/>
          <a:srcRect t="15883"/>
          <a:stretch>
            <a:fillRect/>
          </a:stretch>
        </p:blipFill>
        <p:spPr>
          <a:xfrm>
            <a:off x="43361" y="3725827"/>
            <a:ext cx="6527961" cy="3040113"/>
          </a:xfrm>
          <a:prstGeom prst="rect">
            <a:avLst/>
          </a:prstGeom>
          <a:effectLst>
            <a:glow rad="228600">
              <a:schemeClr val="accent2">
                <a:satMod val="175000"/>
                <a:alpha val="40000"/>
              </a:schemeClr>
            </a:glow>
          </a:effectLst>
        </p:spPr>
      </p:pic>
      <p:cxnSp>
        <p:nvCxnSpPr>
          <p:cNvPr id="31" name="Straight Arrow Connector 30">
            <a:extLst>
              <a:ext uri="{FF2B5EF4-FFF2-40B4-BE49-F238E27FC236}">
                <a16:creationId xmlns:a16="http://schemas.microsoft.com/office/drawing/2014/main" id="{B5A6C94E-E2EC-03D3-1331-669DB5526D7D}"/>
              </a:ext>
            </a:extLst>
          </p:cNvPr>
          <p:cNvCxnSpPr>
            <a:cxnSpLocks/>
          </p:cNvCxnSpPr>
          <p:nvPr/>
        </p:nvCxnSpPr>
        <p:spPr>
          <a:xfrm flipV="1">
            <a:off x="6571322" y="4098471"/>
            <a:ext cx="466292" cy="60442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94417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90EFD6E-434C-44BA-6DFB-0C26CDB70118}"/>
              </a:ext>
            </a:extLst>
          </p:cNvPr>
          <p:cNvPicPr>
            <a:picLocks noGrp="1" noChangeAspect="1"/>
          </p:cNvPicPr>
          <p:nvPr>
            <p:ph idx="1"/>
          </p:nvPr>
        </p:nvPicPr>
        <p:blipFill>
          <a:blip r:embed="rId2"/>
          <a:stretch>
            <a:fillRect/>
          </a:stretch>
        </p:blipFill>
        <p:spPr>
          <a:xfrm>
            <a:off x="111578" y="100070"/>
            <a:ext cx="8011885" cy="4950934"/>
          </a:xfrm>
          <a:prstGeom prst="rect">
            <a:avLst/>
          </a:prstGeom>
        </p:spPr>
      </p:pic>
      <p:pic>
        <p:nvPicPr>
          <p:cNvPr id="6" name="Picture 5">
            <a:extLst>
              <a:ext uri="{FF2B5EF4-FFF2-40B4-BE49-F238E27FC236}">
                <a16:creationId xmlns:a16="http://schemas.microsoft.com/office/drawing/2014/main" id="{EF4950FE-0C3F-6ED3-F1F7-876359F347A9}"/>
              </a:ext>
            </a:extLst>
          </p:cNvPr>
          <p:cNvPicPr>
            <a:picLocks noChangeAspect="1"/>
          </p:cNvPicPr>
          <p:nvPr/>
        </p:nvPicPr>
        <p:blipFill>
          <a:blip r:embed="rId3"/>
          <a:stretch>
            <a:fillRect/>
          </a:stretch>
        </p:blipFill>
        <p:spPr>
          <a:xfrm>
            <a:off x="8705671" y="4748693"/>
            <a:ext cx="3486329" cy="2025754"/>
          </a:xfrm>
          <a:prstGeom prst="rect">
            <a:avLst/>
          </a:prstGeom>
        </p:spPr>
      </p:pic>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5509BE86-06EF-CC74-939B-5FDBE78256BB}"/>
                  </a:ext>
                </a:extLst>
              </p14:cNvPr>
              <p14:cNvContentPartPr/>
              <p14:nvPr/>
            </p14:nvContentPartPr>
            <p14:xfrm>
              <a:off x="9967306" y="4824051"/>
              <a:ext cx="1040760" cy="379080"/>
            </p14:xfrm>
          </p:contentPart>
        </mc:Choice>
        <mc:Fallback xmlns="">
          <p:pic>
            <p:nvPicPr>
              <p:cNvPr id="7" name="Ink 6">
                <a:extLst>
                  <a:ext uri="{FF2B5EF4-FFF2-40B4-BE49-F238E27FC236}">
                    <a16:creationId xmlns:a16="http://schemas.microsoft.com/office/drawing/2014/main" id="{5509BE86-06EF-CC74-939B-5FDBE78256BB}"/>
                  </a:ext>
                </a:extLst>
              </p:cNvPr>
              <p:cNvPicPr/>
              <p:nvPr/>
            </p:nvPicPr>
            <p:blipFill>
              <a:blip r:embed="rId5"/>
              <a:stretch>
                <a:fillRect/>
              </a:stretch>
            </p:blipFill>
            <p:spPr>
              <a:xfrm>
                <a:off x="9949666" y="4806051"/>
                <a:ext cx="1076400" cy="414720"/>
              </a:xfrm>
              <a:prstGeom prst="rect">
                <a:avLst/>
              </a:prstGeom>
            </p:spPr>
          </p:pic>
        </mc:Fallback>
      </mc:AlternateContent>
      <p:sp>
        <p:nvSpPr>
          <p:cNvPr id="8" name="TextBox 7">
            <a:extLst>
              <a:ext uri="{FF2B5EF4-FFF2-40B4-BE49-F238E27FC236}">
                <a16:creationId xmlns:a16="http://schemas.microsoft.com/office/drawing/2014/main" id="{F5D7044D-4660-EB5E-5467-7880C8461B54}"/>
              </a:ext>
            </a:extLst>
          </p:cNvPr>
          <p:cNvSpPr txBox="1"/>
          <p:nvPr/>
        </p:nvSpPr>
        <p:spPr>
          <a:xfrm>
            <a:off x="8874445" y="4780666"/>
            <a:ext cx="559769" cy="369332"/>
          </a:xfrm>
          <a:prstGeom prst="rect">
            <a:avLst/>
          </a:prstGeom>
          <a:noFill/>
        </p:spPr>
        <p:txBody>
          <a:bodyPr wrap="none" rtlCol="0">
            <a:spAutoFit/>
          </a:bodyPr>
          <a:lstStyle/>
          <a:p>
            <a:r>
              <a:rPr lang="en-US" dirty="0"/>
              <a:t>title</a:t>
            </a:r>
          </a:p>
        </p:txBody>
      </p:sp>
      <p:grpSp>
        <p:nvGrpSpPr>
          <p:cNvPr id="9" name="Group 8">
            <a:extLst>
              <a:ext uri="{FF2B5EF4-FFF2-40B4-BE49-F238E27FC236}">
                <a16:creationId xmlns:a16="http://schemas.microsoft.com/office/drawing/2014/main" id="{F87A2337-8415-5CBA-8B9B-8A744A00155D}"/>
              </a:ext>
            </a:extLst>
          </p:cNvPr>
          <p:cNvGrpSpPr/>
          <p:nvPr/>
        </p:nvGrpSpPr>
        <p:grpSpPr>
          <a:xfrm rot="15969627">
            <a:off x="9482379" y="4648828"/>
            <a:ext cx="465120" cy="604080"/>
            <a:chOff x="9372394" y="677044"/>
            <a:chExt cx="465120" cy="604080"/>
          </a:xfrm>
        </p:grpSpPr>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0EB64CEB-F394-E6D2-3F3F-8913FF00AEAC}"/>
                    </a:ext>
                  </a:extLst>
                </p14:cNvPr>
                <p14:cNvContentPartPr/>
                <p14:nvPr/>
              </p14:nvContentPartPr>
              <p14:xfrm>
                <a:off x="9372394" y="677044"/>
                <a:ext cx="465120" cy="172080"/>
              </p14:xfrm>
            </p:contentPart>
          </mc:Choice>
          <mc:Fallback xmlns="">
            <p:pic>
              <p:nvPicPr>
                <p:cNvPr id="10" name="Ink 9">
                  <a:extLst>
                    <a:ext uri="{FF2B5EF4-FFF2-40B4-BE49-F238E27FC236}">
                      <a16:creationId xmlns:a16="http://schemas.microsoft.com/office/drawing/2014/main" id="{0EB64CEB-F394-E6D2-3F3F-8913FF00AEAC}"/>
                    </a:ext>
                  </a:extLst>
                </p:cNvPr>
                <p:cNvPicPr/>
                <p:nvPr/>
              </p:nvPicPr>
              <p:blipFill>
                <a:blip r:embed="rId7"/>
                <a:stretch>
                  <a:fillRect/>
                </a:stretch>
              </p:blipFill>
              <p:spPr>
                <a:xfrm>
                  <a:off x="9354394" y="659404"/>
                  <a:ext cx="50076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730423D9-65FD-FBE2-A308-25AEFAD73B14}"/>
                    </a:ext>
                  </a:extLst>
                </p14:cNvPr>
                <p14:cNvContentPartPr/>
                <p14:nvPr/>
              </p14:nvContentPartPr>
              <p14:xfrm>
                <a:off x="9474994" y="701884"/>
                <a:ext cx="191880" cy="579240"/>
              </p14:xfrm>
            </p:contentPart>
          </mc:Choice>
          <mc:Fallback xmlns="">
            <p:pic>
              <p:nvPicPr>
                <p:cNvPr id="11" name="Ink 10">
                  <a:extLst>
                    <a:ext uri="{FF2B5EF4-FFF2-40B4-BE49-F238E27FC236}">
                      <a16:creationId xmlns:a16="http://schemas.microsoft.com/office/drawing/2014/main" id="{730423D9-65FD-FBE2-A308-25AEFAD73B14}"/>
                    </a:ext>
                  </a:extLst>
                </p:cNvPr>
                <p:cNvPicPr/>
                <p:nvPr/>
              </p:nvPicPr>
              <p:blipFill>
                <a:blip r:embed="rId9"/>
                <a:stretch>
                  <a:fillRect/>
                </a:stretch>
              </p:blipFill>
              <p:spPr>
                <a:xfrm>
                  <a:off x="9456994" y="684244"/>
                  <a:ext cx="227520" cy="614880"/>
                </a:xfrm>
                <a:prstGeom prst="rect">
                  <a:avLst/>
                </a:prstGeom>
              </p:spPr>
            </p:pic>
          </mc:Fallback>
        </mc:AlternateContent>
      </p:grpSp>
      <p:sp>
        <p:nvSpPr>
          <p:cNvPr id="13" name="TextBox 12">
            <a:extLst>
              <a:ext uri="{FF2B5EF4-FFF2-40B4-BE49-F238E27FC236}">
                <a16:creationId xmlns:a16="http://schemas.microsoft.com/office/drawing/2014/main" id="{4F8F5176-230F-1A6C-B6DA-CF5CA765BBB6}"/>
              </a:ext>
            </a:extLst>
          </p:cNvPr>
          <p:cNvSpPr txBox="1"/>
          <p:nvPr/>
        </p:nvSpPr>
        <p:spPr>
          <a:xfrm>
            <a:off x="7010399" y="393094"/>
            <a:ext cx="5181601" cy="3693319"/>
          </a:xfrm>
          <a:prstGeom prst="rect">
            <a:avLst/>
          </a:prstGeom>
          <a:solidFill>
            <a:srgbClr val="FFFF00"/>
          </a:solidFill>
        </p:spPr>
        <p:txBody>
          <a:bodyPr wrap="square">
            <a:spAutoFit/>
          </a:bodyPr>
          <a:lstStyle/>
          <a:p>
            <a:r>
              <a:rPr lang="en-US" dirty="0"/>
              <a:t>The </a:t>
            </a:r>
            <a:r>
              <a:rPr lang="en-US" dirty="0" err="1">
                <a:latin typeface="Courier New" panose="02070309020205020404" pitchFamily="49" charset="0"/>
              </a:rPr>
              <a:t>handleFollowToggle</a:t>
            </a:r>
            <a:r>
              <a:rPr lang="en-US" dirty="0"/>
              <a:t> function handles </a:t>
            </a:r>
            <a:r>
              <a:rPr lang="en-US" b="1" dirty="0"/>
              <a:t>following or unfollowing a user</a:t>
            </a:r>
            <a:r>
              <a:rPr lang="en-US" dirty="0"/>
              <a:t> when triggered. It sends a POST request to the backend with the </a:t>
            </a:r>
            <a:r>
              <a:rPr lang="en-US" dirty="0" err="1">
                <a:latin typeface="Courier New" panose="02070309020205020404" pitchFamily="49" charset="0"/>
              </a:rPr>
              <a:t>targetUserId</a:t>
            </a:r>
            <a:r>
              <a:rPr lang="en-US" dirty="0"/>
              <a:t> to toggle the follow state. If successful, it updates the </a:t>
            </a:r>
            <a:r>
              <a:rPr lang="en-US" b="1" dirty="0"/>
              <a:t>current logged-in user’s </a:t>
            </a:r>
            <a:r>
              <a:rPr lang="en-US" b="1" dirty="0">
                <a:latin typeface="Courier New" panose="02070309020205020404" pitchFamily="49" charset="0"/>
              </a:rPr>
              <a:t>following</a:t>
            </a:r>
            <a:r>
              <a:rPr lang="en-US" b="1" dirty="0"/>
              <a:t> list</a:t>
            </a:r>
            <a:r>
              <a:rPr lang="en-US" dirty="0"/>
              <a:t> in Redux using </a:t>
            </a:r>
            <a:r>
              <a:rPr lang="en-US" dirty="0" err="1">
                <a:latin typeface="Courier New" panose="02070309020205020404" pitchFamily="49" charset="0"/>
              </a:rPr>
              <a:t>setAuthUser</a:t>
            </a:r>
            <a:r>
              <a:rPr lang="en-US" dirty="0"/>
              <a:t>. If the target user is the one whose profile is currently open (</a:t>
            </a:r>
            <a:r>
              <a:rPr lang="en-US" dirty="0" err="1">
                <a:latin typeface="Courier New" panose="02070309020205020404" pitchFamily="49" charset="0"/>
              </a:rPr>
              <a:t>userProfile</a:t>
            </a:r>
            <a:r>
              <a:rPr lang="en-US" dirty="0"/>
              <a:t>), it also updates that user’s </a:t>
            </a:r>
            <a:r>
              <a:rPr lang="en-US" dirty="0">
                <a:latin typeface="Courier New" panose="02070309020205020404" pitchFamily="49" charset="0"/>
              </a:rPr>
              <a:t>followers</a:t>
            </a:r>
            <a:r>
              <a:rPr lang="en-US" dirty="0"/>
              <a:t> list in Redux using </a:t>
            </a:r>
            <a:r>
              <a:rPr lang="en-US" dirty="0" err="1">
                <a:latin typeface="Courier New" panose="02070309020205020404" pitchFamily="49" charset="0"/>
              </a:rPr>
              <a:t>setUserProfile</a:t>
            </a:r>
            <a:r>
              <a:rPr lang="en-US" dirty="0"/>
              <a:t>. Finally, it shows a success toast with the server message, or an error toast if the request fails. This ensures both the UI and Redux store stay in sync with the follow/unfollow action.</a:t>
            </a:r>
          </a:p>
        </p:txBody>
      </p:sp>
    </p:spTree>
    <p:extLst>
      <p:ext uri="{BB962C8B-B14F-4D97-AF65-F5344CB8AC3E}">
        <p14:creationId xmlns:p14="http://schemas.microsoft.com/office/powerpoint/2010/main" val="26086241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DA921-6CDD-F4CB-48E8-B87CD3CBD8D2}"/>
              </a:ext>
            </a:extLst>
          </p:cNvPr>
          <p:cNvSpPr>
            <a:spLocks noGrp="1"/>
          </p:cNvSpPr>
          <p:nvPr>
            <p:ph type="title"/>
          </p:nvPr>
        </p:nvSpPr>
        <p:spPr>
          <a:xfrm>
            <a:off x="225878" y="73479"/>
            <a:ext cx="10515600" cy="710974"/>
          </a:xfrm>
        </p:spPr>
        <p:txBody>
          <a:bodyPr/>
          <a:lstStyle/>
          <a:p>
            <a:r>
              <a:rPr lang="en-US" dirty="0" err="1"/>
              <a:t>FollowBox.jsx</a:t>
            </a:r>
            <a:endParaRPr lang="en-US" dirty="0"/>
          </a:p>
        </p:txBody>
      </p:sp>
      <p:pic>
        <p:nvPicPr>
          <p:cNvPr id="5" name="Picture 4">
            <a:extLst>
              <a:ext uri="{FF2B5EF4-FFF2-40B4-BE49-F238E27FC236}">
                <a16:creationId xmlns:a16="http://schemas.microsoft.com/office/drawing/2014/main" id="{F1AF8A26-C108-35D2-3D76-83E7700E04F1}"/>
              </a:ext>
            </a:extLst>
          </p:cNvPr>
          <p:cNvPicPr>
            <a:picLocks noChangeAspect="1"/>
          </p:cNvPicPr>
          <p:nvPr/>
        </p:nvPicPr>
        <p:blipFill>
          <a:blip r:embed="rId2"/>
          <a:stretch>
            <a:fillRect/>
          </a:stretch>
        </p:blipFill>
        <p:spPr>
          <a:xfrm>
            <a:off x="51705" y="719043"/>
            <a:ext cx="6275615" cy="6065478"/>
          </a:xfrm>
          <a:prstGeom prst="rect">
            <a:avLst/>
          </a:prstGeom>
        </p:spPr>
      </p:pic>
      <p:sp>
        <p:nvSpPr>
          <p:cNvPr id="7" name="TextBox 6">
            <a:extLst>
              <a:ext uri="{FF2B5EF4-FFF2-40B4-BE49-F238E27FC236}">
                <a16:creationId xmlns:a16="http://schemas.microsoft.com/office/drawing/2014/main" id="{E1574CF5-E2FE-D489-6038-7A0B68C44A1A}"/>
              </a:ext>
            </a:extLst>
          </p:cNvPr>
          <p:cNvSpPr txBox="1"/>
          <p:nvPr/>
        </p:nvSpPr>
        <p:spPr>
          <a:xfrm>
            <a:off x="6473095" y="784453"/>
            <a:ext cx="5070022" cy="4893647"/>
          </a:xfrm>
          <a:prstGeom prst="rect">
            <a:avLst/>
          </a:prstGeom>
          <a:solidFill>
            <a:srgbClr val="FFC000"/>
          </a:solidFill>
        </p:spPr>
        <p:txBody>
          <a:bodyPr wrap="square">
            <a:spAutoFit/>
          </a:bodyPr>
          <a:lstStyle/>
          <a:p>
            <a:r>
              <a:rPr lang="en-US" sz="2400" dirty="0"/>
              <a:t>The </a:t>
            </a:r>
            <a:r>
              <a:rPr lang="en-US" sz="2400" dirty="0" err="1">
                <a:highlight>
                  <a:srgbClr val="FFFF00"/>
                </a:highlight>
                <a:latin typeface="Courier New" panose="02070309020205020404" pitchFamily="49" charset="0"/>
              </a:rPr>
              <a:t>FollowBox</a:t>
            </a:r>
            <a:r>
              <a:rPr lang="en-US" sz="2400" dirty="0"/>
              <a:t> component displays a single user in a followers or following list, showing their profile picture, username, and bio. It optionally includes a follow/unfollow button, which updates based on whether the logged-in user is already following them. Clicking the button triggers the </a:t>
            </a:r>
            <a:r>
              <a:rPr lang="en-US" sz="2400" dirty="0" err="1">
                <a:highlight>
                  <a:srgbClr val="FFFF00"/>
                </a:highlight>
                <a:latin typeface="Courier New" panose="02070309020205020404" pitchFamily="49" charset="0"/>
              </a:rPr>
              <a:t>onFollowToggle</a:t>
            </a:r>
            <a:r>
              <a:rPr lang="en-US" sz="2400" dirty="0"/>
              <a:t> function to handle follow state changes. The component uses a flex layout with hover effects and truncates long text to keep the UI clean and responsive.</a:t>
            </a:r>
          </a:p>
        </p:txBody>
      </p:sp>
    </p:spTree>
    <p:extLst>
      <p:ext uri="{BB962C8B-B14F-4D97-AF65-F5344CB8AC3E}">
        <p14:creationId xmlns:p14="http://schemas.microsoft.com/office/powerpoint/2010/main" val="9706501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8F5BE-ACBC-B0CF-0042-99906EA90395}"/>
              </a:ext>
            </a:extLst>
          </p:cNvPr>
          <p:cNvSpPr>
            <a:spLocks noGrp="1"/>
          </p:cNvSpPr>
          <p:nvPr>
            <p:ph type="title"/>
          </p:nvPr>
        </p:nvSpPr>
        <p:spPr>
          <a:xfrm>
            <a:off x="234043" y="51706"/>
            <a:ext cx="10515600" cy="629331"/>
          </a:xfrm>
        </p:spPr>
        <p:txBody>
          <a:bodyPr>
            <a:normAutofit fontScale="90000"/>
          </a:bodyPr>
          <a:lstStyle/>
          <a:p>
            <a:r>
              <a:rPr lang="en-US" dirty="0" err="1"/>
              <a:t>Comment.jsx</a:t>
            </a:r>
            <a:endParaRPr lang="en-US" dirty="0"/>
          </a:p>
        </p:txBody>
      </p:sp>
      <p:pic>
        <p:nvPicPr>
          <p:cNvPr id="5" name="Picture 4">
            <a:extLst>
              <a:ext uri="{FF2B5EF4-FFF2-40B4-BE49-F238E27FC236}">
                <a16:creationId xmlns:a16="http://schemas.microsoft.com/office/drawing/2014/main" id="{B842502E-1FCA-19E6-E9A2-CB2939B8C13C}"/>
              </a:ext>
            </a:extLst>
          </p:cNvPr>
          <p:cNvPicPr>
            <a:picLocks noChangeAspect="1"/>
          </p:cNvPicPr>
          <p:nvPr/>
        </p:nvPicPr>
        <p:blipFill>
          <a:blip r:embed="rId2"/>
          <a:stretch>
            <a:fillRect/>
          </a:stretch>
        </p:blipFill>
        <p:spPr>
          <a:xfrm>
            <a:off x="234043" y="681037"/>
            <a:ext cx="9701893" cy="4421629"/>
          </a:xfrm>
          <a:prstGeom prst="rect">
            <a:avLst/>
          </a:prstGeom>
        </p:spPr>
      </p:pic>
      <p:sp>
        <p:nvSpPr>
          <p:cNvPr id="7" name="TextBox 6">
            <a:extLst>
              <a:ext uri="{FF2B5EF4-FFF2-40B4-BE49-F238E27FC236}">
                <a16:creationId xmlns:a16="http://schemas.microsoft.com/office/drawing/2014/main" id="{C27F528C-706A-B112-2E73-849DFB2C7765}"/>
              </a:ext>
            </a:extLst>
          </p:cNvPr>
          <p:cNvSpPr txBox="1"/>
          <p:nvPr/>
        </p:nvSpPr>
        <p:spPr>
          <a:xfrm>
            <a:off x="304119" y="5202028"/>
            <a:ext cx="10995251" cy="1477328"/>
          </a:xfrm>
          <a:prstGeom prst="rect">
            <a:avLst/>
          </a:prstGeom>
          <a:noFill/>
        </p:spPr>
        <p:txBody>
          <a:bodyPr wrap="square">
            <a:spAutoFit/>
          </a:bodyPr>
          <a:lstStyle/>
          <a:p>
            <a:r>
              <a:rPr lang="en-US" dirty="0">
                <a:highlight>
                  <a:srgbClr val="FFFF00"/>
                </a:highlight>
              </a:rPr>
              <a:t>The </a:t>
            </a:r>
            <a:r>
              <a:rPr lang="en-US" dirty="0">
                <a:highlight>
                  <a:srgbClr val="FFFF00"/>
                </a:highlight>
                <a:latin typeface="Courier New" panose="02070309020205020404" pitchFamily="49" charset="0"/>
              </a:rPr>
              <a:t>Comment</a:t>
            </a:r>
            <a:r>
              <a:rPr lang="en-US" dirty="0">
                <a:highlight>
                  <a:srgbClr val="FFFF00"/>
                </a:highlight>
              </a:rPr>
              <a:t> component displays a single comment with the </a:t>
            </a:r>
            <a:r>
              <a:rPr lang="en-US" b="1" dirty="0">
                <a:highlight>
                  <a:srgbClr val="FFFF00"/>
                </a:highlight>
              </a:rPr>
              <a:t>author’s avatar, username, and the comment text</a:t>
            </a:r>
            <a:r>
              <a:rPr lang="en-US" dirty="0">
                <a:highlight>
                  <a:srgbClr val="FFFF00"/>
                </a:highlight>
              </a:rPr>
              <a:t>. It uses the </a:t>
            </a:r>
            <a:r>
              <a:rPr lang="en-US" dirty="0">
                <a:highlight>
                  <a:srgbClr val="FFFF00"/>
                </a:highlight>
                <a:latin typeface="Courier New" panose="02070309020205020404" pitchFamily="49" charset="0"/>
              </a:rPr>
              <a:t>Avatar</a:t>
            </a:r>
            <a:r>
              <a:rPr lang="en-US" dirty="0">
                <a:highlight>
                  <a:srgbClr val="FFFF00"/>
                </a:highlight>
              </a:rPr>
              <a:t> component to show the profile picture, falling back to a default image if none exists. Both the avatar and username are wrapped in </a:t>
            </a:r>
            <a:r>
              <a:rPr lang="en-US" dirty="0">
                <a:highlight>
                  <a:srgbClr val="FFFF00"/>
                </a:highlight>
                <a:latin typeface="Courier New" panose="02070309020205020404" pitchFamily="49" charset="0"/>
              </a:rPr>
              <a:t>Link</a:t>
            </a:r>
            <a:r>
              <a:rPr lang="en-US" dirty="0">
                <a:highlight>
                  <a:srgbClr val="FFFF00"/>
                </a:highlight>
              </a:rPr>
              <a:t> components, allowing navigation to the author’s profile. The layout uses flexbox for proper alignment and spacing, and the username is bolded while the comment text is normal-weighted, making it visually clear who wrote the comment.</a:t>
            </a:r>
          </a:p>
        </p:txBody>
      </p:sp>
    </p:spTree>
    <p:extLst>
      <p:ext uri="{BB962C8B-B14F-4D97-AF65-F5344CB8AC3E}">
        <p14:creationId xmlns:p14="http://schemas.microsoft.com/office/powerpoint/2010/main" val="10373821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691B6-ED49-468E-4439-2FCF00343257}"/>
              </a:ext>
            </a:extLst>
          </p:cNvPr>
          <p:cNvSpPr>
            <a:spLocks noGrp="1"/>
          </p:cNvSpPr>
          <p:nvPr>
            <p:ph type="title"/>
          </p:nvPr>
        </p:nvSpPr>
        <p:spPr>
          <a:xfrm>
            <a:off x="838200" y="365125"/>
            <a:ext cx="10515600" cy="720725"/>
          </a:xfrm>
        </p:spPr>
        <p:txBody>
          <a:bodyPr/>
          <a:lstStyle/>
          <a:p>
            <a:r>
              <a:rPr lang="en-US" dirty="0" err="1"/>
              <a:t>EditProfile.jsx</a:t>
            </a:r>
            <a:endParaRPr lang="en-US" dirty="0"/>
          </a:p>
        </p:txBody>
      </p:sp>
      <p:sp>
        <p:nvSpPr>
          <p:cNvPr id="3" name="Content Placeholder 2">
            <a:extLst>
              <a:ext uri="{FF2B5EF4-FFF2-40B4-BE49-F238E27FC236}">
                <a16:creationId xmlns:a16="http://schemas.microsoft.com/office/drawing/2014/main" id="{A03C100C-D156-9068-AE6A-9ECA68299479}"/>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4FD15334-C5D9-B22F-8E4D-2C7374442EEA}"/>
              </a:ext>
            </a:extLst>
          </p:cNvPr>
          <p:cNvPicPr>
            <a:picLocks noChangeAspect="1"/>
          </p:cNvPicPr>
          <p:nvPr/>
        </p:nvPicPr>
        <p:blipFill>
          <a:blip r:embed="rId2"/>
          <a:srcRect l="8866" t="5737" r="13427"/>
          <a:stretch>
            <a:fillRect/>
          </a:stretch>
        </p:blipFill>
        <p:spPr>
          <a:xfrm>
            <a:off x="7277100" y="63047"/>
            <a:ext cx="4914900" cy="2322576"/>
          </a:xfrm>
          <a:prstGeom prst="rect">
            <a:avLst/>
          </a:prstGeom>
        </p:spPr>
      </p:pic>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D5CC0C4A-033D-3CE3-DB5B-981839EDF8C3}"/>
                  </a:ext>
                </a:extLst>
              </p14:cNvPr>
              <p14:cNvContentPartPr/>
              <p14:nvPr/>
            </p14:nvContentPartPr>
            <p14:xfrm>
              <a:off x="10402971" y="42724"/>
              <a:ext cx="873360" cy="395280"/>
            </p14:xfrm>
          </p:contentPart>
        </mc:Choice>
        <mc:Fallback xmlns="">
          <p:pic>
            <p:nvPicPr>
              <p:cNvPr id="8" name="Ink 7">
                <a:extLst>
                  <a:ext uri="{FF2B5EF4-FFF2-40B4-BE49-F238E27FC236}">
                    <a16:creationId xmlns:a16="http://schemas.microsoft.com/office/drawing/2014/main" id="{D5CC0C4A-033D-3CE3-DB5B-981839EDF8C3}"/>
                  </a:ext>
                </a:extLst>
              </p:cNvPr>
              <p:cNvPicPr/>
              <p:nvPr/>
            </p:nvPicPr>
            <p:blipFill>
              <a:blip r:embed="rId4"/>
              <a:stretch>
                <a:fillRect/>
              </a:stretch>
            </p:blipFill>
            <p:spPr>
              <a:xfrm>
                <a:off x="10384971" y="24724"/>
                <a:ext cx="909000" cy="4309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EF834BF6-FEDB-113B-DC6D-7B5CB0A66097}"/>
                  </a:ext>
                </a:extLst>
              </p14:cNvPr>
              <p14:cNvContentPartPr/>
              <p14:nvPr/>
            </p14:nvContentPartPr>
            <p14:xfrm>
              <a:off x="4145091" y="416404"/>
              <a:ext cx="329760" cy="356040"/>
            </p14:xfrm>
          </p:contentPart>
        </mc:Choice>
        <mc:Fallback xmlns="">
          <p:pic>
            <p:nvPicPr>
              <p:cNvPr id="9" name="Ink 8">
                <a:extLst>
                  <a:ext uri="{FF2B5EF4-FFF2-40B4-BE49-F238E27FC236}">
                    <a16:creationId xmlns:a16="http://schemas.microsoft.com/office/drawing/2014/main" id="{EF834BF6-FEDB-113B-DC6D-7B5CB0A66097}"/>
                  </a:ext>
                </a:extLst>
              </p:cNvPr>
              <p:cNvPicPr/>
              <p:nvPr/>
            </p:nvPicPr>
            <p:blipFill>
              <a:blip r:embed="rId6"/>
              <a:stretch>
                <a:fillRect/>
              </a:stretch>
            </p:blipFill>
            <p:spPr>
              <a:xfrm>
                <a:off x="4127451" y="398404"/>
                <a:ext cx="365400" cy="3916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0228028C-728C-38D9-E3AB-0D030BFAA015}"/>
                  </a:ext>
                </a:extLst>
              </p14:cNvPr>
              <p14:cNvContentPartPr/>
              <p14:nvPr/>
            </p14:nvContentPartPr>
            <p14:xfrm>
              <a:off x="4221051" y="187804"/>
              <a:ext cx="6213600" cy="392040"/>
            </p14:xfrm>
          </p:contentPart>
        </mc:Choice>
        <mc:Fallback xmlns="">
          <p:pic>
            <p:nvPicPr>
              <p:cNvPr id="11" name="Ink 10">
                <a:extLst>
                  <a:ext uri="{FF2B5EF4-FFF2-40B4-BE49-F238E27FC236}">
                    <a16:creationId xmlns:a16="http://schemas.microsoft.com/office/drawing/2014/main" id="{0228028C-728C-38D9-E3AB-0D030BFAA015}"/>
                  </a:ext>
                </a:extLst>
              </p:cNvPr>
              <p:cNvPicPr/>
              <p:nvPr/>
            </p:nvPicPr>
            <p:blipFill>
              <a:blip r:embed="rId8"/>
              <a:stretch>
                <a:fillRect/>
              </a:stretch>
            </p:blipFill>
            <p:spPr>
              <a:xfrm>
                <a:off x="4203051" y="169804"/>
                <a:ext cx="6249240" cy="4276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E9B843B3-8082-335E-E9CD-8CB1DD374841}"/>
                  </a:ext>
                </a:extLst>
              </p14:cNvPr>
              <p14:cNvContentPartPr/>
              <p14:nvPr/>
            </p14:nvContentPartPr>
            <p14:xfrm>
              <a:off x="3200451" y="4000564"/>
              <a:ext cx="360" cy="360"/>
            </p14:xfrm>
          </p:contentPart>
        </mc:Choice>
        <mc:Fallback xmlns="">
          <p:pic>
            <p:nvPicPr>
              <p:cNvPr id="12" name="Ink 11">
                <a:extLst>
                  <a:ext uri="{FF2B5EF4-FFF2-40B4-BE49-F238E27FC236}">
                    <a16:creationId xmlns:a16="http://schemas.microsoft.com/office/drawing/2014/main" id="{E9B843B3-8082-335E-E9CD-8CB1DD374841}"/>
                  </a:ext>
                </a:extLst>
              </p:cNvPr>
              <p:cNvPicPr/>
              <p:nvPr/>
            </p:nvPicPr>
            <p:blipFill>
              <a:blip r:embed="rId10"/>
              <a:stretch>
                <a:fillRect/>
              </a:stretch>
            </p:blipFill>
            <p:spPr>
              <a:xfrm>
                <a:off x="3182451" y="3982564"/>
                <a:ext cx="36000" cy="36000"/>
              </a:xfrm>
              <a:prstGeom prst="rect">
                <a:avLst/>
              </a:prstGeom>
            </p:spPr>
          </p:pic>
        </mc:Fallback>
      </mc:AlternateContent>
      <p:pic>
        <p:nvPicPr>
          <p:cNvPr id="14" name="Picture 13">
            <a:extLst>
              <a:ext uri="{FF2B5EF4-FFF2-40B4-BE49-F238E27FC236}">
                <a16:creationId xmlns:a16="http://schemas.microsoft.com/office/drawing/2014/main" id="{4370B4A8-E636-A961-C497-DE5F5DC5392D}"/>
              </a:ext>
            </a:extLst>
          </p:cNvPr>
          <p:cNvPicPr>
            <a:picLocks noChangeAspect="1"/>
          </p:cNvPicPr>
          <p:nvPr/>
        </p:nvPicPr>
        <p:blipFill>
          <a:blip r:embed="rId11"/>
          <a:stretch>
            <a:fillRect/>
          </a:stretch>
        </p:blipFill>
        <p:spPr>
          <a:xfrm>
            <a:off x="171683" y="1966697"/>
            <a:ext cx="5226319" cy="4210266"/>
          </a:xfrm>
          <a:prstGeom prst="rect">
            <a:avLst/>
          </a:prstGeom>
          <a:effectLst>
            <a:glow rad="228600">
              <a:schemeClr val="accent6">
                <a:satMod val="175000"/>
                <a:alpha val="40000"/>
              </a:schemeClr>
            </a:glow>
          </a:effectLst>
        </p:spPr>
      </p:pic>
      <mc:AlternateContent xmlns:mc="http://schemas.openxmlformats.org/markup-compatibility/2006" xmlns:p14="http://schemas.microsoft.com/office/powerpoint/2010/main">
        <mc:Choice Requires="p14">
          <p:contentPart p14:bwMode="auto" r:id="rId12">
            <p14:nvContentPartPr>
              <p14:cNvPr id="19" name="Ink 18">
                <a:extLst>
                  <a:ext uri="{FF2B5EF4-FFF2-40B4-BE49-F238E27FC236}">
                    <a16:creationId xmlns:a16="http://schemas.microsoft.com/office/drawing/2014/main" id="{70F77976-77C0-0D66-89B0-FE43937D1ECB}"/>
                  </a:ext>
                </a:extLst>
              </p14:cNvPr>
              <p14:cNvContentPartPr/>
              <p14:nvPr/>
            </p14:nvContentPartPr>
            <p14:xfrm>
              <a:off x="5510269" y="277444"/>
              <a:ext cx="4964702" cy="1449901"/>
            </p14:xfrm>
          </p:contentPart>
        </mc:Choice>
        <mc:Fallback xmlns="">
          <p:pic>
            <p:nvPicPr>
              <p:cNvPr id="19" name="Ink 18">
                <a:extLst>
                  <a:ext uri="{FF2B5EF4-FFF2-40B4-BE49-F238E27FC236}">
                    <a16:creationId xmlns:a16="http://schemas.microsoft.com/office/drawing/2014/main" id="{70F77976-77C0-0D66-89B0-FE43937D1ECB}"/>
                  </a:ext>
                </a:extLst>
              </p:cNvPr>
              <p:cNvPicPr/>
              <p:nvPr/>
            </p:nvPicPr>
            <p:blipFill>
              <a:blip r:embed="rId13"/>
              <a:stretch>
                <a:fillRect/>
              </a:stretch>
            </p:blipFill>
            <p:spPr>
              <a:xfrm>
                <a:off x="5492269" y="259442"/>
                <a:ext cx="5000342" cy="1485545"/>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5" name="Ink 24">
                <a:extLst>
                  <a:ext uri="{FF2B5EF4-FFF2-40B4-BE49-F238E27FC236}">
                    <a16:creationId xmlns:a16="http://schemas.microsoft.com/office/drawing/2014/main" id="{48828386-4A04-17F9-AB55-B762F94B84A3}"/>
                  </a:ext>
                </a:extLst>
              </p14:cNvPr>
              <p14:cNvContentPartPr/>
              <p14:nvPr/>
            </p14:nvContentPartPr>
            <p14:xfrm>
              <a:off x="5548948" y="1346472"/>
              <a:ext cx="505440" cy="586800"/>
            </p14:xfrm>
          </p:contentPart>
        </mc:Choice>
        <mc:Fallback xmlns="">
          <p:pic>
            <p:nvPicPr>
              <p:cNvPr id="25" name="Ink 24">
                <a:extLst>
                  <a:ext uri="{FF2B5EF4-FFF2-40B4-BE49-F238E27FC236}">
                    <a16:creationId xmlns:a16="http://schemas.microsoft.com/office/drawing/2014/main" id="{48828386-4A04-17F9-AB55-B762F94B84A3}"/>
                  </a:ext>
                </a:extLst>
              </p:cNvPr>
              <p:cNvPicPr/>
              <p:nvPr/>
            </p:nvPicPr>
            <p:blipFill>
              <a:blip r:embed="rId15"/>
              <a:stretch>
                <a:fillRect/>
              </a:stretch>
            </p:blipFill>
            <p:spPr>
              <a:xfrm>
                <a:off x="5530948" y="1328472"/>
                <a:ext cx="541080" cy="6224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DABD512E-15D8-1829-C5F7-DA8F3C83F252}"/>
                  </a:ext>
                </a:extLst>
              </p14:cNvPr>
              <p14:cNvContentPartPr/>
              <p14:nvPr/>
            </p14:nvContentPartPr>
            <p14:xfrm>
              <a:off x="8090331" y="3918484"/>
              <a:ext cx="360" cy="360"/>
            </p14:xfrm>
          </p:contentPart>
        </mc:Choice>
        <mc:Fallback xmlns="">
          <p:pic>
            <p:nvPicPr>
              <p:cNvPr id="26" name="Ink 25">
                <a:extLst>
                  <a:ext uri="{FF2B5EF4-FFF2-40B4-BE49-F238E27FC236}">
                    <a16:creationId xmlns:a16="http://schemas.microsoft.com/office/drawing/2014/main" id="{DABD512E-15D8-1829-C5F7-DA8F3C83F252}"/>
                  </a:ext>
                </a:extLst>
              </p:cNvPr>
              <p:cNvPicPr/>
              <p:nvPr/>
            </p:nvPicPr>
            <p:blipFill>
              <a:blip r:embed="rId10"/>
              <a:stretch>
                <a:fillRect/>
              </a:stretch>
            </p:blipFill>
            <p:spPr>
              <a:xfrm>
                <a:off x="8072691" y="3900484"/>
                <a:ext cx="36000" cy="36000"/>
              </a:xfrm>
              <a:prstGeom prst="rect">
                <a:avLst/>
              </a:prstGeom>
            </p:spPr>
          </p:pic>
        </mc:Fallback>
      </mc:AlternateContent>
      <p:pic>
        <p:nvPicPr>
          <p:cNvPr id="28" name="Picture 27">
            <a:extLst>
              <a:ext uri="{FF2B5EF4-FFF2-40B4-BE49-F238E27FC236}">
                <a16:creationId xmlns:a16="http://schemas.microsoft.com/office/drawing/2014/main" id="{2166664E-9912-23C7-CA02-69E6E5641E89}"/>
              </a:ext>
            </a:extLst>
          </p:cNvPr>
          <p:cNvPicPr>
            <a:picLocks noChangeAspect="1"/>
          </p:cNvPicPr>
          <p:nvPr/>
        </p:nvPicPr>
        <p:blipFill>
          <a:blip r:embed="rId17"/>
          <a:stretch>
            <a:fillRect/>
          </a:stretch>
        </p:blipFill>
        <p:spPr>
          <a:xfrm>
            <a:off x="5692288" y="2828792"/>
            <a:ext cx="5755512" cy="2551324"/>
          </a:xfrm>
          <a:prstGeom prst="rect">
            <a:avLst/>
          </a:prstGeom>
        </p:spPr>
      </p:pic>
      <mc:AlternateContent xmlns:mc="http://schemas.openxmlformats.org/markup-compatibility/2006" xmlns:p14="http://schemas.microsoft.com/office/powerpoint/2010/main">
        <mc:Choice Requires="p14">
          <p:contentPart p14:bwMode="auto" r:id="rId18">
            <p14:nvContentPartPr>
              <p14:cNvPr id="30" name="Ink 29">
                <a:extLst>
                  <a:ext uri="{FF2B5EF4-FFF2-40B4-BE49-F238E27FC236}">
                    <a16:creationId xmlns:a16="http://schemas.microsoft.com/office/drawing/2014/main" id="{3F242240-E28C-A64E-9C6C-09023E261786}"/>
                  </a:ext>
                </a:extLst>
              </p14:cNvPr>
              <p14:cNvContentPartPr/>
              <p14:nvPr/>
            </p14:nvContentPartPr>
            <p14:xfrm>
              <a:off x="693771" y="2841004"/>
              <a:ext cx="5747760" cy="1380240"/>
            </p14:xfrm>
          </p:contentPart>
        </mc:Choice>
        <mc:Fallback xmlns="">
          <p:pic>
            <p:nvPicPr>
              <p:cNvPr id="30" name="Ink 29">
                <a:extLst>
                  <a:ext uri="{FF2B5EF4-FFF2-40B4-BE49-F238E27FC236}">
                    <a16:creationId xmlns:a16="http://schemas.microsoft.com/office/drawing/2014/main" id="{3F242240-E28C-A64E-9C6C-09023E261786}"/>
                  </a:ext>
                </a:extLst>
              </p:cNvPr>
              <p:cNvPicPr/>
              <p:nvPr/>
            </p:nvPicPr>
            <p:blipFill>
              <a:blip r:embed="rId19"/>
              <a:stretch>
                <a:fillRect/>
              </a:stretch>
            </p:blipFill>
            <p:spPr>
              <a:xfrm>
                <a:off x="676131" y="2823004"/>
                <a:ext cx="5783400" cy="1415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3" name="Ink 32">
                <a:extLst>
                  <a:ext uri="{FF2B5EF4-FFF2-40B4-BE49-F238E27FC236}">
                    <a16:creationId xmlns:a16="http://schemas.microsoft.com/office/drawing/2014/main" id="{9D0F4DD2-64F1-E980-8C92-F9738CE5D7BB}"/>
                  </a:ext>
                </a:extLst>
              </p14:cNvPr>
              <p14:cNvContentPartPr/>
              <p14:nvPr/>
            </p14:nvContentPartPr>
            <p14:xfrm>
              <a:off x="290211" y="3122884"/>
              <a:ext cx="411120" cy="383760"/>
            </p14:xfrm>
          </p:contentPart>
        </mc:Choice>
        <mc:Fallback xmlns="">
          <p:pic>
            <p:nvPicPr>
              <p:cNvPr id="33" name="Ink 32">
                <a:extLst>
                  <a:ext uri="{FF2B5EF4-FFF2-40B4-BE49-F238E27FC236}">
                    <a16:creationId xmlns:a16="http://schemas.microsoft.com/office/drawing/2014/main" id="{9D0F4DD2-64F1-E980-8C92-F9738CE5D7BB}"/>
                  </a:ext>
                </a:extLst>
              </p:cNvPr>
              <p:cNvPicPr/>
              <p:nvPr/>
            </p:nvPicPr>
            <p:blipFill>
              <a:blip r:embed="rId21"/>
              <a:stretch>
                <a:fillRect/>
              </a:stretch>
            </p:blipFill>
            <p:spPr>
              <a:xfrm>
                <a:off x="272211" y="3104884"/>
                <a:ext cx="446760" cy="4194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5" name="Ink 34">
                <a:extLst>
                  <a:ext uri="{FF2B5EF4-FFF2-40B4-BE49-F238E27FC236}">
                    <a16:creationId xmlns:a16="http://schemas.microsoft.com/office/drawing/2014/main" id="{C24E4361-00B2-4200-8B36-E5D64F980DA8}"/>
                  </a:ext>
                </a:extLst>
              </p14:cNvPr>
              <p14:cNvContentPartPr/>
              <p14:nvPr/>
            </p14:nvContentPartPr>
            <p14:xfrm>
              <a:off x="709971" y="3363364"/>
              <a:ext cx="5707080" cy="1037520"/>
            </p14:xfrm>
          </p:contentPart>
        </mc:Choice>
        <mc:Fallback xmlns="">
          <p:pic>
            <p:nvPicPr>
              <p:cNvPr id="35" name="Ink 34">
                <a:extLst>
                  <a:ext uri="{FF2B5EF4-FFF2-40B4-BE49-F238E27FC236}">
                    <a16:creationId xmlns:a16="http://schemas.microsoft.com/office/drawing/2014/main" id="{C24E4361-00B2-4200-8B36-E5D64F980DA8}"/>
                  </a:ext>
                </a:extLst>
              </p:cNvPr>
              <p:cNvPicPr/>
              <p:nvPr/>
            </p:nvPicPr>
            <p:blipFill>
              <a:blip r:embed="rId23"/>
              <a:stretch>
                <a:fillRect/>
              </a:stretch>
            </p:blipFill>
            <p:spPr>
              <a:xfrm>
                <a:off x="691971" y="3345364"/>
                <a:ext cx="5742720" cy="10731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7" name="Ink 36">
                <a:extLst>
                  <a:ext uri="{FF2B5EF4-FFF2-40B4-BE49-F238E27FC236}">
                    <a16:creationId xmlns:a16="http://schemas.microsoft.com/office/drawing/2014/main" id="{A01022E7-70FB-1E69-E078-6F3E5D4784C5}"/>
                  </a:ext>
                </a:extLst>
              </p14:cNvPr>
              <p14:cNvContentPartPr/>
              <p14:nvPr/>
            </p14:nvContentPartPr>
            <p14:xfrm rot="730067">
              <a:off x="170549" y="3977589"/>
              <a:ext cx="782564" cy="492350"/>
            </p14:xfrm>
          </p:contentPart>
        </mc:Choice>
        <mc:Fallback xmlns="">
          <p:pic>
            <p:nvPicPr>
              <p:cNvPr id="37" name="Ink 36">
                <a:extLst>
                  <a:ext uri="{FF2B5EF4-FFF2-40B4-BE49-F238E27FC236}">
                    <a16:creationId xmlns:a16="http://schemas.microsoft.com/office/drawing/2014/main" id="{A01022E7-70FB-1E69-E078-6F3E5D4784C5}"/>
                  </a:ext>
                </a:extLst>
              </p:cNvPr>
              <p:cNvPicPr/>
              <p:nvPr/>
            </p:nvPicPr>
            <p:blipFill>
              <a:blip r:embed="rId25"/>
              <a:stretch>
                <a:fillRect/>
              </a:stretch>
            </p:blipFill>
            <p:spPr>
              <a:xfrm rot="730067">
                <a:off x="152551" y="3959954"/>
                <a:ext cx="818201" cy="527981"/>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9" name="Ink 38">
                <a:extLst>
                  <a:ext uri="{FF2B5EF4-FFF2-40B4-BE49-F238E27FC236}">
                    <a16:creationId xmlns:a16="http://schemas.microsoft.com/office/drawing/2014/main" id="{F8437758-D988-B5D7-25D9-1274CEC46D76}"/>
                  </a:ext>
                </a:extLst>
              </p14:cNvPr>
              <p14:cNvContentPartPr/>
              <p14:nvPr/>
            </p14:nvContentPartPr>
            <p14:xfrm>
              <a:off x="963051" y="4269844"/>
              <a:ext cx="5519160" cy="367920"/>
            </p14:xfrm>
          </p:contentPart>
        </mc:Choice>
        <mc:Fallback xmlns="">
          <p:pic>
            <p:nvPicPr>
              <p:cNvPr id="39" name="Ink 38">
                <a:extLst>
                  <a:ext uri="{FF2B5EF4-FFF2-40B4-BE49-F238E27FC236}">
                    <a16:creationId xmlns:a16="http://schemas.microsoft.com/office/drawing/2014/main" id="{F8437758-D988-B5D7-25D9-1274CEC46D76}"/>
                  </a:ext>
                </a:extLst>
              </p:cNvPr>
              <p:cNvPicPr/>
              <p:nvPr/>
            </p:nvPicPr>
            <p:blipFill>
              <a:blip r:embed="rId27"/>
              <a:stretch>
                <a:fillRect/>
              </a:stretch>
            </p:blipFill>
            <p:spPr>
              <a:xfrm>
                <a:off x="945411" y="4251844"/>
                <a:ext cx="5554800" cy="4035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42" name="Ink 41">
                <a:extLst>
                  <a:ext uri="{FF2B5EF4-FFF2-40B4-BE49-F238E27FC236}">
                    <a16:creationId xmlns:a16="http://schemas.microsoft.com/office/drawing/2014/main" id="{7802B7DA-2032-DADA-E5CF-8CDB0F099855}"/>
                  </a:ext>
                </a:extLst>
              </p14:cNvPr>
              <p14:cNvContentPartPr/>
              <p14:nvPr/>
            </p14:nvContentPartPr>
            <p14:xfrm>
              <a:off x="137571" y="4736044"/>
              <a:ext cx="2219040" cy="884160"/>
            </p14:xfrm>
          </p:contentPart>
        </mc:Choice>
        <mc:Fallback xmlns="">
          <p:pic>
            <p:nvPicPr>
              <p:cNvPr id="42" name="Ink 41">
                <a:extLst>
                  <a:ext uri="{FF2B5EF4-FFF2-40B4-BE49-F238E27FC236}">
                    <a16:creationId xmlns:a16="http://schemas.microsoft.com/office/drawing/2014/main" id="{7802B7DA-2032-DADA-E5CF-8CDB0F099855}"/>
                  </a:ext>
                </a:extLst>
              </p:cNvPr>
              <p:cNvPicPr/>
              <p:nvPr/>
            </p:nvPicPr>
            <p:blipFill>
              <a:blip r:embed="rId29"/>
              <a:stretch>
                <a:fillRect/>
              </a:stretch>
            </p:blipFill>
            <p:spPr>
              <a:xfrm>
                <a:off x="119571" y="4718404"/>
                <a:ext cx="2254680" cy="9198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4" name="Ink 43">
                <a:extLst>
                  <a:ext uri="{FF2B5EF4-FFF2-40B4-BE49-F238E27FC236}">
                    <a16:creationId xmlns:a16="http://schemas.microsoft.com/office/drawing/2014/main" id="{F6A447C8-0282-C223-20D5-DDFB57DCBFBC}"/>
                  </a:ext>
                </a:extLst>
              </p14:cNvPr>
              <p14:cNvContentPartPr/>
              <p14:nvPr/>
            </p14:nvContentPartPr>
            <p14:xfrm>
              <a:off x="2408091" y="5110804"/>
              <a:ext cx="4050720" cy="720"/>
            </p14:xfrm>
          </p:contentPart>
        </mc:Choice>
        <mc:Fallback xmlns="">
          <p:pic>
            <p:nvPicPr>
              <p:cNvPr id="44" name="Ink 43">
                <a:extLst>
                  <a:ext uri="{FF2B5EF4-FFF2-40B4-BE49-F238E27FC236}">
                    <a16:creationId xmlns:a16="http://schemas.microsoft.com/office/drawing/2014/main" id="{F6A447C8-0282-C223-20D5-DDFB57DCBFBC}"/>
                  </a:ext>
                </a:extLst>
              </p:cNvPr>
              <p:cNvPicPr/>
              <p:nvPr/>
            </p:nvPicPr>
            <p:blipFill>
              <a:blip r:embed="rId31"/>
              <a:stretch>
                <a:fillRect/>
              </a:stretch>
            </p:blipFill>
            <p:spPr>
              <a:xfrm>
                <a:off x="2390451" y="5074804"/>
                <a:ext cx="408636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6" name="Ink 45">
                <a:extLst>
                  <a:ext uri="{FF2B5EF4-FFF2-40B4-BE49-F238E27FC236}">
                    <a16:creationId xmlns:a16="http://schemas.microsoft.com/office/drawing/2014/main" id="{14163E78-3113-48F9-8D17-F2196683E98F}"/>
                  </a:ext>
                </a:extLst>
              </p14:cNvPr>
              <p14:cNvContentPartPr/>
              <p14:nvPr/>
            </p14:nvContentPartPr>
            <p14:xfrm rot="-3">
              <a:off x="188390" y="1395945"/>
              <a:ext cx="5232326" cy="5232326"/>
            </p14:xfrm>
          </p:contentPart>
        </mc:Choice>
        <mc:Fallback xmlns="">
          <p:pic>
            <p:nvPicPr>
              <p:cNvPr id="46" name="Ink 45">
                <a:extLst>
                  <a:ext uri="{FF2B5EF4-FFF2-40B4-BE49-F238E27FC236}">
                    <a16:creationId xmlns:a16="http://schemas.microsoft.com/office/drawing/2014/main" id="{14163E78-3113-48F9-8D17-F2196683E98F}"/>
                  </a:ext>
                </a:extLst>
              </p:cNvPr>
              <p:cNvPicPr/>
              <p:nvPr/>
            </p:nvPicPr>
            <p:blipFill>
              <a:blip r:embed="rId33"/>
              <a:stretch>
                <a:fillRect/>
              </a:stretch>
            </p:blipFill>
            <p:spPr>
              <a:xfrm rot="-3">
                <a:off x="170390" y="1378305"/>
                <a:ext cx="5267967" cy="5267967"/>
              </a:xfrm>
              <a:prstGeom prst="rect">
                <a:avLst/>
              </a:prstGeom>
            </p:spPr>
          </p:pic>
        </mc:Fallback>
      </mc:AlternateContent>
    </p:spTree>
    <p:extLst>
      <p:ext uri="{BB962C8B-B14F-4D97-AF65-F5344CB8AC3E}">
        <p14:creationId xmlns:p14="http://schemas.microsoft.com/office/powerpoint/2010/main" val="18479053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25CCD-44AD-8AD8-C5A4-675239D8EA2A}"/>
              </a:ext>
            </a:extLst>
          </p:cNvPr>
          <p:cNvSpPr>
            <a:spLocks noGrp="1"/>
          </p:cNvSpPr>
          <p:nvPr>
            <p:ph type="title"/>
          </p:nvPr>
        </p:nvSpPr>
        <p:spPr>
          <a:xfrm>
            <a:off x="-91731" y="-75746"/>
            <a:ext cx="10515600" cy="745218"/>
          </a:xfrm>
        </p:spPr>
        <p:txBody>
          <a:bodyPr>
            <a:normAutofit/>
          </a:bodyPr>
          <a:lstStyle/>
          <a:p>
            <a:r>
              <a:rPr lang="en-US" dirty="0" err="1"/>
              <a:t>EditProfile.jsx</a:t>
            </a:r>
            <a:endParaRPr lang="en-US" dirty="0"/>
          </a:p>
        </p:txBody>
      </p:sp>
      <p:pic>
        <p:nvPicPr>
          <p:cNvPr id="7" name="Content Placeholder 6">
            <a:extLst>
              <a:ext uri="{FF2B5EF4-FFF2-40B4-BE49-F238E27FC236}">
                <a16:creationId xmlns:a16="http://schemas.microsoft.com/office/drawing/2014/main" id="{8AE9007B-E793-736D-10B8-92705CC093A3}"/>
              </a:ext>
            </a:extLst>
          </p:cNvPr>
          <p:cNvPicPr>
            <a:picLocks noGrp="1" noChangeAspect="1"/>
          </p:cNvPicPr>
          <p:nvPr>
            <p:ph idx="1"/>
          </p:nvPr>
        </p:nvPicPr>
        <p:blipFill>
          <a:blip r:embed="rId2"/>
          <a:srcRect b="47334"/>
          <a:stretch>
            <a:fillRect/>
          </a:stretch>
        </p:blipFill>
        <p:spPr>
          <a:xfrm>
            <a:off x="94123" y="2980380"/>
            <a:ext cx="5024884" cy="1849490"/>
          </a:xfrm>
          <a:prstGeom prst="rect">
            <a:avLst/>
          </a:prstGeom>
        </p:spPr>
      </p:pic>
      <p:pic>
        <p:nvPicPr>
          <p:cNvPr id="5" name="Picture 4">
            <a:extLst>
              <a:ext uri="{FF2B5EF4-FFF2-40B4-BE49-F238E27FC236}">
                <a16:creationId xmlns:a16="http://schemas.microsoft.com/office/drawing/2014/main" id="{53BFC5CA-E3CF-9181-8E96-EC15CDD3E33C}"/>
              </a:ext>
            </a:extLst>
          </p:cNvPr>
          <p:cNvPicPr>
            <a:picLocks noChangeAspect="1"/>
          </p:cNvPicPr>
          <p:nvPr/>
        </p:nvPicPr>
        <p:blipFill>
          <a:blip r:embed="rId3"/>
          <a:stretch>
            <a:fillRect/>
          </a:stretch>
        </p:blipFill>
        <p:spPr>
          <a:xfrm>
            <a:off x="94123" y="638717"/>
            <a:ext cx="5161752" cy="2314159"/>
          </a:xfrm>
          <a:prstGeom prst="rect">
            <a:avLst/>
          </a:prstGeom>
        </p:spPr>
      </p:pic>
      <p:sp>
        <p:nvSpPr>
          <p:cNvPr id="9" name="TextBox 8">
            <a:extLst>
              <a:ext uri="{FF2B5EF4-FFF2-40B4-BE49-F238E27FC236}">
                <a16:creationId xmlns:a16="http://schemas.microsoft.com/office/drawing/2014/main" id="{AB0CFCF0-E569-FDC8-9564-42A70479CE70}"/>
              </a:ext>
            </a:extLst>
          </p:cNvPr>
          <p:cNvSpPr txBox="1"/>
          <p:nvPr/>
        </p:nvSpPr>
        <p:spPr>
          <a:xfrm>
            <a:off x="5925912" y="554745"/>
            <a:ext cx="6266088" cy="2308324"/>
          </a:xfrm>
          <a:prstGeom prst="rect">
            <a:avLst/>
          </a:prstGeom>
          <a:noFill/>
        </p:spPr>
        <p:txBody>
          <a:bodyPr wrap="square">
            <a:spAutoFit/>
          </a:bodyPr>
          <a:lstStyle/>
          <a:p>
            <a:pPr>
              <a:buNone/>
            </a:pPr>
            <a:r>
              <a:rPr lang="en-US" dirty="0">
                <a:highlight>
                  <a:srgbClr val="FFFF00"/>
                </a:highlight>
              </a:rPr>
              <a:t>This </a:t>
            </a:r>
            <a:r>
              <a:rPr lang="en-US" dirty="0" err="1">
                <a:highlight>
                  <a:srgbClr val="FFFF00"/>
                </a:highlight>
                <a:latin typeface="Courier New" panose="02070309020205020404" pitchFamily="49" charset="0"/>
              </a:rPr>
              <a:t>EditProfile</a:t>
            </a:r>
            <a:r>
              <a:rPr lang="en-US" dirty="0">
                <a:highlight>
                  <a:srgbClr val="FFFF00"/>
                </a:highlight>
              </a:rPr>
              <a:t> setup initializes the state and references needed for a user profile editing component. It uses </a:t>
            </a:r>
            <a:r>
              <a:rPr lang="en-US" dirty="0" err="1">
                <a:highlight>
                  <a:srgbClr val="FFFF00"/>
                </a:highlight>
                <a:latin typeface="Courier New" panose="02070309020205020404" pitchFamily="49" charset="0"/>
              </a:rPr>
              <a:t>useRef</a:t>
            </a:r>
            <a:r>
              <a:rPr lang="en-US" dirty="0">
                <a:highlight>
                  <a:srgbClr val="FFFF00"/>
                </a:highlight>
              </a:rPr>
              <a:t> to reference the profile image input, </a:t>
            </a:r>
            <a:r>
              <a:rPr lang="en-US" dirty="0" err="1">
                <a:highlight>
                  <a:srgbClr val="FFFF00"/>
                </a:highlight>
                <a:latin typeface="Courier New" panose="02070309020205020404" pitchFamily="49" charset="0"/>
              </a:rPr>
              <a:t>useSelector</a:t>
            </a:r>
            <a:r>
              <a:rPr lang="en-US" dirty="0">
                <a:highlight>
                  <a:srgbClr val="FFFF00"/>
                </a:highlight>
              </a:rPr>
              <a:t> to access the current user from Redux, and </a:t>
            </a:r>
            <a:r>
              <a:rPr lang="en-US" dirty="0" err="1">
                <a:highlight>
                  <a:srgbClr val="FFFF00"/>
                </a:highlight>
                <a:latin typeface="Courier New" panose="02070309020205020404" pitchFamily="49" charset="0"/>
              </a:rPr>
              <a:t>useState</a:t>
            </a:r>
            <a:r>
              <a:rPr lang="en-US" dirty="0">
                <a:highlight>
                  <a:srgbClr val="FFFF00"/>
                </a:highlight>
              </a:rPr>
              <a:t> to track form data and loading state. The </a:t>
            </a:r>
            <a:r>
              <a:rPr lang="en-US" dirty="0">
                <a:highlight>
                  <a:srgbClr val="FFFF00"/>
                </a:highlight>
                <a:latin typeface="Courier New" panose="02070309020205020404" pitchFamily="49" charset="0"/>
              </a:rPr>
              <a:t>input</a:t>
            </a:r>
            <a:r>
              <a:rPr lang="en-US" dirty="0">
                <a:highlight>
                  <a:srgbClr val="FFFF00"/>
                </a:highlight>
              </a:rPr>
              <a:t> state stores editable fields like profile photo, bio, gender, and privacy settings, defaulting to the user’s current values or sensible defaults. The </a:t>
            </a:r>
            <a:r>
              <a:rPr lang="en-US" dirty="0" err="1">
                <a:highlight>
                  <a:srgbClr val="FFFF00"/>
                </a:highlight>
                <a:latin typeface="Courier New" panose="02070309020205020404" pitchFamily="49" charset="0"/>
              </a:rPr>
              <a:t>url</a:t>
            </a:r>
            <a:r>
              <a:rPr lang="en-US" dirty="0">
                <a:highlight>
                  <a:srgbClr val="FFFF00"/>
                </a:highlight>
              </a:rPr>
              <a:t> defines the backend API base URL for submitting profile updates.</a:t>
            </a:r>
          </a:p>
        </p:txBody>
      </p:sp>
      <p:pic>
        <p:nvPicPr>
          <p:cNvPr id="10" name="Content Placeholder 6">
            <a:extLst>
              <a:ext uri="{FF2B5EF4-FFF2-40B4-BE49-F238E27FC236}">
                <a16:creationId xmlns:a16="http://schemas.microsoft.com/office/drawing/2014/main" id="{183024A5-9BCB-7028-3F52-E23E856422C9}"/>
              </a:ext>
            </a:extLst>
          </p:cNvPr>
          <p:cNvPicPr>
            <a:picLocks noChangeAspect="1"/>
          </p:cNvPicPr>
          <p:nvPr/>
        </p:nvPicPr>
        <p:blipFill>
          <a:blip r:embed="rId2"/>
          <a:srcRect t="52046" b="38529"/>
          <a:stretch>
            <a:fillRect/>
          </a:stretch>
        </p:blipFill>
        <p:spPr>
          <a:xfrm>
            <a:off x="141185" y="4886006"/>
            <a:ext cx="5024884" cy="330974"/>
          </a:xfrm>
          <a:prstGeom prst="rect">
            <a:avLst/>
          </a:prstGeom>
        </p:spPr>
      </p:pic>
      <p:cxnSp>
        <p:nvCxnSpPr>
          <p:cNvPr id="11" name="Straight Arrow Connector 10">
            <a:extLst>
              <a:ext uri="{FF2B5EF4-FFF2-40B4-BE49-F238E27FC236}">
                <a16:creationId xmlns:a16="http://schemas.microsoft.com/office/drawing/2014/main" id="{2AE703B7-870E-1D4D-1BF7-F0F2CDDE9230}"/>
              </a:ext>
            </a:extLst>
          </p:cNvPr>
          <p:cNvCxnSpPr>
            <a:cxnSpLocks/>
          </p:cNvCxnSpPr>
          <p:nvPr/>
        </p:nvCxnSpPr>
        <p:spPr>
          <a:xfrm flipV="1">
            <a:off x="5127439" y="2745795"/>
            <a:ext cx="889640" cy="90589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3" name="Content Placeholder 6">
            <a:extLst>
              <a:ext uri="{FF2B5EF4-FFF2-40B4-BE49-F238E27FC236}">
                <a16:creationId xmlns:a16="http://schemas.microsoft.com/office/drawing/2014/main" id="{7FF88CB5-9C77-259C-A3E0-8E5527F7AD65}"/>
              </a:ext>
            </a:extLst>
          </p:cNvPr>
          <p:cNvPicPr>
            <a:picLocks noChangeAspect="1"/>
          </p:cNvPicPr>
          <p:nvPr/>
        </p:nvPicPr>
        <p:blipFill>
          <a:blip r:embed="rId2"/>
          <a:srcRect t="62711" r="8942"/>
          <a:stretch>
            <a:fillRect/>
          </a:stretch>
        </p:blipFill>
        <p:spPr>
          <a:xfrm>
            <a:off x="102555" y="5273116"/>
            <a:ext cx="4575581" cy="1309495"/>
          </a:xfrm>
          <a:prstGeom prst="rect">
            <a:avLst/>
          </a:prstGeom>
          <a:effectLst>
            <a:glow rad="228600">
              <a:schemeClr val="accent5">
                <a:satMod val="175000"/>
                <a:alpha val="40000"/>
              </a:schemeClr>
            </a:glow>
          </a:effectLst>
        </p:spPr>
      </p:pic>
      <p:sp>
        <p:nvSpPr>
          <p:cNvPr id="15" name="TextBox 14">
            <a:extLst>
              <a:ext uri="{FF2B5EF4-FFF2-40B4-BE49-F238E27FC236}">
                <a16:creationId xmlns:a16="http://schemas.microsoft.com/office/drawing/2014/main" id="{2696CC0C-A10F-A87E-4B96-11508623FB23}"/>
              </a:ext>
            </a:extLst>
          </p:cNvPr>
          <p:cNvSpPr txBox="1"/>
          <p:nvPr/>
        </p:nvSpPr>
        <p:spPr>
          <a:xfrm>
            <a:off x="5799131" y="3537208"/>
            <a:ext cx="6298746" cy="2585323"/>
          </a:xfrm>
          <a:prstGeom prst="rect">
            <a:avLst/>
          </a:prstGeom>
          <a:solidFill>
            <a:srgbClr val="FFC000"/>
          </a:solidFill>
        </p:spPr>
        <p:txBody>
          <a:bodyPr wrap="square">
            <a:spAutoFit/>
          </a:bodyPr>
          <a:lstStyle/>
          <a:p>
            <a:r>
              <a:rPr lang="en-US" b="1" dirty="0" err="1">
                <a:highlight>
                  <a:srgbClr val="FFFF00"/>
                </a:highlight>
                <a:latin typeface="Courier New" panose="02070309020205020404" pitchFamily="49" charset="0"/>
              </a:rPr>
              <a:t>fileChangeHandler</a:t>
            </a:r>
            <a:r>
              <a:rPr lang="en-US" dirty="0"/>
              <a:t>: Triggered when the user selects a new profile photo. It takes the first selected file from the file input and updates </a:t>
            </a:r>
            <a:r>
              <a:rPr lang="en-US" dirty="0" err="1">
                <a:latin typeface="Courier New" panose="02070309020205020404" pitchFamily="49" charset="0"/>
              </a:rPr>
              <a:t>input.profilePhoto</a:t>
            </a:r>
            <a:r>
              <a:rPr lang="en-US" dirty="0"/>
              <a:t> with it.</a:t>
            </a:r>
          </a:p>
          <a:p>
            <a:r>
              <a:rPr lang="en-US" b="1" dirty="0" err="1">
                <a:highlight>
                  <a:srgbClr val="FFFF00"/>
                </a:highlight>
                <a:latin typeface="Courier New" panose="02070309020205020404" pitchFamily="49" charset="0"/>
              </a:rPr>
              <a:t>selectChangeHandler</a:t>
            </a:r>
            <a:r>
              <a:rPr lang="en-US" dirty="0"/>
              <a:t>: Triggered when the user selects a gender from a dropdown. It updates </a:t>
            </a:r>
            <a:r>
              <a:rPr lang="en-US" dirty="0" err="1">
                <a:latin typeface="Courier New" panose="02070309020205020404" pitchFamily="49" charset="0"/>
              </a:rPr>
              <a:t>input.gender</a:t>
            </a:r>
            <a:r>
              <a:rPr lang="en-US" dirty="0"/>
              <a:t> with the chosen value.</a:t>
            </a:r>
          </a:p>
          <a:p>
            <a:pPr>
              <a:buNone/>
            </a:pPr>
            <a:r>
              <a:rPr lang="en-US" dirty="0"/>
              <a:t>Both handlers use the </a:t>
            </a:r>
            <a:r>
              <a:rPr lang="en-US" b="1" dirty="0"/>
              <a:t>spread operator (</a:t>
            </a:r>
            <a:r>
              <a:rPr lang="en-US" b="1" dirty="0">
                <a:latin typeface="Courier New" panose="02070309020205020404" pitchFamily="49" charset="0"/>
              </a:rPr>
              <a:t>...input</a:t>
            </a:r>
            <a:r>
              <a:rPr lang="en-US" b="1" dirty="0"/>
              <a:t>)</a:t>
            </a:r>
            <a:r>
              <a:rPr lang="en-US" dirty="0"/>
              <a:t> to keep the other form fields unchanged while updating only the relevant property.</a:t>
            </a:r>
          </a:p>
        </p:txBody>
      </p:sp>
      <p:cxnSp>
        <p:nvCxnSpPr>
          <p:cNvPr id="16" name="Straight Arrow Connector 15">
            <a:extLst>
              <a:ext uri="{FF2B5EF4-FFF2-40B4-BE49-F238E27FC236}">
                <a16:creationId xmlns:a16="http://schemas.microsoft.com/office/drawing/2014/main" id="{33E16135-BEAE-4356-242A-9D5186C1F784}"/>
              </a:ext>
            </a:extLst>
          </p:cNvPr>
          <p:cNvCxnSpPr>
            <a:cxnSpLocks/>
          </p:cNvCxnSpPr>
          <p:nvPr/>
        </p:nvCxnSpPr>
        <p:spPr>
          <a:xfrm flipV="1">
            <a:off x="4678136" y="4955721"/>
            <a:ext cx="1159625" cy="97214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41776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84C5332-70B8-C62C-8C83-000202E461FF}"/>
              </a:ext>
            </a:extLst>
          </p:cNvPr>
          <p:cNvPicPr>
            <a:picLocks noGrp="1" noChangeAspect="1"/>
          </p:cNvPicPr>
          <p:nvPr>
            <p:ph idx="1"/>
          </p:nvPr>
        </p:nvPicPr>
        <p:blipFill>
          <a:blip r:embed="rId2"/>
          <a:srcRect r="15915" b="83351"/>
          <a:stretch>
            <a:fillRect/>
          </a:stretch>
        </p:blipFill>
        <p:spPr>
          <a:xfrm>
            <a:off x="96609" y="119317"/>
            <a:ext cx="6214003" cy="1342090"/>
          </a:xfrm>
          <a:prstGeom prst="rect">
            <a:avLst/>
          </a:prstGeom>
        </p:spPr>
      </p:pic>
      <p:pic>
        <p:nvPicPr>
          <p:cNvPr id="6" name="Content Placeholder 4">
            <a:extLst>
              <a:ext uri="{FF2B5EF4-FFF2-40B4-BE49-F238E27FC236}">
                <a16:creationId xmlns:a16="http://schemas.microsoft.com/office/drawing/2014/main" id="{07F266DF-A648-C569-B3A7-DFA3E0F585C2}"/>
              </a:ext>
            </a:extLst>
          </p:cNvPr>
          <p:cNvPicPr>
            <a:picLocks noChangeAspect="1"/>
          </p:cNvPicPr>
          <p:nvPr/>
        </p:nvPicPr>
        <p:blipFill>
          <a:blip r:embed="rId2"/>
          <a:srcRect l="4085" t="16259" b="23288"/>
          <a:stretch>
            <a:fillRect/>
          </a:stretch>
        </p:blipFill>
        <p:spPr>
          <a:xfrm>
            <a:off x="135392" y="1589294"/>
            <a:ext cx="6094638" cy="4190089"/>
          </a:xfrm>
          <a:prstGeom prst="rect">
            <a:avLst/>
          </a:prstGeom>
        </p:spPr>
      </p:pic>
      <p:sp>
        <p:nvSpPr>
          <p:cNvPr id="8" name="TextBox 7">
            <a:extLst>
              <a:ext uri="{FF2B5EF4-FFF2-40B4-BE49-F238E27FC236}">
                <a16:creationId xmlns:a16="http://schemas.microsoft.com/office/drawing/2014/main" id="{5699017F-0BD5-FEF4-8F6C-7913F49BC987}"/>
              </a:ext>
            </a:extLst>
          </p:cNvPr>
          <p:cNvSpPr txBox="1"/>
          <p:nvPr/>
        </p:nvSpPr>
        <p:spPr>
          <a:xfrm>
            <a:off x="6408964" y="1017832"/>
            <a:ext cx="5590494" cy="4524315"/>
          </a:xfrm>
          <a:prstGeom prst="rect">
            <a:avLst/>
          </a:prstGeom>
          <a:solidFill>
            <a:srgbClr val="FFFF00"/>
          </a:solidFill>
        </p:spPr>
        <p:txBody>
          <a:bodyPr wrap="square">
            <a:spAutoFit/>
          </a:bodyPr>
          <a:lstStyle/>
          <a:p>
            <a:r>
              <a:rPr lang="en-US" sz="2400" dirty="0"/>
              <a:t>It creates a </a:t>
            </a:r>
            <a:r>
              <a:rPr lang="en-US" sz="2400" dirty="0" err="1">
                <a:highlight>
                  <a:srgbClr val="00FF00"/>
                </a:highlight>
                <a:latin typeface="Courier New" panose="02070309020205020404" pitchFamily="49" charset="0"/>
              </a:rPr>
              <a:t>FormData</a:t>
            </a:r>
            <a:r>
              <a:rPr lang="en-US" sz="2400" dirty="0"/>
              <a:t> object and appends the updated fields: </a:t>
            </a:r>
            <a:r>
              <a:rPr lang="en-US" sz="2400" dirty="0">
                <a:latin typeface="Courier New" panose="02070309020205020404" pitchFamily="49" charset="0"/>
              </a:rPr>
              <a:t>bio</a:t>
            </a:r>
            <a:r>
              <a:rPr lang="en-US" sz="2400" dirty="0"/>
              <a:t>, </a:t>
            </a:r>
            <a:r>
              <a:rPr lang="en-US" sz="2400" dirty="0">
                <a:latin typeface="Courier New" panose="02070309020205020404" pitchFamily="49" charset="0"/>
              </a:rPr>
              <a:t>gender</a:t>
            </a:r>
            <a:r>
              <a:rPr lang="en-US" sz="2400" dirty="0"/>
              <a:t>, privacy settings, and, if changed, the new profile photo. It then sends a </a:t>
            </a:r>
            <a:r>
              <a:rPr lang="en-US" sz="2400" b="1" dirty="0"/>
              <a:t>POST request</a:t>
            </a:r>
            <a:r>
              <a:rPr lang="en-US" sz="2400" dirty="0"/>
              <a:t> to the backend API with </a:t>
            </a:r>
            <a:r>
              <a:rPr lang="en-US" sz="2400" dirty="0">
                <a:latin typeface="Courier New" panose="02070309020205020404" pitchFamily="49" charset="0"/>
              </a:rPr>
              <a:t>multipart/form-data</a:t>
            </a:r>
            <a:r>
              <a:rPr lang="en-US" sz="2400" dirty="0"/>
              <a:t>. While the request is in progress, </a:t>
            </a:r>
            <a:r>
              <a:rPr lang="en-US" sz="2400" dirty="0">
                <a:latin typeface="Courier New" panose="02070309020205020404" pitchFamily="49" charset="0"/>
              </a:rPr>
              <a:t>loading</a:t>
            </a:r>
            <a:r>
              <a:rPr lang="en-US" sz="2400" dirty="0"/>
              <a:t> is set to </a:t>
            </a:r>
            <a:r>
              <a:rPr lang="en-US" sz="2400" dirty="0">
                <a:latin typeface="Courier New" panose="02070309020205020404" pitchFamily="49" charset="0"/>
              </a:rPr>
              <a:t>true</a:t>
            </a:r>
            <a:r>
              <a:rPr lang="en-US" sz="2400" dirty="0"/>
              <a:t>. If successful, it updates the Redux store with the new user data, navigates to the user’s profile page, and shows a success toast. If the request fails, it logs the error and shows an error toast. Finally, it resets the </a:t>
            </a:r>
            <a:r>
              <a:rPr lang="en-US" sz="2400" dirty="0">
                <a:latin typeface="Courier New" panose="02070309020205020404" pitchFamily="49" charset="0"/>
              </a:rPr>
              <a:t>loading</a:t>
            </a:r>
            <a:r>
              <a:rPr lang="en-US" sz="2400" dirty="0"/>
              <a:t> state.</a:t>
            </a:r>
          </a:p>
        </p:txBody>
      </p:sp>
    </p:spTree>
    <p:extLst>
      <p:ext uri="{BB962C8B-B14F-4D97-AF65-F5344CB8AC3E}">
        <p14:creationId xmlns:p14="http://schemas.microsoft.com/office/powerpoint/2010/main" val="14082425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40C77-C120-D603-E4D5-6E9B8D46834F}"/>
              </a:ext>
            </a:extLst>
          </p:cNvPr>
          <p:cNvSpPr>
            <a:spLocks noGrp="1"/>
          </p:cNvSpPr>
          <p:nvPr>
            <p:ph type="title"/>
          </p:nvPr>
        </p:nvSpPr>
        <p:spPr>
          <a:xfrm>
            <a:off x="12067" y="-127716"/>
            <a:ext cx="10515600" cy="808945"/>
          </a:xfrm>
        </p:spPr>
        <p:txBody>
          <a:bodyPr/>
          <a:lstStyle/>
          <a:p>
            <a:r>
              <a:rPr lang="en-US" dirty="0" err="1"/>
              <a:t>LeftSideBar.jsx</a:t>
            </a:r>
            <a:endParaRPr lang="en-US" dirty="0"/>
          </a:p>
        </p:txBody>
      </p:sp>
      <p:pic>
        <p:nvPicPr>
          <p:cNvPr id="5" name="Content Placeholder 4">
            <a:extLst>
              <a:ext uri="{FF2B5EF4-FFF2-40B4-BE49-F238E27FC236}">
                <a16:creationId xmlns:a16="http://schemas.microsoft.com/office/drawing/2014/main" id="{12BAC654-D6EC-4F78-7B17-898FACA98C22}"/>
              </a:ext>
            </a:extLst>
          </p:cNvPr>
          <p:cNvPicPr>
            <a:picLocks noGrp="1" noChangeAspect="1"/>
          </p:cNvPicPr>
          <p:nvPr>
            <p:ph idx="1"/>
          </p:nvPr>
        </p:nvPicPr>
        <p:blipFill>
          <a:blip r:embed="rId2"/>
          <a:stretch>
            <a:fillRect/>
          </a:stretch>
        </p:blipFill>
        <p:spPr>
          <a:xfrm>
            <a:off x="12067" y="521999"/>
            <a:ext cx="6115364" cy="2311519"/>
          </a:xfrm>
          <a:prstGeom prst="rect">
            <a:avLst/>
          </a:prstGeom>
        </p:spPr>
      </p:pic>
      <p:pic>
        <p:nvPicPr>
          <p:cNvPr id="7" name="Picture 6">
            <a:extLst>
              <a:ext uri="{FF2B5EF4-FFF2-40B4-BE49-F238E27FC236}">
                <a16:creationId xmlns:a16="http://schemas.microsoft.com/office/drawing/2014/main" id="{44533F32-E4D4-9F83-D815-1704252188C7}"/>
              </a:ext>
            </a:extLst>
          </p:cNvPr>
          <p:cNvPicPr>
            <a:picLocks noChangeAspect="1"/>
          </p:cNvPicPr>
          <p:nvPr/>
        </p:nvPicPr>
        <p:blipFill>
          <a:blip r:embed="rId3"/>
          <a:srcRect r="51067" b="88159"/>
          <a:stretch>
            <a:fillRect/>
          </a:stretch>
        </p:blipFill>
        <p:spPr>
          <a:xfrm>
            <a:off x="12067" y="2865065"/>
            <a:ext cx="3439886" cy="447415"/>
          </a:xfrm>
          <a:prstGeom prst="rect">
            <a:avLst/>
          </a:prstGeom>
          <a:effectLst>
            <a:glow rad="228600">
              <a:schemeClr val="accent6">
                <a:satMod val="175000"/>
                <a:alpha val="40000"/>
              </a:schemeClr>
            </a:glow>
          </a:effectLst>
        </p:spPr>
      </p:pic>
      <p:sp>
        <p:nvSpPr>
          <p:cNvPr id="11" name="TextBox 10">
            <a:extLst>
              <a:ext uri="{FF2B5EF4-FFF2-40B4-BE49-F238E27FC236}">
                <a16:creationId xmlns:a16="http://schemas.microsoft.com/office/drawing/2014/main" id="{D132D8C5-8867-DC12-6B1E-326496202969}"/>
              </a:ext>
            </a:extLst>
          </p:cNvPr>
          <p:cNvSpPr txBox="1"/>
          <p:nvPr/>
        </p:nvSpPr>
        <p:spPr>
          <a:xfrm>
            <a:off x="6662057" y="4001093"/>
            <a:ext cx="4544786" cy="2585323"/>
          </a:xfrm>
          <a:prstGeom prst="rect">
            <a:avLst/>
          </a:prstGeom>
          <a:solidFill>
            <a:srgbClr val="FFFF00"/>
          </a:solidFill>
        </p:spPr>
        <p:txBody>
          <a:bodyPr wrap="square">
            <a:spAutoFit/>
          </a:bodyPr>
          <a:lstStyle/>
          <a:p>
            <a:r>
              <a:rPr lang="en-US" dirty="0"/>
              <a:t>The </a:t>
            </a:r>
            <a:r>
              <a:rPr lang="en-US" dirty="0" err="1">
                <a:highlight>
                  <a:srgbClr val="00FF00"/>
                </a:highlight>
                <a:latin typeface="Courier New" panose="02070309020205020404" pitchFamily="49" charset="0"/>
              </a:rPr>
              <a:t>LeftSidebar</a:t>
            </a:r>
            <a:r>
              <a:rPr lang="en-US" dirty="0"/>
              <a:t> component manages the sidebar. It uses Redux to access the logged-in user and real-time notifications, and </a:t>
            </a:r>
            <a:r>
              <a:rPr lang="en-US" dirty="0" err="1">
                <a:latin typeface="Courier New" panose="02070309020205020404" pitchFamily="49" charset="0"/>
              </a:rPr>
              <a:t>useState</a:t>
            </a:r>
            <a:r>
              <a:rPr lang="en-US" dirty="0"/>
              <a:t> to track the state of modals, search, and popovers. The </a:t>
            </a:r>
            <a:r>
              <a:rPr lang="en-US" dirty="0" err="1">
                <a:latin typeface="Courier New" panose="02070309020205020404" pitchFamily="49" charset="0"/>
              </a:rPr>
              <a:t>logoutHandler</a:t>
            </a:r>
            <a:r>
              <a:rPr lang="en-US" dirty="0"/>
              <a:t> function logs the user out by calling the backend API, clears user and post data from Redux, navigates to the login page, and shows a toast notification. </a:t>
            </a:r>
          </a:p>
        </p:txBody>
      </p:sp>
      <p:sp>
        <p:nvSpPr>
          <p:cNvPr id="4" name="TextBox 3">
            <a:extLst>
              <a:ext uri="{FF2B5EF4-FFF2-40B4-BE49-F238E27FC236}">
                <a16:creationId xmlns:a16="http://schemas.microsoft.com/office/drawing/2014/main" id="{CCD2FCB7-3006-CE45-AB76-5DC54A9BE22B}"/>
              </a:ext>
            </a:extLst>
          </p:cNvPr>
          <p:cNvSpPr txBox="1"/>
          <p:nvPr/>
        </p:nvSpPr>
        <p:spPr>
          <a:xfrm>
            <a:off x="6294665" y="155121"/>
            <a:ext cx="5744935" cy="3693319"/>
          </a:xfrm>
          <a:prstGeom prst="rect">
            <a:avLst/>
          </a:prstGeom>
          <a:solidFill>
            <a:schemeClr val="accent4">
              <a:lumMod val="60000"/>
              <a:lumOff val="40000"/>
            </a:schemeClr>
          </a:solidFill>
        </p:spPr>
        <p:txBody>
          <a:bodyPr wrap="square">
            <a:spAutoFit/>
          </a:bodyPr>
          <a:lstStyle/>
          <a:p>
            <a:r>
              <a:rPr lang="en-US" dirty="0"/>
              <a:t>imports </a:t>
            </a:r>
            <a:r>
              <a:rPr lang="en-US" b="1" dirty="0"/>
              <a:t>React</a:t>
            </a:r>
            <a:r>
              <a:rPr lang="en-US" dirty="0"/>
              <a:t> and several hooks (</a:t>
            </a:r>
            <a:r>
              <a:rPr lang="en-US" dirty="0" err="1">
                <a:latin typeface="Courier New" panose="02070309020205020404" pitchFamily="49" charset="0"/>
              </a:rPr>
              <a:t>useState</a:t>
            </a:r>
            <a:r>
              <a:rPr lang="en-US" dirty="0"/>
              <a:t>) along with a mix of </a:t>
            </a:r>
            <a:r>
              <a:rPr lang="en-US" b="1" dirty="0"/>
              <a:t>UI components</a:t>
            </a:r>
            <a:r>
              <a:rPr lang="en-US" dirty="0"/>
              <a:t>, </a:t>
            </a:r>
            <a:r>
              <a:rPr lang="en-US" b="1" dirty="0"/>
              <a:t>icons</a:t>
            </a:r>
            <a:r>
              <a:rPr lang="en-US" dirty="0"/>
              <a:t>, </a:t>
            </a:r>
            <a:r>
              <a:rPr lang="en-US" b="1" dirty="0"/>
              <a:t>Redux utilities</a:t>
            </a:r>
            <a:r>
              <a:rPr lang="en-US" dirty="0"/>
              <a:t>, and </a:t>
            </a:r>
            <a:r>
              <a:rPr lang="en-US" b="1" dirty="0"/>
              <a:t>helper functions</a:t>
            </a:r>
            <a:r>
              <a:rPr lang="en-US" dirty="0"/>
              <a:t>. It includes icons from </a:t>
            </a:r>
            <a:r>
              <a:rPr lang="en-US" dirty="0" err="1">
                <a:latin typeface="Courier New" panose="02070309020205020404" pitchFamily="49" charset="0"/>
              </a:rPr>
              <a:t>lucide</a:t>
            </a:r>
            <a:r>
              <a:rPr lang="en-US" dirty="0">
                <a:latin typeface="Courier New" panose="02070309020205020404" pitchFamily="49" charset="0"/>
              </a:rPr>
              <a:t>-react</a:t>
            </a:r>
            <a:r>
              <a:rPr lang="en-US" dirty="0"/>
              <a:t> (</a:t>
            </a:r>
            <a:r>
              <a:rPr lang="en-US" dirty="0">
                <a:latin typeface="Courier New" panose="02070309020205020404" pitchFamily="49" charset="0"/>
              </a:rPr>
              <a:t>Heart</a:t>
            </a:r>
            <a:r>
              <a:rPr lang="en-US" dirty="0"/>
              <a:t>, </a:t>
            </a:r>
            <a:r>
              <a:rPr lang="en-US" dirty="0">
                <a:latin typeface="Courier New" panose="02070309020205020404" pitchFamily="49" charset="0"/>
              </a:rPr>
              <a:t>Home</a:t>
            </a:r>
            <a:r>
              <a:rPr lang="en-US" dirty="0"/>
              <a:t>, etc.), avatar components for displaying user images, </a:t>
            </a:r>
            <a:r>
              <a:rPr lang="en-US" dirty="0">
                <a:latin typeface="Courier New" panose="02070309020205020404" pitchFamily="49" charset="0"/>
              </a:rPr>
              <a:t>toast</a:t>
            </a:r>
            <a:r>
              <a:rPr lang="en-US" dirty="0"/>
              <a:t> for notifications, and Axios for making HTTP requests. It also imports </a:t>
            </a:r>
            <a:r>
              <a:rPr lang="en-US" b="1" dirty="0"/>
              <a:t>routing</a:t>
            </a:r>
            <a:r>
              <a:rPr lang="en-US" dirty="0"/>
              <a:t> with </a:t>
            </a:r>
            <a:r>
              <a:rPr lang="en-US" dirty="0" err="1">
                <a:latin typeface="Courier New" panose="02070309020205020404" pitchFamily="49" charset="0"/>
              </a:rPr>
              <a:t>useNavigate</a:t>
            </a:r>
            <a:r>
              <a:rPr lang="en-US" dirty="0"/>
              <a:t>, </a:t>
            </a:r>
            <a:r>
              <a:rPr lang="en-US" b="1" dirty="0"/>
              <a:t>Redux state management</a:t>
            </a:r>
            <a:r>
              <a:rPr lang="en-US" dirty="0"/>
              <a:t> (</a:t>
            </a:r>
            <a:r>
              <a:rPr lang="en-US" dirty="0" err="1">
                <a:latin typeface="Courier New" panose="02070309020205020404" pitchFamily="49" charset="0"/>
              </a:rPr>
              <a:t>useDispatch</a:t>
            </a:r>
            <a:r>
              <a:rPr lang="en-US" dirty="0"/>
              <a:t>, </a:t>
            </a:r>
            <a:r>
              <a:rPr lang="en-US" dirty="0" err="1">
                <a:latin typeface="Courier New" panose="02070309020205020404" pitchFamily="49" charset="0"/>
              </a:rPr>
              <a:t>useSelector</a:t>
            </a:r>
            <a:r>
              <a:rPr lang="en-US" dirty="0"/>
              <a:t>, </a:t>
            </a:r>
            <a:r>
              <a:rPr lang="en-US" dirty="0" err="1">
                <a:latin typeface="Courier New" panose="02070309020205020404" pitchFamily="49" charset="0"/>
              </a:rPr>
              <a:t>setAuthUser</a:t>
            </a:r>
            <a:r>
              <a:rPr lang="en-US" dirty="0"/>
              <a:t>, </a:t>
            </a:r>
            <a:r>
              <a:rPr lang="en-US" dirty="0" err="1">
                <a:latin typeface="Courier New" panose="02070309020205020404" pitchFamily="49" charset="0"/>
              </a:rPr>
              <a:t>setPosts</a:t>
            </a:r>
            <a:r>
              <a:rPr lang="en-US" dirty="0"/>
              <a:t>, </a:t>
            </a:r>
            <a:r>
              <a:rPr lang="en-US" dirty="0" err="1">
                <a:latin typeface="Courier New" panose="02070309020205020404" pitchFamily="49" charset="0"/>
              </a:rPr>
              <a:t>setSelectedPost</a:t>
            </a:r>
            <a:r>
              <a:rPr lang="en-US" dirty="0"/>
              <a:t>), and UI components like </a:t>
            </a:r>
            <a:r>
              <a:rPr lang="en-US" dirty="0" err="1">
                <a:latin typeface="Courier New" panose="02070309020205020404" pitchFamily="49" charset="0"/>
              </a:rPr>
              <a:t>CreatePost</a:t>
            </a:r>
            <a:r>
              <a:rPr lang="en-US" dirty="0"/>
              <a:t>, </a:t>
            </a:r>
            <a:r>
              <a:rPr lang="en-US" dirty="0">
                <a:latin typeface="Courier New" panose="02070309020205020404" pitchFamily="49" charset="0"/>
              </a:rPr>
              <a:t>Popover</a:t>
            </a:r>
            <a:r>
              <a:rPr lang="en-US" dirty="0"/>
              <a:t>, </a:t>
            </a:r>
            <a:r>
              <a:rPr lang="en-US" dirty="0">
                <a:latin typeface="Courier New" panose="02070309020205020404" pitchFamily="49" charset="0"/>
              </a:rPr>
              <a:t>Button</a:t>
            </a:r>
            <a:r>
              <a:rPr lang="en-US" dirty="0"/>
              <a:t>, </a:t>
            </a:r>
            <a:r>
              <a:rPr lang="en-US" dirty="0">
                <a:latin typeface="Courier New" panose="02070309020205020404" pitchFamily="49" charset="0"/>
              </a:rPr>
              <a:t>Dialog</a:t>
            </a:r>
            <a:r>
              <a:rPr lang="en-US" dirty="0"/>
              <a:t>, and </a:t>
            </a:r>
            <a:r>
              <a:rPr lang="en-US" dirty="0" err="1">
                <a:latin typeface="Courier New" panose="02070309020205020404" pitchFamily="49" charset="0"/>
              </a:rPr>
              <a:t>SearchBox</a:t>
            </a:r>
            <a:r>
              <a:rPr lang="en-US" dirty="0"/>
              <a:t>. Additionally, it imports actions to clear notifications (</a:t>
            </a:r>
            <a:r>
              <a:rPr lang="en-US" dirty="0" err="1">
                <a:latin typeface="Courier New" panose="02070309020205020404" pitchFamily="49" charset="0"/>
              </a:rPr>
              <a:t>clearLikeNotifications</a:t>
            </a:r>
            <a:r>
              <a:rPr lang="en-US" dirty="0"/>
              <a:t>, </a:t>
            </a:r>
            <a:r>
              <a:rPr lang="en-US" dirty="0" err="1">
                <a:latin typeface="Courier New" panose="02070309020205020404" pitchFamily="49" charset="0"/>
              </a:rPr>
              <a:t>clearMessageNotifications</a:t>
            </a:r>
            <a:r>
              <a:rPr lang="en-US" dirty="0"/>
              <a:t>). </a:t>
            </a:r>
          </a:p>
        </p:txBody>
      </p:sp>
      <p:pic>
        <p:nvPicPr>
          <p:cNvPr id="6" name="Picture 5">
            <a:extLst>
              <a:ext uri="{FF2B5EF4-FFF2-40B4-BE49-F238E27FC236}">
                <a16:creationId xmlns:a16="http://schemas.microsoft.com/office/drawing/2014/main" id="{86015491-B3E0-757A-7722-08734FEFE859}"/>
              </a:ext>
            </a:extLst>
          </p:cNvPr>
          <p:cNvPicPr>
            <a:picLocks noChangeAspect="1"/>
          </p:cNvPicPr>
          <p:nvPr/>
        </p:nvPicPr>
        <p:blipFill>
          <a:blip r:embed="rId3"/>
          <a:srcRect t="15916" r="13456" b="3458"/>
          <a:stretch>
            <a:fillRect/>
          </a:stretch>
        </p:blipFill>
        <p:spPr>
          <a:xfrm>
            <a:off x="0" y="3680940"/>
            <a:ext cx="6083934" cy="3046431"/>
          </a:xfrm>
          <a:prstGeom prst="rect">
            <a:avLst/>
          </a:prstGeom>
          <a:effectLst>
            <a:glow rad="228600">
              <a:schemeClr val="accent6">
                <a:satMod val="175000"/>
                <a:alpha val="40000"/>
              </a:schemeClr>
            </a:glow>
          </a:effectLst>
        </p:spPr>
      </p:pic>
      <p:pic>
        <p:nvPicPr>
          <p:cNvPr id="9" name="Picture 8">
            <a:extLst>
              <a:ext uri="{FF2B5EF4-FFF2-40B4-BE49-F238E27FC236}">
                <a16:creationId xmlns:a16="http://schemas.microsoft.com/office/drawing/2014/main" id="{61768E89-3D9D-F815-9B9B-D93D923B3BE3}"/>
              </a:ext>
            </a:extLst>
          </p:cNvPr>
          <p:cNvPicPr>
            <a:picLocks noChangeAspect="1"/>
          </p:cNvPicPr>
          <p:nvPr/>
        </p:nvPicPr>
        <p:blipFill>
          <a:blip r:embed="rId4"/>
          <a:stretch>
            <a:fillRect/>
          </a:stretch>
        </p:blipFill>
        <p:spPr>
          <a:xfrm>
            <a:off x="0" y="3313337"/>
            <a:ext cx="4359729" cy="381020"/>
          </a:xfrm>
          <a:prstGeom prst="rect">
            <a:avLst/>
          </a:prstGeom>
          <a:effectLst>
            <a:glow rad="101600">
              <a:schemeClr val="accent4">
                <a:satMod val="175000"/>
                <a:alpha val="40000"/>
              </a:schemeClr>
            </a:glow>
          </a:effectLst>
        </p:spPr>
      </p:pic>
    </p:spTree>
    <p:extLst>
      <p:ext uri="{BB962C8B-B14F-4D97-AF65-F5344CB8AC3E}">
        <p14:creationId xmlns:p14="http://schemas.microsoft.com/office/powerpoint/2010/main" val="5790872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6B2FD80-B312-7799-C80B-2780B79D33E6}"/>
              </a:ext>
            </a:extLst>
          </p:cNvPr>
          <p:cNvPicPr>
            <a:picLocks noGrp="1" noChangeAspect="1"/>
          </p:cNvPicPr>
          <p:nvPr>
            <p:ph idx="1"/>
          </p:nvPr>
        </p:nvPicPr>
        <p:blipFill>
          <a:blip r:embed="rId2"/>
          <a:stretch>
            <a:fillRect/>
          </a:stretch>
        </p:blipFill>
        <p:spPr>
          <a:xfrm>
            <a:off x="78326" y="3543980"/>
            <a:ext cx="5569236" cy="2921150"/>
          </a:xfrm>
          <a:prstGeom prst="rect">
            <a:avLst/>
          </a:prstGeom>
        </p:spPr>
      </p:pic>
      <p:pic>
        <p:nvPicPr>
          <p:cNvPr id="5" name="Picture 4">
            <a:extLst>
              <a:ext uri="{FF2B5EF4-FFF2-40B4-BE49-F238E27FC236}">
                <a16:creationId xmlns:a16="http://schemas.microsoft.com/office/drawing/2014/main" id="{AC2C2761-19F9-E88A-06F7-F15D4AC6CF4D}"/>
              </a:ext>
            </a:extLst>
          </p:cNvPr>
          <p:cNvPicPr>
            <a:picLocks noChangeAspect="1"/>
          </p:cNvPicPr>
          <p:nvPr/>
        </p:nvPicPr>
        <p:blipFill>
          <a:blip r:embed="rId3"/>
          <a:stretch>
            <a:fillRect/>
          </a:stretch>
        </p:blipFill>
        <p:spPr>
          <a:xfrm>
            <a:off x="160028" y="78864"/>
            <a:ext cx="3587378" cy="3350136"/>
          </a:xfrm>
          <a:prstGeom prst="rect">
            <a:avLst/>
          </a:prstGeom>
        </p:spPr>
      </p:pic>
      <p:pic>
        <p:nvPicPr>
          <p:cNvPr id="8" name="Picture 7">
            <a:extLst>
              <a:ext uri="{FF2B5EF4-FFF2-40B4-BE49-F238E27FC236}">
                <a16:creationId xmlns:a16="http://schemas.microsoft.com/office/drawing/2014/main" id="{568F7001-6F9E-8583-E750-44BDBA4F0E18}"/>
              </a:ext>
            </a:extLst>
          </p:cNvPr>
          <p:cNvPicPr>
            <a:picLocks noChangeAspect="1"/>
          </p:cNvPicPr>
          <p:nvPr/>
        </p:nvPicPr>
        <p:blipFill>
          <a:blip r:embed="rId4"/>
          <a:stretch>
            <a:fillRect/>
          </a:stretch>
        </p:blipFill>
        <p:spPr>
          <a:xfrm>
            <a:off x="8806375" y="324707"/>
            <a:ext cx="1823525" cy="5999984"/>
          </a:xfrm>
          <a:prstGeom prst="rect">
            <a:avLst/>
          </a:prstGeom>
          <a:effectLst>
            <a:glow rad="228600">
              <a:schemeClr val="accent2">
                <a:satMod val="175000"/>
                <a:alpha val="40000"/>
              </a:schemeClr>
            </a:glow>
          </a:effectLst>
        </p:spPr>
      </p:pic>
    </p:spTree>
    <p:extLst>
      <p:ext uri="{BB962C8B-B14F-4D97-AF65-F5344CB8AC3E}">
        <p14:creationId xmlns:p14="http://schemas.microsoft.com/office/powerpoint/2010/main" val="8211784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C53EA-7177-69D1-980B-337863B0EA2C}"/>
              </a:ext>
            </a:extLst>
          </p:cNvPr>
          <p:cNvSpPr>
            <a:spLocks noGrp="1"/>
          </p:cNvSpPr>
          <p:nvPr>
            <p:ph type="title"/>
          </p:nvPr>
        </p:nvSpPr>
        <p:spPr>
          <a:xfrm>
            <a:off x="127908" y="155121"/>
            <a:ext cx="10515600" cy="710974"/>
          </a:xfrm>
        </p:spPr>
        <p:txBody>
          <a:bodyPr/>
          <a:lstStyle/>
          <a:p>
            <a:r>
              <a:rPr lang="en-US" dirty="0"/>
              <a:t>rtnSlice.js</a:t>
            </a:r>
          </a:p>
        </p:txBody>
      </p:sp>
      <p:pic>
        <p:nvPicPr>
          <p:cNvPr id="5" name="Content Placeholder 4">
            <a:extLst>
              <a:ext uri="{FF2B5EF4-FFF2-40B4-BE49-F238E27FC236}">
                <a16:creationId xmlns:a16="http://schemas.microsoft.com/office/drawing/2014/main" id="{28C0D295-0E03-1D50-463E-023573412C93}"/>
              </a:ext>
            </a:extLst>
          </p:cNvPr>
          <p:cNvPicPr>
            <a:picLocks noGrp="1" noChangeAspect="1"/>
          </p:cNvPicPr>
          <p:nvPr>
            <p:ph idx="1"/>
          </p:nvPr>
        </p:nvPicPr>
        <p:blipFill>
          <a:blip r:embed="rId2"/>
          <a:srcRect l="3234" t="26542" r="52751" b="58799"/>
          <a:stretch>
            <a:fillRect/>
          </a:stretch>
        </p:blipFill>
        <p:spPr>
          <a:xfrm>
            <a:off x="127908" y="2390556"/>
            <a:ext cx="4027713" cy="744856"/>
          </a:xfrm>
          <a:prstGeom prst="rect">
            <a:avLst/>
          </a:prstGeom>
        </p:spPr>
      </p:pic>
      <p:pic>
        <p:nvPicPr>
          <p:cNvPr id="3" name="Content Placeholder 4">
            <a:extLst>
              <a:ext uri="{FF2B5EF4-FFF2-40B4-BE49-F238E27FC236}">
                <a16:creationId xmlns:a16="http://schemas.microsoft.com/office/drawing/2014/main" id="{2D516224-D6CE-DB5F-178A-45336FC31AA4}"/>
              </a:ext>
            </a:extLst>
          </p:cNvPr>
          <p:cNvPicPr>
            <a:picLocks noChangeAspect="1"/>
          </p:cNvPicPr>
          <p:nvPr/>
        </p:nvPicPr>
        <p:blipFill>
          <a:blip r:embed="rId2"/>
          <a:srcRect t="91454"/>
          <a:stretch>
            <a:fillRect/>
          </a:stretch>
        </p:blipFill>
        <p:spPr>
          <a:xfrm>
            <a:off x="83706" y="6268590"/>
            <a:ext cx="9150786" cy="434289"/>
          </a:xfrm>
          <a:prstGeom prst="rect">
            <a:avLst/>
          </a:prstGeom>
        </p:spPr>
      </p:pic>
      <p:pic>
        <p:nvPicPr>
          <p:cNvPr id="4" name="Content Placeholder 4">
            <a:extLst>
              <a:ext uri="{FF2B5EF4-FFF2-40B4-BE49-F238E27FC236}">
                <a16:creationId xmlns:a16="http://schemas.microsoft.com/office/drawing/2014/main" id="{29E230AD-51A9-F4C0-C924-20B936098054}"/>
              </a:ext>
            </a:extLst>
          </p:cNvPr>
          <p:cNvPicPr>
            <a:picLocks noChangeAspect="1"/>
          </p:cNvPicPr>
          <p:nvPr/>
        </p:nvPicPr>
        <p:blipFill>
          <a:blip r:embed="rId2"/>
          <a:srcRect t="53941" r="52931" b="8302"/>
          <a:stretch>
            <a:fillRect/>
          </a:stretch>
        </p:blipFill>
        <p:spPr>
          <a:xfrm>
            <a:off x="219366" y="4013200"/>
            <a:ext cx="4307225" cy="1918607"/>
          </a:xfrm>
          <a:prstGeom prst="rect">
            <a:avLst/>
          </a:prstGeom>
          <a:effectLst>
            <a:glow rad="228600">
              <a:schemeClr val="accent2">
                <a:satMod val="175000"/>
                <a:alpha val="40000"/>
              </a:schemeClr>
            </a:glow>
          </a:effectLst>
        </p:spPr>
      </p:pic>
      <p:pic>
        <p:nvPicPr>
          <p:cNvPr id="6" name="Content Placeholder 4">
            <a:extLst>
              <a:ext uri="{FF2B5EF4-FFF2-40B4-BE49-F238E27FC236}">
                <a16:creationId xmlns:a16="http://schemas.microsoft.com/office/drawing/2014/main" id="{86971DC8-6C34-A3D5-9CBD-0730F4A17D3A}"/>
              </a:ext>
            </a:extLst>
          </p:cNvPr>
          <p:cNvPicPr>
            <a:picLocks noChangeAspect="1"/>
          </p:cNvPicPr>
          <p:nvPr/>
        </p:nvPicPr>
        <p:blipFill>
          <a:blip r:embed="rId2"/>
          <a:srcRect r="63138" b="72012"/>
          <a:stretch>
            <a:fillRect/>
          </a:stretch>
        </p:blipFill>
        <p:spPr>
          <a:xfrm>
            <a:off x="219366" y="866095"/>
            <a:ext cx="3373194" cy="1422173"/>
          </a:xfrm>
          <a:prstGeom prst="rect">
            <a:avLst/>
          </a:prstGeom>
        </p:spPr>
      </p:pic>
      <p:sp>
        <p:nvSpPr>
          <p:cNvPr id="7" name="Rectangle 1">
            <a:extLst>
              <a:ext uri="{FF2B5EF4-FFF2-40B4-BE49-F238E27FC236}">
                <a16:creationId xmlns:a16="http://schemas.microsoft.com/office/drawing/2014/main" id="{9EF0E61B-C92C-7211-F532-6661D33F4769}"/>
              </a:ext>
            </a:extLst>
          </p:cNvPr>
          <p:cNvSpPr>
            <a:spLocks noChangeArrowheads="1"/>
          </p:cNvSpPr>
          <p:nvPr/>
        </p:nvSpPr>
        <p:spPr bwMode="auto">
          <a:xfrm>
            <a:off x="4038599" y="256921"/>
            <a:ext cx="6604909" cy="830997"/>
          </a:xfrm>
          <a:prstGeom prst="rect">
            <a:avLst/>
          </a:prstGeom>
          <a:solidFill>
            <a:schemeClr val="accent2"/>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FF0000"/>
                </a:solidFill>
                <a:effectLst/>
                <a:highlight>
                  <a:srgbClr val="FFFF00"/>
                </a:highlight>
                <a:latin typeface="Arial Unicode MS"/>
              </a:rPr>
              <a:t>likeNotification</a:t>
            </a:r>
            <a:r>
              <a:rPr kumimoji="0" lang="en-US" altLang="en-US" sz="2400" b="0" i="0" u="none" strike="noStrike" cap="none" normalizeH="0" baseline="0" dirty="0">
                <a:ln>
                  <a:noFill/>
                </a:ln>
                <a:solidFill>
                  <a:schemeClr val="tx1"/>
                </a:solidFill>
                <a:effectLst/>
              </a:rPr>
              <a:t>: array of like/dislike events.</a:t>
            </a:r>
            <a:endParaRPr kumimoji="0" lang="en-US" altLang="en-US" sz="6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err="1">
                <a:ln>
                  <a:noFill/>
                </a:ln>
                <a:solidFill>
                  <a:srgbClr val="FF0000"/>
                </a:solidFill>
                <a:effectLst/>
                <a:highlight>
                  <a:srgbClr val="FFFF00"/>
                </a:highlight>
                <a:latin typeface="Arial Unicode MS"/>
              </a:rPr>
              <a:t>messageNotifications</a:t>
            </a:r>
            <a:r>
              <a:rPr kumimoji="0" lang="en-US" altLang="en-US" sz="2400" b="0" i="0" u="none" strike="noStrike" cap="none" normalizeH="0" baseline="0" dirty="0">
                <a:ln>
                  <a:noFill/>
                </a:ln>
                <a:solidFill>
                  <a:schemeClr val="tx1"/>
                </a:solidFill>
                <a:effectLst/>
              </a:rPr>
              <a:t>: array of new message events.</a:t>
            </a:r>
            <a:endParaRPr kumimoji="0" lang="en-US" altLang="en-US" sz="60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F7D99990-FB0F-2423-7602-828B117C7A8C}"/>
                  </a:ext>
                </a:extLst>
              </p14:cNvPr>
              <p14:cNvContentPartPr/>
              <p14:nvPr/>
            </p14:nvContentPartPr>
            <p14:xfrm>
              <a:off x="562114" y="1665514"/>
              <a:ext cx="2219040" cy="622754"/>
            </p14:xfrm>
          </p:contentPart>
        </mc:Choice>
        <mc:Fallback xmlns="">
          <p:pic>
            <p:nvPicPr>
              <p:cNvPr id="8" name="Ink 7">
                <a:extLst>
                  <a:ext uri="{FF2B5EF4-FFF2-40B4-BE49-F238E27FC236}">
                    <a16:creationId xmlns:a16="http://schemas.microsoft.com/office/drawing/2014/main" id="{F7D99990-FB0F-2423-7602-828B117C7A8C}"/>
                  </a:ext>
                </a:extLst>
              </p:cNvPr>
              <p:cNvPicPr/>
              <p:nvPr/>
            </p:nvPicPr>
            <p:blipFill>
              <a:blip r:embed="rId4"/>
              <a:stretch>
                <a:fillRect/>
              </a:stretch>
            </p:blipFill>
            <p:spPr>
              <a:xfrm>
                <a:off x="544114" y="1647515"/>
                <a:ext cx="2254680" cy="658391"/>
              </a:xfrm>
              <a:prstGeom prst="rect">
                <a:avLst/>
              </a:prstGeom>
            </p:spPr>
          </p:pic>
        </mc:Fallback>
      </mc:AlternateContent>
      <p:cxnSp>
        <p:nvCxnSpPr>
          <p:cNvPr id="9" name="Straight Arrow Connector 8">
            <a:extLst>
              <a:ext uri="{FF2B5EF4-FFF2-40B4-BE49-F238E27FC236}">
                <a16:creationId xmlns:a16="http://schemas.microsoft.com/office/drawing/2014/main" id="{767E2FD7-97E5-3DCB-89D1-5320C1A7F789}"/>
              </a:ext>
            </a:extLst>
          </p:cNvPr>
          <p:cNvCxnSpPr>
            <a:cxnSpLocks/>
          </p:cNvCxnSpPr>
          <p:nvPr/>
        </p:nvCxnSpPr>
        <p:spPr>
          <a:xfrm flipV="1">
            <a:off x="2742037" y="926193"/>
            <a:ext cx="1296562" cy="101011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E50B3E2-E38C-98DA-0B25-A0AB973A642B}"/>
              </a:ext>
            </a:extLst>
          </p:cNvPr>
          <p:cNvSpPr txBox="1"/>
          <p:nvPr/>
        </p:nvSpPr>
        <p:spPr>
          <a:xfrm>
            <a:off x="4331428" y="1713238"/>
            <a:ext cx="6826429" cy="369332"/>
          </a:xfrm>
          <a:prstGeom prst="rect">
            <a:avLst/>
          </a:prstGeom>
          <a:noFill/>
        </p:spPr>
        <p:txBody>
          <a:bodyPr wrap="square">
            <a:spAutoFit/>
          </a:bodyPr>
          <a:lstStyle/>
          <a:p>
            <a:r>
              <a:rPr lang="en-US" dirty="0">
                <a:highlight>
                  <a:srgbClr val="FFFF00"/>
                </a:highlight>
              </a:rPr>
              <a:t>Adds a like notification if </a:t>
            </a:r>
            <a:r>
              <a:rPr lang="en-US" dirty="0">
                <a:highlight>
                  <a:srgbClr val="FFFF00"/>
                </a:highlight>
                <a:latin typeface="Courier New" panose="02070309020205020404" pitchFamily="49" charset="0"/>
              </a:rPr>
              <a:t>type</a:t>
            </a:r>
            <a:r>
              <a:rPr lang="en-US" dirty="0">
                <a:highlight>
                  <a:srgbClr val="FFFF00"/>
                </a:highlight>
              </a:rPr>
              <a:t> is </a:t>
            </a:r>
            <a:r>
              <a:rPr lang="en-US" dirty="0">
                <a:highlight>
                  <a:srgbClr val="FFFF00"/>
                </a:highlight>
                <a:latin typeface="Courier New" panose="02070309020205020404" pitchFamily="49" charset="0"/>
              </a:rPr>
              <a:t>'like'</a:t>
            </a:r>
            <a:r>
              <a:rPr lang="en-US" dirty="0">
                <a:highlight>
                  <a:srgbClr val="FFFF00"/>
                </a:highlight>
              </a:rPr>
              <a:t>; removes it if </a:t>
            </a:r>
            <a:r>
              <a:rPr lang="en-US" dirty="0">
                <a:highlight>
                  <a:srgbClr val="FFFF00"/>
                </a:highlight>
                <a:latin typeface="Courier New" panose="02070309020205020404" pitchFamily="49" charset="0"/>
              </a:rPr>
              <a:t>'dislike'</a:t>
            </a:r>
            <a:r>
              <a:rPr lang="en-US" dirty="0">
                <a:highlight>
                  <a:srgbClr val="FFFF00"/>
                </a:highlight>
              </a:rPr>
              <a:t>.</a:t>
            </a:r>
          </a:p>
        </p:txBody>
      </p:sp>
      <p:cxnSp>
        <p:nvCxnSpPr>
          <p:cNvPr id="13" name="Straight Arrow Connector 12">
            <a:extLst>
              <a:ext uri="{FF2B5EF4-FFF2-40B4-BE49-F238E27FC236}">
                <a16:creationId xmlns:a16="http://schemas.microsoft.com/office/drawing/2014/main" id="{F29E9835-13EA-6487-ED70-DBB15889E825}"/>
              </a:ext>
            </a:extLst>
          </p:cNvPr>
          <p:cNvCxnSpPr>
            <a:cxnSpLocks/>
            <a:endCxn id="12" idx="1"/>
          </p:cNvCxnSpPr>
          <p:nvPr/>
        </p:nvCxnSpPr>
        <p:spPr>
          <a:xfrm flipV="1">
            <a:off x="1800927" y="1897904"/>
            <a:ext cx="2530501" cy="74982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2">
            <a:extLst>
              <a:ext uri="{FF2B5EF4-FFF2-40B4-BE49-F238E27FC236}">
                <a16:creationId xmlns:a16="http://schemas.microsoft.com/office/drawing/2014/main" id="{863B118C-8126-5336-48F4-6B31A0DE2068}"/>
              </a:ext>
            </a:extLst>
          </p:cNvPr>
          <p:cNvSpPr>
            <a:spLocks noChangeArrowheads="1"/>
          </p:cNvSpPr>
          <p:nvPr/>
        </p:nvSpPr>
        <p:spPr bwMode="auto">
          <a:xfrm>
            <a:off x="5337284" y="2272815"/>
            <a:ext cx="6595889"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err="1">
                <a:ln>
                  <a:noFill/>
                </a:ln>
                <a:solidFill>
                  <a:schemeClr val="tx1"/>
                </a:solidFill>
                <a:effectLst/>
                <a:highlight>
                  <a:srgbClr val="FFFF00"/>
                </a:highlight>
                <a:latin typeface="Arial Unicode MS"/>
              </a:rPr>
              <a:t>clearLikeNotifications</a:t>
            </a:r>
            <a:r>
              <a:rPr kumimoji="0" lang="en-US" altLang="en-US" sz="2000" b="0" i="0" u="none" strike="noStrike" cap="none" normalizeH="0" baseline="0" dirty="0">
                <a:ln>
                  <a:noFill/>
                </a:ln>
                <a:solidFill>
                  <a:schemeClr val="tx1"/>
                </a:solidFill>
                <a:effectLst/>
                <a:highlight>
                  <a:srgbClr val="FFFF00"/>
                </a:highlight>
              </a:rPr>
              <a:t> – Clears all like notifications.</a:t>
            </a:r>
            <a:endParaRPr kumimoji="0" lang="en-US" altLang="en-US" sz="54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err="1">
                <a:ln>
                  <a:noFill/>
                </a:ln>
                <a:solidFill>
                  <a:schemeClr val="tx1"/>
                </a:solidFill>
                <a:effectLst/>
                <a:highlight>
                  <a:srgbClr val="FFFF00"/>
                </a:highlight>
                <a:latin typeface="Arial Unicode MS"/>
              </a:rPr>
              <a:t>addMessageNotification</a:t>
            </a:r>
            <a:r>
              <a:rPr kumimoji="0" lang="en-US" altLang="en-US" sz="2000" b="0" i="0" u="none" strike="noStrike" cap="none" normalizeH="0" baseline="0" dirty="0">
                <a:ln>
                  <a:noFill/>
                </a:ln>
                <a:solidFill>
                  <a:schemeClr val="tx1"/>
                </a:solidFill>
                <a:effectLst/>
                <a:highlight>
                  <a:srgbClr val="FFFF00"/>
                </a:highlight>
              </a:rPr>
              <a:t> – Adds a new message notification.</a:t>
            </a:r>
            <a:endParaRPr kumimoji="0" lang="en-US" altLang="en-US" sz="54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err="1">
                <a:ln>
                  <a:noFill/>
                </a:ln>
                <a:solidFill>
                  <a:schemeClr val="tx1"/>
                </a:solidFill>
                <a:effectLst/>
                <a:highlight>
                  <a:srgbClr val="FFFF00"/>
                </a:highlight>
                <a:latin typeface="Arial Unicode MS"/>
              </a:rPr>
              <a:t>clearMessageNotifications</a:t>
            </a:r>
            <a:r>
              <a:rPr kumimoji="0" lang="en-US" altLang="en-US" sz="2000" b="0" i="0" u="none" strike="noStrike" cap="none" normalizeH="0" baseline="0" dirty="0">
                <a:ln>
                  <a:noFill/>
                </a:ln>
                <a:solidFill>
                  <a:schemeClr val="tx1"/>
                </a:solidFill>
                <a:effectLst/>
                <a:highlight>
                  <a:srgbClr val="FFFF00"/>
                </a:highlight>
              </a:rPr>
              <a:t> – Clears all message notifications.</a:t>
            </a:r>
            <a:endParaRPr kumimoji="0" lang="en-US" altLang="en-US" sz="5400" b="0" i="0" u="none" strike="noStrike" cap="none" normalizeH="0" baseline="0" dirty="0">
              <a:ln>
                <a:noFill/>
              </a:ln>
              <a:solidFill>
                <a:schemeClr val="tx1"/>
              </a:solidFill>
              <a:effectLst/>
              <a:highlight>
                <a:srgbClr val="FFFF00"/>
              </a:highlight>
              <a:latin typeface="Arial" panose="020B0604020202020204" pitchFamily="34" charset="0"/>
            </a:endParaRPr>
          </a:p>
        </p:txBody>
      </p:sp>
      <p:cxnSp>
        <p:nvCxnSpPr>
          <p:cNvPr id="16" name="Straight Arrow Connector 15">
            <a:extLst>
              <a:ext uri="{FF2B5EF4-FFF2-40B4-BE49-F238E27FC236}">
                <a16:creationId xmlns:a16="http://schemas.microsoft.com/office/drawing/2014/main" id="{15B48147-B491-0903-E65D-045243D1F8A6}"/>
              </a:ext>
            </a:extLst>
          </p:cNvPr>
          <p:cNvCxnSpPr>
            <a:cxnSpLocks/>
            <a:endCxn id="15" idx="1"/>
          </p:cNvCxnSpPr>
          <p:nvPr/>
        </p:nvCxnSpPr>
        <p:spPr>
          <a:xfrm flipV="1">
            <a:off x="4526591" y="2780647"/>
            <a:ext cx="810693" cy="1982376"/>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3">
            <a:extLst>
              <a:ext uri="{FF2B5EF4-FFF2-40B4-BE49-F238E27FC236}">
                <a16:creationId xmlns:a16="http://schemas.microsoft.com/office/drawing/2014/main" id="{80663424-1AC4-E526-244A-126B568C41A1}"/>
              </a:ext>
            </a:extLst>
          </p:cNvPr>
          <p:cNvSpPr>
            <a:spLocks noChangeArrowheads="1"/>
          </p:cNvSpPr>
          <p:nvPr/>
        </p:nvSpPr>
        <p:spPr bwMode="auto">
          <a:xfrm>
            <a:off x="5629455" y="3348401"/>
            <a:ext cx="619699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err="1">
                <a:ln>
                  <a:noFill/>
                </a:ln>
                <a:solidFill>
                  <a:schemeClr val="tx1"/>
                </a:solidFill>
                <a:effectLst/>
                <a:highlight>
                  <a:srgbClr val="00FFFF"/>
                </a:highlight>
                <a:latin typeface="Arial Unicode MS"/>
              </a:rPr>
              <a:t>setLikeNotification</a:t>
            </a:r>
            <a:r>
              <a:rPr kumimoji="0" lang="en-US" altLang="en-US" sz="2000" b="1" i="0" u="none" strike="noStrike" cap="none" normalizeH="0" baseline="0" dirty="0">
                <a:ln>
                  <a:noFill/>
                </a:ln>
                <a:solidFill>
                  <a:schemeClr val="tx1"/>
                </a:solidFill>
                <a:effectLst/>
                <a:highlight>
                  <a:srgbClr val="00FFFF"/>
                </a:highlight>
              </a:rPr>
              <a:t>, </a:t>
            </a:r>
            <a:r>
              <a:rPr kumimoji="0" lang="en-US" altLang="en-US" sz="2000" b="1" i="0" u="none" strike="noStrike" cap="none" normalizeH="0" baseline="0" dirty="0" err="1">
                <a:ln>
                  <a:noFill/>
                </a:ln>
                <a:solidFill>
                  <a:schemeClr val="tx1"/>
                </a:solidFill>
                <a:effectLst/>
                <a:highlight>
                  <a:srgbClr val="00FFFF"/>
                </a:highlight>
                <a:latin typeface="Arial Unicode MS"/>
              </a:rPr>
              <a:t>clearLikeNotifications</a:t>
            </a:r>
            <a:r>
              <a:rPr kumimoji="0" lang="en-US" altLang="en-US" sz="2000" b="1" i="0" u="none" strike="noStrike" cap="none" normalizeH="0" baseline="0" dirty="0">
                <a:ln>
                  <a:noFill/>
                </a:ln>
                <a:solidFill>
                  <a:schemeClr val="tx1"/>
                </a:solidFill>
                <a:effectLst/>
                <a:highlight>
                  <a:srgbClr val="00FFFF"/>
                </a:highlight>
              </a:rPr>
              <a:t>, </a:t>
            </a:r>
            <a:r>
              <a:rPr kumimoji="0" lang="en-US" altLang="en-US" sz="2000" b="1" i="0" u="none" strike="noStrike" cap="none" normalizeH="0" baseline="0" dirty="0" err="1">
                <a:ln>
                  <a:noFill/>
                </a:ln>
                <a:solidFill>
                  <a:schemeClr val="tx1"/>
                </a:solidFill>
                <a:effectLst/>
                <a:highlight>
                  <a:srgbClr val="00FFFF"/>
                </a:highlight>
                <a:latin typeface="Arial Unicode MS"/>
              </a:rPr>
              <a:t>addMessageNotification</a:t>
            </a:r>
            <a:r>
              <a:rPr kumimoji="0" lang="en-US" altLang="en-US" sz="2000" b="1" i="0" u="none" strike="noStrike" cap="none" normalizeH="0" baseline="0" dirty="0">
                <a:ln>
                  <a:noFill/>
                </a:ln>
                <a:solidFill>
                  <a:schemeClr val="tx1"/>
                </a:solidFill>
                <a:effectLst/>
                <a:highlight>
                  <a:srgbClr val="00FFFF"/>
                </a:highlight>
              </a:rPr>
              <a:t>, </a:t>
            </a:r>
            <a:r>
              <a:rPr kumimoji="0" lang="en-US" altLang="en-US" sz="2000" b="1" i="0" u="none" strike="noStrike" cap="none" normalizeH="0" baseline="0" dirty="0" err="1">
                <a:ln>
                  <a:noFill/>
                </a:ln>
                <a:solidFill>
                  <a:schemeClr val="tx1"/>
                </a:solidFill>
                <a:effectLst/>
                <a:highlight>
                  <a:srgbClr val="00FFFF"/>
                </a:highlight>
                <a:latin typeface="Arial Unicode MS"/>
              </a:rPr>
              <a:t>clearMessageNotifications</a:t>
            </a:r>
            <a:r>
              <a:rPr kumimoji="0" lang="en-US" altLang="en-US" sz="2000" b="0" i="0" u="none" strike="noStrike" cap="none" normalizeH="0" baseline="0" dirty="0">
                <a:ln>
                  <a:noFill/>
                </a:ln>
                <a:solidFill>
                  <a:schemeClr val="tx1"/>
                </a:solidFill>
                <a:effectLst/>
                <a:highlight>
                  <a:srgbClr val="00FFFF"/>
                </a:highlight>
              </a:rPr>
              <a:t> are the </a:t>
            </a:r>
            <a:r>
              <a:rPr kumimoji="0" lang="en-US" altLang="en-US" sz="2000" b="1" i="0" u="none" strike="noStrike" cap="none" normalizeH="0" baseline="0" dirty="0">
                <a:ln>
                  <a:noFill/>
                </a:ln>
                <a:solidFill>
                  <a:schemeClr val="tx1"/>
                </a:solidFill>
                <a:effectLst/>
                <a:highlight>
                  <a:srgbClr val="00FFFF"/>
                </a:highlight>
                <a:latin typeface="Arial" panose="020B0604020202020204" pitchFamily="34" charset="0"/>
              </a:rPr>
              <a:t>actions</a:t>
            </a:r>
            <a:r>
              <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rPr>
              <a:t> that components can dispatch to update the real-time notifications state in the Redux store.</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err="1">
                <a:ln>
                  <a:noFill/>
                </a:ln>
                <a:solidFill>
                  <a:schemeClr val="tx1"/>
                </a:solidFill>
                <a:effectLst/>
                <a:highlight>
                  <a:srgbClr val="00FFFF"/>
                </a:highlight>
                <a:latin typeface="Arial Unicode MS"/>
              </a:rPr>
              <a:t>rtnSlice.reducer</a:t>
            </a:r>
            <a:r>
              <a:rPr kumimoji="0" lang="en-US" altLang="en-US" sz="2000" b="0" i="0" u="none" strike="noStrike" cap="none" normalizeH="0" baseline="0" dirty="0">
                <a:ln>
                  <a:noFill/>
                </a:ln>
                <a:solidFill>
                  <a:schemeClr val="tx1"/>
                </a:solidFill>
                <a:effectLst/>
                <a:highlight>
                  <a:srgbClr val="00FFFF"/>
                </a:highlight>
              </a:rPr>
              <a:t> is the </a:t>
            </a:r>
            <a:r>
              <a:rPr kumimoji="0" lang="en-US" altLang="en-US" sz="2000" b="1" i="0" u="none" strike="noStrike" cap="none" normalizeH="0" baseline="0" dirty="0">
                <a:ln>
                  <a:noFill/>
                </a:ln>
                <a:solidFill>
                  <a:schemeClr val="tx1"/>
                </a:solidFill>
                <a:effectLst/>
                <a:highlight>
                  <a:srgbClr val="00FFFF"/>
                </a:highlight>
                <a:latin typeface="Arial" panose="020B0604020202020204" pitchFamily="34" charset="0"/>
              </a:rPr>
              <a:t>reducer function</a:t>
            </a:r>
            <a:r>
              <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rPr>
              <a:t> that handles state changes for this slice. Exporting it as default allows it to be added to the Redux store so the state can be managed globally across the app.</a:t>
            </a:r>
          </a:p>
        </p:txBody>
      </p:sp>
      <p:pic>
        <p:nvPicPr>
          <p:cNvPr id="21" name="Picture 20">
            <a:extLst>
              <a:ext uri="{FF2B5EF4-FFF2-40B4-BE49-F238E27FC236}">
                <a16:creationId xmlns:a16="http://schemas.microsoft.com/office/drawing/2014/main" id="{D16C442C-42D3-3ED4-DA1B-0C6530BDE098}"/>
              </a:ext>
            </a:extLst>
          </p:cNvPr>
          <p:cNvPicPr>
            <a:picLocks noChangeAspect="1"/>
          </p:cNvPicPr>
          <p:nvPr/>
        </p:nvPicPr>
        <p:blipFill>
          <a:blip r:embed="rId5"/>
          <a:stretch>
            <a:fillRect/>
          </a:stretch>
        </p:blipFill>
        <p:spPr>
          <a:xfrm>
            <a:off x="127908" y="3135411"/>
            <a:ext cx="4292821" cy="692186"/>
          </a:xfrm>
          <a:prstGeom prst="rect">
            <a:avLst/>
          </a:prstGeom>
        </p:spPr>
      </p:pic>
      <p:cxnSp>
        <p:nvCxnSpPr>
          <p:cNvPr id="23" name="Straight Arrow Connector 22">
            <a:extLst>
              <a:ext uri="{FF2B5EF4-FFF2-40B4-BE49-F238E27FC236}">
                <a16:creationId xmlns:a16="http://schemas.microsoft.com/office/drawing/2014/main" id="{B7F67DC0-4BE6-5D7B-C721-F7C46DC35550}"/>
              </a:ext>
            </a:extLst>
          </p:cNvPr>
          <p:cNvCxnSpPr>
            <a:cxnSpLocks/>
            <a:endCxn id="19" idx="1"/>
          </p:cNvCxnSpPr>
          <p:nvPr/>
        </p:nvCxnSpPr>
        <p:spPr>
          <a:xfrm flipV="1">
            <a:off x="4770338" y="4779562"/>
            <a:ext cx="859117" cy="1491824"/>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80331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A6650-43F3-797C-2EFE-560EF62A6ACD}"/>
              </a:ext>
            </a:extLst>
          </p:cNvPr>
          <p:cNvSpPr>
            <a:spLocks noGrp="1"/>
          </p:cNvSpPr>
          <p:nvPr>
            <p:ph type="title"/>
          </p:nvPr>
        </p:nvSpPr>
        <p:spPr>
          <a:xfrm>
            <a:off x="0" y="0"/>
            <a:ext cx="10515600" cy="768124"/>
          </a:xfrm>
        </p:spPr>
        <p:txBody>
          <a:bodyPr/>
          <a:lstStyle/>
          <a:p>
            <a:r>
              <a:rPr lang="en-US" dirty="0" err="1"/>
              <a:t>CreatePost.jsx</a:t>
            </a:r>
            <a:endParaRPr lang="en-US" dirty="0"/>
          </a:p>
        </p:txBody>
      </p:sp>
      <p:pic>
        <p:nvPicPr>
          <p:cNvPr id="5" name="Content Placeholder 4">
            <a:extLst>
              <a:ext uri="{FF2B5EF4-FFF2-40B4-BE49-F238E27FC236}">
                <a16:creationId xmlns:a16="http://schemas.microsoft.com/office/drawing/2014/main" id="{EE4763E7-5C6E-4A03-F8BF-BB6D0A89DB41}"/>
              </a:ext>
            </a:extLst>
          </p:cNvPr>
          <p:cNvPicPr>
            <a:picLocks noGrp="1" noChangeAspect="1"/>
          </p:cNvPicPr>
          <p:nvPr>
            <p:ph idx="1"/>
          </p:nvPr>
        </p:nvPicPr>
        <p:blipFill>
          <a:blip r:embed="rId2"/>
          <a:stretch>
            <a:fillRect/>
          </a:stretch>
        </p:blipFill>
        <p:spPr>
          <a:xfrm>
            <a:off x="144231" y="768123"/>
            <a:ext cx="4974347" cy="2105705"/>
          </a:xfrm>
          <a:prstGeom prst="rect">
            <a:avLst/>
          </a:prstGeom>
        </p:spPr>
      </p:pic>
      <p:pic>
        <p:nvPicPr>
          <p:cNvPr id="7" name="Picture 6">
            <a:extLst>
              <a:ext uri="{FF2B5EF4-FFF2-40B4-BE49-F238E27FC236}">
                <a16:creationId xmlns:a16="http://schemas.microsoft.com/office/drawing/2014/main" id="{BA0C4DB4-732C-92BA-533A-BE572746E8C2}"/>
              </a:ext>
            </a:extLst>
          </p:cNvPr>
          <p:cNvPicPr>
            <a:picLocks noChangeAspect="1"/>
          </p:cNvPicPr>
          <p:nvPr/>
        </p:nvPicPr>
        <p:blipFill>
          <a:blip r:embed="rId3"/>
          <a:stretch>
            <a:fillRect/>
          </a:stretch>
        </p:blipFill>
        <p:spPr>
          <a:xfrm>
            <a:off x="144231" y="2966775"/>
            <a:ext cx="5220555" cy="3572817"/>
          </a:xfrm>
          <a:prstGeom prst="rect">
            <a:avLst/>
          </a:prstGeom>
        </p:spPr>
      </p:pic>
      <p:sp>
        <p:nvSpPr>
          <p:cNvPr id="4" name="TextBox 3">
            <a:extLst>
              <a:ext uri="{FF2B5EF4-FFF2-40B4-BE49-F238E27FC236}">
                <a16:creationId xmlns:a16="http://schemas.microsoft.com/office/drawing/2014/main" id="{D64B7696-4B06-C9C8-9CBD-061A9E9C41A7}"/>
              </a:ext>
            </a:extLst>
          </p:cNvPr>
          <p:cNvSpPr txBox="1"/>
          <p:nvPr/>
        </p:nvSpPr>
        <p:spPr>
          <a:xfrm>
            <a:off x="6341856" y="297708"/>
            <a:ext cx="6217104" cy="369332"/>
          </a:xfrm>
          <a:prstGeom prst="rect">
            <a:avLst/>
          </a:prstGeom>
          <a:noFill/>
        </p:spPr>
        <p:txBody>
          <a:bodyPr wrap="square">
            <a:spAutoFit/>
          </a:bodyPr>
          <a:lstStyle/>
          <a:p>
            <a:r>
              <a:rPr lang="en-US" dirty="0" err="1">
                <a:highlight>
                  <a:srgbClr val="00FFFF"/>
                </a:highlight>
                <a:latin typeface="Courier New" panose="02070309020205020404" pitchFamily="49" charset="0"/>
              </a:rPr>
              <a:t>readFileAsDataURL</a:t>
            </a:r>
            <a:r>
              <a:rPr lang="en-US" dirty="0">
                <a:highlight>
                  <a:srgbClr val="00FFFF"/>
                </a:highlight>
              </a:rPr>
              <a:t> help handle image uploads</a:t>
            </a:r>
          </a:p>
        </p:txBody>
      </p:sp>
      <p:cxnSp>
        <p:nvCxnSpPr>
          <p:cNvPr id="6" name="Straight Arrow Connector 5">
            <a:extLst>
              <a:ext uri="{FF2B5EF4-FFF2-40B4-BE49-F238E27FC236}">
                <a16:creationId xmlns:a16="http://schemas.microsoft.com/office/drawing/2014/main" id="{5F4E5BB7-0AF7-7CF5-7D34-A04AAC10F6F4}"/>
              </a:ext>
            </a:extLst>
          </p:cNvPr>
          <p:cNvCxnSpPr>
            <a:cxnSpLocks/>
            <a:endCxn id="4" idx="1"/>
          </p:cNvCxnSpPr>
          <p:nvPr/>
        </p:nvCxnSpPr>
        <p:spPr>
          <a:xfrm flipV="1">
            <a:off x="3739243" y="482374"/>
            <a:ext cx="2602613" cy="132193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D093E30-D8BC-5C37-CCE6-B2CC16D1CFB3}"/>
              </a:ext>
            </a:extLst>
          </p:cNvPr>
          <p:cNvSpPr txBox="1"/>
          <p:nvPr/>
        </p:nvSpPr>
        <p:spPr>
          <a:xfrm>
            <a:off x="5457575" y="1111179"/>
            <a:ext cx="6400800" cy="2031325"/>
          </a:xfrm>
          <a:prstGeom prst="rect">
            <a:avLst/>
          </a:prstGeom>
          <a:noFill/>
        </p:spPr>
        <p:txBody>
          <a:bodyPr wrap="square">
            <a:spAutoFit/>
          </a:bodyPr>
          <a:lstStyle/>
          <a:p>
            <a:r>
              <a:rPr lang="en-US" dirty="0">
                <a:highlight>
                  <a:srgbClr val="FFFF00"/>
                </a:highlight>
              </a:rPr>
              <a:t>It uses </a:t>
            </a:r>
            <a:r>
              <a:rPr lang="en-US" dirty="0" err="1">
                <a:highlight>
                  <a:srgbClr val="FFFF00"/>
                </a:highlight>
                <a:latin typeface="Courier New" panose="02070309020205020404" pitchFamily="49" charset="0"/>
              </a:rPr>
              <a:t>useRef</a:t>
            </a:r>
            <a:r>
              <a:rPr lang="en-US" dirty="0">
                <a:highlight>
                  <a:srgbClr val="FFFF00"/>
                </a:highlight>
              </a:rPr>
              <a:t> for the file input, and </a:t>
            </a:r>
            <a:r>
              <a:rPr lang="en-US" dirty="0" err="1">
                <a:highlight>
                  <a:srgbClr val="FFFF00"/>
                </a:highlight>
                <a:latin typeface="Courier New" panose="02070309020205020404" pitchFamily="49" charset="0"/>
              </a:rPr>
              <a:t>useState</a:t>
            </a:r>
            <a:r>
              <a:rPr lang="en-US" dirty="0">
                <a:highlight>
                  <a:srgbClr val="FFFF00"/>
                </a:highlight>
              </a:rPr>
              <a:t> to track the selected file, caption text, image preview, and loading state. Redux </a:t>
            </a:r>
            <a:r>
              <a:rPr lang="en-US" dirty="0" err="1">
                <a:highlight>
                  <a:srgbClr val="FFFF00"/>
                </a:highlight>
                <a:latin typeface="Courier New" panose="02070309020205020404" pitchFamily="49" charset="0"/>
              </a:rPr>
              <a:t>useSelector</a:t>
            </a:r>
            <a:r>
              <a:rPr lang="en-US" dirty="0">
                <a:highlight>
                  <a:srgbClr val="FFFF00"/>
                </a:highlight>
              </a:rPr>
              <a:t> accesses the current user and existing posts, while </a:t>
            </a:r>
            <a:r>
              <a:rPr lang="en-US" dirty="0" err="1">
                <a:highlight>
                  <a:srgbClr val="FFFF00"/>
                </a:highlight>
                <a:latin typeface="Courier New" panose="02070309020205020404" pitchFamily="49" charset="0"/>
              </a:rPr>
              <a:t>useDispatch</a:t>
            </a:r>
            <a:r>
              <a:rPr lang="en-US" dirty="0">
                <a:highlight>
                  <a:srgbClr val="FFFF00"/>
                </a:highlight>
              </a:rPr>
              <a:t> is used to update the posts in the store. The </a:t>
            </a:r>
            <a:r>
              <a:rPr lang="en-US" dirty="0" err="1">
                <a:highlight>
                  <a:srgbClr val="FFFF00"/>
                </a:highlight>
                <a:latin typeface="Courier New" panose="02070309020205020404" pitchFamily="49" charset="0"/>
              </a:rPr>
              <a:t>fileChangeHandler</a:t>
            </a:r>
            <a:r>
              <a:rPr lang="en-US" dirty="0">
                <a:highlight>
                  <a:srgbClr val="FFFF00"/>
                </a:highlight>
              </a:rPr>
              <a:t> updates the selected file and generates a </a:t>
            </a:r>
            <a:r>
              <a:rPr lang="en-US" b="1" dirty="0">
                <a:highlight>
                  <a:srgbClr val="FFFF00"/>
                </a:highlight>
              </a:rPr>
              <a:t>preview</a:t>
            </a:r>
            <a:r>
              <a:rPr lang="en-US" dirty="0">
                <a:highlight>
                  <a:srgbClr val="FFFF00"/>
                </a:highlight>
              </a:rPr>
              <a:t> using </a:t>
            </a:r>
            <a:r>
              <a:rPr lang="en-US" dirty="0" err="1">
                <a:highlight>
                  <a:srgbClr val="FFFF00"/>
                </a:highlight>
                <a:latin typeface="Courier New" panose="02070309020205020404" pitchFamily="49" charset="0"/>
              </a:rPr>
              <a:t>readFileAsDataURL</a:t>
            </a:r>
            <a:r>
              <a:rPr lang="en-US" dirty="0">
                <a:highlight>
                  <a:srgbClr val="FFFF00"/>
                </a:highlight>
              </a:rPr>
              <a:t>, allowing the user to see the image before submitting the post. </a:t>
            </a:r>
          </a:p>
        </p:txBody>
      </p:sp>
      <p:sp>
        <p:nvSpPr>
          <p:cNvPr id="12" name="Rectangle 1">
            <a:extLst>
              <a:ext uri="{FF2B5EF4-FFF2-40B4-BE49-F238E27FC236}">
                <a16:creationId xmlns:a16="http://schemas.microsoft.com/office/drawing/2014/main" id="{16F171DD-C9D3-0E2F-F71D-AB3D03FDC2C7}"/>
              </a:ext>
            </a:extLst>
          </p:cNvPr>
          <p:cNvSpPr>
            <a:spLocks noChangeArrowheads="1"/>
          </p:cNvSpPr>
          <p:nvPr/>
        </p:nvSpPr>
        <p:spPr bwMode="auto">
          <a:xfrm>
            <a:off x="5646963" y="3586643"/>
            <a:ext cx="5897337" cy="1923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err="1">
                <a:ln>
                  <a:noFill/>
                </a:ln>
                <a:solidFill>
                  <a:schemeClr val="tx1"/>
                </a:solidFill>
                <a:effectLst/>
                <a:highlight>
                  <a:srgbClr val="00FF00"/>
                </a:highlight>
                <a:latin typeface="Arial Unicode MS"/>
              </a:rPr>
              <a:t>setFile</a:t>
            </a:r>
            <a:r>
              <a:rPr kumimoji="0" lang="en-US" altLang="en-US" sz="1700" b="0" i="0" u="none" strike="noStrike" cap="none" normalizeH="0" baseline="0" dirty="0">
                <a:ln>
                  <a:noFill/>
                </a:ln>
                <a:solidFill>
                  <a:schemeClr val="tx1"/>
                </a:solidFill>
                <a:effectLst/>
                <a:highlight>
                  <a:srgbClr val="00FF00"/>
                </a:highlight>
                <a:latin typeface="Arial Unicode MS"/>
              </a:rPr>
              <a:t>(file)</a:t>
            </a:r>
            <a:r>
              <a:rPr kumimoji="0" lang="en-US" altLang="en-US" sz="1700" b="0" i="0" u="none" strike="noStrike" cap="none" normalizeH="0" baseline="0" dirty="0">
                <a:ln>
                  <a:noFill/>
                </a:ln>
                <a:solidFill>
                  <a:schemeClr val="tx1"/>
                </a:solidFill>
                <a:effectLst/>
                <a:highlight>
                  <a:srgbClr val="00FF00"/>
                </a:highlight>
              </a:rPr>
              <a:t> stores the selected file in state so it can later be uploaded.</a:t>
            </a:r>
            <a:endParaRPr kumimoji="0" lang="en-US" altLang="en-US" sz="1700" b="0" i="0" u="none" strike="noStrike" cap="none" normalizeH="0" baseline="0" dirty="0">
              <a:ln>
                <a:noFill/>
              </a:ln>
              <a:solidFill>
                <a:schemeClr val="tx1"/>
              </a:solidFill>
              <a:effectLst/>
              <a:highlight>
                <a:srgbClr val="00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err="1">
                <a:ln>
                  <a:noFill/>
                </a:ln>
                <a:solidFill>
                  <a:schemeClr val="tx1"/>
                </a:solidFill>
                <a:effectLst/>
                <a:highlight>
                  <a:srgbClr val="00FF00"/>
                </a:highlight>
                <a:latin typeface="Arial Unicode MS"/>
              </a:rPr>
              <a:t>readFileAsDataURL</a:t>
            </a:r>
            <a:r>
              <a:rPr kumimoji="0" lang="en-US" altLang="en-US" sz="1700" b="0" i="0" u="none" strike="noStrike" cap="none" normalizeH="0" baseline="0" dirty="0">
                <a:ln>
                  <a:noFill/>
                </a:ln>
                <a:solidFill>
                  <a:schemeClr val="tx1"/>
                </a:solidFill>
                <a:effectLst/>
                <a:highlight>
                  <a:srgbClr val="00FF00"/>
                </a:highlight>
                <a:latin typeface="Arial Unicode MS"/>
              </a:rPr>
              <a:t>(file)</a:t>
            </a:r>
            <a:r>
              <a:rPr kumimoji="0" lang="en-US" altLang="en-US" sz="1700" b="0" i="0" u="none" strike="noStrike" cap="none" normalizeH="0" baseline="0" dirty="0">
                <a:ln>
                  <a:noFill/>
                </a:ln>
                <a:solidFill>
                  <a:schemeClr val="tx1"/>
                </a:solidFill>
                <a:effectLst/>
                <a:highlight>
                  <a:srgbClr val="00FF00"/>
                </a:highlight>
              </a:rPr>
              <a:t> converts the file into a </a:t>
            </a:r>
            <a:r>
              <a:rPr kumimoji="0" lang="en-US" altLang="en-US" sz="1700" b="1" i="0" u="none" strike="noStrike" cap="none" normalizeH="0" baseline="0" dirty="0">
                <a:ln>
                  <a:noFill/>
                </a:ln>
                <a:solidFill>
                  <a:schemeClr val="tx1"/>
                </a:solidFill>
                <a:effectLst/>
                <a:highlight>
                  <a:srgbClr val="00FF00"/>
                </a:highlight>
                <a:latin typeface="Arial" panose="020B0604020202020204" pitchFamily="34" charset="0"/>
              </a:rPr>
              <a:t>base64 data URL</a:t>
            </a:r>
            <a:r>
              <a:rPr kumimoji="0" lang="en-US" altLang="en-US" sz="1700" b="0" i="0" u="none" strike="noStrike" cap="none" normalizeH="0" baseline="0" dirty="0">
                <a:ln>
                  <a:noFill/>
                </a:ln>
                <a:solidFill>
                  <a:schemeClr val="tx1"/>
                </a:solidFill>
                <a:effectLst/>
                <a:highlight>
                  <a:srgbClr val="00FF00"/>
                </a:highlight>
                <a:latin typeface="Arial" panose="020B0604020202020204" pitchFamily="34" charset="0"/>
              </a:rPr>
              <a:t>, which can be used to show a </a:t>
            </a:r>
            <a:r>
              <a:rPr kumimoji="0" lang="en-US" altLang="en-US" sz="1700" b="1" i="0" u="none" strike="noStrike" cap="none" normalizeH="0" baseline="0" dirty="0">
                <a:ln>
                  <a:noFill/>
                </a:ln>
                <a:solidFill>
                  <a:schemeClr val="tx1"/>
                </a:solidFill>
                <a:effectLst/>
                <a:highlight>
                  <a:srgbClr val="00FF00"/>
                </a:highlight>
                <a:latin typeface="Arial" panose="020B0604020202020204" pitchFamily="34" charset="0"/>
              </a:rPr>
              <a:t>preview of the image</a:t>
            </a:r>
            <a:r>
              <a:rPr kumimoji="0" lang="en-US" altLang="en-US" sz="1700" b="0" i="0" u="none" strike="noStrike" cap="none" normalizeH="0" baseline="0" dirty="0">
                <a:ln>
                  <a:noFill/>
                </a:ln>
                <a:solidFill>
                  <a:schemeClr val="tx1"/>
                </a:solidFill>
                <a:effectLst/>
                <a:highlight>
                  <a:srgbClr val="00FF00"/>
                </a:highlight>
                <a:latin typeface="Arial" panose="020B0604020202020204" pitchFamily="34" charset="0"/>
              </a:rPr>
              <a:t> in the UI.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err="1">
                <a:ln>
                  <a:noFill/>
                </a:ln>
                <a:solidFill>
                  <a:schemeClr val="tx1"/>
                </a:solidFill>
                <a:effectLst/>
                <a:highlight>
                  <a:srgbClr val="00FF00"/>
                </a:highlight>
                <a:latin typeface="Arial Unicode MS"/>
              </a:rPr>
              <a:t>setImagePreview</a:t>
            </a:r>
            <a:r>
              <a:rPr kumimoji="0" lang="en-US" altLang="en-US" sz="1700" b="0" i="0" u="none" strike="noStrike" cap="none" normalizeH="0" baseline="0" dirty="0">
                <a:ln>
                  <a:noFill/>
                </a:ln>
                <a:solidFill>
                  <a:schemeClr val="tx1"/>
                </a:solidFill>
                <a:effectLst/>
                <a:highlight>
                  <a:srgbClr val="00FF00"/>
                </a:highlight>
                <a:latin typeface="Arial Unicode MS"/>
              </a:rPr>
              <a:t>(</a:t>
            </a:r>
            <a:r>
              <a:rPr kumimoji="0" lang="en-US" altLang="en-US" sz="1700" b="0" i="0" u="none" strike="noStrike" cap="none" normalizeH="0" baseline="0" dirty="0" err="1">
                <a:ln>
                  <a:noFill/>
                </a:ln>
                <a:solidFill>
                  <a:schemeClr val="tx1"/>
                </a:solidFill>
                <a:effectLst/>
                <a:highlight>
                  <a:srgbClr val="00FF00"/>
                </a:highlight>
                <a:latin typeface="Arial Unicode MS"/>
              </a:rPr>
              <a:t>dataUrl</a:t>
            </a:r>
            <a:r>
              <a:rPr kumimoji="0" lang="en-US" altLang="en-US" sz="1700" b="0" i="0" u="none" strike="noStrike" cap="none" normalizeH="0" baseline="0" dirty="0">
                <a:ln>
                  <a:noFill/>
                </a:ln>
                <a:solidFill>
                  <a:schemeClr val="tx1"/>
                </a:solidFill>
                <a:effectLst/>
                <a:highlight>
                  <a:srgbClr val="00FF00"/>
                </a:highlight>
                <a:latin typeface="Arial Unicode MS"/>
              </a:rPr>
              <a:t>)</a:t>
            </a:r>
            <a:r>
              <a:rPr kumimoji="0" lang="en-US" altLang="en-US" sz="1700" b="0" i="0" u="none" strike="noStrike" cap="none" normalizeH="0" baseline="0" dirty="0">
                <a:ln>
                  <a:noFill/>
                </a:ln>
                <a:solidFill>
                  <a:schemeClr val="tx1"/>
                </a:solidFill>
                <a:effectLst/>
                <a:highlight>
                  <a:srgbClr val="00FF00"/>
                </a:highlight>
              </a:rPr>
              <a:t> updates the preview state so the user can see the image before submitting the post.</a:t>
            </a:r>
            <a:endParaRPr kumimoji="0" lang="en-US" altLang="en-US" sz="1700" b="0" i="0" u="none" strike="noStrike" cap="none" normalizeH="0" baseline="0" dirty="0">
              <a:ln>
                <a:noFill/>
              </a:ln>
              <a:solidFill>
                <a:schemeClr val="tx1"/>
              </a:solidFill>
              <a:effectLst/>
              <a:highlight>
                <a:srgbClr val="00FF00"/>
              </a:highlight>
              <a:latin typeface="Arial" panose="020B0604020202020204" pitchFamily="34" charset="0"/>
            </a:endParaRPr>
          </a:p>
        </p:txBody>
      </p:sp>
    </p:spTree>
    <p:extLst>
      <p:ext uri="{BB962C8B-B14F-4D97-AF65-F5344CB8AC3E}">
        <p14:creationId xmlns:p14="http://schemas.microsoft.com/office/powerpoint/2010/main" val="261087754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CCB5ED0-9352-653B-FF5E-152BD169003A}"/>
              </a:ext>
            </a:extLst>
          </p:cNvPr>
          <p:cNvPicPr>
            <a:picLocks noGrp="1" noChangeAspect="1"/>
          </p:cNvPicPr>
          <p:nvPr>
            <p:ph idx="1"/>
          </p:nvPr>
        </p:nvPicPr>
        <p:blipFill>
          <a:blip r:embed="rId2"/>
          <a:stretch>
            <a:fillRect/>
          </a:stretch>
        </p:blipFill>
        <p:spPr>
          <a:xfrm>
            <a:off x="163285" y="199928"/>
            <a:ext cx="5495140" cy="4875554"/>
          </a:xfrm>
          <a:prstGeom prst="rect">
            <a:avLst/>
          </a:prstGeom>
        </p:spPr>
      </p:pic>
      <p:sp>
        <p:nvSpPr>
          <p:cNvPr id="6" name="TextBox 5">
            <a:extLst>
              <a:ext uri="{FF2B5EF4-FFF2-40B4-BE49-F238E27FC236}">
                <a16:creationId xmlns:a16="http://schemas.microsoft.com/office/drawing/2014/main" id="{8EEBF4F9-4C1C-7623-EC9F-6A57D3F9268F}"/>
              </a:ext>
            </a:extLst>
          </p:cNvPr>
          <p:cNvSpPr txBox="1"/>
          <p:nvPr/>
        </p:nvSpPr>
        <p:spPr>
          <a:xfrm>
            <a:off x="163285" y="5147676"/>
            <a:ext cx="11785933" cy="1631216"/>
          </a:xfrm>
          <a:prstGeom prst="rect">
            <a:avLst/>
          </a:prstGeom>
          <a:noFill/>
        </p:spPr>
        <p:txBody>
          <a:bodyPr wrap="square">
            <a:spAutoFit/>
          </a:bodyPr>
          <a:lstStyle/>
          <a:p>
            <a:r>
              <a:rPr lang="en-US" sz="2000" dirty="0">
                <a:highlight>
                  <a:srgbClr val="FFFF00"/>
                </a:highlight>
              </a:rPr>
              <a:t>The </a:t>
            </a:r>
            <a:r>
              <a:rPr lang="en-US" sz="2000" dirty="0" err="1">
                <a:highlight>
                  <a:srgbClr val="FFFF00"/>
                </a:highlight>
                <a:latin typeface="Courier New" panose="02070309020205020404" pitchFamily="49" charset="0"/>
              </a:rPr>
              <a:t>createPostHandler</a:t>
            </a:r>
            <a:r>
              <a:rPr lang="en-US" sz="2000" dirty="0">
                <a:highlight>
                  <a:srgbClr val="FFFF00"/>
                </a:highlight>
              </a:rPr>
              <a:t> function handles </a:t>
            </a:r>
            <a:r>
              <a:rPr lang="en-US" sz="2000" b="1" dirty="0">
                <a:highlight>
                  <a:srgbClr val="FFFF00"/>
                </a:highlight>
              </a:rPr>
              <a:t>submitting a new post</a:t>
            </a:r>
            <a:r>
              <a:rPr lang="en-US" sz="2000" dirty="0">
                <a:highlight>
                  <a:srgbClr val="FFFF00"/>
                </a:highlight>
              </a:rPr>
              <a:t>. It creates a </a:t>
            </a:r>
            <a:r>
              <a:rPr lang="en-US" sz="2000" dirty="0" err="1">
                <a:highlight>
                  <a:srgbClr val="FFFF00"/>
                </a:highlight>
                <a:latin typeface="Courier New" panose="02070309020205020404" pitchFamily="49" charset="0"/>
              </a:rPr>
              <a:t>FormData</a:t>
            </a:r>
            <a:r>
              <a:rPr lang="en-US" sz="2000" dirty="0">
                <a:highlight>
                  <a:srgbClr val="FFFF00"/>
                </a:highlight>
              </a:rPr>
              <a:t> object containing the caption and, if available, the selected image. It sends a POST request to the backend API with </a:t>
            </a:r>
            <a:r>
              <a:rPr lang="en-US" sz="2000" dirty="0">
                <a:highlight>
                  <a:srgbClr val="FFFF00"/>
                </a:highlight>
                <a:latin typeface="Courier New" panose="02070309020205020404" pitchFamily="49" charset="0"/>
              </a:rPr>
              <a:t>multipart/form-data</a:t>
            </a:r>
            <a:r>
              <a:rPr lang="en-US" sz="2000" dirty="0">
                <a:highlight>
                  <a:srgbClr val="FFFF00"/>
                </a:highlight>
              </a:rPr>
              <a:t>. While the request is in progress, </a:t>
            </a:r>
            <a:r>
              <a:rPr lang="en-US" sz="2000" dirty="0">
                <a:highlight>
                  <a:srgbClr val="FFFF00"/>
                </a:highlight>
                <a:latin typeface="Courier New" panose="02070309020205020404" pitchFamily="49" charset="0"/>
              </a:rPr>
              <a:t>loading</a:t>
            </a:r>
            <a:r>
              <a:rPr lang="en-US" sz="2000" dirty="0">
                <a:highlight>
                  <a:srgbClr val="FFFF00"/>
                </a:highlight>
              </a:rPr>
              <a:t> is set to true. On success, it </a:t>
            </a:r>
            <a:r>
              <a:rPr lang="en-US" sz="2000" b="1" dirty="0">
                <a:highlight>
                  <a:srgbClr val="FFFF00"/>
                </a:highlight>
              </a:rPr>
              <a:t>updates the Redux store</a:t>
            </a:r>
            <a:r>
              <a:rPr lang="en-US" sz="2000" dirty="0">
                <a:highlight>
                  <a:srgbClr val="FFFF00"/>
                </a:highlight>
              </a:rPr>
              <a:t> with the new post, shows a success toast, closes the modal, and resets the form state. If the request fails, it shows an error toast. Finally, it resets the loading state.</a:t>
            </a:r>
          </a:p>
        </p:txBody>
      </p:sp>
      <p:pic>
        <p:nvPicPr>
          <p:cNvPr id="8" name="Picture 7">
            <a:extLst>
              <a:ext uri="{FF2B5EF4-FFF2-40B4-BE49-F238E27FC236}">
                <a16:creationId xmlns:a16="http://schemas.microsoft.com/office/drawing/2014/main" id="{4B73DCC6-D293-CC1E-EF5E-1D6E11612700}"/>
              </a:ext>
            </a:extLst>
          </p:cNvPr>
          <p:cNvPicPr>
            <a:picLocks noChangeAspect="1"/>
          </p:cNvPicPr>
          <p:nvPr/>
        </p:nvPicPr>
        <p:blipFill>
          <a:blip r:embed="rId3"/>
          <a:stretch>
            <a:fillRect/>
          </a:stretch>
        </p:blipFill>
        <p:spPr>
          <a:xfrm>
            <a:off x="6811161" y="209102"/>
            <a:ext cx="4259609" cy="4857205"/>
          </a:xfrm>
          <a:prstGeom prst="rect">
            <a:avLst/>
          </a:prstGeom>
          <a:effectLst>
            <a:glow rad="228600">
              <a:schemeClr val="accent2">
                <a:satMod val="175000"/>
                <a:alpha val="40000"/>
              </a:schemeClr>
            </a:glow>
          </a:effectLst>
        </p:spPr>
      </p:pic>
    </p:spTree>
    <p:extLst>
      <p:ext uri="{BB962C8B-B14F-4D97-AF65-F5344CB8AC3E}">
        <p14:creationId xmlns:p14="http://schemas.microsoft.com/office/powerpoint/2010/main" val="13153477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8CFC4-0306-D979-9C6B-1382D1C6640B}"/>
              </a:ext>
            </a:extLst>
          </p:cNvPr>
          <p:cNvSpPr>
            <a:spLocks noGrp="1"/>
          </p:cNvSpPr>
          <p:nvPr>
            <p:ph type="ctrTitle"/>
          </p:nvPr>
        </p:nvSpPr>
        <p:spPr>
          <a:xfrm>
            <a:off x="-108857" y="0"/>
            <a:ext cx="9144000" cy="742270"/>
          </a:xfrm>
        </p:spPr>
        <p:txBody>
          <a:bodyPr>
            <a:normAutofit fontScale="90000"/>
          </a:bodyPr>
          <a:lstStyle/>
          <a:p>
            <a:r>
              <a:rPr lang="en-US" dirty="0"/>
              <a:t>PostSlice.js</a:t>
            </a:r>
          </a:p>
        </p:txBody>
      </p:sp>
      <p:pic>
        <p:nvPicPr>
          <p:cNvPr id="5" name="Picture 4">
            <a:extLst>
              <a:ext uri="{FF2B5EF4-FFF2-40B4-BE49-F238E27FC236}">
                <a16:creationId xmlns:a16="http://schemas.microsoft.com/office/drawing/2014/main" id="{70BB8572-FDD3-A637-04B5-9CCC40821B4C}"/>
              </a:ext>
            </a:extLst>
          </p:cNvPr>
          <p:cNvPicPr>
            <a:picLocks noChangeAspect="1"/>
          </p:cNvPicPr>
          <p:nvPr/>
        </p:nvPicPr>
        <p:blipFill>
          <a:blip r:embed="rId2"/>
          <a:stretch>
            <a:fillRect/>
          </a:stretch>
        </p:blipFill>
        <p:spPr>
          <a:xfrm>
            <a:off x="171248" y="998322"/>
            <a:ext cx="5949144" cy="4861355"/>
          </a:xfrm>
          <a:prstGeom prst="rect">
            <a:avLst/>
          </a:prstGeom>
        </p:spPr>
      </p:pic>
      <p:sp>
        <p:nvSpPr>
          <p:cNvPr id="6" name="Rectangle 1">
            <a:extLst>
              <a:ext uri="{FF2B5EF4-FFF2-40B4-BE49-F238E27FC236}">
                <a16:creationId xmlns:a16="http://schemas.microsoft.com/office/drawing/2014/main" id="{8047CB0A-A5E2-AA60-962F-344AF40DBAED}"/>
              </a:ext>
            </a:extLst>
          </p:cNvPr>
          <p:cNvSpPr>
            <a:spLocks noChangeArrowheads="1"/>
          </p:cNvSpPr>
          <p:nvPr/>
        </p:nvSpPr>
        <p:spPr bwMode="auto">
          <a:xfrm>
            <a:off x="6120392" y="881743"/>
            <a:ext cx="5949143" cy="4380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highlight>
                  <a:srgbClr val="FFFF00"/>
                </a:highlight>
                <a:latin typeface="Arial" panose="020B0604020202020204" pitchFamily="34" charset="0"/>
              </a:rPr>
              <a:t>State:</a:t>
            </a:r>
            <a:endParaRPr kumimoji="0" lang="en-US" altLang="en-US" sz="20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highlight>
                  <a:srgbClr val="FFFF00"/>
                </a:highlight>
                <a:latin typeface="Arial Unicode MS"/>
              </a:rPr>
              <a:t>posts</a:t>
            </a:r>
            <a:r>
              <a:rPr kumimoji="0" lang="en-US" altLang="en-US" sz="2000" b="0" i="0" u="none" strike="noStrike" cap="none" normalizeH="0" baseline="0" dirty="0">
                <a:ln>
                  <a:noFill/>
                </a:ln>
                <a:solidFill>
                  <a:schemeClr val="tx1"/>
                </a:solidFill>
                <a:effectLst/>
                <a:highlight>
                  <a:srgbClr val="FFFF00"/>
                </a:highlight>
              </a:rPr>
              <a:t>: an array containing all posts.</a:t>
            </a:r>
            <a:endParaRPr kumimoji="0" lang="en-US" altLang="en-US" sz="20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highlight>
                  <a:srgbClr val="FFFF00"/>
                </a:highlight>
                <a:latin typeface="Arial Unicode MS"/>
              </a:rPr>
              <a:t>selectedPost</a:t>
            </a:r>
            <a:r>
              <a:rPr kumimoji="0" lang="en-US" altLang="en-US" sz="2000" b="0" i="0" u="none" strike="noStrike" cap="none" normalizeH="0" baseline="0" dirty="0">
                <a:ln>
                  <a:noFill/>
                </a:ln>
                <a:solidFill>
                  <a:schemeClr val="tx1"/>
                </a:solidFill>
                <a:effectLst/>
                <a:highlight>
                  <a:srgbClr val="FFFF00"/>
                </a:highlight>
              </a:rPr>
              <a:t>: the currently selected post for viewing or editing.</a:t>
            </a:r>
            <a:endParaRPr kumimoji="0" lang="en-US" altLang="en-US" sz="20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highlight>
                  <a:srgbClr val="FFFF00"/>
                </a:highlight>
                <a:latin typeface="Arial" panose="020B0604020202020204" pitchFamily="34" charset="0"/>
              </a:rPr>
              <a:t>Reducers / Actions:</a:t>
            </a:r>
            <a:endParaRPr kumimoji="0" lang="en-US" altLang="en-US" sz="20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err="1">
                <a:ln>
                  <a:noFill/>
                </a:ln>
                <a:solidFill>
                  <a:schemeClr val="tx1"/>
                </a:solidFill>
                <a:effectLst/>
                <a:highlight>
                  <a:srgbClr val="FFFF00"/>
                </a:highlight>
                <a:latin typeface="Arial Unicode MS"/>
              </a:rPr>
              <a:t>setPosts</a:t>
            </a:r>
            <a:r>
              <a:rPr kumimoji="0" lang="en-US" altLang="en-US" sz="2000" b="0" i="0" u="none" strike="noStrike" cap="none" normalizeH="0" baseline="0" dirty="0">
                <a:ln>
                  <a:noFill/>
                </a:ln>
                <a:solidFill>
                  <a:schemeClr val="tx1"/>
                </a:solidFill>
                <a:effectLst/>
                <a:highlight>
                  <a:srgbClr val="FFFF00"/>
                </a:highlight>
              </a:rPr>
              <a:t> – updates the </a:t>
            </a:r>
            <a:r>
              <a:rPr kumimoji="0" lang="en-US" altLang="en-US" sz="2000" b="0" i="0" u="none" strike="noStrike" cap="none" normalizeH="0" baseline="0" dirty="0">
                <a:ln>
                  <a:noFill/>
                </a:ln>
                <a:solidFill>
                  <a:schemeClr val="tx1"/>
                </a:solidFill>
                <a:effectLst/>
                <a:highlight>
                  <a:srgbClr val="FFFF00"/>
                </a:highlight>
                <a:latin typeface="Arial Unicode MS"/>
              </a:rPr>
              <a:t>posts</a:t>
            </a:r>
            <a:r>
              <a:rPr kumimoji="0" lang="en-US" altLang="en-US" sz="2000" b="0" i="0" u="none" strike="noStrike" cap="none" normalizeH="0" baseline="0" dirty="0">
                <a:ln>
                  <a:noFill/>
                </a:ln>
                <a:solidFill>
                  <a:schemeClr val="tx1"/>
                </a:solidFill>
                <a:effectLst/>
                <a:highlight>
                  <a:srgbClr val="FFFF00"/>
                </a:highlight>
              </a:rPr>
              <a:t> array in the store.</a:t>
            </a:r>
            <a:endParaRPr kumimoji="0" lang="en-US" altLang="en-US" sz="20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err="1">
                <a:ln>
                  <a:noFill/>
                </a:ln>
                <a:solidFill>
                  <a:schemeClr val="tx1"/>
                </a:solidFill>
                <a:effectLst/>
                <a:highlight>
                  <a:srgbClr val="FFFF00"/>
                </a:highlight>
                <a:latin typeface="Arial Unicode MS"/>
              </a:rPr>
              <a:t>setSelectedPost</a:t>
            </a:r>
            <a:r>
              <a:rPr kumimoji="0" lang="en-US" altLang="en-US" sz="2000" b="0" i="0" u="none" strike="noStrike" cap="none" normalizeH="0" baseline="0" dirty="0">
                <a:ln>
                  <a:noFill/>
                </a:ln>
                <a:solidFill>
                  <a:schemeClr val="tx1"/>
                </a:solidFill>
                <a:effectLst/>
                <a:highlight>
                  <a:srgbClr val="FFFF00"/>
                </a:highlight>
              </a:rPr>
              <a:t> – sets or updates the </a:t>
            </a:r>
            <a:r>
              <a:rPr kumimoji="0" lang="en-US" altLang="en-US" sz="2000" b="0" i="0" u="none" strike="noStrike" cap="none" normalizeH="0" baseline="0" dirty="0" err="1">
                <a:ln>
                  <a:noFill/>
                </a:ln>
                <a:solidFill>
                  <a:schemeClr val="tx1"/>
                </a:solidFill>
                <a:effectLst/>
                <a:highlight>
                  <a:srgbClr val="FFFF00"/>
                </a:highlight>
                <a:latin typeface="Arial Unicode MS"/>
              </a:rPr>
              <a:t>selectedPost</a:t>
            </a:r>
            <a:r>
              <a:rPr kumimoji="0" lang="en-US" altLang="en-US" sz="2000" b="0" i="0" u="none" strike="noStrike" cap="none" normalizeH="0" baseline="0" dirty="0">
                <a:ln>
                  <a:noFill/>
                </a:ln>
                <a:solidFill>
                  <a:schemeClr val="tx1"/>
                </a:solidFill>
                <a:effectLst/>
                <a:highlight>
                  <a:srgbClr val="FFFF00"/>
                </a:highlight>
              </a:rPr>
              <a:t>.</a:t>
            </a:r>
            <a:endParaRPr kumimoji="0" lang="en-US" altLang="en-US" sz="20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highlight>
                  <a:srgbClr val="FFFF00"/>
                </a:highlight>
                <a:latin typeface="Arial" panose="020B0604020202020204" pitchFamily="34" charset="0"/>
              </a:rPr>
              <a:t>Exports:</a:t>
            </a:r>
            <a:endParaRPr kumimoji="0" lang="en-US" altLang="en-US" sz="20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highlight>
                  <a:srgbClr val="FFFF00"/>
                </a:highlight>
                <a:latin typeface="Arial Unicode MS"/>
              </a:rPr>
              <a:t>setPosts</a:t>
            </a:r>
            <a:r>
              <a:rPr kumimoji="0" lang="en-US" altLang="en-US" sz="2000" b="0" i="0" u="none" strike="noStrike" cap="none" normalizeH="0" baseline="0" dirty="0">
                <a:ln>
                  <a:noFill/>
                </a:ln>
                <a:solidFill>
                  <a:schemeClr val="tx1"/>
                </a:solidFill>
                <a:effectLst/>
                <a:highlight>
                  <a:srgbClr val="FFFF00"/>
                </a:highlight>
              </a:rPr>
              <a:t> and </a:t>
            </a:r>
            <a:r>
              <a:rPr kumimoji="0" lang="en-US" altLang="en-US" sz="2000" b="0" i="0" u="none" strike="noStrike" cap="none" normalizeH="0" baseline="0" dirty="0" err="1">
                <a:ln>
                  <a:noFill/>
                </a:ln>
                <a:solidFill>
                  <a:schemeClr val="tx1"/>
                </a:solidFill>
                <a:effectLst/>
                <a:highlight>
                  <a:srgbClr val="FFFF00"/>
                </a:highlight>
                <a:latin typeface="Arial Unicode MS"/>
              </a:rPr>
              <a:t>setSelectedPost</a:t>
            </a:r>
            <a:r>
              <a:rPr kumimoji="0" lang="en-US" altLang="en-US" sz="2000" b="0" i="0" u="none" strike="noStrike" cap="none" normalizeH="0" baseline="0" dirty="0">
                <a:ln>
                  <a:noFill/>
                </a:ln>
                <a:solidFill>
                  <a:schemeClr val="tx1"/>
                </a:solidFill>
                <a:effectLst/>
                <a:highlight>
                  <a:srgbClr val="FFFF00"/>
                </a:highlight>
              </a:rPr>
              <a:t> are exported as action creators so components can dispatch them.</a:t>
            </a:r>
            <a:endParaRPr kumimoji="0" lang="en-US" altLang="en-US" sz="20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highlight>
                  <a:srgbClr val="FFFF00"/>
                </a:highlight>
                <a:latin typeface="Arial" panose="020B0604020202020204" pitchFamily="34" charset="0"/>
              </a:rPr>
              <a:t>The reducer is exported as default to be included in the Redux store.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highlight>
                <a:srgbClr val="FFFF00"/>
              </a:highlight>
              <a:latin typeface="Arial" panose="020B0604020202020204" pitchFamily="34" charset="0"/>
            </a:endParaRPr>
          </a:p>
        </p:txBody>
      </p:sp>
    </p:spTree>
    <p:extLst>
      <p:ext uri="{BB962C8B-B14F-4D97-AF65-F5344CB8AC3E}">
        <p14:creationId xmlns:p14="http://schemas.microsoft.com/office/powerpoint/2010/main" val="407285456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24237-0FE7-A359-26BC-6F3D98AD4467}"/>
              </a:ext>
            </a:extLst>
          </p:cNvPr>
          <p:cNvSpPr>
            <a:spLocks noGrp="1"/>
          </p:cNvSpPr>
          <p:nvPr>
            <p:ph type="title"/>
          </p:nvPr>
        </p:nvSpPr>
        <p:spPr>
          <a:xfrm>
            <a:off x="0" y="-53659"/>
            <a:ext cx="10515600" cy="768123"/>
          </a:xfrm>
        </p:spPr>
        <p:txBody>
          <a:bodyPr/>
          <a:lstStyle/>
          <a:p>
            <a:r>
              <a:rPr lang="en-US" dirty="0"/>
              <a:t>Utils.js</a:t>
            </a:r>
          </a:p>
        </p:txBody>
      </p:sp>
      <p:pic>
        <p:nvPicPr>
          <p:cNvPr id="5" name="Content Placeholder 4">
            <a:extLst>
              <a:ext uri="{FF2B5EF4-FFF2-40B4-BE49-F238E27FC236}">
                <a16:creationId xmlns:a16="http://schemas.microsoft.com/office/drawing/2014/main" id="{5F24C20D-21C0-4048-67A7-31BF561ABB28}"/>
              </a:ext>
            </a:extLst>
          </p:cNvPr>
          <p:cNvPicPr>
            <a:picLocks noGrp="1" noChangeAspect="1"/>
          </p:cNvPicPr>
          <p:nvPr>
            <p:ph idx="1"/>
          </p:nvPr>
        </p:nvPicPr>
        <p:blipFill>
          <a:blip r:embed="rId2"/>
          <a:stretch>
            <a:fillRect/>
          </a:stretch>
        </p:blipFill>
        <p:spPr>
          <a:xfrm>
            <a:off x="106136" y="729414"/>
            <a:ext cx="6174921" cy="3570293"/>
          </a:xfrm>
          <a:prstGeom prst="rect">
            <a:avLst/>
          </a:prstGeom>
        </p:spPr>
      </p:pic>
      <p:sp>
        <p:nvSpPr>
          <p:cNvPr id="3" name="TextBox 2">
            <a:extLst>
              <a:ext uri="{FF2B5EF4-FFF2-40B4-BE49-F238E27FC236}">
                <a16:creationId xmlns:a16="http://schemas.microsoft.com/office/drawing/2014/main" id="{AEC076DF-E23F-DB8E-BD07-79AC75A0E4F2}"/>
              </a:ext>
            </a:extLst>
          </p:cNvPr>
          <p:cNvSpPr txBox="1"/>
          <p:nvPr/>
        </p:nvSpPr>
        <p:spPr>
          <a:xfrm>
            <a:off x="7511143" y="1070202"/>
            <a:ext cx="3382657" cy="923330"/>
          </a:xfrm>
          <a:prstGeom prst="rect">
            <a:avLst/>
          </a:prstGeom>
          <a:noFill/>
        </p:spPr>
        <p:txBody>
          <a:bodyPr wrap="none" rtlCol="0">
            <a:spAutoFit/>
          </a:bodyPr>
          <a:lstStyle/>
          <a:p>
            <a:r>
              <a:rPr lang="en-US" dirty="0" err="1">
                <a:highlight>
                  <a:srgbClr val="00FF00"/>
                </a:highlight>
              </a:rPr>
              <a:t>Clsx</a:t>
            </a:r>
            <a:r>
              <a:rPr lang="en-US" dirty="0">
                <a:highlight>
                  <a:srgbClr val="00FF00"/>
                </a:highlight>
              </a:rPr>
              <a:t> – this is a conditionally library</a:t>
            </a:r>
          </a:p>
          <a:p>
            <a:r>
              <a:rPr lang="en-US" dirty="0">
                <a:highlight>
                  <a:srgbClr val="00FF00"/>
                </a:highlight>
              </a:rPr>
              <a:t>to combine both the </a:t>
            </a:r>
            <a:r>
              <a:rPr lang="en-US" dirty="0" err="1">
                <a:highlight>
                  <a:srgbClr val="00FF00"/>
                </a:highlight>
              </a:rPr>
              <a:t>classnames</a:t>
            </a:r>
            <a:endParaRPr lang="en-US" dirty="0">
              <a:highlight>
                <a:srgbClr val="00FF00"/>
              </a:highlight>
            </a:endParaRPr>
          </a:p>
          <a:p>
            <a:r>
              <a:rPr lang="en-US" dirty="0" err="1">
                <a:highlight>
                  <a:srgbClr val="00FF00"/>
                </a:highlight>
              </a:rPr>
              <a:t>isActive</a:t>
            </a:r>
            <a:r>
              <a:rPr lang="en-US" dirty="0">
                <a:highlight>
                  <a:srgbClr val="00FF00"/>
                </a:highlight>
              </a:rPr>
              <a:t> &amp;&amp; 'bg-blue-500</a:t>
            </a:r>
          </a:p>
        </p:txBody>
      </p:sp>
      <p:sp>
        <p:nvSpPr>
          <p:cNvPr id="6" name="TextBox 5">
            <a:extLst>
              <a:ext uri="{FF2B5EF4-FFF2-40B4-BE49-F238E27FC236}">
                <a16:creationId xmlns:a16="http://schemas.microsoft.com/office/drawing/2014/main" id="{3C77A30A-BC03-7D2B-C226-A2827349BE32}"/>
              </a:ext>
            </a:extLst>
          </p:cNvPr>
          <p:cNvSpPr txBox="1"/>
          <p:nvPr/>
        </p:nvSpPr>
        <p:spPr>
          <a:xfrm>
            <a:off x="6662057" y="2267627"/>
            <a:ext cx="5423807" cy="1477328"/>
          </a:xfrm>
          <a:prstGeom prst="rect">
            <a:avLst/>
          </a:prstGeom>
          <a:noFill/>
        </p:spPr>
        <p:txBody>
          <a:bodyPr wrap="square">
            <a:spAutoFit/>
          </a:bodyPr>
          <a:lstStyle/>
          <a:p>
            <a:r>
              <a:rPr lang="en-US" dirty="0">
                <a:highlight>
                  <a:srgbClr val="00FFFF"/>
                </a:highlight>
              </a:rPr>
              <a:t>A utility to </a:t>
            </a:r>
            <a:r>
              <a:rPr lang="en-US" b="1" dirty="0">
                <a:highlight>
                  <a:srgbClr val="00FFFF"/>
                </a:highlight>
              </a:rPr>
              <a:t>merge Tailwind CSS classes</a:t>
            </a:r>
            <a:r>
              <a:rPr lang="en-US" dirty="0">
                <a:highlight>
                  <a:srgbClr val="00FFFF"/>
                </a:highlight>
              </a:rPr>
              <a:t> intelligently.</a:t>
            </a:r>
          </a:p>
          <a:p>
            <a:r>
              <a:rPr lang="en-US" dirty="0">
                <a:highlight>
                  <a:srgbClr val="00FFFF"/>
                </a:highlight>
              </a:rPr>
              <a:t>Tailwind has some conflicting classes, </a:t>
            </a:r>
          </a:p>
          <a:p>
            <a:r>
              <a:rPr lang="en-US" dirty="0">
                <a:highlight>
                  <a:srgbClr val="00FFFF"/>
                </a:highlight>
              </a:rPr>
              <a:t>e.g., "bg-red-500 bg-blue-500". Normally both exist, but only the </a:t>
            </a:r>
            <a:r>
              <a:rPr lang="en-US" b="1" dirty="0">
                <a:highlight>
                  <a:srgbClr val="00FFFF"/>
                </a:highlight>
              </a:rPr>
              <a:t>last one applies</a:t>
            </a:r>
            <a:r>
              <a:rPr lang="en-US" dirty="0">
                <a:highlight>
                  <a:srgbClr val="00FFFF"/>
                </a:highlight>
              </a:rPr>
              <a:t>. </a:t>
            </a:r>
            <a:r>
              <a:rPr lang="en-US" dirty="0" err="1">
                <a:highlight>
                  <a:srgbClr val="00FFFF"/>
                </a:highlight>
              </a:rPr>
              <a:t>twMerge</a:t>
            </a:r>
            <a:r>
              <a:rPr lang="en-US" dirty="0">
                <a:highlight>
                  <a:srgbClr val="00FFFF"/>
                </a:highlight>
              </a:rPr>
              <a:t> handles this automatically:</a:t>
            </a:r>
          </a:p>
        </p:txBody>
      </p:sp>
      <p:sp>
        <p:nvSpPr>
          <p:cNvPr id="8" name="TextBox 7">
            <a:extLst>
              <a:ext uri="{FF2B5EF4-FFF2-40B4-BE49-F238E27FC236}">
                <a16:creationId xmlns:a16="http://schemas.microsoft.com/office/drawing/2014/main" id="{B77B1C08-1748-5BF3-6939-D68D94C4D680}"/>
              </a:ext>
            </a:extLst>
          </p:cNvPr>
          <p:cNvSpPr txBox="1"/>
          <p:nvPr/>
        </p:nvSpPr>
        <p:spPr>
          <a:xfrm>
            <a:off x="1098698" y="4854459"/>
            <a:ext cx="9795102" cy="1200329"/>
          </a:xfrm>
          <a:prstGeom prst="rect">
            <a:avLst/>
          </a:prstGeom>
          <a:noFill/>
        </p:spPr>
        <p:txBody>
          <a:bodyPr wrap="square">
            <a:spAutoFit/>
          </a:bodyPr>
          <a:lstStyle/>
          <a:p>
            <a:r>
              <a:rPr lang="en-US" dirty="0">
                <a:highlight>
                  <a:srgbClr val="FFFF00"/>
                </a:highlight>
              </a:rPr>
              <a:t>This function, </a:t>
            </a:r>
            <a:r>
              <a:rPr lang="en-US" dirty="0" err="1">
                <a:highlight>
                  <a:srgbClr val="FFFF00"/>
                </a:highlight>
                <a:latin typeface="Courier New" panose="02070309020205020404" pitchFamily="49" charset="0"/>
              </a:rPr>
              <a:t>readFileAsDataURL</a:t>
            </a:r>
            <a:r>
              <a:rPr lang="en-US" dirty="0">
                <a:highlight>
                  <a:srgbClr val="FFFF00"/>
                </a:highlight>
              </a:rPr>
              <a:t>, converts a </a:t>
            </a:r>
            <a:r>
              <a:rPr lang="en-US" b="1" dirty="0">
                <a:highlight>
                  <a:srgbClr val="FFFF00"/>
                </a:highlight>
              </a:rPr>
              <a:t>File object</a:t>
            </a:r>
            <a:r>
              <a:rPr lang="en-US" dirty="0">
                <a:highlight>
                  <a:srgbClr val="FFFF00"/>
                </a:highlight>
              </a:rPr>
              <a:t> (like an uploaded image) into a </a:t>
            </a:r>
            <a:r>
              <a:rPr lang="en-US" b="1" dirty="0">
                <a:highlight>
                  <a:srgbClr val="FFFF00"/>
                </a:highlight>
              </a:rPr>
              <a:t>base64 data URL</a:t>
            </a:r>
            <a:r>
              <a:rPr lang="en-US" dirty="0">
                <a:highlight>
                  <a:srgbClr val="FFFF00"/>
                </a:highlight>
              </a:rPr>
              <a:t> that can be displayed in the browser. It creates a </a:t>
            </a:r>
            <a:r>
              <a:rPr lang="en-US" dirty="0" err="1">
                <a:highlight>
                  <a:srgbClr val="FFFF00"/>
                </a:highlight>
                <a:latin typeface="Courier New" panose="02070309020205020404" pitchFamily="49" charset="0"/>
              </a:rPr>
              <a:t>FileReader</a:t>
            </a:r>
            <a:r>
              <a:rPr lang="en-US" dirty="0">
                <a:highlight>
                  <a:srgbClr val="FFFF00"/>
                </a:highlight>
              </a:rPr>
              <a:t>, reads the file using </a:t>
            </a:r>
            <a:r>
              <a:rPr lang="en-US" dirty="0" err="1">
                <a:highlight>
                  <a:srgbClr val="FFFF00"/>
                </a:highlight>
                <a:latin typeface="Courier New" panose="02070309020205020404" pitchFamily="49" charset="0"/>
              </a:rPr>
              <a:t>readAsDataURL</a:t>
            </a:r>
            <a:r>
              <a:rPr lang="en-US" dirty="0">
                <a:highlight>
                  <a:srgbClr val="FFFF00"/>
                </a:highlight>
              </a:rPr>
              <a:t>, and returns a </a:t>
            </a:r>
            <a:r>
              <a:rPr lang="en-US" b="1" dirty="0">
                <a:highlight>
                  <a:srgbClr val="FFFF00"/>
                </a:highlight>
              </a:rPr>
              <a:t>Promise</a:t>
            </a:r>
            <a:r>
              <a:rPr lang="en-US" dirty="0">
                <a:highlight>
                  <a:srgbClr val="FFFF00"/>
                </a:highlight>
              </a:rPr>
              <a:t> that resolves with the data URL once reading is complete. This is useful for showing </a:t>
            </a:r>
            <a:r>
              <a:rPr lang="en-US" b="1" dirty="0">
                <a:highlight>
                  <a:srgbClr val="FFFF00"/>
                </a:highlight>
              </a:rPr>
              <a:t>image previews</a:t>
            </a:r>
            <a:r>
              <a:rPr lang="en-US" dirty="0">
                <a:highlight>
                  <a:srgbClr val="FFFF00"/>
                </a:highlight>
              </a:rPr>
              <a:t> before uploading files to a server.</a:t>
            </a:r>
          </a:p>
        </p:txBody>
      </p:sp>
      <p:cxnSp>
        <p:nvCxnSpPr>
          <p:cNvPr id="9" name="Straight Arrow Connector 8">
            <a:extLst>
              <a:ext uri="{FF2B5EF4-FFF2-40B4-BE49-F238E27FC236}">
                <a16:creationId xmlns:a16="http://schemas.microsoft.com/office/drawing/2014/main" id="{E4A9ECF6-FD2D-7674-AF6C-F626E5ADC470}"/>
              </a:ext>
            </a:extLst>
          </p:cNvPr>
          <p:cNvCxnSpPr>
            <a:cxnSpLocks/>
          </p:cNvCxnSpPr>
          <p:nvPr/>
        </p:nvCxnSpPr>
        <p:spPr>
          <a:xfrm>
            <a:off x="2620736" y="808264"/>
            <a:ext cx="4890407" cy="460010"/>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36273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3A41B-9EB7-B77B-E62B-CB7E746D3F31}"/>
              </a:ext>
            </a:extLst>
          </p:cNvPr>
          <p:cNvSpPr>
            <a:spLocks noGrp="1"/>
          </p:cNvSpPr>
          <p:nvPr>
            <p:ph type="title"/>
          </p:nvPr>
        </p:nvSpPr>
        <p:spPr>
          <a:xfrm>
            <a:off x="119743" y="114300"/>
            <a:ext cx="10515600" cy="621167"/>
          </a:xfrm>
        </p:spPr>
        <p:txBody>
          <a:bodyPr>
            <a:normAutofit fontScale="90000"/>
          </a:bodyPr>
          <a:lstStyle/>
          <a:p>
            <a:r>
              <a:rPr lang="en-US" dirty="0" err="1"/>
              <a:t>Message.jsx</a:t>
            </a:r>
            <a:endParaRPr lang="en-US" dirty="0"/>
          </a:p>
        </p:txBody>
      </p:sp>
      <p:pic>
        <p:nvPicPr>
          <p:cNvPr id="5" name="Content Placeholder 4">
            <a:extLst>
              <a:ext uri="{FF2B5EF4-FFF2-40B4-BE49-F238E27FC236}">
                <a16:creationId xmlns:a16="http://schemas.microsoft.com/office/drawing/2014/main" id="{D65B2779-ED2A-308F-95E1-5C7D4A541433}"/>
              </a:ext>
            </a:extLst>
          </p:cNvPr>
          <p:cNvPicPr>
            <a:picLocks noGrp="1" noChangeAspect="1"/>
          </p:cNvPicPr>
          <p:nvPr>
            <p:ph idx="1"/>
          </p:nvPr>
        </p:nvPicPr>
        <p:blipFill>
          <a:blip r:embed="rId2"/>
          <a:stretch>
            <a:fillRect/>
          </a:stretch>
        </p:blipFill>
        <p:spPr>
          <a:xfrm>
            <a:off x="119742" y="988642"/>
            <a:ext cx="6178973" cy="1713737"/>
          </a:xfrm>
          <a:prstGeom prst="rect">
            <a:avLst/>
          </a:prstGeom>
        </p:spPr>
      </p:pic>
      <p:pic>
        <p:nvPicPr>
          <p:cNvPr id="7" name="Picture 6">
            <a:extLst>
              <a:ext uri="{FF2B5EF4-FFF2-40B4-BE49-F238E27FC236}">
                <a16:creationId xmlns:a16="http://schemas.microsoft.com/office/drawing/2014/main" id="{E4556C56-87F4-8478-2D0A-EEFAD138585A}"/>
              </a:ext>
            </a:extLst>
          </p:cNvPr>
          <p:cNvPicPr>
            <a:picLocks noChangeAspect="1"/>
          </p:cNvPicPr>
          <p:nvPr/>
        </p:nvPicPr>
        <p:blipFill>
          <a:blip r:embed="rId3"/>
          <a:stretch>
            <a:fillRect/>
          </a:stretch>
        </p:blipFill>
        <p:spPr>
          <a:xfrm>
            <a:off x="119742" y="2865664"/>
            <a:ext cx="6936323" cy="1551214"/>
          </a:xfrm>
          <a:prstGeom prst="rect">
            <a:avLst/>
          </a:prstGeom>
        </p:spPr>
      </p:pic>
      <p:sp>
        <p:nvSpPr>
          <p:cNvPr id="4" name="TextBox 3">
            <a:extLst>
              <a:ext uri="{FF2B5EF4-FFF2-40B4-BE49-F238E27FC236}">
                <a16:creationId xmlns:a16="http://schemas.microsoft.com/office/drawing/2014/main" id="{FDD937D1-4248-9DBC-88CC-D012AD9DFB62}"/>
              </a:ext>
            </a:extLst>
          </p:cNvPr>
          <p:cNvSpPr txBox="1"/>
          <p:nvPr/>
        </p:nvSpPr>
        <p:spPr>
          <a:xfrm>
            <a:off x="6772277" y="736148"/>
            <a:ext cx="5299980" cy="1569660"/>
          </a:xfrm>
          <a:prstGeom prst="rect">
            <a:avLst/>
          </a:prstGeom>
          <a:solidFill>
            <a:srgbClr val="FFFF00"/>
          </a:solidFill>
        </p:spPr>
        <p:txBody>
          <a:bodyPr wrap="square">
            <a:spAutoFit/>
          </a:bodyPr>
          <a:lstStyle/>
          <a:p>
            <a:r>
              <a:rPr lang="en-US" sz="2400" dirty="0"/>
              <a:t>it imports custom hooks </a:t>
            </a:r>
            <a:r>
              <a:rPr lang="en-US" sz="2400" dirty="0" err="1">
                <a:latin typeface="Courier New" panose="02070309020205020404" pitchFamily="49" charset="0"/>
              </a:rPr>
              <a:t>useGetAllMessage</a:t>
            </a:r>
            <a:r>
              <a:rPr lang="en-US" sz="2400" dirty="0"/>
              <a:t> and </a:t>
            </a:r>
            <a:r>
              <a:rPr lang="en-US" sz="2400" dirty="0" err="1">
                <a:latin typeface="Courier New" panose="02070309020205020404" pitchFamily="49" charset="0"/>
              </a:rPr>
              <a:t>useGetRTM</a:t>
            </a:r>
            <a:r>
              <a:rPr lang="en-US" sz="2400" dirty="0"/>
              <a:t> to fetch all messages and handle </a:t>
            </a:r>
            <a:r>
              <a:rPr lang="en-US" sz="2400" b="1" dirty="0"/>
              <a:t>real-time messaging updates</a:t>
            </a:r>
            <a:endParaRPr lang="en-US" sz="2400" dirty="0"/>
          </a:p>
        </p:txBody>
      </p:sp>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E07112D8-1CBC-1E17-2D04-71D510217093}"/>
                  </a:ext>
                </a:extLst>
              </p14:cNvPr>
              <p14:cNvContentPartPr/>
              <p14:nvPr/>
            </p14:nvContentPartPr>
            <p14:xfrm>
              <a:off x="5273910" y="1341964"/>
              <a:ext cx="1590480" cy="944280"/>
            </p14:xfrm>
          </p:contentPart>
        </mc:Choice>
        <mc:Fallback xmlns="">
          <p:pic>
            <p:nvPicPr>
              <p:cNvPr id="6" name="Ink 5">
                <a:extLst>
                  <a:ext uri="{FF2B5EF4-FFF2-40B4-BE49-F238E27FC236}">
                    <a16:creationId xmlns:a16="http://schemas.microsoft.com/office/drawing/2014/main" id="{E07112D8-1CBC-1E17-2D04-71D510217093}"/>
                  </a:ext>
                </a:extLst>
              </p:cNvPr>
              <p:cNvPicPr/>
              <p:nvPr/>
            </p:nvPicPr>
            <p:blipFill>
              <a:blip r:embed="rId5"/>
              <a:stretch>
                <a:fillRect/>
              </a:stretch>
            </p:blipFill>
            <p:spPr>
              <a:xfrm>
                <a:off x="5255910" y="1324324"/>
                <a:ext cx="1626120" cy="979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FE3CE40A-CB62-608C-78CC-DDA3250A0F41}"/>
                  </a:ext>
                </a:extLst>
              </p14:cNvPr>
              <p14:cNvContentPartPr/>
              <p14:nvPr/>
            </p14:nvContentPartPr>
            <p14:xfrm>
              <a:off x="4000590" y="1697644"/>
              <a:ext cx="2890800" cy="940680"/>
            </p14:xfrm>
          </p:contentPart>
        </mc:Choice>
        <mc:Fallback xmlns="">
          <p:pic>
            <p:nvPicPr>
              <p:cNvPr id="8" name="Ink 7">
                <a:extLst>
                  <a:ext uri="{FF2B5EF4-FFF2-40B4-BE49-F238E27FC236}">
                    <a16:creationId xmlns:a16="http://schemas.microsoft.com/office/drawing/2014/main" id="{FE3CE40A-CB62-608C-78CC-DDA3250A0F41}"/>
                  </a:ext>
                </a:extLst>
              </p:cNvPr>
              <p:cNvPicPr/>
              <p:nvPr/>
            </p:nvPicPr>
            <p:blipFill>
              <a:blip r:embed="rId7"/>
              <a:stretch>
                <a:fillRect/>
              </a:stretch>
            </p:blipFill>
            <p:spPr>
              <a:xfrm>
                <a:off x="3982590" y="1680004"/>
                <a:ext cx="2926440" cy="9763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771E7A65-72F6-08AB-45E5-27B3E2D75A01}"/>
                  </a:ext>
                </a:extLst>
              </p14:cNvPr>
              <p14:cNvContentPartPr/>
              <p14:nvPr/>
            </p14:nvContentPartPr>
            <p14:xfrm>
              <a:off x="8694990" y="4229164"/>
              <a:ext cx="360" cy="360"/>
            </p14:xfrm>
          </p:contentPart>
        </mc:Choice>
        <mc:Fallback xmlns="">
          <p:pic>
            <p:nvPicPr>
              <p:cNvPr id="9" name="Ink 8">
                <a:extLst>
                  <a:ext uri="{FF2B5EF4-FFF2-40B4-BE49-F238E27FC236}">
                    <a16:creationId xmlns:a16="http://schemas.microsoft.com/office/drawing/2014/main" id="{771E7A65-72F6-08AB-45E5-27B3E2D75A01}"/>
                  </a:ext>
                </a:extLst>
              </p:cNvPr>
              <p:cNvPicPr/>
              <p:nvPr/>
            </p:nvPicPr>
            <p:blipFill>
              <a:blip r:embed="rId9"/>
              <a:stretch>
                <a:fillRect/>
              </a:stretch>
            </p:blipFill>
            <p:spPr>
              <a:xfrm>
                <a:off x="8676990" y="4211164"/>
                <a:ext cx="36000" cy="36000"/>
              </a:xfrm>
              <a:prstGeom prst="rect">
                <a:avLst/>
              </a:prstGeom>
            </p:spPr>
          </p:pic>
        </mc:Fallback>
      </mc:AlternateContent>
      <p:sp>
        <p:nvSpPr>
          <p:cNvPr id="11" name="TextBox 10">
            <a:extLst>
              <a:ext uri="{FF2B5EF4-FFF2-40B4-BE49-F238E27FC236}">
                <a16:creationId xmlns:a16="http://schemas.microsoft.com/office/drawing/2014/main" id="{9F23D47C-11E7-4D75-0185-23CD1A61AF7B}"/>
              </a:ext>
            </a:extLst>
          </p:cNvPr>
          <p:cNvSpPr txBox="1"/>
          <p:nvPr/>
        </p:nvSpPr>
        <p:spPr>
          <a:xfrm>
            <a:off x="119742" y="4580163"/>
            <a:ext cx="7302686" cy="2031325"/>
          </a:xfrm>
          <a:prstGeom prst="rect">
            <a:avLst/>
          </a:prstGeom>
          <a:noFill/>
        </p:spPr>
        <p:txBody>
          <a:bodyPr wrap="square">
            <a:spAutoFit/>
          </a:bodyPr>
          <a:lstStyle/>
          <a:p>
            <a:r>
              <a:rPr lang="en-US" dirty="0">
                <a:highlight>
                  <a:srgbClr val="00FF00"/>
                </a:highlight>
              </a:rPr>
              <a:t>This </a:t>
            </a:r>
            <a:r>
              <a:rPr lang="en-US" dirty="0">
                <a:highlight>
                  <a:srgbClr val="00FF00"/>
                </a:highlight>
                <a:latin typeface="Courier New" panose="02070309020205020404" pitchFamily="49" charset="0"/>
              </a:rPr>
              <a:t>Messages</a:t>
            </a:r>
            <a:r>
              <a:rPr lang="en-US" dirty="0">
                <a:highlight>
                  <a:srgbClr val="00FF00"/>
                </a:highlight>
              </a:rPr>
              <a:t> component handles displaying chat messages between users. It calls the custom hooks </a:t>
            </a:r>
            <a:r>
              <a:rPr lang="en-US" dirty="0" err="1">
                <a:highlight>
                  <a:srgbClr val="00FF00"/>
                </a:highlight>
                <a:latin typeface="Courier New" panose="02070309020205020404" pitchFamily="49" charset="0"/>
              </a:rPr>
              <a:t>useGetRTM</a:t>
            </a:r>
            <a:r>
              <a:rPr lang="en-US" dirty="0">
                <a:highlight>
                  <a:srgbClr val="00FF00"/>
                </a:highlight>
                <a:latin typeface="Courier New" panose="02070309020205020404" pitchFamily="49" charset="0"/>
              </a:rPr>
              <a:t>()</a:t>
            </a:r>
            <a:r>
              <a:rPr lang="en-US" dirty="0">
                <a:highlight>
                  <a:srgbClr val="00FF00"/>
                </a:highlight>
              </a:rPr>
              <a:t> to subscribe to </a:t>
            </a:r>
            <a:r>
              <a:rPr lang="en-US" b="1" dirty="0">
                <a:highlight>
                  <a:srgbClr val="00FF00"/>
                </a:highlight>
              </a:rPr>
              <a:t>real-time messaging updates</a:t>
            </a:r>
            <a:r>
              <a:rPr lang="en-US" dirty="0">
                <a:highlight>
                  <a:srgbClr val="00FF00"/>
                </a:highlight>
              </a:rPr>
              <a:t> and </a:t>
            </a:r>
            <a:r>
              <a:rPr lang="en-US" dirty="0" err="1">
                <a:highlight>
                  <a:srgbClr val="00FF00"/>
                </a:highlight>
                <a:latin typeface="Courier New" panose="02070309020205020404" pitchFamily="49" charset="0"/>
              </a:rPr>
              <a:t>useGetAllMessage</a:t>
            </a:r>
            <a:r>
              <a:rPr lang="en-US" dirty="0">
                <a:highlight>
                  <a:srgbClr val="00FF00"/>
                </a:highlight>
                <a:latin typeface="Courier New" panose="02070309020205020404" pitchFamily="49" charset="0"/>
              </a:rPr>
              <a:t>()</a:t>
            </a:r>
            <a:r>
              <a:rPr lang="en-US" dirty="0">
                <a:highlight>
                  <a:srgbClr val="00FF00"/>
                </a:highlight>
              </a:rPr>
              <a:t> to fetch all existing messages. Using </a:t>
            </a:r>
            <a:r>
              <a:rPr lang="en-US" dirty="0" err="1">
                <a:highlight>
                  <a:srgbClr val="00FF00"/>
                </a:highlight>
                <a:latin typeface="Courier New" panose="02070309020205020404" pitchFamily="49" charset="0"/>
              </a:rPr>
              <a:t>useSelector</a:t>
            </a:r>
            <a:r>
              <a:rPr lang="en-US" dirty="0">
                <a:highlight>
                  <a:srgbClr val="00FF00"/>
                </a:highlight>
              </a:rPr>
              <a:t>, it accesses the Redux store to get the current </a:t>
            </a:r>
            <a:r>
              <a:rPr lang="en-US" b="1" dirty="0">
                <a:highlight>
                  <a:srgbClr val="00FF00"/>
                </a:highlight>
              </a:rPr>
              <a:t>messages</a:t>
            </a:r>
            <a:r>
              <a:rPr lang="en-US" dirty="0">
                <a:highlight>
                  <a:srgbClr val="00FF00"/>
                </a:highlight>
              </a:rPr>
              <a:t> from </a:t>
            </a:r>
            <a:r>
              <a:rPr lang="en-US" dirty="0" err="1">
                <a:highlight>
                  <a:srgbClr val="00FF00"/>
                </a:highlight>
                <a:latin typeface="Courier New" panose="02070309020205020404" pitchFamily="49" charset="0"/>
              </a:rPr>
              <a:t>store.chat</a:t>
            </a:r>
            <a:r>
              <a:rPr lang="en-US" dirty="0">
                <a:highlight>
                  <a:srgbClr val="00FF00"/>
                </a:highlight>
              </a:rPr>
              <a:t> and the logged-in </a:t>
            </a:r>
            <a:r>
              <a:rPr lang="en-US" b="1" dirty="0">
                <a:highlight>
                  <a:srgbClr val="00FF00"/>
                </a:highlight>
              </a:rPr>
              <a:t>user</a:t>
            </a:r>
            <a:r>
              <a:rPr lang="en-US" dirty="0">
                <a:highlight>
                  <a:srgbClr val="00FF00"/>
                </a:highlight>
              </a:rPr>
              <a:t> from </a:t>
            </a:r>
            <a:r>
              <a:rPr lang="en-US" dirty="0" err="1">
                <a:highlight>
                  <a:srgbClr val="00FF00"/>
                </a:highlight>
                <a:latin typeface="Courier New" panose="02070309020205020404" pitchFamily="49" charset="0"/>
              </a:rPr>
              <a:t>store.auth</a:t>
            </a:r>
            <a:r>
              <a:rPr lang="en-US" dirty="0">
                <a:highlight>
                  <a:srgbClr val="00FF00"/>
                </a:highlight>
              </a:rPr>
              <a:t>, allowing the component to render messages appropriately for the current user and the selected chat recipient.</a:t>
            </a:r>
          </a:p>
        </p:txBody>
      </p:sp>
      <p:pic>
        <p:nvPicPr>
          <p:cNvPr id="15" name="Picture 14">
            <a:extLst>
              <a:ext uri="{FF2B5EF4-FFF2-40B4-BE49-F238E27FC236}">
                <a16:creationId xmlns:a16="http://schemas.microsoft.com/office/drawing/2014/main" id="{C1DDD251-3520-608C-D3E1-14268993BE19}"/>
              </a:ext>
            </a:extLst>
          </p:cNvPr>
          <p:cNvPicPr>
            <a:picLocks noChangeAspect="1"/>
          </p:cNvPicPr>
          <p:nvPr/>
        </p:nvPicPr>
        <p:blipFill>
          <a:blip r:embed="rId10"/>
          <a:stretch>
            <a:fillRect/>
          </a:stretch>
        </p:blipFill>
        <p:spPr>
          <a:xfrm>
            <a:off x="7774421" y="2972639"/>
            <a:ext cx="3983518" cy="2750525"/>
          </a:xfrm>
          <a:prstGeom prst="rect">
            <a:avLst/>
          </a:prstGeom>
          <a:effectLst>
            <a:glow rad="63500">
              <a:schemeClr val="accent4">
                <a:satMod val="175000"/>
                <a:alpha val="40000"/>
              </a:schemeClr>
            </a:glow>
          </a:effectLst>
        </p:spPr>
      </p:pic>
    </p:spTree>
    <p:extLst>
      <p:ext uri="{BB962C8B-B14F-4D97-AF65-F5344CB8AC3E}">
        <p14:creationId xmlns:p14="http://schemas.microsoft.com/office/powerpoint/2010/main" val="364669504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A9414-DA95-222F-74AE-0B8967C7D9EA}"/>
              </a:ext>
            </a:extLst>
          </p:cNvPr>
          <p:cNvSpPr>
            <a:spLocks noGrp="1"/>
          </p:cNvSpPr>
          <p:nvPr>
            <p:ph type="title"/>
          </p:nvPr>
        </p:nvSpPr>
        <p:spPr>
          <a:xfrm>
            <a:off x="212272" y="143577"/>
            <a:ext cx="10515600" cy="818459"/>
          </a:xfrm>
        </p:spPr>
        <p:txBody>
          <a:bodyPr/>
          <a:lstStyle/>
          <a:p>
            <a:r>
              <a:rPr lang="en-US" dirty="0" err="1"/>
              <a:t>useGetAllMessage.jsx</a:t>
            </a:r>
            <a:r>
              <a:rPr lang="en-US" dirty="0"/>
              <a:t> --inside the hook folder</a:t>
            </a:r>
          </a:p>
        </p:txBody>
      </p:sp>
      <p:pic>
        <p:nvPicPr>
          <p:cNvPr id="5" name="Content Placeholder 4">
            <a:extLst>
              <a:ext uri="{FF2B5EF4-FFF2-40B4-BE49-F238E27FC236}">
                <a16:creationId xmlns:a16="http://schemas.microsoft.com/office/drawing/2014/main" id="{C5D91052-C165-8F01-1A33-7FD7F634799E}"/>
              </a:ext>
            </a:extLst>
          </p:cNvPr>
          <p:cNvPicPr>
            <a:picLocks noGrp="1" noChangeAspect="1"/>
          </p:cNvPicPr>
          <p:nvPr>
            <p:ph idx="1"/>
          </p:nvPr>
        </p:nvPicPr>
        <p:blipFill>
          <a:blip r:embed="rId2"/>
          <a:stretch>
            <a:fillRect/>
          </a:stretch>
        </p:blipFill>
        <p:spPr>
          <a:xfrm>
            <a:off x="57150" y="864064"/>
            <a:ext cx="7805057" cy="5331323"/>
          </a:xfrm>
          <a:prstGeom prst="rect">
            <a:avLst/>
          </a:prstGeom>
        </p:spPr>
      </p:pic>
      <p:sp>
        <p:nvSpPr>
          <p:cNvPr id="4" name="TextBox 3">
            <a:extLst>
              <a:ext uri="{FF2B5EF4-FFF2-40B4-BE49-F238E27FC236}">
                <a16:creationId xmlns:a16="http://schemas.microsoft.com/office/drawing/2014/main" id="{6CB96305-FC6C-62D3-854A-149595FADBD3}"/>
              </a:ext>
            </a:extLst>
          </p:cNvPr>
          <p:cNvSpPr txBox="1"/>
          <p:nvPr/>
        </p:nvSpPr>
        <p:spPr>
          <a:xfrm>
            <a:off x="7899627" y="1083146"/>
            <a:ext cx="4292373" cy="4708981"/>
          </a:xfrm>
          <a:prstGeom prst="rect">
            <a:avLst/>
          </a:prstGeom>
          <a:noFill/>
        </p:spPr>
        <p:txBody>
          <a:bodyPr wrap="square">
            <a:spAutoFit/>
          </a:bodyPr>
          <a:lstStyle/>
          <a:p>
            <a:r>
              <a:rPr lang="en-US" sz="2000" dirty="0">
                <a:highlight>
                  <a:srgbClr val="00FF00"/>
                </a:highlight>
              </a:rPr>
              <a:t>This custom hook, </a:t>
            </a:r>
            <a:r>
              <a:rPr lang="en-US" sz="2000" dirty="0" err="1">
                <a:highlight>
                  <a:srgbClr val="00FF00"/>
                </a:highlight>
                <a:latin typeface="Courier New" panose="02070309020205020404" pitchFamily="49" charset="0"/>
              </a:rPr>
              <a:t>useGetAllMessage</a:t>
            </a:r>
            <a:r>
              <a:rPr lang="en-US" sz="2000" dirty="0">
                <a:highlight>
                  <a:srgbClr val="00FF00"/>
                </a:highlight>
              </a:rPr>
              <a:t>, </a:t>
            </a:r>
            <a:r>
              <a:rPr lang="en-US" sz="2000" b="1" dirty="0">
                <a:highlight>
                  <a:srgbClr val="00FF00"/>
                </a:highlight>
              </a:rPr>
              <a:t>fetches all chat messages</a:t>
            </a:r>
            <a:r>
              <a:rPr lang="en-US" sz="2000" dirty="0">
                <a:highlight>
                  <a:srgbClr val="00FF00"/>
                </a:highlight>
              </a:rPr>
              <a:t> for the currently selected user. It uses </a:t>
            </a:r>
            <a:r>
              <a:rPr lang="en-US" sz="2000" dirty="0" err="1">
                <a:highlight>
                  <a:srgbClr val="00FF00"/>
                </a:highlight>
                <a:latin typeface="Courier New" panose="02070309020205020404" pitchFamily="49" charset="0"/>
              </a:rPr>
              <a:t>useEffect</a:t>
            </a:r>
            <a:r>
              <a:rPr lang="en-US" sz="2000" dirty="0">
                <a:highlight>
                  <a:srgbClr val="00FF00"/>
                </a:highlight>
              </a:rPr>
              <a:t> to run whenever </a:t>
            </a:r>
            <a:r>
              <a:rPr lang="en-US" sz="2000" dirty="0" err="1">
                <a:highlight>
                  <a:srgbClr val="00FF00"/>
                </a:highlight>
                <a:latin typeface="Courier New" panose="02070309020205020404" pitchFamily="49" charset="0"/>
              </a:rPr>
              <a:t>selectedUser</a:t>
            </a:r>
            <a:r>
              <a:rPr lang="en-US" sz="2000" dirty="0">
                <a:highlight>
                  <a:srgbClr val="00FF00"/>
                </a:highlight>
              </a:rPr>
              <a:t> changes. Inside, it makes a GET request to the backend API to retrieve messages with Axios. If successful, it </a:t>
            </a:r>
            <a:r>
              <a:rPr lang="en-US" sz="2000" b="1" dirty="0">
                <a:highlight>
                  <a:srgbClr val="00FF00"/>
                </a:highlight>
              </a:rPr>
              <a:t>dispatches </a:t>
            </a:r>
            <a:r>
              <a:rPr lang="en-US" sz="2000" b="1" dirty="0" err="1">
                <a:highlight>
                  <a:srgbClr val="00FF00"/>
                </a:highlight>
                <a:latin typeface="Courier New" panose="02070309020205020404" pitchFamily="49" charset="0"/>
              </a:rPr>
              <a:t>setMessages</a:t>
            </a:r>
            <a:r>
              <a:rPr lang="en-US" sz="2000" dirty="0">
                <a:highlight>
                  <a:srgbClr val="00FF00"/>
                </a:highlight>
              </a:rPr>
              <a:t> to update the Redux store with the fetched messages. This hook centralizes the logic for retrieving chat history so that any component using it will automatically have the latest messages for the selected user.</a:t>
            </a:r>
          </a:p>
        </p:txBody>
      </p:sp>
    </p:spTree>
    <p:extLst>
      <p:ext uri="{BB962C8B-B14F-4D97-AF65-F5344CB8AC3E}">
        <p14:creationId xmlns:p14="http://schemas.microsoft.com/office/powerpoint/2010/main" val="288306030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A243A-1B55-0666-E452-BCDEFE301C0A}"/>
              </a:ext>
            </a:extLst>
          </p:cNvPr>
          <p:cNvSpPr>
            <a:spLocks noGrp="1"/>
          </p:cNvSpPr>
          <p:nvPr>
            <p:ph type="title"/>
          </p:nvPr>
        </p:nvSpPr>
        <p:spPr>
          <a:xfrm>
            <a:off x="204107" y="78511"/>
            <a:ext cx="10515600" cy="753893"/>
          </a:xfrm>
        </p:spPr>
        <p:txBody>
          <a:bodyPr/>
          <a:lstStyle/>
          <a:p>
            <a:r>
              <a:rPr lang="en-US" dirty="0" err="1"/>
              <a:t>useGetRTM.jsx</a:t>
            </a:r>
            <a:r>
              <a:rPr lang="en-US" dirty="0"/>
              <a:t>  --- inside hook folder</a:t>
            </a:r>
          </a:p>
        </p:txBody>
      </p:sp>
      <p:pic>
        <p:nvPicPr>
          <p:cNvPr id="5" name="Picture 4">
            <a:extLst>
              <a:ext uri="{FF2B5EF4-FFF2-40B4-BE49-F238E27FC236}">
                <a16:creationId xmlns:a16="http://schemas.microsoft.com/office/drawing/2014/main" id="{4575CF73-CB23-C891-348F-BA2BECBF8851}"/>
              </a:ext>
            </a:extLst>
          </p:cNvPr>
          <p:cNvPicPr>
            <a:picLocks noChangeAspect="1"/>
          </p:cNvPicPr>
          <p:nvPr/>
        </p:nvPicPr>
        <p:blipFill>
          <a:blip r:embed="rId2"/>
          <a:srcRect b="66163"/>
          <a:stretch>
            <a:fillRect/>
          </a:stretch>
        </p:blipFill>
        <p:spPr>
          <a:xfrm>
            <a:off x="178148" y="964067"/>
            <a:ext cx="5283759" cy="1607683"/>
          </a:xfrm>
          <a:prstGeom prst="rect">
            <a:avLst/>
          </a:prstGeom>
        </p:spPr>
      </p:pic>
      <p:sp>
        <p:nvSpPr>
          <p:cNvPr id="6" name="TextBox 5">
            <a:extLst>
              <a:ext uri="{FF2B5EF4-FFF2-40B4-BE49-F238E27FC236}">
                <a16:creationId xmlns:a16="http://schemas.microsoft.com/office/drawing/2014/main" id="{53437A3F-C30A-D342-9A52-E9020FB709C9}"/>
              </a:ext>
            </a:extLst>
          </p:cNvPr>
          <p:cNvSpPr txBox="1"/>
          <p:nvPr/>
        </p:nvSpPr>
        <p:spPr>
          <a:xfrm>
            <a:off x="5702755" y="2740788"/>
            <a:ext cx="6489245" cy="3477875"/>
          </a:xfrm>
          <a:prstGeom prst="rect">
            <a:avLst/>
          </a:prstGeom>
          <a:noFill/>
        </p:spPr>
        <p:txBody>
          <a:bodyPr wrap="square">
            <a:spAutoFit/>
          </a:bodyPr>
          <a:lstStyle/>
          <a:p>
            <a:pPr>
              <a:buNone/>
            </a:pPr>
            <a:r>
              <a:rPr lang="en-US" sz="2000" b="1" dirty="0">
                <a:highlight>
                  <a:srgbClr val="00FF00"/>
                </a:highlight>
              </a:rPr>
              <a:t>Inside the effect:</a:t>
            </a:r>
            <a:endParaRPr lang="en-US" sz="2000" dirty="0">
              <a:highlight>
                <a:srgbClr val="00FF00"/>
              </a:highlight>
            </a:endParaRPr>
          </a:p>
          <a:p>
            <a:pPr>
              <a:buFont typeface="+mj-lt"/>
              <a:buAutoNum type="arabicPeriod"/>
            </a:pPr>
            <a:r>
              <a:rPr lang="en-US" sz="2000" dirty="0" err="1">
                <a:highlight>
                  <a:srgbClr val="00FF00"/>
                </a:highlight>
                <a:latin typeface="Courier New" panose="02070309020205020404" pitchFamily="49" charset="0"/>
              </a:rPr>
              <a:t>handleNewMessage</a:t>
            </a:r>
            <a:r>
              <a:rPr lang="en-US" sz="2000" dirty="0">
                <a:highlight>
                  <a:srgbClr val="00FF00"/>
                </a:highlight>
              </a:rPr>
              <a:t> is a callback that adds the </a:t>
            </a:r>
            <a:r>
              <a:rPr lang="en-US" sz="2000" b="1" dirty="0">
                <a:highlight>
                  <a:srgbClr val="00FF00"/>
                </a:highlight>
              </a:rPr>
              <a:t>new message</a:t>
            </a:r>
            <a:r>
              <a:rPr lang="en-US" sz="2000" dirty="0">
                <a:highlight>
                  <a:srgbClr val="00FF00"/>
                </a:highlight>
              </a:rPr>
              <a:t> received via the socket to the existing </a:t>
            </a:r>
            <a:r>
              <a:rPr lang="en-US" sz="2000" dirty="0">
                <a:highlight>
                  <a:srgbClr val="00FF00"/>
                </a:highlight>
                <a:latin typeface="Courier New" panose="02070309020205020404" pitchFamily="49" charset="0"/>
              </a:rPr>
              <a:t>messages</a:t>
            </a:r>
            <a:r>
              <a:rPr lang="en-US" sz="2000" dirty="0">
                <a:highlight>
                  <a:srgbClr val="00FF00"/>
                </a:highlight>
              </a:rPr>
              <a:t> array and dispatches </a:t>
            </a:r>
            <a:r>
              <a:rPr lang="en-US" sz="2000" dirty="0" err="1">
                <a:highlight>
                  <a:srgbClr val="00FF00"/>
                </a:highlight>
                <a:latin typeface="Courier New" panose="02070309020205020404" pitchFamily="49" charset="0"/>
              </a:rPr>
              <a:t>setMessages</a:t>
            </a:r>
            <a:r>
              <a:rPr lang="en-US" sz="2000" dirty="0">
                <a:highlight>
                  <a:srgbClr val="00FF00"/>
                </a:highlight>
              </a:rPr>
              <a:t> to update Redux.</a:t>
            </a:r>
          </a:p>
          <a:p>
            <a:pPr>
              <a:buFont typeface="+mj-lt"/>
              <a:buAutoNum type="arabicPeriod"/>
            </a:pPr>
            <a:r>
              <a:rPr lang="en-US" sz="2000" dirty="0" err="1">
                <a:highlight>
                  <a:srgbClr val="00FF00"/>
                </a:highlight>
                <a:latin typeface="Courier New" panose="02070309020205020404" pitchFamily="49" charset="0"/>
              </a:rPr>
              <a:t>socket.on</a:t>
            </a:r>
            <a:r>
              <a:rPr lang="en-US" sz="2000" dirty="0">
                <a:highlight>
                  <a:srgbClr val="00FF00"/>
                </a:highlight>
                <a:latin typeface="Courier New" panose="02070309020205020404" pitchFamily="49" charset="0"/>
              </a:rPr>
              <a:t>('</a:t>
            </a:r>
            <a:r>
              <a:rPr lang="en-US" sz="2000" dirty="0" err="1">
                <a:highlight>
                  <a:srgbClr val="00FF00"/>
                </a:highlight>
                <a:latin typeface="Courier New" panose="02070309020205020404" pitchFamily="49" charset="0"/>
              </a:rPr>
              <a:t>newMessage</a:t>
            </a:r>
            <a:r>
              <a:rPr lang="en-US" sz="2000" dirty="0">
                <a:highlight>
                  <a:srgbClr val="00FF00"/>
                </a:highlight>
                <a:latin typeface="Courier New" panose="02070309020205020404" pitchFamily="49" charset="0"/>
              </a:rPr>
              <a:t>', </a:t>
            </a:r>
            <a:r>
              <a:rPr lang="en-US" sz="2000" dirty="0" err="1">
                <a:highlight>
                  <a:srgbClr val="00FF00"/>
                </a:highlight>
                <a:latin typeface="Courier New" panose="02070309020205020404" pitchFamily="49" charset="0"/>
              </a:rPr>
              <a:t>handleNewMessage</a:t>
            </a:r>
            <a:r>
              <a:rPr lang="en-US" sz="2000" dirty="0">
                <a:highlight>
                  <a:srgbClr val="00FF00"/>
                </a:highlight>
                <a:latin typeface="Courier New" panose="02070309020205020404" pitchFamily="49" charset="0"/>
              </a:rPr>
              <a:t>)</a:t>
            </a:r>
            <a:r>
              <a:rPr lang="en-US" sz="2000" dirty="0">
                <a:highlight>
                  <a:srgbClr val="00FF00"/>
                </a:highlight>
              </a:rPr>
              <a:t> → listens for </a:t>
            </a:r>
            <a:r>
              <a:rPr lang="en-US" sz="2000" dirty="0">
                <a:highlight>
                  <a:srgbClr val="00FF00"/>
                </a:highlight>
                <a:latin typeface="Courier New" panose="02070309020205020404" pitchFamily="49" charset="0"/>
              </a:rPr>
              <a:t>"</a:t>
            </a:r>
            <a:r>
              <a:rPr lang="en-US" sz="2000" dirty="0" err="1">
                <a:highlight>
                  <a:srgbClr val="00FF00"/>
                </a:highlight>
                <a:latin typeface="Courier New" panose="02070309020205020404" pitchFamily="49" charset="0"/>
              </a:rPr>
              <a:t>newMessage</a:t>
            </a:r>
            <a:r>
              <a:rPr lang="en-US" sz="2000" dirty="0">
                <a:highlight>
                  <a:srgbClr val="00FF00"/>
                </a:highlight>
                <a:latin typeface="Courier New" panose="02070309020205020404" pitchFamily="49" charset="0"/>
              </a:rPr>
              <a:t>"</a:t>
            </a:r>
            <a:r>
              <a:rPr lang="en-US" sz="2000" dirty="0">
                <a:highlight>
                  <a:srgbClr val="00FF00"/>
                </a:highlight>
              </a:rPr>
              <a:t> events from the server.</a:t>
            </a:r>
          </a:p>
          <a:p>
            <a:pPr>
              <a:buFont typeface="+mj-lt"/>
              <a:buAutoNum type="arabicPeriod"/>
            </a:pPr>
            <a:r>
              <a:rPr lang="en-US" sz="2000" dirty="0">
                <a:highlight>
                  <a:srgbClr val="00FF00"/>
                </a:highlight>
              </a:rPr>
              <a:t>The </a:t>
            </a:r>
            <a:r>
              <a:rPr lang="en-US" sz="2000" b="1" dirty="0">
                <a:highlight>
                  <a:srgbClr val="00FF00"/>
                </a:highlight>
              </a:rPr>
              <a:t>cleanup function</a:t>
            </a:r>
            <a:r>
              <a:rPr lang="en-US" sz="2000" dirty="0">
                <a:highlight>
                  <a:srgbClr val="00FF00"/>
                </a:highlight>
              </a:rPr>
              <a:t> </a:t>
            </a:r>
            <a:r>
              <a:rPr lang="en-US" sz="2000" dirty="0" err="1">
                <a:highlight>
                  <a:srgbClr val="00FF00"/>
                </a:highlight>
                <a:latin typeface="Courier New" panose="02070309020205020404" pitchFamily="49" charset="0"/>
              </a:rPr>
              <a:t>socket.off</a:t>
            </a:r>
            <a:r>
              <a:rPr lang="en-US" sz="2000" dirty="0">
                <a:highlight>
                  <a:srgbClr val="00FF00"/>
                </a:highlight>
                <a:latin typeface="Courier New" panose="02070309020205020404" pitchFamily="49" charset="0"/>
              </a:rPr>
              <a:t>('</a:t>
            </a:r>
            <a:r>
              <a:rPr lang="en-US" sz="2000" dirty="0" err="1">
                <a:highlight>
                  <a:srgbClr val="00FF00"/>
                </a:highlight>
                <a:latin typeface="Courier New" panose="02070309020205020404" pitchFamily="49" charset="0"/>
              </a:rPr>
              <a:t>newMessage</a:t>
            </a:r>
            <a:r>
              <a:rPr lang="en-US" sz="2000" dirty="0">
                <a:highlight>
                  <a:srgbClr val="00FF00"/>
                </a:highlight>
                <a:latin typeface="Courier New" panose="02070309020205020404" pitchFamily="49" charset="0"/>
              </a:rPr>
              <a:t>', </a:t>
            </a:r>
            <a:r>
              <a:rPr lang="en-US" sz="2000" dirty="0" err="1">
                <a:highlight>
                  <a:srgbClr val="00FF00"/>
                </a:highlight>
                <a:latin typeface="Courier New" panose="02070309020205020404" pitchFamily="49" charset="0"/>
              </a:rPr>
              <a:t>handleNewMessage</a:t>
            </a:r>
            <a:r>
              <a:rPr lang="en-US" sz="2000" dirty="0">
                <a:highlight>
                  <a:srgbClr val="00FF00"/>
                </a:highlight>
                <a:latin typeface="Courier New" panose="02070309020205020404" pitchFamily="49" charset="0"/>
              </a:rPr>
              <a:t>)</a:t>
            </a:r>
            <a:r>
              <a:rPr lang="en-US" sz="2000" dirty="0">
                <a:highlight>
                  <a:srgbClr val="00FF00"/>
                </a:highlight>
              </a:rPr>
              <a:t> ensures the listener is removed when the component unmounts or dependencies change, preventing duplicate listeners.</a:t>
            </a:r>
          </a:p>
        </p:txBody>
      </p:sp>
      <p:pic>
        <p:nvPicPr>
          <p:cNvPr id="7" name="Picture 6">
            <a:extLst>
              <a:ext uri="{FF2B5EF4-FFF2-40B4-BE49-F238E27FC236}">
                <a16:creationId xmlns:a16="http://schemas.microsoft.com/office/drawing/2014/main" id="{7EA23895-AD48-3DD5-7830-06CBD633FA10}"/>
              </a:ext>
            </a:extLst>
          </p:cNvPr>
          <p:cNvPicPr>
            <a:picLocks noChangeAspect="1"/>
          </p:cNvPicPr>
          <p:nvPr/>
        </p:nvPicPr>
        <p:blipFill>
          <a:blip r:embed="rId2"/>
          <a:srcRect t="36643"/>
          <a:stretch>
            <a:fillRect/>
          </a:stretch>
        </p:blipFill>
        <p:spPr>
          <a:xfrm>
            <a:off x="204107" y="3293284"/>
            <a:ext cx="5283759" cy="3010253"/>
          </a:xfrm>
          <a:prstGeom prst="rect">
            <a:avLst/>
          </a:prstGeom>
          <a:effectLst>
            <a:glow rad="101600">
              <a:schemeClr val="accent2">
                <a:satMod val="175000"/>
                <a:alpha val="40000"/>
              </a:schemeClr>
            </a:glow>
          </a:effectLst>
        </p:spPr>
      </p:pic>
      <p:sp>
        <p:nvSpPr>
          <p:cNvPr id="9" name="TextBox 8">
            <a:extLst>
              <a:ext uri="{FF2B5EF4-FFF2-40B4-BE49-F238E27FC236}">
                <a16:creationId xmlns:a16="http://schemas.microsoft.com/office/drawing/2014/main" id="{0FD9E50C-1DB7-9EFD-BA59-3D35CD2EB71F}"/>
              </a:ext>
            </a:extLst>
          </p:cNvPr>
          <p:cNvSpPr txBox="1"/>
          <p:nvPr/>
        </p:nvSpPr>
        <p:spPr>
          <a:xfrm>
            <a:off x="5702755" y="964067"/>
            <a:ext cx="6115050" cy="923330"/>
          </a:xfrm>
          <a:prstGeom prst="rect">
            <a:avLst/>
          </a:prstGeom>
          <a:noFill/>
        </p:spPr>
        <p:txBody>
          <a:bodyPr wrap="square">
            <a:spAutoFit/>
          </a:bodyPr>
          <a:lstStyle/>
          <a:p>
            <a:r>
              <a:rPr lang="en-US" dirty="0">
                <a:solidFill>
                  <a:srgbClr val="FF0000"/>
                </a:solidFill>
                <a:highlight>
                  <a:srgbClr val="FFFF00"/>
                </a:highlight>
                <a:latin typeface="Courier New" panose="02070309020205020404" pitchFamily="49" charset="0"/>
              </a:rPr>
              <a:t>dispatch</a:t>
            </a:r>
            <a:r>
              <a:rPr lang="en-US" dirty="0">
                <a:solidFill>
                  <a:srgbClr val="FF0000"/>
                </a:solidFill>
                <a:highlight>
                  <a:srgbClr val="FFFF00"/>
                </a:highlight>
              </a:rPr>
              <a:t> → used to dispatch Redux actions.</a:t>
            </a:r>
          </a:p>
          <a:p>
            <a:r>
              <a:rPr lang="en-US" dirty="0">
                <a:solidFill>
                  <a:srgbClr val="FF0000"/>
                </a:solidFill>
                <a:highlight>
                  <a:srgbClr val="FFFF00"/>
                </a:highlight>
                <a:latin typeface="Courier New" panose="02070309020205020404" pitchFamily="49" charset="0"/>
              </a:rPr>
              <a:t>socket</a:t>
            </a:r>
            <a:r>
              <a:rPr lang="en-US" dirty="0">
                <a:solidFill>
                  <a:srgbClr val="FF0000"/>
                </a:solidFill>
                <a:highlight>
                  <a:srgbClr val="FFFF00"/>
                </a:highlight>
              </a:rPr>
              <a:t> → the WebSocket connection from Redux state.</a:t>
            </a:r>
          </a:p>
          <a:p>
            <a:r>
              <a:rPr lang="en-US" dirty="0">
                <a:solidFill>
                  <a:srgbClr val="FF0000"/>
                </a:solidFill>
                <a:highlight>
                  <a:srgbClr val="FFFF00"/>
                </a:highlight>
                <a:latin typeface="Courier New" panose="02070309020205020404" pitchFamily="49" charset="0"/>
              </a:rPr>
              <a:t>messages</a:t>
            </a:r>
            <a:r>
              <a:rPr lang="en-US" dirty="0">
                <a:solidFill>
                  <a:srgbClr val="FF0000"/>
                </a:solidFill>
                <a:highlight>
                  <a:srgbClr val="FFFF00"/>
                </a:highlight>
              </a:rPr>
              <a:t> → current messages in the chat from Redux state.</a:t>
            </a:r>
          </a:p>
        </p:txBody>
      </p:sp>
    </p:spTree>
    <p:extLst>
      <p:ext uri="{BB962C8B-B14F-4D97-AF65-F5344CB8AC3E}">
        <p14:creationId xmlns:p14="http://schemas.microsoft.com/office/powerpoint/2010/main" val="9137750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D7A9D-3C63-D404-E098-993453988304}"/>
              </a:ext>
            </a:extLst>
          </p:cNvPr>
          <p:cNvSpPr>
            <a:spLocks noGrp="1"/>
          </p:cNvSpPr>
          <p:nvPr>
            <p:ph type="title"/>
          </p:nvPr>
        </p:nvSpPr>
        <p:spPr>
          <a:xfrm>
            <a:off x="0" y="0"/>
            <a:ext cx="10515600" cy="645659"/>
          </a:xfrm>
        </p:spPr>
        <p:txBody>
          <a:bodyPr>
            <a:normAutofit fontScale="90000"/>
          </a:bodyPr>
          <a:lstStyle/>
          <a:p>
            <a:r>
              <a:rPr lang="en-US" dirty="0" err="1"/>
              <a:t>ChatPage.jsx</a:t>
            </a:r>
            <a:endParaRPr lang="en-US" dirty="0"/>
          </a:p>
        </p:txBody>
      </p:sp>
      <p:pic>
        <p:nvPicPr>
          <p:cNvPr id="5" name="Content Placeholder 4">
            <a:extLst>
              <a:ext uri="{FF2B5EF4-FFF2-40B4-BE49-F238E27FC236}">
                <a16:creationId xmlns:a16="http://schemas.microsoft.com/office/drawing/2014/main" id="{BB524D0B-A2CB-C59D-38D8-32330858B8C8}"/>
              </a:ext>
            </a:extLst>
          </p:cNvPr>
          <p:cNvPicPr>
            <a:picLocks noGrp="1" noChangeAspect="1"/>
          </p:cNvPicPr>
          <p:nvPr>
            <p:ph idx="1"/>
          </p:nvPr>
        </p:nvPicPr>
        <p:blipFill>
          <a:blip r:embed="rId2"/>
          <a:srcRect r="3655"/>
          <a:stretch>
            <a:fillRect/>
          </a:stretch>
        </p:blipFill>
        <p:spPr>
          <a:xfrm>
            <a:off x="109655" y="645659"/>
            <a:ext cx="5915588" cy="2783341"/>
          </a:xfrm>
          <a:prstGeom prst="rect">
            <a:avLst/>
          </a:prstGeom>
        </p:spPr>
      </p:pic>
      <p:pic>
        <p:nvPicPr>
          <p:cNvPr id="7" name="Picture 6">
            <a:extLst>
              <a:ext uri="{FF2B5EF4-FFF2-40B4-BE49-F238E27FC236}">
                <a16:creationId xmlns:a16="http://schemas.microsoft.com/office/drawing/2014/main" id="{70FB87FD-C8FA-E1B7-8ED4-B1DD8A7427E8}"/>
              </a:ext>
            </a:extLst>
          </p:cNvPr>
          <p:cNvPicPr>
            <a:picLocks noChangeAspect="1"/>
          </p:cNvPicPr>
          <p:nvPr/>
        </p:nvPicPr>
        <p:blipFill>
          <a:blip r:embed="rId3"/>
          <a:stretch>
            <a:fillRect/>
          </a:stretch>
        </p:blipFill>
        <p:spPr>
          <a:xfrm>
            <a:off x="304305" y="3682775"/>
            <a:ext cx="3043052" cy="1816208"/>
          </a:xfrm>
          <a:prstGeom prst="rect">
            <a:avLst/>
          </a:prstGeom>
          <a:effectLst>
            <a:glow rad="228600">
              <a:schemeClr val="accent2">
                <a:satMod val="175000"/>
                <a:alpha val="40000"/>
              </a:schemeClr>
            </a:glow>
          </a:effectLst>
        </p:spPr>
      </p:pic>
      <p:sp>
        <p:nvSpPr>
          <p:cNvPr id="10" name="Rectangle 1">
            <a:extLst>
              <a:ext uri="{FF2B5EF4-FFF2-40B4-BE49-F238E27FC236}">
                <a16:creationId xmlns:a16="http://schemas.microsoft.com/office/drawing/2014/main" id="{0D89C7C4-B47E-76AD-EC11-7A1E2CCB47D1}"/>
              </a:ext>
            </a:extLst>
          </p:cNvPr>
          <p:cNvSpPr>
            <a:spLocks noChangeArrowheads="1"/>
          </p:cNvSpPr>
          <p:nvPr/>
        </p:nvSpPr>
        <p:spPr bwMode="auto">
          <a:xfrm>
            <a:off x="6808615" y="158437"/>
            <a:ext cx="5273730" cy="1477328"/>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storage</a:t>
            </a:r>
            <a:r>
              <a:rPr kumimoji="0" lang="en-US" altLang="en-US" b="0" i="0" u="none" strike="noStrike" cap="none" normalizeH="0" baseline="0" dirty="0">
                <a:ln>
                  <a:noFill/>
                </a:ln>
                <a:solidFill>
                  <a:schemeClr val="tx1"/>
                </a:solidFill>
                <a:effectLst/>
              </a:rPr>
              <a:t> is essentially a wrapper around the </a:t>
            </a:r>
            <a:r>
              <a:rPr kumimoji="0" lang="en-US" altLang="en-US" b="1" i="0" u="none" strike="noStrike" cap="none" normalizeH="0" baseline="0" dirty="0">
                <a:ln>
                  <a:noFill/>
                </a:ln>
                <a:solidFill>
                  <a:schemeClr val="tx1"/>
                </a:solidFill>
                <a:effectLst/>
                <a:latin typeface="Arial" panose="020B0604020202020204" pitchFamily="34" charset="0"/>
              </a:rPr>
              <a:t>browser’s </a:t>
            </a:r>
            <a:r>
              <a:rPr kumimoji="0" lang="en-US" altLang="en-US" b="1" i="0" u="none" strike="noStrike" cap="none" normalizeH="0" baseline="0" dirty="0" err="1">
                <a:ln>
                  <a:noFill/>
                </a:ln>
                <a:solidFill>
                  <a:schemeClr val="tx1"/>
                </a:solidFill>
                <a:effectLst/>
                <a:latin typeface="Arial Unicode MS"/>
              </a:rPr>
              <a:t>localStorage</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It allows </a:t>
            </a:r>
            <a:r>
              <a:rPr kumimoji="0" lang="en-US" altLang="en-US" b="0" i="0" u="none" strike="noStrike" cap="none" normalizeH="0" baseline="0" dirty="0">
                <a:ln>
                  <a:noFill/>
                </a:ln>
                <a:solidFill>
                  <a:schemeClr val="tx1"/>
                </a:solidFill>
                <a:effectLst/>
                <a:latin typeface="Arial Unicode MS"/>
              </a:rPr>
              <a:t>redux-persist</a:t>
            </a:r>
            <a:r>
              <a:rPr kumimoji="0" lang="en-US" altLang="en-US" b="0" i="0" u="none" strike="noStrike" cap="none" normalizeH="0" baseline="0" dirty="0">
                <a:ln>
                  <a:noFill/>
                </a:ln>
                <a:solidFill>
                  <a:schemeClr val="tx1"/>
                </a:solidFill>
                <a:effectLst/>
              </a:rPr>
              <a:t> to </a:t>
            </a:r>
            <a:r>
              <a:rPr kumimoji="0" lang="en-US" altLang="en-US" b="1" i="0" u="none" strike="noStrike" cap="none" normalizeH="0" baseline="0" dirty="0">
                <a:ln>
                  <a:noFill/>
                </a:ln>
                <a:solidFill>
                  <a:schemeClr val="tx1"/>
                </a:solidFill>
                <a:effectLst/>
                <a:latin typeface="Arial" panose="020B0604020202020204" pitchFamily="34" charset="0"/>
              </a:rPr>
              <a:t>save your Redux state in </a:t>
            </a:r>
            <a:r>
              <a:rPr kumimoji="0" lang="en-US" altLang="en-US" b="1" i="0" u="none" strike="noStrike" cap="none" normalizeH="0" baseline="0" dirty="0" err="1">
                <a:ln>
                  <a:noFill/>
                </a:ln>
                <a:solidFill>
                  <a:schemeClr val="tx1"/>
                </a:solidFill>
                <a:effectLst/>
                <a:latin typeface="Arial" panose="020B0604020202020204" pitchFamily="34" charset="0"/>
              </a:rPr>
              <a:t>localStorage</a:t>
            </a:r>
            <a:r>
              <a:rPr kumimoji="0" lang="en-US" altLang="en-US" b="0" i="0" u="none" strike="noStrike" cap="none" normalizeH="0" baseline="0" dirty="0">
                <a:ln>
                  <a:noFill/>
                </a:ln>
                <a:solidFill>
                  <a:schemeClr val="tx1"/>
                </a:solidFill>
                <a:effectLst/>
                <a:latin typeface="Arial" panose="020B0604020202020204" pitchFamily="34" charset="0"/>
              </a:rPr>
              <a:t> so that the state persists even after a page reload.</a:t>
            </a:r>
          </a:p>
        </p:txBody>
      </p:sp>
      <p:cxnSp>
        <p:nvCxnSpPr>
          <p:cNvPr id="11" name="Straight Arrow Connector 10">
            <a:extLst>
              <a:ext uri="{FF2B5EF4-FFF2-40B4-BE49-F238E27FC236}">
                <a16:creationId xmlns:a16="http://schemas.microsoft.com/office/drawing/2014/main" id="{6AC6C210-AED6-02D4-53B2-2F3D406DF329}"/>
              </a:ext>
            </a:extLst>
          </p:cNvPr>
          <p:cNvCxnSpPr>
            <a:cxnSpLocks/>
          </p:cNvCxnSpPr>
          <p:nvPr/>
        </p:nvCxnSpPr>
        <p:spPr>
          <a:xfrm flipV="1">
            <a:off x="4384222" y="816955"/>
            <a:ext cx="2310492" cy="2400387"/>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2">
            <a:extLst>
              <a:ext uri="{FF2B5EF4-FFF2-40B4-BE49-F238E27FC236}">
                <a16:creationId xmlns:a16="http://schemas.microsoft.com/office/drawing/2014/main" id="{A9538523-D1E1-E1AE-F2FE-AC6B3858CA18}"/>
              </a:ext>
            </a:extLst>
          </p:cNvPr>
          <p:cNvSpPr>
            <a:spLocks noChangeArrowheads="1"/>
          </p:cNvSpPr>
          <p:nvPr/>
        </p:nvSpPr>
        <p:spPr bwMode="auto">
          <a:xfrm>
            <a:off x="6096000" y="1786664"/>
            <a:ext cx="6166757" cy="1477328"/>
          </a:xfrm>
          <a:prstGeom prst="rect">
            <a:avLst/>
          </a:prstGeom>
          <a:solidFill>
            <a:schemeClr val="accent1">
              <a:lumMod val="60000"/>
              <a:lumOff val="4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All slices except </a:t>
            </a:r>
            <a:r>
              <a:rPr kumimoji="0" lang="en-US" altLang="en-US" b="1" i="0" u="none" strike="noStrike" cap="none" normalizeH="0" baseline="0" dirty="0" err="1">
                <a:ln>
                  <a:noFill/>
                </a:ln>
                <a:solidFill>
                  <a:schemeClr val="tx1"/>
                </a:solidFill>
                <a:effectLst/>
                <a:latin typeface="Arial Unicode MS"/>
              </a:rPr>
              <a:t>socketio</a:t>
            </a:r>
            <a:r>
              <a:rPr kumimoji="0" lang="en-US" altLang="en-US" b="0" i="0" u="none" strike="noStrike" cap="none" normalizeH="0" baseline="0" dirty="0">
                <a:ln>
                  <a:noFill/>
                </a:ln>
                <a:solidFill>
                  <a:schemeClr val="tx1"/>
                </a:solidFill>
                <a:effectLst/>
              </a:rPr>
              <a:t> will be persisted in </a:t>
            </a:r>
            <a:r>
              <a:rPr kumimoji="0" lang="en-US" altLang="en-US" b="0" i="0" u="none" strike="noStrike" cap="none" normalizeH="0" baseline="0" dirty="0" err="1">
                <a:ln>
                  <a:noFill/>
                </a:ln>
                <a:solidFill>
                  <a:schemeClr val="tx1"/>
                </a:solidFill>
                <a:effectLst/>
                <a:latin typeface="Arial Unicode MS"/>
              </a:rPr>
              <a:t>localStorage</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This includes </a:t>
            </a:r>
            <a:r>
              <a:rPr kumimoji="0" lang="en-US" altLang="en-US" b="0" i="0" u="none" strike="noStrike" cap="none" normalizeH="0" baseline="0" dirty="0" err="1">
                <a:ln>
                  <a:noFill/>
                </a:ln>
                <a:solidFill>
                  <a:schemeClr val="tx1"/>
                </a:solidFill>
                <a:effectLst/>
                <a:latin typeface="Arial Unicode MS"/>
              </a:rPr>
              <a:t>authSlice</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latin typeface="Arial Unicode MS"/>
              </a:rPr>
              <a:t>chatSlice</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latin typeface="Arial Unicode MS"/>
              </a:rPr>
              <a:t>postSlice</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latin typeface="Arial Unicode MS"/>
              </a:rPr>
              <a:t>rtnSlice</a:t>
            </a:r>
            <a:r>
              <a:rPr kumimoji="0" lang="en-US" altLang="en-US" b="0" i="0" u="none" strike="noStrike" cap="none" normalizeH="0" baseline="0" dirty="0">
                <a:ln>
                  <a:noFill/>
                </a:ln>
                <a:solidFill>
                  <a:schemeClr val="tx1"/>
                </a:solidFill>
                <a:effectLst/>
              </a:rPr>
              <a:t>, etc.</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Unicode MS"/>
              </a:rPr>
              <a:t>socketio</a:t>
            </a:r>
            <a:r>
              <a:rPr kumimoji="0" lang="en-US" altLang="en-US" b="0" i="0" u="none" strike="noStrike" cap="none" normalizeH="0" baseline="0" dirty="0">
                <a:ln>
                  <a:noFill/>
                </a:ln>
                <a:solidFill>
                  <a:schemeClr val="tx1"/>
                </a:solidFill>
                <a:effectLst/>
              </a:rPr>
              <a:t> is excluded because sockets are runtime connections and cannot/should not be persisted.</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5" name="Rectangle 3">
            <a:extLst>
              <a:ext uri="{FF2B5EF4-FFF2-40B4-BE49-F238E27FC236}">
                <a16:creationId xmlns:a16="http://schemas.microsoft.com/office/drawing/2014/main" id="{A2088D12-77D9-9137-B89A-E71824BA1AAE}"/>
              </a:ext>
            </a:extLst>
          </p:cNvPr>
          <p:cNvSpPr>
            <a:spLocks noChangeArrowheads="1"/>
          </p:cNvSpPr>
          <p:nvPr/>
        </p:nvSpPr>
        <p:spPr bwMode="auto">
          <a:xfrm>
            <a:off x="3888426" y="3599817"/>
            <a:ext cx="83743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highlight>
                  <a:srgbClr val="00FF00"/>
                </a:highlight>
                <a:latin typeface="Arial" panose="020B0604020202020204" pitchFamily="34" charset="0"/>
              </a:rPr>
              <a:t>This is the key used in </a:t>
            </a:r>
            <a:r>
              <a:rPr kumimoji="0" lang="en-US" altLang="en-US" sz="1600" b="1" i="0" u="none" strike="noStrike" cap="none" normalizeH="0" baseline="0" dirty="0" err="1">
                <a:ln>
                  <a:noFill/>
                </a:ln>
                <a:solidFill>
                  <a:schemeClr val="tx1"/>
                </a:solidFill>
                <a:effectLst/>
                <a:highlight>
                  <a:srgbClr val="00FF00"/>
                </a:highlight>
                <a:latin typeface="Arial" panose="020B0604020202020204" pitchFamily="34" charset="0"/>
              </a:rPr>
              <a:t>localStorage</a:t>
            </a:r>
            <a:r>
              <a:rPr kumimoji="0" lang="en-US" altLang="en-US" sz="1600" b="1" i="0" u="none" strike="noStrike" cap="none" normalizeH="0" baseline="0" dirty="0">
                <a:ln>
                  <a:noFill/>
                </a:ln>
                <a:solidFill>
                  <a:schemeClr val="tx1"/>
                </a:solidFill>
                <a:effectLst/>
                <a:highlight>
                  <a:srgbClr val="00FF00"/>
                </a:highlight>
                <a:latin typeface="Arial" panose="020B0604020202020204" pitchFamily="34" charset="0"/>
              </a:rPr>
              <a:t> to save the persisted state.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highlight>
                  <a:srgbClr val="00FF00"/>
                </a:highlight>
                <a:latin typeface="Arial" panose="020B0604020202020204" pitchFamily="34" charset="0"/>
              </a:rPr>
              <a:t>Essentially, all your persisted state will be stored under </a:t>
            </a:r>
            <a:r>
              <a:rPr kumimoji="0" lang="en-US" altLang="en-US" sz="1600" b="1" i="0" u="none" strike="noStrike" cap="none" normalizeH="0" baseline="0" dirty="0" err="1">
                <a:ln>
                  <a:noFill/>
                </a:ln>
                <a:solidFill>
                  <a:schemeClr val="tx1"/>
                </a:solidFill>
                <a:effectLst/>
                <a:highlight>
                  <a:srgbClr val="00FF00"/>
                </a:highlight>
                <a:latin typeface="Arial Unicode MS"/>
              </a:rPr>
              <a:t>localStorage</a:t>
            </a:r>
            <a:r>
              <a:rPr kumimoji="0" lang="en-US" altLang="en-US" sz="1600" b="1" i="0" u="none" strike="noStrike" cap="none" normalizeH="0" baseline="0" dirty="0">
                <a:ln>
                  <a:noFill/>
                </a:ln>
                <a:solidFill>
                  <a:schemeClr val="tx1"/>
                </a:solidFill>
                <a:effectLst/>
                <a:highlight>
                  <a:srgbClr val="00FF00"/>
                </a:highlight>
                <a:latin typeface="Arial Unicode MS"/>
              </a:rPr>
              <a:t>['</a:t>
            </a:r>
            <a:r>
              <a:rPr kumimoji="0" lang="en-US" altLang="en-US" sz="1600" b="1" i="0" u="none" strike="noStrike" cap="none" normalizeH="0" baseline="0" dirty="0" err="1">
                <a:ln>
                  <a:noFill/>
                </a:ln>
                <a:solidFill>
                  <a:schemeClr val="tx1"/>
                </a:solidFill>
                <a:effectLst/>
                <a:highlight>
                  <a:srgbClr val="00FF00"/>
                </a:highlight>
                <a:latin typeface="Arial Unicode MS"/>
              </a:rPr>
              <a:t>persist:root</a:t>
            </a:r>
            <a:r>
              <a:rPr kumimoji="0" lang="en-US" altLang="en-US" sz="1600" b="1" i="0" u="none" strike="noStrike" cap="none" normalizeH="0" baseline="0" dirty="0">
                <a:ln>
                  <a:noFill/>
                </a:ln>
                <a:solidFill>
                  <a:schemeClr val="tx1"/>
                </a:solidFill>
                <a:effectLst/>
                <a:highlight>
                  <a:srgbClr val="00FF00"/>
                </a:highlight>
                <a:latin typeface="Arial Unicode MS"/>
              </a:rPr>
              <a:t>']</a:t>
            </a:r>
            <a:r>
              <a:rPr kumimoji="0" lang="en-US" altLang="en-US" sz="1600" b="1" i="0" u="none" strike="noStrike" cap="none" normalizeH="0" baseline="0" dirty="0">
                <a:ln>
                  <a:noFill/>
                </a:ln>
                <a:solidFill>
                  <a:schemeClr val="tx1"/>
                </a:solidFill>
                <a:effectLst/>
                <a:highlight>
                  <a:srgbClr val="00FF00"/>
                </a:highlight>
              </a:rPr>
              <a:t>.</a:t>
            </a:r>
            <a:endParaRPr kumimoji="0" lang="en-US" altLang="en-US" sz="1600" b="1" i="0" u="none" strike="noStrike" cap="none" normalizeH="0" baseline="0" dirty="0">
              <a:ln>
                <a:noFill/>
              </a:ln>
              <a:solidFill>
                <a:schemeClr val="tx1"/>
              </a:solidFill>
              <a:effectLst/>
              <a:highlight>
                <a:srgbClr val="00FF00"/>
              </a:highlight>
              <a:latin typeface="Arial" panose="020B0604020202020204" pitchFamily="34" charset="0"/>
            </a:endParaRPr>
          </a:p>
        </p:txBody>
      </p:sp>
      <p:sp>
        <p:nvSpPr>
          <p:cNvPr id="16" name="Rectangle 4">
            <a:extLst>
              <a:ext uri="{FF2B5EF4-FFF2-40B4-BE49-F238E27FC236}">
                <a16:creationId xmlns:a16="http://schemas.microsoft.com/office/drawing/2014/main" id="{A29811FC-2EFA-42DE-CE1D-CD2AFD1889EF}"/>
              </a:ext>
            </a:extLst>
          </p:cNvPr>
          <p:cNvSpPr>
            <a:spLocks noChangeArrowheads="1"/>
          </p:cNvSpPr>
          <p:nvPr/>
        </p:nvSpPr>
        <p:spPr bwMode="auto">
          <a:xfrm>
            <a:off x="4384222" y="4233701"/>
            <a:ext cx="708036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Represents the </a:t>
            </a:r>
            <a:r>
              <a:rPr kumimoji="0" lang="en-US" altLang="en-US" sz="1800" b="1" i="0" u="none" strike="noStrike" cap="none" normalizeH="0" baseline="0" dirty="0">
                <a:ln>
                  <a:noFill/>
                </a:ln>
                <a:solidFill>
                  <a:schemeClr val="tx1"/>
                </a:solidFill>
                <a:effectLst/>
                <a:highlight>
                  <a:srgbClr val="FFFF00"/>
                </a:highlight>
                <a:latin typeface="Arial" panose="020B0604020202020204" pitchFamily="34" charset="0"/>
              </a:rPr>
              <a:t>version of your persisted state</a:t>
            </a: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Useful if you later need to </a:t>
            </a:r>
            <a:r>
              <a:rPr kumimoji="0" lang="en-US" altLang="en-US" sz="1800" b="1" i="0" u="none" strike="noStrike" cap="none" normalizeH="0" baseline="0" dirty="0">
                <a:ln>
                  <a:noFill/>
                </a:ln>
                <a:solidFill>
                  <a:schemeClr val="tx1"/>
                </a:solidFill>
                <a:effectLst/>
                <a:highlight>
                  <a:srgbClr val="FFFF00"/>
                </a:highlight>
                <a:latin typeface="Arial" panose="020B0604020202020204" pitchFamily="34" charset="0"/>
              </a:rPr>
              <a:t>migrate old persisted states</a:t>
            </a: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 after changing the shape of your Redux store.</a:t>
            </a:r>
          </a:p>
        </p:txBody>
      </p:sp>
      <p:sp>
        <p:nvSpPr>
          <p:cNvPr id="18" name="TextBox 17">
            <a:extLst>
              <a:ext uri="{FF2B5EF4-FFF2-40B4-BE49-F238E27FC236}">
                <a16:creationId xmlns:a16="http://schemas.microsoft.com/office/drawing/2014/main" id="{D9B64906-C6AE-E899-C5FB-5B152FD58595}"/>
              </a:ext>
            </a:extLst>
          </p:cNvPr>
          <p:cNvSpPr txBox="1"/>
          <p:nvPr/>
        </p:nvSpPr>
        <p:spPr>
          <a:xfrm>
            <a:off x="4384222" y="5213587"/>
            <a:ext cx="7636545" cy="646331"/>
          </a:xfrm>
          <a:prstGeom prst="rect">
            <a:avLst/>
          </a:prstGeom>
          <a:solidFill>
            <a:srgbClr val="FFC000"/>
          </a:solidFill>
        </p:spPr>
        <p:txBody>
          <a:bodyPr wrap="square">
            <a:spAutoFit/>
          </a:bodyPr>
          <a:lstStyle/>
          <a:p>
            <a:pPr>
              <a:buFont typeface="Arial" panose="020B0604020202020204" pitchFamily="34" charset="0"/>
              <a:buChar char="•"/>
            </a:pPr>
            <a:r>
              <a:rPr lang="en-US" dirty="0"/>
              <a:t>Refers to the </a:t>
            </a:r>
            <a:r>
              <a:rPr lang="en-US" dirty="0">
                <a:latin typeface="Courier New" panose="02070309020205020404" pitchFamily="49" charset="0"/>
              </a:rPr>
              <a:t>storage</a:t>
            </a:r>
            <a:r>
              <a:rPr lang="en-US" dirty="0"/>
              <a:t> imported from </a:t>
            </a:r>
            <a:r>
              <a:rPr lang="en-US" dirty="0">
                <a:latin typeface="Courier New" panose="02070309020205020404" pitchFamily="49" charset="0"/>
              </a:rPr>
              <a:t>redux-persist/lib/storage</a:t>
            </a:r>
            <a:r>
              <a:rPr lang="en-US" dirty="0"/>
              <a:t>.</a:t>
            </a:r>
          </a:p>
          <a:p>
            <a:pPr>
              <a:buFont typeface="Arial" panose="020B0604020202020204" pitchFamily="34" charset="0"/>
              <a:buChar char="•"/>
            </a:pPr>
            <a:r>
              <a:rPr lang="en-US" dirty="0"/>
              <a:t>This means the state will be saved in </a:t>
            </a:r>
            <a:r>
              <a:rPr lang="en-US" b="1" dirty="0" err="1"/>
              <a:t>localStorage</a:t>
            </a:r>
            <a:r>
              <a:rPr lang="en-US" dirty="0"/>
              <a:t> in the browser.</a:t>
            </a:r>
          </a:p>
        </p:txBody>
      </p:sp>
      <p:sp>
        <p:nvSpPr>
          <p:cNvPr id="19" name="Rectangle 5">
            <a:extLst>
              <a:ext uri="{FF2B5EF4-FFF2-40B4-BE49-F238E27FC236}">
                <a16:creationId xmlns:a16="http://schemas.microsoft.com/office/drawing/2014/main" id="{2837A6A5-E326-0074-B088-AFFB24982377}"/>
              </a:ext>
            </a:extLst>
          </p:cNvPr>
          <p:cNvSpPr>
            <a:spLocks noChangeArrowheads="1"/>
          </p:cNvSpPr>
          <p:nvPr/>
        </p:nvSpPr>
        <p:spPr bwMode="auto">
          <a:xfrm>
            <a:off x="304305" y="5916475"/>
            <a:ext cx="11854544" cy="923330"/>
          </a:xfrm>
          <a:prstGeom prst="rect">
            <a:avLst/>
          </a:prstGeom>
          <a:solidFill>
            <a:schemeClr val="accent5">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Any slice listed here will </a:t>
            </a:r>
            <a:r>
              <a:rPr kumimoji="0" lang="en-US" altLang="en-US" b="1" i="0" u="none" strike="noStrike" cap="none" normalizeH="0" baseline="0" dirty="0">
                <a:ln>
                  <a:noFill/>
                </a:ln>
                <a:solidFill>
                  <a:schemeClr val="tx1"/>
                </a:solidFill>
                <a:effectLst/>
                <a:latin typeface="Arial" panose="020B0604020202020204" pitchFamily="34" charset="0"/>
              </a:rPr>
              <a:t>not be persisted</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In your case, the </a:t>
            </a:r>
            <a:r>
              <a:rPr kumimoji="0" lang="en-US" altLang="en-US" b="0" i="0" u="none" strike="noStrike" cap="none" normalizeH="0" baseline="0" dirty="0" err="1">
                <a:ln>
                  <a:noFill/>
                </a:ln>
                <a:solidFill>
                  <a:schemeClr val="tx1"/>
                </a:solidFill>
                <a:effectLst/>
                <a:latin typeface="Arial Unicode MS"/>
              </a:rPr>
              <a:t>socketio</a:t>
            </a:r>
            <a:r>
              <a:rPr kumimoji="0" lang="en-US" altLang="en-US" b="0" i="0" u="none" strike="noStrike" cap="none" normalizeH="0" baseline="0" dirty="0">
                <a:ln>
                  <a:noFill/>
                </a:ln>
                <a:solidFill>
                  <a:schemeClr val="tx1"/>
                </a:solidFill>
                <a:effectLst/>
              </a:rPr>
              <a:t> slice is excluded because </a:t>
            </a:r>
            <a:r>
              <a:rPr kumimoji="0" lang="en-US" altLang="en-US" b="1" i="0" u="none" strike="noStrike" cap="none" normalizeH="0" baseline="0" dirty="0">
                <a:ln>
                  <a:noFill/>
                </a:ln>
                <a:solidFill>
                  <a:schemeClr val="tx1"/>
                </a:solidFill>
                <a:effectLst/>
                <a:latin typeface="Arial" panose="020B0604020202020204" pitchFamily="34" charset="0"/>
              </a:rPr>
              <a:t>WebSocket connections cannot be persisted</a:t>
            </a:r>
            <a:r>
              <a:rPr kumimoji="0" lang="en-US" altLang="en-US" b="0" i="0" u="none" strike="noStrike" cap="none" normalizeH="0" baseline="0" dirty="0">
                <a:ln>
                  <a:noFill/>
                </a:ln>
                <a:solidFill>
                  <a:schemeClr val="tx1"/>
                </a:solidFill>
                <a:effectLst/>
                <a:latin typeface="Arial" panose="020B0604020202020204" pitchFamily="34" charset="0"/>
              </a:rPr>
              <a:t>—they are temporary runtime objects and reconnecting automatically on page load is better than restoring them from storage</a:t>
            </a:r>
          </a:p>
        </p:txBody>
      </p:sp>
      <p:cxnSp>
        <p:nvCxnSpPr>
          <p:cNvPr id="21" name="Straight Arrow Connector 20">
            <a:extLst>
              <a:ext uri="{FF2B5EF4-FFF2-40B4-BE49-F238E27FC236}">
                <a16:creationId xmlns:a16="http://schemas.microsoft.com/office/drawing/2014/main" id="{D7C132ED-D85D-D2E2-78EA-6AA4E49672A3}"/>
              </a:ext>
            </a:extLst>
          </p:cNvPr>
          <p:cNvCxnSpPr>
            <a:cxnSpLocks/>
            <a:endCxn id="15" idx="1"/>
          </p:cNvCxnSpPr>
          <p:nvPr/>
        </p:nvCxnSpPr>
        <p:spPr>
          <a:xfrm flipV="1">
            <a:off x="1968090" y="3892205"/>
            <a:ext cx="1920336" cy="260240"/>
          </a:xfrm>
          <a:prstGeom prst="straightConnector1">
            <a:avLst/>
          </a:prstGeom>
          <a:ln w="571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CD87ED45-70B2-983A-0A1B-8A023051C06D}"/>
              </a:ext>
            </a:extLst>
          </p:cNvPr>
          <p:cNvCxnSpPr>
            <a:cxnSpLocks/>
          </p:cNvCxnSpPr>
          <p:nvPr/>
        </p:nvCxnSpPr>
        <p:spPr>
          <a:xfrm>
            <a:off x="1837462" y="4449399"/>
            <a:ext cx="2620238" cy="51187"/>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5A79FF8-F9E3-9004-4306-7C3DEC5C7227}"/>
              </a:ext>
            </a:extLst>
          </p:cNvPr>
          <p:cNvCxnSpPr>
            <a:cxnSpLocks/>
          </p:cNvCxnSpPr>
          <p:nvPr/>
        </p:nvCxnSpPr>
        <p:spPr>
          <a:xfrm>
            <a:off x="1662734" y="5221351"/>
            <a:ext cx="386502" cy="740837"/>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34" name="Ink 33">
                <a:extLst>
                  <a:ext uri="{FF2B5EF4-FFF2-40B4-BE49-F238E27FC236}">
                    <a16:creationId xmlns:a16="http://schemas.microsoft.com/office/drawing/2014/main" id="{EFC2D730-6688-48D8-E025-B3AF8C9EDD88}"/>
                  </a:ext>
                </a:extLst>
              </p14:cNvPr>
              <p14:cNvContentPartPr/>
              <p14:nvPr/>
            </p14:nvContentPartPr>
            <p14:xfrm>
              <a:off x="1526516" y="4751563"/>
              <a:ext cx="2221200" cy="16560"/>
            </p14:xfrm>
          </p:contentPart>
        </mc:Choice>
        <mc:Fallback xmlns="">
          <p:pic>
            <p:nvPicPr>
              <p:cNvPr id="34" name="Ink 33">
                <a:extLst>
                  <a:ext uri="{FF2B5EF4-FFF2-40B4-BE49-F238E27FC236}">
                    <a16:creationId xmlns:a16="http://schemas.microsoft.com/office/drawing/2014/main" id="{EFC2D730-6688-48D8-E025-B3AF8C9EDD88}"/>
                  </a:ext>
                </a:extLst>
              </p:cNvPr>
              <p:cNvPicPr/>
              <p:nvPr/>
            </p:nvPicPr>
            <p:blipFill>
              <a:blip r:embed="rId5"/>
              <a:stretch>
                <a:fillRect/>
              </a:stretch>
            </p:blipFill>
            <p:spPr>
              <a:xfrm>
                <a:off x="1508516" y="4733563"/>
                <a:ext cx="225684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5" name="Ink 34">
                <a:extLst>
                  <a:ext uri="{FF2B5EF4-FFF2-40B4-BE49-F238E27FC236}">
                    <a16:creationId xmlns:a16="http://schemas.microsoft.com/office/drawing/2014/main" id="{763FBCF3-49B9-7D0B-5D80-A7B62E23E5EF}"/>
                  </a:ext>
                </a:extLst>
              </p14:cNvPr>
              <p14:cNvContentPartPr/>
              <p14:nvPr/>
            </p14:nvContentPartPr>
            <p14:xfrm>
              <a:off x="3742676" y="4748323"/>
              <a:ext cx="662760" cy="541800"/>
            </p14:xfrm>
          </p:contentPart>
        </mc:Choice>
        <mc:Fallback xmlns="">
          <p:pic>
            <p:nvPicPr>
              <p:cNvPr id="35" name="Ink 34">
                <a:extLst>
                  <a:ext uri="{FF2B5EF4-FFF2-40B4-BE49-F238E27FC236}">
                    <a16:creationId xmlns:a16="http://schemas.microsoft.com/office/drawing/2014/main" id="{763FBCF3-49B9-7D0B-5D80-A7B62E23E5EF}"/>
                  </a:ext>
                </a:extLst>
              </p:cNvPr>
              <p:cNvPicPr/>
              <p:nvPr/>
            </p:nvPicPr>
            <p:blipFill>
              <a:blip r:embed="rId7"/>
              <a:stretch>
                <a:fillRect/>
              </a:stretch>
            </p:blipFill>
            <p:spPr>
              <a:xfrm>
                <a:off x="3725036" y="4730323"/>
                <a:ext cx="698400" cy="577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6" name="Ink 35">
                <a:extLst>
                  <a:ext uri="{FF2B5EF4-FFF2-40B4-BE49-F238E27FC236}">
                    <a16:creationId xmlns:a16="http://schemas.microsoft.com/office/drawing/2014/main" id="{22653872-3DE7-BE9F-B742-DCFE1F0E3268}"/>
                  </a:ext>
                </a:extLst>
              </p14:cNvPr>
              <p14:cNvContentPartPr/>
              <p14:nvPr/>
            </p14:nvContentPartPr>
            <p14:xfrm>
              <a:off x="4177556" y="5083123"/>
              <a:ext cx="273600" cy="240480"/>
            </p14:xfrm>
          </p:contentPart>
        </mc:Choice>
        <mc:Fallback xmlns="">
          <p:pic>
            <p:nvPicPr>
              <p:cNvPr id="36" name="Ink 35">
                <a:extLst>
                  <a:ext uri="{FF2B5EF4-FFF2-40B4-BE49-F238E27FC236}">
                    <a16:creationId xmlns:a16="http://schemas.microsoft.com/office/drawing/2014/main" id="{22653872-3DE7-BE9F-B742-DCFE1F0E3268}"/>
                  </a:ext>
                </a:extLst>
              </p:cNvPr>
              <p:cNvPicPr/>
              <p:nvPr/>
            </p:nvPicPr>
            <p:blipFill>
              <a:blip r:embed="rId9"/>
              <a:stretch>
                <a:fillRect/>
              </a:stretch>
            </p:blipFill>
            <p:spPr>
              <a:xfrm>
                <a:off x="4159556" y="5065483"/>
                <a:ext cx="309240" cy="276120"/>
              </a:xfrm>
              <a:prstGeom prst="rect">
                <a:avLst/>
              </a:prstGeom>
            </p:spPr>
          </p:pic>
        </mc:Fallback>
      </mc:AlternateContent>
    </p:spTree>
    <p:extLst>
      <p:ext uri="{BB962C8B-B14F-4D97-AF65-F5344CB8AC3E}">
        <p14:creationId xmlns:p14="http://schemas.microsoft.com/office/powerpoint/2010/main" val="229146862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8975317-4B1E-CCEC-21A8-17CF11BA5B8E}"/>
              </a:ext>
            </a:extLst>
          </p:cNvPr>
          <p:cNvPicPr>
            <a:picLocks noGrp="1" noChangeAspect="1"/>
          </p:cNvPicPr>
          <p:nvPr>
            <p:ph idx="1"/>
          </p:nvPr>
        </p:nvPicPr>
        <p:blipFill>
          <a:blip r:embed="rId2"/>
          <a:stretch>
            <a:fillRect/>
          </a:stretch>
        </p:blipFill>
        <p:spPr>
          <a:xfrm>
            <a:off x="0" y="863824"/>
            <a:ext cx="5916308" cy="5185387"/>
          </a:xfrm>
          <a:prstGeom prst="rect">
            <a:avLst/>
          </a:prstGeom>
        </p:spPr>
      </p:pic>
      <p:sp>
        <p:nvSpPr>
          <p:cNvPr id="6" name="TextBox 5">
            <a:extLst>
              <a:ext uri="{FF2B5EF4-FFF2-40B4-BE49-F238E27FC236}">
                <a16:creationId xmlns:a16="http://schemas.microsoft.com/office/drawing/2014/main" id="{E918B547-A728-39ED-6D26-BB09B3AFE90D}"/>
              </a:ext>
            </a:extLst>
          </p:cNvPr>
          <p:cNvSpPr txBox="1"/>
          <p:nvPr/>
        </p:nvSpPr>
        <p:spPr>
          <a:xfrm>
            <a:off x="5916308" y="220959"/>
            <a:ext cx="6354614" cy="5262979"/>
          </a:xfrm>
          <a:prstGeom prst="rect">
            <a:avLst/>
          </a:prstGeom>
          <a:noFill/>
        </p:spPr>
        <p:txBody>
          <a:bodyPr wrap="square">
            <a:spAutoFit/>
          </a:bodyPr>
          <a:lstStyle/>
          <a:p>
            <a:r>
              <a:rPr lang="en-US" sz="2400" dirty="0" err="1">
                <a:highlight>
                  <a:srgbClr val="FFFF00"/>
                </a:highlight>
                <a:latin typeface="Courier New" panose="02070309020205020404" pitchFamily="49" charset="0"/>
              </a:rPr>
              <a:t>ChatPage</a:t>
            </a:r>
            <a:r>
              <a:rPr lang="en-US" sz="2400" dirty="0">
                <a:highlight>
                  <a:srgbClr val="FFFF00"/>
                </a:highlight>
              </a:rPr>
              <a:t> component manages a real-time chat interface. It keeps track of the message input with </a:t>
            </a:r>
            <a:r>
              <a:rPr lang="en-US" sz="2400" dirty="0" err="1">
                <a:highlight>
                  <a:srgbClr val="FFFF00"/>
                </a:highlight>
                <a:latin typeface="Courier New" panose="02070309020205020404" pitchFamily="49" charset="0"/>
              </a:rPr>
              <a:t>textMessage</a:t>
            </a:r>
            <a:r>
              <a:rPr lang="en-US" sz="2400" dirty="0">
                <a:highlight>
                  <a:srgbClr val="FFFF00"/>
                </a:highlight>
              </a:rPr>
              <a:t> and retrieves user-related data (</a:t>
            </a:r>
            <a:r>
              <a:rPr lang="en-US" sz="2400" dirty="0">
                <a:highlight>
                  <a:srgbClr val="FFFF00"/>
                </a:highlight>
                <a:latin typeface="Courier New" panose="02070309020205020404" pitchFamily="49" charset="0"/>
              </a:rPr>
              <a:t>user</a:t>
            </a:r>
            <a:r>
              <a:rPr lang="en-US" sz="2400" dirty="0">
                <a:highlight>
                  <a:srgbClr val="FFFF00"/>
                </a:highlight>
              </a:rPr>
              <a:t>, </a:t>
            </a:r>
            <a:r>
              <a:rPr lang="en-US" sz="2400" dirty="0" err="1">
                <a:highlight>
                  <a:srgbClr val="FFFF00"/>
                </a:highlight>
                <a:latin typeface="Courier New" panose="02070309020205020404" pitchFamily="49" charset="0"/>
              </a:rPr>
              <a:t>suggestedUsers</a:t>
            </a:r>
            <a:r>
              <a:rPr lang="en-US" sz="2400" dirty="0">
                <a:highlight>
                  <a:srgbClr val="FFFF00"/>
                </a:highlight>
              </a:rPr>
              <a:t>, </a:t>
            </a:r>
            <a:r>
              <a:rPr lang="en-US" sz="2400" dirty="0" err="1">
                <a:highlight>
                  <a:srgbClr val="FFFF00"/>
                </a:highlight>
                <a:latin typeface="Courier New" panose="02070309020205020404" pitchFamily="49" charset="0"/>
              </a:rPr>
              <a:t>selectedUser</a:t>
            </a:r>
            <a:r>
              <a:rPr lang="en-US" sz="2400" dirty="0">
                <a:highlight>
                  <a:srgbClr val="FFFF00"/>
                </a:highlight>
              </a:rPr>
              <a:t>) and chat data (</a:t>
            </a:r>
            <a:r>
              <a:rPr lang="en-US" sz="2400" dirty="0" err="1">
                <a:highlight>
                  <a:srgbClr val="FFFF00"/>
                </a:highlight>
                <a:latin typeface="Courier New" panose="02070309020205020404" pitchFamily="49" charset="0"/>
              </a:rPr>
              <a:t>onlineUsers</a:t>
            </a:r>
            <a:r>
              <a:rPr lang="en-US" sz="2400" dirty="0">
                <a:highlight>
                  <a:srgbClr val="FFFF00"/>
                </a:highlight>
              </a:rPr>
              <a:t>, </a:t>
            </a:r>
            <a:r>
              <a:rPr lang="en-US" sz="2400" dirty="0">
                <a:highlight>
                  <a:srgbClr val="FFFF00"/>
                </a:highlight>
                <a:latin typeface="Courier New" panose="02070309020205020404" pitchFamily="49" charset="0"/>
              </a:rPr>
              <a:t>messages</a:t>
            </a:r>
            <a:r>
              <a:rPr lang="en-US" sz="2400" dirty="0">
                <a:highlight>
                  <a:srgbClr val="FFFF00"/>
                </a:highlight>
              </a:rPr>
              <a:t>) from Redux. The </a:t>
            </a:r>
            <a:r>
              <a:rPr lang="en-US" sz="2400" dirty="0" err="1">
                <a:highlight>
                  <a:srgbClr val="00FFFF"/>
                </a:highlight>
                <a:latin typeface="Courier New" panose="02070309020205020404" pitchFamily="49" charset="0"/>
              </a:rPr>
              <a:t>sendMessageHandler</a:t>
            </a:r>
            <a:r>
              <a:rPr lang="en-US" sz="2400" dirty="0">
                <a:highlight>
                  <a:srgbClr val="FFFF00"/>
                </a:highlight>
              </a:rPr>
              <a:t> function sends a new message to the selected user via an API call, updates the Redux </a:t>
            </a:r>
            <a:r>
              <a:rPr lang="en-US" sz="2400" dirty="0">
                <a:highlight>
                  <a:srgbClr val="FFFF00"/>
                </a:highlight>
                <a:latin typeface="Courier New" panose="02070309020205020404" pitchFamily="49" charset="0"/>
              </a:rPr>
              <a:t>messages</a:t>
            </a:r>
            <a:r>
              <a:rPr lang="en-US" sz="2400" dirty="0">
                <a:highlight>
                  <a:srgbClr val="FFFF00"/>
                </a:highlight>
              </a:rPr>
              <a:t> state with the new message, and clears the input. The </a:t>
            </a:r>
            <a:r>
              <a:rPr lang="en-US" sz="2400" dirty="0" err="1">
                <a:highlight>
                  <a:srgbClr val="FFFF00"/>
                </a:highlight>
                <a:latin typeface="Courier New" panose="02070309020205020404" pitchFamily="49" charset="0"/>
              </a:rPr>
              <a:t>useEffect</a:t>
            </a:r>
            <a:r>
              <a:rPr lang="en-US" sz="2400" dirty="0">
                <a:highlight>
                  <a:srgbClr val="FFFF00"/>
                </a:highlight>
              </a:rPr>
              <a:t> cleanup ensures that when the component unmounts, the </a:t>
            </a:r>
            <a:r>
              <a:rPr lang="en-US" sz="2400" dirty="0" err="1">
                <a:highlight>
                  <a:srgbClr val="FFFF00"/>
                </a:highlight>
                <a:latin typeface="Courier New" panose="02070309020205020404" pitchFamily="49" charset="0"/>
              </a:rPr>
              <a:t>selectedUser</a:t>
            </a:r>
            <a:r>
              <a:rPr lang="en-US" sz="2400" dirty="0">
                <a:highlight>
                  <a:srgbClr val="FFFF00"/>
                </a:highlight>
              </a:rPr>
              <a:t> in Redux is reset to </a:t>
            </a:r>
            <a:r>
              <a:rPr lang="en-US" sz="2400" dirty="0">
                <a:highlight>
                  <a:srgbClr val="FFFF00"/>
                </a:highlight>
                <a:latin typeface="Courier New" panose="02070309020205020404" pitchFamily="49" charset="0"/>
              </a:rPr>
              <a:t>null</a:t>
            </a:r>
            <a:r>
              <a:rPr lang="en-US" sz="2400" dirty="0">
                <a:highlight>
                  <a:srgbClr val="FFFF00"/>
                </a:highlight>
              </a:rPr>
              <a:t>, keeping the state consistent when navigating away from the chat page.</a:t>
            </a:r>
          </a:p>
        </p:txBody>
      </p:sp>
      <p:pic>
        <p:nvPicPr>
          <p:cNvPr id="7" name="Picture 6">
            <a:extLst>
              <a:ext uri="{FF2B5EF4-FFF2-40B4-BE49-F238E27FC236}">
                <a16:creationId xmlns:a16="http://schemas.microsoft.com/office/drawing/2014/main" id="{59081F72-48C3-576C-EA3F-E1209CB16A27}"/>
              </a:ext>
            </a:extLst>
          </p:cNvPr>
          <p:cNvPicPr>
            <a:picLocks noChangeAspect="1"/>
          </p:cNvPicPr>
          <p:nvPr/>
        </p:nvPicPr>
        <p:blipFill>
          <a:blip r:embed="rId3"/>
          <a:srcRect t="57862" b="33701"/>
          <a:stretch>
            <a:fillRect/>
          </a:stretch>
        </p:blipFill>
        <p:spPr>
          <a:xfrm>
            <a:off x="8447147" y="5796118"/>
            <a:ext cx="2329710" cy="646696"/>
          </a:xfrm>
          <a:prstGeom prst="rect">
            <a:avLst/>
          </a:prstGeom>
          <a:effectLst>
            <a:glow rad="228600">
              <a:schemeClr val="accent2">
                <a:satMod val="175000"/>
                <a:alpha val="40000"/>
              </a:schemeClr>
            </a:glow>
          </a:effectLst>
        </p:spPr>
      </p:pic>
    </p:spTree>
    <p:extLst>
      <p:ext uri="{BB962C8B-B14F-4D97-AF65-F5344CB8AC3E}">
        <p14:creationId xmlns:p14="http://schemas.microsoft.com/office/powerpoint/2010/main" val="350586366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1B7E3-5767-A54F-FA93-1B4DBDD1313F}"/>
              </a:ext>
            </a:extLst>
          </p:cNvPr>
          <p:cNvSpPr>
            <a:spLocks noGrp="1"/>
          </p:cNvSpPr>
          <p:nvPr>
            <p:ph type="title"/>
          </p:nvPr>
        </p:nvSpPr>
        <p:spPr>
          <a:xfrm>
            <a:off x="-21773" y="-65282"/>
            <a:ext cx="10515600" cy="817077"/>
          </a:xfrm>
        </p:spPr>
        <p:txBody>
          <a:bodyPr/>
          <a:lstStyle/>
          <a:p>
            <a:r>
              <a:rPr lang="en-US" dirty="0"/>
              <a:t>chatSlice.js</a:t>
            </a:r>
          </a:p>
        </p:txBody>
      </p:sp>
      <p:pic>
        <p:nvPicPr>
          <p:cNvPr id="5" name="Content Placeholder 4">
            <a:extLst>
              <a:ext uri="{FF2B5EF4-FFF2-40B4-BE49-F238E27FC236}">
                <a16:creationId xmlns:a16="http://schemas.microsoft.com/office/drawing/2014/main" id="{0C7828A5-3315-B0ED-D85B-A33466A9B76F}"/>
              </a:ext>
            </a:extLst>
          </p:cNvPr>
          <p:cNvPicPr>
            <a:picLocks noGrp="1" noChangeAspect="1"/>
          </p:cNvPicPr>
          <p:nvPr>
            <p:ph idx="1"/>
          </p:nvPr>
        </p:nvPicPr>
        <p:blipFill>
          <a:blip r:embed="rId2"/>
          <a:srcRect b="11790"/>
          <a:stretch>
            <a:fillRect/>
          </a:stretch>
        </p:blipFill>
        <p:spPr>
          <a:xfrm>
            <a:off x="278392" y="879905"/>
            <a:ext cx="5817608" cy="4092146"/>
          </a:xfrm>
          <a:prstGeom prst="rect">
            <a:avLst/>
          </a:prstGeom>
        </p:spPr>
      </p:pic>
      <p:sp>
        <p:nvSpPr>
          <p:cNvPr id="6" name="Rectangle 1">
            <a:extLst>
              <a:ext uri="{FF2B5EF4-FFF2-40B4-BE49-F238E27FC236}">
                <a16:creationId xmlns:a16="http://schemas.microsoft.com/office/drawing/2014/main" id="{C072F732-E4D4-87B7-8003-3849D214CD44}"/>
              </a:ext>
            </a:extLst>
          </p:cNvPr>
          <p:cNvSpPr>
            <a:spLocks noChangeArrowheads="1"/>
          </p:cNvSpPr>
          <p:nvPr/>
        </p:nvSpPr>
        <p:spPr bwMode="auto">
          <a:xfrm>
            <a:off x="6188527" y="2092030"/>
            <a:ext cx="566601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err="1">
                <a:ln>
                  <a:noFill/>
                </a:ln>
                <a:solidFill>
                  <a:srgbClr val="FFFF00"/>
                </a:solidFill>
                <a:effectLst/>
                <a:highlight>
                  <a:srgbClr val="FF0000"/>
                </a:highlight>
                <a:latin typeface="Arial Unicode MS"/>
              </a:rPr>
              <a:t>onlineUsers</a:t>
            </a:r>
            <a:r>
              <a:rPr kumimoji="0" lang="en-US" altLang="en-US" sz="1600" b="0" i="0" u="none" strike="noStrike" cap="none" normalizeH="0" baseline="0" dirty="0">
                <a:ln>
                  <a:noFill/>
                </a:ln>
                <a:solidFill>
                  <a:srgbClr val="FFFF00"/>
                </a:solidFill>
                <a:effectLst/>
                <a:highlight>
                  <a:srgbClr val="FF0000"/>
                </a:highlight>
              </a:rPr>
              <a:t> → an array storing IDs of users currently online.</a:t>
            </a:r>
            <a:endParaRPr kumimoji="0" lang="en-US" altLang="en-US" sz="4400" b="0" i="0" u="none" strike="noStrike" cap="none" normalizeH="0" baseline="0" dirty="0">
              <a:ln>
                <a:noFill/>
              </a:ln>
              <a:solidFill>
                <a:srgbClr val="FFFF00"/>
              </a:solidFill>
              <a:effectLst/>
              <a:highlight>
                <a:srgbClr val="FF00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rgbClr val="FFFF00"/>
                </a:solidFill>
                <a:effectLst/>
                <a:highlight>
                  <a:srgbClr val="FF0000"/>
                </a:highlight>
                <a:latin typeface="Arial Unicode MS"/>
              </a:rPr>
              <a:t>messages</a:t>
            </a:r>
            <a:r>
              <a:rPr kumimoji="0" lang="en-US" altLang="en-US" sz="1600" b="0" i="0" u="none" strike="noStrike" cap="none" normalizeH="0" baseline="0" dirty="0">
                <a:ln>
                  <a:noFill/>
                </a:ln>
                <a:solidFill>
                  <a:srgbClr val="FFFF00"/>
                </a:solidFill>
                <a:effectLst/>
                <a:highlight>
                  <a:srgbClr val="FF0000"/>
                </a:highlight>
              </a:rPr>
              <a:t> → an array storing chat messages.</a:t>
            </a:r>
            <a:endParaRPr kumimoji="0" lang="en-US" altLang="en-US" sz="4400" b="0" i="0" u="none" strike="noStrike" cap="none" normalizeH="0" baseline="0" dirty="0">
              <a:ln>
                <a:noFill/>
              </a:ln>
              <a:solidFill>
                <a:srgbClr val="FFFF00"/>
              </a:solidFill>
              <a:effectLst/>
              <a:highlight>
                <a:srgbClr val="FF0000"/>
              </a:highlight>
              <a:latin typeface="Arial" panose="020B0604020202020204" pitchFamily="34" charset="0"/>
            </a:endParaRPr>
          </a:p>
        </p:txBody>
      </p:sp>
      <p:sp>
        <p:nvSpPr>
          <p:cNvPr id="7" name="Oval 6">
            <a:extLst>
              <a:ext uri="{FF2B5EF4-FFF2-40B4-BE49-F238E27FC236}">
                <a16:creationId xmlns:a16="http://schemas.microsoft.com/office/drawing/2014/main" id="{97E2091E-E6E5-1DA3-E5C4-FB6CB1E4C1FD}"/>
              </a:ext>
            </a:extLst>
          </p:cNvPr>
          <p:cNvSpPr/>
          <p:nvPr/>
        </p:nvSpPr>
        <p:spPr>
          <a:xfrm>
            <a:off x="742950" y="1963921"/>
            <a:ext cx="1796143" cy="536870"/>
          </a:xfrm>
          <a:prstGeom prst="ellipse">
            <a:avLst/>
          </a:prstGeom>
          <a:noFill/>
          <a:ln>
            <a:solidFill>
              <a:srgbClr val="FFFF00"/>
            </a:solidFill>
          </a:ln>
          <a:effectLst>
            <a:glow rad="1397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A49D5500-452A-74F1-DBBD-B9CAE7355BE7}"/>
              </a:ext>
            </a:extLst>
          </p:cNvPr>
          <p:cNvCxnSpPr>
            <a:endCxn id="6" idx="1"/>
          </p:cNvCxnSpPr>
          <p:nvPr/>
        </p:nvCxnSpPr>
        <p:spPr>
          <a:xfrm>
            <a:off x="2588079" y="2245179"/>
            <a:ext cx="3600448" cy="20079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0" name="Rectangle 2">
            <a:extLst>
              <a:ext uri="{FF2B5EF4-FFF2-40B4-BE49-F238E27FC236}">
                <a16:creationId xmlns:a16="http://schemas.microsoft.com/office/drawing/2014/main" id="{C57467FD-4200-2EE8-3EA3-7B22AD27DF1D}"/>
              </a:ext>
            </a:extLst>
          </p:cNvPr>
          <p:cNvSpPr>
            <a:spLocks noChangeArrowheads="1"/>
          </p:cNvSpPr>
          <p:nvPr/>
        </p:nvSpPr>
        <p:spPr bwMode="auto">
          <a:xfrm>
            <a:off x="6319156" y="3131683"/>
            <a:ext cx="5535387" cy="1323439"/>
          </a:xfrm>
          <a:prstGeom prst="rect">
            <a:avLst/>
          </a:prstGeom>
          <a:solidFill>
            <a:srgbClr val="FFFF00"/>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Arial Unicode MS"/>
              </a:rPr>
              <a:t>setOnlineUsers</a:t>
            </a:r>
            <a:r>
              <a:rPr kumimoji="0" lang="en-US" altLang="en-US" sz="2000" b="0" i="0" u="none" strike="noStrike" cap="none" normalizeH="0" baseline="0" dirty="0">
                <a:ln>
                  <a:noFill/>
                </a:ln>
                <a:solidFill>
                  <a:schemeClr val="tx1"/>
                </a:solidFill>
                <a:effectLst/>
              </a:rPr>
              <a:t> → updates the </a:t>
            </a:r>
            <a:r>
              <a:rPr kumimoji="0" lang="en-US" altLang="en-US" sz="2000" b="0" i="0" u="none" strike="noStrike" cap="none" normalizeH="0" baseline="0" dirty="0" err="1">
                <a:ln>
                  <a:noFill/>
                </a:ln>
                <a:solidFill>
                  <a:schemeClr val="tx1"/>
                </a:solidFill>
                <a:effectLst/>
                <a:latin typeface="Arial Unicode MS"/>
              </a:rPr>
              <a:t>onlineUsers</a:t>
            </a:r>
            <a:r>
              <a:rPr kumimoji="0" lang="en-US" altLang="en-US" sz="2000" b="0" i="0" u="none" strike="noStrike" cap="none" normalizeH="0" baseline="0" dirty="0">
                <a:ln>
                  <a:noFill/>
                </a:ln>
                <a:solidFill>
                  <a:schemeClr val="tx1"/>
                </a:solidFill>
                <a:effectLst/>
              </a:rPr>
              <a:t> array with new data (</a:t>
            </a:r>
            <a:r>
              <a:rPr kumimoji="0" lang="en-US" altLang="en-US" sz="2000" b="0" i="0" u="none" strike="noStrike" cap="none" normalizeH="0" baseline="0" dirty="0" err="1">
                <a:ln>
                  <a:noFill/>
                </a:ln>
                <a:solidFill>
                  <a:schemeClr val="tx1"/>
                </a:solidFill>
                <a:effectLst/>
                <a:latin typeface="Arial Unicode MS"/>
              </a:rPr>
              <a:t>action.payload</a:t>
            </a:r>
            <a:r>
              <a:rPr kumimoji="0" lang="en-US" altLang="en-US" sz="20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Arial Unicode MS"/>
              </a:rPr>
              <a:t>setMessages</a:t>
            </a:r>
            <a:r>
              <a:rPr kumimoji="0" lang="en-US" altLang="en-US" sz="2000" b="0" i="0" u="none" strike="noStrike" cap="none" normalizeH="0" baseline="0" dirty="0">
                <a:ln>
                  <a:noFill/>
                </a:ln>
                <a:solidFill>
                  <a:schemeClr val="tx1"/>
                </a:solidFill>
                <a:effectLst/>
              </a:rPr>
              <a:t> → updates the </a:t>
            </a:r>
            <a:r>
              <a:rPr kumimoji="0" lang="en-US" altLang="en-US" sz="2000" b="0" i="0" u="none" strike="noStrike" cap="none" normalizeH="0" baseline="0" dirty="0">
                <a:ln>
                  <a:noFill/>
                </a:ln>
                <a:solidFill>
                  <a:schemeClr val="tx1"/>
                </a:solidFill>
                <a:effectLst/>
                <a:latin typeface="Arial Unicode MS"/>
              </a:rPr>
              <a:t>messages</a:t>
            </a:r>
            <a:r>
              <a:rPr kumimoji="0" lang="en-US" altLang="en-US" sz="2000" b="0" i="0" u="none" strike="noStrike" cap="none" normalizeH="0" baseline="0" dirty="0">
                <a:ln>
                  <a:noFill/>
                </a:ln>
                <a:solidFill>
                  <a:schemeClr val="tx1"/>
                </a:solidFill>
                <a:effectLst/>
              </a:rPr>
              <a:t> array with new messages (</a:t>
            </a:r>
            <a:r>
              <a:rPr kumimoji="0" lang="en-US" altLang="en-US" sz="2000" b="0" i="0" u="none" strike="noStrike" cap="none" normalizeH="0" baseline="0" dirty="0" err="1">
                <a:ln>
                  <a:noFill/>
                </a:ln>
                <a:solidFill>
                  <a:schemeClr val="tx1"/>
                </a:solidFill>
                <a:effectLst/>
                <a:latin typeface="Arial Unicode MS"/>
              </a:rPr>
              <a:t>action.payload</a:t>
            </a:r>
            <a:r>
              <a:rPr kumimoji="0" lang="en-US" altLang="en-US" sz="20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cxnSp>
        <p:nvCxnSpPr>
          <p:cNvPr id="11" name="Straight Arrow Connector 10">
            <a:extLst>
              <a:ext uri="{FF2B5EF4-FFF2-40B4-BE49-F238E27FC236}">
                <a16:creationId xmlns:a16="http://schemas.microsoft.com/office/drawing/2014/main" id="{53C78057-1B96-EE3F-95D7-F8FCCB078F22}"/>
              </a:ext>
            </a:extLst>
          </p:cNvPr>
          <p:cNvCxnSpPr>
            <a:cxnSpLocks/>
          </p:cNvCxnSpPr>
          <p:nvPr/>
        </p:nvCxnSpPr>
        <p:spPr>
          <a:xfrm>
            <a:off x="4226379" y="3228206"/>
            <a:ext cx="2092777" cy="94658"/>
          </a:xfrm>
          <a:prstGeom prst="straightConnector1">
            <a:avLst/>
          </a:prstGeom>
          <a:ln w="5715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210640C-127B-0C0A-C00F-55E0C920B9CA}"/>
              </a:ext>
            </a:extLst>
          </p:cNvPr>
          <p:cNvCxnSpPr>
            <a:cxnSpLocks/>
          </p:cNvCxnSpPr>
          <p:nvPr/>
        </p:nvCxnSpPr>
        <p:spPr>
          <a:xfrm>
            <a:off x="3924300" y="3939357"/>
            <a:ext cx="2509157" cy="0"/>
          </a:xfrm>
          <a:prstGeom prst="straightConnector1">
            <a:avLst/>
          </a:prstGeom>
          <a:ln w="57150">
            <a:solidFill>
              <a:schemeClr val="accent3">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5" name="Content Placeholder 4">
            <a:extLst>
              <a:ext uri="{FF2B5EF4-FFF2-40B4-BE49-F238E27FC236}">
                <a16:creationId xmlns:a16="http://schemas.microsoft.com/office/drawing/2014/main" id="{EA2903A9-058B-5A5B-CB29-04151EA214EB}"/>
              </a:ext>
            </a:extLst>
          </p:cNvPr>
          <p:cNvPicPr>
            <a:picLocks noChangeAspect="1"/>
          </p:cNvPicPr>
          <p:nvPr/>
        </p:nvPicPr>
        <p:blipFill>
          <a:blip r:embed="rId2"/>
          <a:srcRect t="87584"/>
          <a:stretch>
            <a:fillRect/>
          </a:stretch>
        </p:blipFill>
        <p:spPr>
          <a:xfrm>
            <a:off x="204913" y="5400341"/>
            <a:ext cx="5817608" cy="575977"/>
          </a:xfrm>
          <a:prstGeom prst="rect">
            <a:avLst/>
          </a:prstGeom>
          <a:effectLst>
            <a:glow rad="228600">
              <a:schemeClr val="accent2">
                <a:satMod val="175000"/>
                <a:alpha val="40000"/>
              </a:schemeClr>
            </a:glow>
          </a:effectLst>
        </p:spPr>
      </p:pic>
      <p:sp>
        <p:nvSpPr>
          <p:cNvPr id="17" name="TextBox 16">
            <a:extLst>
              <a:ext uri="{FF2B5EF4-FFF2-40B4-BE49-F238E27FC236}">
                <a16:creationId xmlns:a16="http://schemas.microsoft.com/office/drawing/2014/main" id="{D439A846-A670-2689-2F3D-D7F17F781B1E}"/>
              </a:ext>
            </a:extLst>
          </p:cNvPr>
          <p:cNvSpPr txBox="1"/>
          <p:nvPr/>
        </p:nvSpPr>
        <p:spPr>
          <a:xfrm>
            <a:off x="6433457" y="4939395"/>
            <a:ext cx="5817609" cy="1200329"/>
          </a:xfrm>
          <a:prstGeom prst="rect">
            <a:avLst/>
          </a:prstGeom>
          <a:solidFill>
            <a:schemeClr val="accent2">
              <a:lumMod val="40000"/>
              <a:lumOff val="60000"/>
            </a:schemeClr>
          </a:solidFill>
        </p:spPr>
        <p:txBody>
          <a:bodyPr wrap="square">
            <a:spAutoFit/>
          </a:bodyPr>
          <a:lstStyle/>
          <a:p>
            <a:pPr>
              <a:buFont typeface="Arial" panose="020B0604020202020204" pitchFamily="34" charset="0"/>
              <a:buChar char="•"/>
            </a:pPr>
            <a:r>
              <a:rPr lang="en-US" b="1" dirty="0"/>
              <a:t>Actions</a:t>
            </a:r>
            <a:r>
              <a:rPr lang="en-US" dirty="0"/>
              <a:t>: </a:t>
            </a:r>
            <a:r>
              <a:rPr lang="en-US" dirty="0" err="1">
                <a:latin typeface="Courier New" panose="02070309020205020404" pitchFamily="49" charset="0"/>
              </a:rPr>
              <a:t>setOnlineUsers</a:t>
            </a:r>
            <a:r>
              <a:rPr lang="en-US" dirty="0"/>
              <a:t> and </a:t>
            </a:r>
            <a:r>
              <a:rPr lang="en-US" dirty="0" err="1">
                <a:latin typeface="Courier New" panose="02070309020205020404" pitchFamily="49" charset="0"/>
              </a:rPr>
              <a:t>setMessages</a:t>
            </a:r>
            <a:r>
              <a:rPr lang="en-US" dirty="0"/>
              <a:t> can be dispatched in your components to update the chat state.</a:t>
            </a:r>
          </a:p>
          <a:p>
            <a:pPr>
              <a:buFont typeface="Arial" panose="020B0604020202020204" pitchFamily="34" charset="0"/>
              <a:buChar char="•"/>
            </a:pPr>
            <a:r>
              <a:rPr lang="en-US" b="1" dirty="0"/>
              <a:t>Reducer</a:t>
            </a:r>
            <a:r>
              <a:rPr lang="en-US" dirty="0"/>
              <a:t>: exported as default to be included in the Redux store.</a:t>
            </a:r>
          </a:p>
        </p:txBody>
      </p:sp>
      <p:cxnSp>
        <p:nvCxnSpPr>
          <p:cNvPr id="18" name="Straight Arrow Connector 17">
            <a:extLst>
              <a:ext uri="{FF2B5EF4-FFF2-40B4-BE49-F238E27FC236}">
                <a16:creationId xmlns:a16="http://schemas.microsoft.com/office/drawing/2014/main" id="{6008C256-2D08-2DC7-8535-2A23A048FC1C}"/>
              </a:ext>
            </a:extLst>
          </p:cNvPr>
          <p:cNvCxnSpPr>
            <a:cxnSpLocks/>
          </p:cNvCxnSpPr>
          <p:nvPr/>
        </p:nvCxnSpPr>
        <p:spPr>
          <a:xfrm flipV="1">
            <a:off x="6022521" y="5400341"/>
            <a:ext cx="410936" cy="273109"/>
          </a:xfrm>
          <a:prstGeom prst="straightConnector1">
            <a:avLst/>
          </a:prstGeom>
          <a:ln w="57150">
            <a:solidFill>
              <a:schemeClr val="accent3">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2C4C5E0-0D98-A9E0-6554-A5F9530EFC6D}"/>
              </a:ext>
            </a:extLst>
          </p:cNvPr>
          <p:cNvSpPr txBox="1"/>
          <p:nvPr/>
        </p:nvSpPr>
        <p:spPr>
          <a:xfrm>
            <a:off x="6433457" y="394261"/>
            <a:ext cx="4767940" cy="1569660"/>
          </a:xfrm>
          <a:prstGeom prst="rect">
            <a:avLst/>
          </a:prstGeom>
          <a:noFill/>
        </p:spPr>
        <p:txBody>
          <a:bodyPr wrap="square">
            <a:spAutoFit/>
          </a:bodyPr>
          <a:lstStyle/>
          <a:p>
            <a:r>
              <a:rPr lang="en-US" sz="2400" dirty="0">
                <a:solidFill>
                  <a:schemeClr val="accent1">
                    <a:lumMod val="75000"/>
                  </a:schemeClr>
                </a:solidFill>
              </a:rPr>
              <a:t>This slice keeps track of chat state, allowing you to update the list of </a:t>
            </a:r>
            <a:r>
              <a:rPr lang="en-US" sz="2400" b="1" dirty="0">
                <a:solidFill>
                  <a:schemeClr val="accent1">
                    <a:lumMod val="75000"/>
                  </a:schemeClr>
                </a:solidFill>
              </a:rPr>
              <a:t>online users</a:t>
            </a:r>
            <a:r>
              <a:rPr lang="en-US" sz="2400" dirty="0">
                <a:solidFill>
                  <a:schemeClr val="accent1">
                    <a:lumMod val="75000"/>
                  </a:schemeClr>
                </a:solidFill>
              </a:rPr>
              <a:t> and </a:t>
            </a:r>
            <a:r>
              <a:rPr lang="en-US" sz="2400" b="1" dirty="0">
                <a:solidFill>
                  <a:schemeClr val="accent1">
                    <a:lumMod val="75000"/>
                  </a:schemeClr>
                </a:solidFill>
              </a:rPr>
              <a:t>messages</a:t>
            </a:r>
            <a:r>
              <a:rPr lang="en-US" sz="2400" dirty="0">
                <a:solidFill>
                  <a:schemeClr val="accent1">
                    <a:lumMod val="75000"/>
                  </a:schemeClr>
                </a:solidFill>
              </a:rPr>
              <a:t> in a structured way using Redux.</a:t>
            </a:r>
          </a:p>
        </p:txBody>
      </p:sp>
    </p:spTree>
    <p:extLst>
      <p:ext uri="{BB962C8B-B14F-4D97-AF65-F5344CB8AC3E}">
        <p14:creationId xmlns:p14="http://schemas.microsoft.com/office/powerpoint/2010/main" val="37717165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325B7-D815-4B66-C811-E4658C402302}"/>
              </a:ext>
            </a:extLst>
          </p:cNvPr>
          <p:cNvSpPr>
            <a:spLocks noGrp="1"/>
          </p:cNvSpPr>
          <p:nvPr>
            <p:ph type="title"/>
          </p:nvPr>
        </p:nvSpPr>
        <p:spPr>
          <a:xfrm>
            <a:off x="250372" y="244928"/>
            <a:ext cx="10515600" cy="564017"/>
          </a:xfrm>
        </p:spPr>
        <p:txBody>
          <a:bodyPr>
            <a:normAutofit fontScale="90000"/>
          </a:bodyPr>
          <a:lstStyle/>
          <a:p>
            <a:r>
              <a:rPr lang="en-US" dirty="0" err="1"/>
              <a:t>CommentDialog.jsx</a:t>
            </a:r>
            <a:endParaRPr lang="en-US" dirty="0"/>
          </a:p>
        </p:txBody>
      </p:sp>
      <p:pic>
        <p:nvPicPr>
          <p:cNvPr id="5" name="Content Placeholder 4">
            <a:extLst>
              <a:ext uri="{FF2B5EF4-FFF2-40B4-BE49-F238E27FC236}">
                <a16:creationId xmlns:a16="http://schemas.microsoft.com/office/drawing/2014/main" id="{7E493A57-2780-2F8D-E573-8D8284A8A290}"/>
              </a:ext>
            </a:extLst>
          </p:cNvPr>
          <p:cNvPicPr>
            <a:picLocks noGrp="1" noChangeAspect="1"/>
          </p:cNvPicPr>
          <p:nvPr>
            <p:ph idx="1"/>
          </p:nvPr>
        </p:nvPicPr>
        <p:blipFill>
          <a:blip r:embed="rId2"/>
          <a:stretch>
            <a:fillRect/>
          </a:stretch>
        </p:blipFill>
        <p:spPr>
          <a:xfrm>
            <a:off x="100694" y="1087952"/>
            <a:ext cx="7934183" cy="2438108"/>
          </a:xfrm>
          <a:prstGeom prst="rect">
            <a:avLst/>
          </a:prstGeom>
        </p:spPr>
      </p:pic>
      <p:sp>
        <p:nvSpPr>
          <p:cNvPr id="7" name="TextBox 6">
            <a:extLst>
              <a:ext uri="{FF2B5EF4-FFF2-40B4-BE49-F238E27FC236}">
                <a16:creationId xmlns:a16="http://schemas.microsoft.com/office/drawing/2014/main" id="{1B5BF20E-3235-61A1-7114-1D63F47C87AB}"/>
              </a:ext>
            </a:extLst>
          </p:cNvPr>
          <p:cNvSpPr txBox="1"/>
          <p:nvPr/>
        </p:nvSpPr>
        <p:spPr>
          <a:xfrm>
            <a:off x="231322" y="3805067"/>
            <a:ext cx="10534650" cy="2031325"/>
          </a:xfrm>
          <a:prstGeom prst="rect">
            <a:avLst/>
          </a:prstGeom>
          <a:solidFill>
            <a:srgbClr val="FFFF00"/>
          </a:solidFill>
        </p:spPr>
        <p:txBody>
          <a:bodyPr wrap="square">
            <a:spAutoFit/>
          </a:bodyPr>
          <a:lstStyle/>
          <a:p>
            <a:r>
              <a:rPr lang="en-US" dirty="0"/>
              <a:t>imports </a:t>
            </a:r>
            <a:r>
              <a:rPr lang="en-US" b="1" dirty="0"/>
              <a:t>React and several hooks</a:t>
            </a:r>
            <a:r>
              <a:rPr lang="en-US" dirty="0"/>
              <a:t> (</a:t>
            </a:r>
            <a:r>
              <a:rPr lang="en-US" dirty="0" err="1">
                <a:latin typeface="Courier New" panose="02070309020205020404" pitchFamily="49" charset="0"/>
              </a:rPr>
              <a:t>useEffect</a:t>
            </a:r>
            <a:r>
              <a:rPr lang="en-US" dirty="0"/>
              <a:t>, </a:t>
            </a:r>
            <a:r>
              <a:rPr lang="en-US" dirty="0" err="1">
                <a:latin typeface="Courier New" panose="02070309020205020404" pitchFamily="49" charset="0"/>
              </a:rPr>
              <a:t>useMemo</a:t>
            </a:r>
            <a:r>
              <a:rPr lang="en-US" dirty="0"/>
              <a:t>, </a:t>
            </a:r>
            <a:r>
              <a:rPr lang="en-US" dirty="0" err="1">
                <a:latin typeface="Courier New" panose="02070309020205020404" pitchFamily="49" charset="0"/>
              </a:rPr>
              <a:t>useState</a:t>
            </a:r>
            <a:r>
              <a:rPr lang="en-US" dirty="0"/>
              <a:t>) along with </a:t>
            </a:r>
            <a:r>
              <a:rPr lang="en-US" b="1" dirty="0"/>
              <a:t>components and utilities</a:t>
            </a:r>
            <a:r>
              <a:rPr lang="en-US" dirty="0"/>
              <a:t> from your project and third-party libraries. It includes UI components like </a:t>
            </a:r>
            <a:r>
              <a:rPr lang="en-US" dirty="0">
                <a:latin typeface="Courier New" panose="02070309020205020404" pitchFamily="49" charset="0"/>
              </a:rPr>
              <a:t>Dialog</a:t>
            </a:r>
            <a:r>
              <a:rPr lang="en-US" dirty="0"/>
              <a:t>, </a:t>
            </a:r>
            <a:r>
              <a:rPr lang="en-US" dirty="0">
                <a:latin typeface="Courier New" panose="02070309020205020404" pitchFamily="49" charset="0"/>
              </a:rPr>
              <a:t>Avatar</a:t>
            </a:r>
            <a:r>
              <a:rPr lang="en-US" dirty="0"/>
              <a:t>, </a:t>
            </a:r>
            <a:r>
              <a:rPr lang="en-US" dirty="0">
                <a:latin typeface="Courier New" panose="02070309020205020404" pitchFamily="49" charset="0"/>
              </a:rPr>
              <a:t>Button</a:t>
            </a:r>
            <a:r>
              <a:rPr lang="en-US" dirty="0"/>
              <a:t>, and icons from </a:t>
            </a:r>
            <a:r>
              <a:rPr lang="en-US" dirty="0" err="1">
                <a:latin typeface="Courier New" panose="02070309020205020404" pitchFamily="49" charset="0"/>
              </a:rPr>
              <a:t>lucide</a:t>
            </a:r>
            <a:r>
              <a:rPr lang="en-US" dirty="0">
                <a:latin typeface="Courier New" panose="02070309020205020404" pitchFamily="49" charset="0"/>
              </a:rPr>
              <a:t>-react</a:t>
            </a:r>
            <a:r>
              <a:rPr lang="en-US" dirty="0"/>
              <a:t>, as well as </a:t>
            </a:r>
            <a:r>
              <a:rPr lang="en-US" dirty="0">
                <a:latin typeface="Courier New" panose="02070309020205020404" pitchFamily="49" charset="0"/>
              </a:rPr>
              <a:t>Link</a:t>
            </a:r>
            <a:r>
              <a:rPr lang="en-US" dirty="0"/>
              <a:t> for routing. It also imports </a:t>
            </a:r>
            <a:r>
              <a:rPr lang="en-US" b="1" dirty="0"/>
              <a:t>Redux hooks</a:t>
            </a:r>
            <a:r>
              <a:rPr lang="en-US" dirty="0"/>
              <a:t> (</a:t>
            </a:r>
            <a:r>
              <a:rPr lang="en-US" dirty="0" err="1">
                <a:latin typeface="Courier New" panose="02070309020205020404" pitchFamily="49" charset="0"/>
              </a:rPr>
              <a:t>useDispatch</a:t>
            </a:r>
            <a:r>
              <a:rPr lang="en-US" dirty="0"/>
              <a:t>, </a:t>
            </a:r>
            <a:r>
              <a:rPr lang="en-US" dirty="0" err="1">
                <a:latin typeface="Courier New" panose="02070309020205020404" pitchFamily="49" charset="0"/>
              </a:rPr>
              <a:t>useSelector</a:t>
            </a:r>
            <a:r>
              <a:rPr lang="en-US" dirty="0"/>
              <a:t>) and actions (</a:t>
            </a:r>
            <a:r>
              <a:rPr lang="en-US" dirty="0" err="1">
                <a:latin typeface="Courier New" panose="02070309020205020404" pitchFamily="49" charset="0"/>
              </a:rPr>
              <a:t>setPosts</a:t>
            </a:r>
            <a:r>
              <a:rPr lang="en-US" dirty="0"/>
              <a:t>, </a:t>
            </a:r>
            <a:r>
              <a:rPr lang="en-US" dirty="0" err="1">
                <a:latin typeface="Courier New" panose="02070309020205020404" pitchFamily="49" charset="0"/>
              </a:rPr>
              <a:t>setSelectedPost</a:t>
            </a:r>
            <a:r>
              <a:rPr lang="en-US" dirty="0"/>
              <a:t>) for state management, Axios for HTTP requests, </a:t>
            </a:r>
            <a:r>
              <a:rPr lang="en-US" dirty="0">
                <a:latin typeface="Courier New" panose="02070309020205020404" pitchFamily="49" charset="0"/>
              </a:rPr>
              <a:t>toast</a:t>
            </a:r>
            <a:r>
              <a:rPr lang="en-US" dirty="0"/>
              <a:t> for notifications, and </a:t>
            </a:r>
            <a:r>
              <a:rPr lang="en-US" dirty="0">
                <a:latin typeface="Courier New" panose="02070309020205020404" pitchFamily="49" charset="0"/>
              </a:rPr>
              <a:t>framer-motion</a:t>
            </a:r>
            <a:r>
              <a:rPr lang="en-US" dirty="0"/>
              <a:t> for animations. Essentially, this sets up everything needed for a </a:t>
            </a:r>
            <a:r>
              <a:rPr lang="en-US" b="1" dirty="0"/>
              <a:t>post or comment modal</a:t>
            </a:r>
            <a:r>
              <a:rPr lang="en-US" dirty="0"/>
              <a:t> that can display user avatars, handle actions, manage state, fetch/update data, and animate UI transitions.</a:t>
            </a:r>
          </a:p>
        </p:txBody>
      </p:sp>
    </p:spTree>
    <p:extLst>
      <p:ext uri="{BB962C8B-B14F-4D97-AF65-F5344CB8AC3E}">
        <p14:creationId xmlns:p14="http://schemas.microsoft.com/office/powerpoint/2010/main" val="78037154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06906B1-2603-F47E-62C7-42DEEF11394D}"/>
              </a:ext>
            </a:extLst>
          </p:cNvPr>
          <p:cNvPicPr>
            <a:picLocks noGrp="1" noChangeAspect="1"/>
          </p:cNvPicPr>
          <p:nvPr>
            <p:ph idx="1"/>
          </p:nvPr>
        </p:nvPicPr>
        <p:blipFill>
          <a:blip r:embed="rId2"/>
          <a:stretch>
            <a:fillRect/>
          </a:stretch>
        </p:blipFill>
        <p:spPr>
          <a:xfrm>
            <a:off x="492298" y="411256"/>
            <a:ext cx="8145515" cy="2455812"/>
          </a:xfrm>
          <a:prstGeom prst="rect">
            <a:avLst/>
          </a:prstGeom>
        </p:spPr>
      </p:pic>
      <p:sp>
        <p:nvSpPr>
          <p:cNvPr id="7" name="TextBox 6">
            <a:extLst>
              <a:ext uri="{FF2B5EF4-FFF2-40B4-BE49-F238E27FC236}">
                <a16:creationId xmlns:a16="http://schemas.microsoft.com/office/drawing/2014/main" id="{A4FA4CD6-5A02-03FA-5A05-93D597D537C3}"/>
              </a:ext>
            </a:extLst>
          </p:cNvPr>
          <p:cNvSpPr txBox="1"/>
          <p:nvPr/>
        </p:nvSpPr>
        <p:spPr>
          <a:xfrm>
            <a:off x="75920" y="3049858"/>
            <a:ext cx="11895644" cy="2677656"/>
          </a:xfrm>
          <a:prstGeom prst="rect">
            <a:avLst/>
          </a:prstGeom>
          <a:solidFill>
            <a:srgbClr val="FFFF00"/>
          </a:solidFill>
        </p:spPr>
        <p:txBody>
          <a:bodyPr wrap="square">
            <a:spAutoFit/>
          </a:bodyPr>
          <a:lstStyle/>
          <a:p>
            <a:r>
              <a:rPr lang="en-US" sz="2400" dirty="0"/>
              <a:t>defines a React component </a:t>
            </a:r>
            <a:r>
              <a:rPr lang="en-US" sz="2400" dirty="0" err="1">
                <a:latin typeface="Courier New" panose="02070309020205020404" pitchFamily="49" charset="0"/>
              </a:rPr>
              <a:t>CommentDialog</a:t>
            </a:r>
            <a:r>
              <a:rPr lang="en-US" sz="2400" dirty="0"/>
              <a:t> that manages </a:t>
            </a:r>
            <a:r>
              <a:rPr lang="en-US" sz="2400" b="1" dirty="0"/>
              <a:t>comments on a post</a:t>
            </a:r>
            <a:r>
              <a:rPr lang="en-US" sz="2400" dirty="0"/>
              <a:t>. It uses React state to handle the </a:t>
            </a:r>
            <a:r>
              <a:rPr lang="en-US" sz="2400" b="1" dirty="0"/>
              <a:t>current input text (</a:t>
            </a:r>
            <a:r>
              <a:rPr lang="en-US" sz="2400" b="1" dirty="0">
                <a:latin typeface="Courier New" panose="02070309020205020404" pitchFamily="49" charset="0"/>
              </a:rPr>
              <a:t>text</a:t>
            </a:r>
            <a:r>
              <a:rPr lang="en-US" sz="2400" b="1" dirty="0"/>
              <a:t>)</a:t>
            </a:r>
            <a:r>
              <a:rPr lang="en-US" sz="2400" dirty="0"/>
              <a:t>, the </a:t>
            </a:r>
            <a:r>
              <a:rPr lang="en-US" sz="2400" b="1" dirty="0"/>
              <a:t>list of comments (</a:t>
            </a:r>
            <a:r>
              <a:rPr lang="en-US" sz="2400" b="1" dirty="0">
                <a:latin typeface="Courier New" panose="02070309020205020404" pitchFamily="49" charset="0"/>
              </a:rPr>
              <a:t>comment</a:t>
            </a:r>
            <a:r>
              <a:rPr lang="en-US" sz="2400" b="1" dirty="0"/>
              <a:t>)</a:t>
            </a:r>
            <a:r>
              <a:rPr lang="en-US" sz="2400" dirty="0"/>
              <a:t>, and the </a:t>
            </a:r>
            <a:r>
              <a:rPr lang="en-US" sz="2400" b="1" dirty="0"/>
              <a:t>slide animation direction (</a:t>
            </a:r>
            <a:r>
              <a:rPr lang="en-US" sz="2400" b="1" dirty="0">
                <a:latin typeface="Courier New" panose="02070309020205020404" pitchFamily="49" charset="0"/>
              </a:rPr>
              <a:t>direction</a:t>
            </a:r>
            <a:r>
              <a:rPr lang="en-US" sz="2400" b="1" dirty="0"/>
              <a:t>)</a:t>
            </a:r>
            <a:r>
              <a:rPr lang="en-US" sz="2400" dirty="0"/>
              <a:t> for transitions between posts. It accesses Redux state to get the </a:t>
            </a:r>
            <a:r>
              <a:rPr lang="en-US" sz="2400" b="1" dirty="0"/>
              <a:t>currently selected post (</a:t>
            </a:r>
            <a:r>
              <a:rPr lang="en-US" sz="2400" b="1" dirty="0" err="1">
                <a:latin typeface="Courier New" panose="02070309020205020404" pitchFamily="49" charset="0"/>
              </a:rPr>
              <a:t>selectedPost</a:t>
            </a:r>
            <a:r>
              <a:rPr lang="en-US" sz="2400" b="1" dirty="0"/>
              <a:t>)</a:t>
            </a:r>
            <a:r>
              <a:rPr lang="en-US" sz="2400" dirty="0"/>
              <a:t>, all posts (</a:t>
            </a:r>
            <a:r>
              <a:rPr lang="en-US" sz="2400" dirty="0">
                <a:latin typeface="Courier New" panose="02070309020205020404" pitchFamily="49" charset="0"/>
              </a:rPr>
              <a:t>posts</a:t>
            </a:r>
            <a:r>
              <a:rPr lang="en-US" sz="2400" dirty="0"/>
              <a:t>), and the logged-in </a:t>
            </a:r>
            <a:r>
              <a:rPr lang="en-US" sz="2400" b="1" dirty="0"/>
              <a:t>user (</a:t>
            </a:r>
            <a:r>
              <a:rPr lang="en-US" sz="2400" b="1" dirty="0">
                <a:latin typeface="Courier New" panose="02070309020205020404" pitchFamily="49" charset="0"/>
              </a:rPr>
              <a:t>user</a:t>
            </a:r>
            <a:r>
              <a:rPr lang="en-US" sz="2400" b="1" dirty="0"/>
              <a:t>)</a:t>
            </a:r>
            <a:r>
              <a:rPr lang="en-US" sz="2400" dirty="0"/>
              <a:t>. The </a:t>
            </a:r>
            <a:r>
              <a:rPr lang="en-US" sz="2400" dirty="0">
                <a:latin typeface="Courier New" panose="02070309020205020404" pitchFamily="49" charset="0"/>
              </a:rPr>
              <a:t>dispatch</a:t>
            </a:r>
            <a:r>
              <a:rPr lang="en-US" sz="2400" dirty="0"/>
              <a:t> hook allows updating the Redux store, and </a:t>
            </a:r>
            <a:r>
              <a:rPr lang="en-US" sz="2400" dirty="0" err="1">
                <a:latin typeface="Courier New" panose="02070309020205020404" pitchFamily="49" charset="0"/>
              </a:rPr>
              <a:t>url</a:t>
            </a:r>
            <a:r>
              <a:rPr lang="en-US" sz="2400" dirty="0"/>
              <a:t> stores the API base URL for making requests. Overall, this sets up the component to display, add, and manage comments for a selected post with animation support.</a:t>
            </a:r>
          </a:p>
        </p:txBody>
      </p:sp>
    </p:spTree>
    <p:extLst>
      <p:ext uri="{BB962C8B-B14F-4D97-AF65-F5344CB8AC3E}">
        <p14:creationId xmlns:p14="http://schemas.microsoft.com/office/powerpoint/2010/main" val="337998213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D79490-5196-1B71-8A33-CD55F3686F61}"/>
              </a:ext>
            </a:extLst>
          </p:cNvPr>
          <p:cNvSpPr>
            <a:spLocks noGrp="1"/>
          </p:cNvSpPr>
          <p:nvPr>
            <p:ph idx="1"/>
          </p:nvPr>
        </p:nvSpPr>
        <p:spPr>
          <a:xfrm>
            <a:off x="0" y="3692526"/>
            <a:ext cx="11820526" cy="2947307"/>
          </a:xfrm>
          <a:solidFill>
            <a:srgbClr val="FFFF00"/>
          </a:solidFill>
        </p:spPr>
        <p:txBody>
          <a:bodyPr>
            <a:normAutofit/>
          </a:bodyPr>
          <a:lstStyle/>
          <a:p>
            <a:pPr marL="0" indent="0">
              <a:buNone/>
            </a:pPr>
            <a:r>
              <a:rPr lang="en-US" dirty="0"/>
              <a:t>creates a </a:t>
            </a:r>
            <a:r>
              <a:rPr lang="en-US" b="1" dirty="0"/>
              <a:t>normalized list of posts (</a:t>
            </a:r>
            <a:r>
              <a:rPr lang="en-US" b="1" dirty="0" err="1"/>
              <a:t>navPosts</a:t>
            </a:r>
            <a:r>
              <a:rPr lang="en-US" b="1" dirty="0"/>
              <a:t>)</a:t>
            </a:r>
            <a:r>
              <a:rPr lang="en-US" dirty="0"/>
              <a:t> for navigation. It starts with </a:t>
            </a:r>
            <a:r>
              <a:rPr lang="en-US" dirty="0" err="1"/>
              <a:t>rawNav</a:t>
            </a:r>
            <a:r>
              <a:rPr lang="en-US" dirty="0"/>
              <a:t>, which is either the </a:t>
            </a:r>
            <a:r>
              <a:rPr lang="en-US" dirty="0" err="1"/>
              <a:t>scopePosts</a:t>
            </a:r>
            <a:r>
              <a:rPr lang="en-US" dirty="0"/>
              <a:t> passed as a prop or the global posts from Redux. Each item in </a:t>
            </a:r>
            <a:r>
              <a:rPr lang="en-US" dirty="0" err="1"/>
              <a:t>rawNav</a:t>
            </a:r>
            <a:r>
              <a:rPr lang="en-US" dirty="0"/>
              <a:t> is mapped: if it’s already a full post object with _id, it’s kept; if it’s just a post ID string, it looks up the full post in posts; null or invalid items are ignored. Finally, .filter(Boolean) removes any nulls, ensuring </a:t>
            </a:r>
            <a:r>
              <a:rPr lang="en-US" dirty="0" err="1"/>
              <a:t>navPosts</a:t>
            </a:r>
            <a:r>
              <a:rPr lang="en-US" dirty="0"/>
              <a:t> contains only valid post objects. </a:t>
            </a:r>
            <a:r>
              <a:rPr lang="en-US" dirty="0" err="1"/>
              <a:t>useMemo</a:t>
            </a:r>
            <a:r>
              <a:rPr lang="en-US" dirty="0"/>
              <a:t> is used to </a:t>
            </a:r>
            <a:r>
              <a:rPr lang="en-US" b="1" dirty="0"/>
              <a:t>recompute this list only when </a:t>
            </a:r>
            <a:r>
              <a:rPr lang="en-US" b="1" dirty="0" err="1"/>
              <a:t>rawNav</a:t>
            </a:r>
            <a:r>
              <a:rPr lang="en-US" b="1" dirty="0"/>
              <a:t> or posts changes</a:t>
            </a:r>
            <a:r>
              <a:rPr lang="en-US" dirty="0"/>
              <a:t>, optimizing performance.</a:t>
            </a:r>
          </a:p>
        </p:txBody>
      </p:sp>
      <p:pic>
        <p:nvPicPr>
          <p:cNvPr id="5" name="Picture 4">
            <a:extLst>
              <a:ext uri="{FF2B5EF4-FFF2-40B4-BE49-F238E27FC236}">
                <a16:creationId xmlns:a16="http://schemas.microsoft.com/office/drawing/2014/main" id="{514DB660-52F5-1474-2D76-9425C774DA26}"/>
              </a:ext>
            </a:extLst>
          </p:cNvPr>
          <p:cNvPicPr>
            <a:picLocks noChangeAspect="1"/>
          </p:cNvPicPr>
          <p:nvPr/>
        </p:nvPicPr>
        <p:blipFill>
          <a:blip r:embed="rId2"/>
          <a:stretch>
            <a:fillRect/>
          </a:stretch>
        </p:blipFill>
        <p:spPr>
          <a:xfrm>
            <a:off x="341311" y="218167"/>
            <a:ext cx="6356551" cy="3137354"/>
          </a:xfrm>
          <a:prstGeom prst="rect">
            <a:avLst/>
          </a:prstGeom>
        </p:spPr>
      </p:pic>
    </p:spTree>
    <p:extLst>
      <p:ext uri="{BB962C8B-B14F-4D97-AF65-F5344CB8AC3E}">
        <p14:creationId xmlns:p14="http://schemas.microsoft.com/office/powerpoint/2010/main" val="358945608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6CF1F21-BB4E-C0BC-8C36-D06D7A9ADA5D}"/>
              </a:ext>
            </a:extLst>
          </p:cNvPr>
          <p:cNvSpPr txBox="1"/>
          <p:nvPr/>
        </p:nvSpPr>
        <p:spPr>
          <a:xfrm>
            <a:off x="5364228" y="1034597"/>
            <a:ext cx="6734440" cy="3693319"/>
          </a:xfrm>
          <a:prstGeom prst="rect">
            <a:avLst/>
          </a:prstGeom>
          <a:solidFill>
            <a:srgbClr val="FFFF00"/>
          </a:solidFill>
        </p:spPr>
        <p:txBody>
          <a:bodyPr wrap="square">
            <a:spAutoFit/>
          </a:bodyPr>
          <a:lstStyle/>
          <a:p>
            <a:pPr>
              <a:buNone/>
            </a:pPr>
            <a:r>
              <a:rPr lang="en-US" dirty="0"/>
              <a:t>This code is managing the </a:t>
            </a:r>
            <a:r>
              <a:rPr lang="en-US" b="1" dirty="0"/>
              <a:t>current position</a:t>
            </a:r>
            <a:r>
              <a:rPr lang="en-US" dirty="0"/>
              <a:t> of the selected post within the navigable posts (</a:t>
            </a:r>
            <a:r>
              <a:rPr lang="en-US" dirty="0" err="1">
                <a:latin typeface="Courier New" panose="02070309020205020404" pitchFamily="49" charset="0"/>
              </a:rPr>
              <a:t>navPosts</a:t>
            </a:r>
            <a:r>
              <a:rPr lang="en-US" dirty="0"/>
              <a:t>) for the comment dialog:</a:t>
            </a:r>
          </a:p>
          <a:p>
            <a:pPr>
              <a:buFont typeface="+mj-lt"/>
              <a:buAutoNum type="arabicPeriod"/>
            </a:pPr>
            <a:r>
              <a:rPr lang="en-US" dirty="0" err="1">
                <a:latin typeface="Courier New" panose="02070309020205020404" pitchFamily="49" charset="0"/>
              </a:rPr>
              <a:t>currentIndex</a:t>
            </a:r>
            <a:r>
              <a:rPr lang="en-US" dirty="0"/>
              <a:t> state tracks the </a:t>
            </a:r>
            <a:r>
              <a:rPr lang="en-US" b="1" dirty="0"/>
              <a:t>index of the currently selected post</a:t>
            </a:r>
            <a:r>
              <a:rPr lang="en-US" dirty="0"/>
              <a:t> in </a:t>
            </a:r>
            <a:r>
              <a:rPr lang="en-US" dirty="0" err="1">
                <a:latin typeface="Courier New" panose="02070309020205020404" pitchFamily="49" charset="0"/>
              </a:rPr>
              <a:t>navPosts</a:t>
            </a:r>
            <a:r>
              <a:rPr lang="en-US" dirty="0"/>
              <a:t>. It’s initialized to </a:t>
            </a:r>
            <a:r>
              <a:rPr lang="en-US" dirty="0">
                <a:latin typeface="Courier New" panose="02070309020205020404" pitchFamily="49" charset="0"/>
              </a:rPr>
              <a:t>-1</a:t>
            </a:r>
            <a:r>
              <a:rPr lang="en-US" dirty="0"/>
              <a:t> (meaning no post selected).</a:t>
            </a:r>
          </a:p>
          <a:p>
            <a:pPr>
              <a:buFont typeface="+mj-lt"/>
              <a:buAutoNum type="arabicPeriod"/>
            </a:pPr>
            <a:r>
              <a:rPr lang="en-US" dirty="0"/>
              <a:t>The </a:t>
            </a:r>
            <a:r>
              <a:rPr lang="en-US" dirty="0" err="1">
                <a:latin typeface="Courier New" panose="02070309020205020404" pitchFamily="49" charset="0"/>
              </a:rPr>
              <a:t>useEffect</a:t>
            </a:r>
            <a:r>
              <a:rPr lang="en-US" dirty="0"/>
              <a:t> runs whenever </a:t>
            </a:r>
            <a:r>
              <a:rPr lang="en-US" dirty="0" err="1">
                <a:latin typeface="Courier New" panose="02070309020205020404" pitchFamily="49" charset="0"/>
              </a:rPr>
              <a:t>selectedPost</a:t>
            </a:r>
            <a:r>
              <a:rPr lang="en-US" dirty="0"/>
              <a:t> or </a:t>
            </a:r>
            <a:r>
              <a:rPr lang="en-US" dirty="0" err="1">
                <a:latin typeface="Courier New" panose="02070309020205020404" pitchFamily="49" charset="0"/>
              </a:rPr>
              <a:t>navPosts</a:t>
            </a:r>
            <a:r>
              <a:rPr lang="en-US" dirty="0"/>
              <a:t> changes. Inside it:</a:t>
            </a:r>
          </a:p>
          <a:p>
            <a:pPr marL="742950" lvl="1" indent="-285750">
              <a:buFont typeface="+mj-lt"/>
              <a:buAutoNum type="arabicPeriod"/>
            </a:pPr>
            <a:r>
              <a:rPr lang="en-US" dirty="0"/>
              <a:t>If no post is selected or </a:t>
            </a:r>
            <a:r>
              <a:rPr lang="en-US" dirty="0" err="1">
                <a:latin typeface="Courier New" panose="02070309020205020404" pitchFamily="49" charset="0"/>
              </a:rPr>
              <a:t>navPosts</a:t>
            </a:r>
            <a:r>
              <a:rPr lang="en-US" dirty="0"/>
              <a:t> is empty, it resets </a:t>
            </a:r>
            <a:r>
              <a:rPr lang="en-US" dirty="0" err="1">
                <a:latin typeface="Courier New" panose="02070309020205020404" pitchFamily="49" charset="0"/>
              </a:rPr>
              <a:t>currentIndex</a:t>
            </a:r>
            <a:r>
              <a:rPr lang="en-US" dirty="0"/>
              <a:t> to </a:t>
            </a:r>
            <a:r>
              <a:rPr lang="en-US" dirty="0">
                <a:latin typeface="Courier New" panose="02070309020205020404" pitchFamily="49" charset="0"/>
              </a:rPr>
              <a:t>-1</a:t>
            </a:r>
            <a:r>
              <a:rPr lang="en-US" dirty="0"/>
              <a:t>.</a:t>
            </a:r>
          </a:p>
          <a:p>
            <a:pPr marL="742950" lvl="1" indent="-285750">
              <a:buFont typeface="+mj-lt"/>
              <a:buAutoNum type="arabicPeriod"/>
            </a:pPr>
            <a:r>
              <a:rPr lang="en-US" dirty="0"/>
              <a:t>Otherwise, it finds the index of the selected post in </a:t>
            </a:r>
            <a:r>
              <a:rPr lang="en-US" dirty="0" err="1">
                <a:latin typeface="Courier New" panose="02070309020205020404" pitchFamily="49" charset="0"/>
              </a:rPr>
              <a:t>navPosts</a:t>
            </a:r>
            <a:r>
              <a:rPr lang="en-US" dirty="0"/>
              <a:t> and updates </a:t>
            </a:r>
            <a:r>
              <a:rPr lang="en-US" dirty="0" err="1">
                <a:latin typeface="Courier New" panose="02070309020205020404" pitchFamily="49" charset="0"/>
              </a:rPr>
              <a:t>currentIndex</a:t>
            </a:r>
            <a:r>
              <a:rPr lang="en-US" dirty="0"/>
              <a:t>.</a:t>
            </a:r>
          </a:p>
          <a:p>
            <a:pPr>
              <a:buFont typeface="+mj-lt"/>
              <a:buAutoNum type="arabicPeriod"/>
            </a:pPr>
            <a:r>
              <a:rPr lang="en-US" dirty="0" err="1">
                <a:latin typeface="Courier New" panose="02070309020205020404" pitchFamily="49" charset="0"/>
              </a:rPr>
              <a:t>canNavigate</a:t>
            </a:r>
            <a:r>
              <a:rPr lang="en-US" dirty="0"/>
              <a:t> is a </a:t>
            </a:r>
            <a:r>
              <a:rPr lang="en-US" dirty="0" err="1"/>
              <a:t>boolean</a:t>
            </a:r>
            <a:r>
              <a:rPr lang="en-US" dirty="0"/>
              <a:t> that checks whether </a:t>
            </a:r>
            <a:r>
              <a:rPr lang="en-US" b="1" dirty="0"/>
              <a:t>navigation is possible</a:t>
            </a:r>
            <a:r>
              <a:rPr lang="en-US" dirty="0"/>
              <a:t>, i.e., there’s more than one post and a valid current post is selected.</a:t>
            </a:r>
          </a:p>
        </p:txBody>
      </p:sp>
      <p:pic>
        <p:nvPicPr>
          <p:cNvPr id="10" name="Picture 9">
            <a:extLst>
              <a:ext uri="{FF2B5EF4-FFF2-40B4-BE49-F238E27FC236}">
                <a16:creationId xmlns:a16="http://schemas.microsoft.com/office/drawing/2014/main" id="{4EA16FB4-06F8-0E95-D571-E6F43D9BC27A}"/>
              </a:ext>
            </a:extLst>
          </p:cNvPr>
          <p:cNvPicPr>
            <a:picLocks noChangeAspect="1"/>
          </p:cNvPicPr>
          <p:nvPr/>
        </p:nvPicPr>
        <p:blipFill>
          <a:blip r:embed="rId2"/>
          <a:stretch>
            <a:fillRect/>
          </a:stretch>
        </p:blipFill>
        <p:spPr>
          <a:xfrm>
            <a:off x="93332" y="1383342"/>
            <a:ext cx="5162955" cy="2548592"/>
          </a:xfrm>
          <a:prstGeom prst="rect">
            <a:avLst/>
          </a:prstGeom>
        </p:spPr>
      </p:pic>
    </p:spTree>
    <p:extLst>
      <p:ext uri="{BB962C8B-B14F-4D97-AF65-F5344CB8AC3E}">
        <p14:creationId xmlns:p14="http://schemas.microsoft.com/office/powerpoint/2010/main" val="199817810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42CB1-319F-7BC6-4ED7-D30CD20B7B11}"/>
              </a:ext>
            </a:extLst>
          </p:cNvPr>
          <p:cNvSpPr>
            <a:spLocks noGrp="1"/>
          </p:cNvSpPr>
          <p:nvPr>
            <p:ph type="title"/>
          </p:nvPr>
        </p:nvSpPr>
        <p:spPr/>
        <p:txBody>
          <a:bodyPr/>
          <a:lstStyle/>
          <a:p>
            <a:endParaRPr lang="en-US"/>
          </a:p>
        </p:txBody>
      </p:sp>
      <p:sp>
        <p:nvSpPr>
          <p:cNvPr id="14" name="TextBox 13">
            <a:extLst>
              <a:ext uri="{FF2B5EF4-FFF2-40B4-BE49-F238E27FC236}">
                <a16:creationId xmlns:a16="http://schemas.microsoft.com/office/drawing/2014/main" id="{17789939-5B44-7FD9-3113-5CE3E0049F75}"/>
              </a:ext>
            </a:extLst>
          </p:cNvPr>
          <p:cNvSpPr txBox="1"/>
          <p:nvPr/>
        </p:nvSpPr>
        <p:spPr>
          <a:xfrm>
            <a:off x="5704794" y="365125"/>
            <a:ext cx="6119132" cy="5632311"/>
          </a:xfrm>
          <a:prstGeom prst="rect">
            <a:avLst/>
          </a:prstGeom>
          <a:solidFill>
            <a:srgbClr val="92D050"/>
          </a:solidFill>
        </p:spPr>
        <p:txBody>
          <a:bodyPr wrap="square">
            <a:spAutoFit/>
          </a:bodyPr>
          <a:lstStyle/>
          <a:p>
            <a:pPr>
              <a:buNone/>
            </a:pPr>
            <a:r>
              <a:rPr lang="en-US" dirty="0"/>
              <a:t>handles </a:t>
            </a:r>
            <a:r>
              <a:rPr lang="en-US" b="1" dirty="0"/>
              <a:t>navigating between posts</a:t>
            </a:r>
            <a:r>
              <a:rPr lang="en-US" dirty="0"/>
              <a:t> in the comment dialog and updating comments accordingly:</a:t>
            </a:r>
          </a:p>
          <a:p>
            <a:pPr>
              <a:buFont typeface="+mj-lt"/>
              <a:buAutoNum type="arabicPeriod"/>
            </a:pPr>
            <a:r>
              <a:rPr lang="en-US" b="1" dirty="0" err="1">
                <a:latin typeface="Courier New" panose="02070309020205020404" pitchFamily="49" charset="0"/>
              </a:rPr>
              <a:t>goToAdjacentPost</a:t>
            </a:r>
            <a:r>
              <a:rPr lang="en-US" b="1" dirty="0"/>
              <a:t> function</a:t>
            </a:r>
            <a:r>
              <a:rPr lang="en-US" dirty="0"/>
              <a:t>:</a:t>
            </a:r>
          </a:p>
          <a:p>
            <a:pPr marL="742950" lvl="1" indent="-285750">
              <a:buFont typeface="+mj-lt"/>
              <a:buAutoNum type="arabicPeriod"/>
            </a:pPr>
            <a:r>
              <a:rPr lang="en-US" dirty="0"/>
              <a:t>Takes a </a:t>
            </a:r>
            <a:r>
              <a:rPr lang="en-US" dirty="0">
                <a:latin typeface="Courier New" panose="02070309020205020404" pitchFamily="49" charset="0"/>
              </a:rPr>
              <a:t>direction</a:t>
            </a:r>
            <a:r>
              <a:rPr lang="en-US" dirty="0"/>
              <a:t> ("left" or "right") to move to the previous or next post.</a:t>
            </a:r>
          </a:p>
          <a:p>
            <a:pPr marL="742950" lvl="1" indent="-285750">
              <a:buFont typeface="+mj-lt"/>
              <a:buAutoNum type="arabicPeriod"/>
            </a:pPr>
            <a:r>
              <a:rPr lang="en-US" dirty="0"/>
              <a:t>Checks if navigation is possible (</a:t>
            </a:r>
            <a:r>
              <a:rPr lang="en-US" dirty="0" err="1">
                <a:latin typeface="Courier New" panose="02070309020205020404" pitchFamily="49" charset="0"/>
              </a:rPr>
              <a:t>len</a:t>
            </a:r>
            <a:r>
              <a:rPr lang="en-US" dirty="0">
                <a:latin typeface="Courier New" panose="02070309020205020404" pitchFamily="49" charset="0"/>
              </a:rPr>
              <a:t> &lt; 2</a:t>
            </a:r>
            <a:r>
              <a:rPr lang="en-US" dirty="0"/>
              <a:t> or </a:t>
            </a:r>
            <a:r>
              <a:rPr lang="en-US" dirty="0" err="1">
                <a:latin typeface="Courier New" panose="02070309020205020404" pitchFamily="49" charset="0"/>
              </a:rPr>
              <a:t>currentIndex</a:t>
            </a:r>
            <a:r>
              <a:rPr lang="en-US" dirty="0">
                <a:latin typeface="Courier New" panose="02070309020205020404" pitchFamily="49" charset="0"/>
              </a:rPr>
              <a:t> === -1</a:t>
            </a:r>
            <a:r>
              <a:rPr lang="en-US" dirty="0"/>
              <a:t> → no action).</a:t>
            </a:r>
          </a:p>
          <a:p>
            <a:pPr marL="742950" lvl="1" indent="-285750">
              <a:buFont typeface="+mj-lt"/>
              <a:buAutoNum type="arabicPeriod"/>
            </a:pPr>
            <a:r>
              <a:rPr lang="en-US" dirty="0"/>
              <a:t>Calculates </a:t>
            </a:r>
            <a:r>
              <a:rPr lang="en-US" dirty="0">
                <a:latin typeface="Courier New" panose="02070309020205020404" pitchFamily="49" charset="0"/>
              </a:rPr>
              <a:t>delta</a:t>
            </a:r>
            <a:r>
              <a:rPr lang="en-US" dirty="0"/>
              <a:t> as </a:t>
            </a:r>
            <a:r>
              <a:rPr lang="en-US" dirty="0">
                <a:latin typeface="Courier New" panose="02070309020205020404" pitchFamily="49" charset="0"/>
              </a:rPr>
              <a:t>-1</a:t>
            </a:r>
            <a:r>
              <a:rPr lang="en-US" dirty="0"/>
              <a:t> for left or </a:t>
            </a:r>
            <a:r>
              <a:rPr lang="en-US" dirty="0">
                <a:latin typeface="Courier New" panose="02070309020205020404" pitchFamily="49" charset="0"/>
              </a:rPr>
              <a:t>+1</a:t>
            </a:r>
            <a:r>
              <a:rPr lang="en-US" dirty="0"/>
              <a:t> for right.</a:t>
            </a:r>
          </a:p>
          <a:p>
            <a:pPr marL="742950" lvl="1" indent="-285750">
              <a:buFont typeface="+mj-lt"/>
              <a:buAutoNum type="arabicPeriod"/>
            </a:pPr>
            <a:r>
              <a:rPr lang="en-US" dirty="0"/>
              <a:t>Uses modular arithmetic </a:t>
            </a:r>
            <a:r>
              <a:rPr lang="en-US" dirty="0">
                <a:latin typeface="Courier New" panose="02070309020205020404" pitchFamily="49" charset="0"/>
              </a:rPr>
              <a:t>(</a:t>
            </a:r>
            <a:r>
              <a:rPr lang="en-US" dirty="0" err="1">
                <a:latin typeface="Courier New" panose="02070309020205020404" pitchFamily="49" charset="0"/>
              </a:rPr>
              <a:t>currentIndex</a:t>
            </a:r>
            <a:r>
              <a:rPr lang="en-US" dirty="0">
                <a:latin typeface="Courier New" panose="02070309020205020404" pitchFamily="49" charset="0"/>
              </a:rPr>
              <a:t> + delta + </a:t>
            </a:r>
            <a:r>
              <a:rPr lang="en-US" dirty="0" err="1">
                <a:latin typeface="Courier New" panose="02070309020205020404" pitchFamily="49" charset="0"/>
              </a:rPr>
              <a:t>len</a:t>
            </a:r>
            <a:r>
              <a:rPr lang="en-US" dirty="0">
                <a:latin typeface="Courier New" panose="02070309020205020404" pitchFamily="49" charset="0"/>
              </a:rPr>
              <a:t>) % </a:t>
            </a:r>
            <a:r>
              <a:rPr lang="en-US" dirty="0" err="1">
                <a:latin typeface="Courier New" panose="02070309020205020404" pitchFamily="49" charset="0"/>
              </a:rPr>
              <a:t>len</a:t>
            </a:r>
            <a:r>
              <a:rPr lang="en-US" dirty="0"/>
              <a:t> to </a:t>
            </a:r>
            <a:r>
              <a:rPr lang="en-US" b="1" dirty="0"/>
              <a:t>wrap around</a:t>
            </a:r>
            <a:r>
              <a:rPr lang="en-US" dirty="0"/>
              <a:t> at the edges (circular navigation).</a:t>
            </a:r>
          </a:p>
          <a:p>
            <a:pPr marL="742950" lvl="1" indent="-285750">
              <a:buFont typeface="+mj-lt"/>
              <a:buAutoNum type="arabicPeriod"/>
            </a:pPr>
            <a:r>
              <a:rPr lang="en-US" dirty="0"/>
              <a:t>Updates the Redux </a:t>
            </a:r>
            <a:r>
              <a:rPr lang="en-US" dirty="0" err="1">
                <a:latin typeface="Courier New" panose="02070309020205020404" pitchFamily="49" charset="0"/>
              </a:rPr>
              <a:t>selectedPost</a:t>
            </a:r>
            <a:r>
              <a:rPr lang="en-US" dirty="0"/>
              <a:t> so the app stays in sync.</a:t>
            </a:r>
          </a:p>
          <a:p>
            <a:pPr marL="742950" lvl="1" indent="-285750">
              <a:buFont typeface="+mj-lt"/>
              <a:buAutoNum type="arabicPeriod"/>
            </a:pPr>
            <a:r>
              <a:rPr lang="en-US" dirty="0"/>
              <a:t>Immediately updates the local </a:t>
            </a:r>
            <a:r>
              <a:rPr lang="en-US" dirty="0">
                <a:latin typeface="Courier New" panose="02070309020205020404" pitchFamily="49" charset="0"/>
              </a:rPr>
              <a:t>comment</a:t>
            </a:r>
            <a:r>
              <a:rPr lang="en-US" dirty="0"/>
              <a:t> state for a smooth UI experience.</a:t>
            </a:r>
          </a:p>
          <a:p>
            <a:pPr marL="742950" lvl="1" indent="-285750">
              <a:buFont typeface="+mj-lt"/>
              <a:buAutoNum type="arabicPeriod"/>
            </a:pPr>
            <a:r>
              <a:rPr lang="en-US" dirty="0"/>
              <a:t>Updates </a:t>
            </a:r>
            <a:r>
              <a:rPr lang="en-US" dirty="0" err="1">
                <a:latin typeface="Courier New" panose="02070309020205020404" pitchFamily="49" charset="0"/>
              </a:rPr>
              <a:t>currentIndex</a:t>
            </a:r>
            <a:r>
              <a:rPr lang="en-US" dirty="0"/>
              <a:t> to the new post index.</a:t>
            </a:r>
          </a:p>
          <a:p>
            <a:pPr>
              <a:buFont typeface="+mj-lt"/>
              <a:buAutoNum type="arabicPeriod"/>
            </a:pPr>
            <a:r>
              <a:rPr lang="en-US" b="1" dirty="0" err="1">
                <a:latin typeface="Courier New" panose="02070309020205020404" pitchFamily="49" charset="0"/>
              </a:rPr>
              <a:t>useEffect</a:t>
            </a:r>
            <a:r>
              <a:rPr lang="en-US" b="1" dirty="0"/>
              <a:t> on </a:t>
            </a:r>
            <a:r>
              <a:rPr lang="en-US" b="1" dirty="0" err="1">
                <a:latin typeface="Courier New" panose="02070309020205020404" pitchFamily="49" charset="0"/>
              </a:rPr>
              <a:t>selectedPost</a:t>
            </a:r>
            <a:r>
              <a:rPr lang="en-US" dirty="0"/>
              <a:t>:</a:t>
            </a:r>
          </a:p>
          <a:p>
            <a:pPr marL="742950" lvl="1" indent="-285750">
              <a:buFont typeface="+mj-lt"/>
              <a:buAutoNum type="arabicPeriod"/>
            </a:pPr>
            <a:r>
              <a:rPr lang="en-US" dirty="0"/>
              <a:t>Whenever </a:t>
            </a:r>
            <a:r>
              <a:rPr lang="en-US" dirty="0" err="1">
                <a:latin typeface="Courier New" panose="02070309020205020404" pitchFamily="49" charset="0"/>
              </a:rPr>
              <a:t>selectedPost</a:t>
            </a:r>
            <a:r>
              <a:rPr lang="en-US" dirty="0"/>
              <a:t> changes, it updates the local </a:t>
            </a:r>
            <a:r>
              <a:rPr lang="en-US" dirty="0">
                <a:latin typeface="Courier New" panose="02070309020205020404" pitchFamily="49" charset="0"/>
              </a:rPr>
              <a:t>comment</a:t>
            </a:r>
            <a:r>
              <a:rPr lang="en-US" dirty="0"/>
              <a:t> state to reflect the comments of the newly selected post.</a:t>
            </a:r>
          </a:p>
        </p:txBody>
      </p:sp>
      <p:pic>
        <p:nvPicPr>
          <p:cNvPr id="8" name="Content Placeholder 7">
            <a:extLst>
              <a:ext uri="{FF2B5EF4-FFF2-40B4-BE49-F238E27FC236}">
                <a16:creationId xmlns:a16="http://schemas.microsoft.com/office/drawing/2014/main" id="{5BC4DBC1-0065-0BF7-766C-FC14963E7EA5}"/>
              </a:ext>
            </a:extLst>
          </p:cNvPr>
          <p:cNvPicPr>
            <a:picLocks noGrp="1" noChangeAspect="1"/>
          </p:cNvPicPr>
          <p:nvPr>
            <p:ph idx="1"/>
          </p:nvPr>
        </p:nvPicPr>
        <p:blipFill>
          <a:blip r:embed="rId2"/>
          <a:stretch>
            <a:fillRect/>
          </a:stretch>
        </p:blipFill>
        <p:spPr>
          <a:xfrm>
            <a:off x="0" y="514350"/>
            <a:ext cx="5668847" cy="3886973"/>
          </a:xfrm>
          <a:prstGeom prst="rect">
            <a:avLst/>
          </a:prstGeom>
        </p:spPr>
      </p:pic>
    </p:spTree>
    <p:extLst>
      <p:ext uri="{BB962C8B-B14F-4D97-AF65-F5344CB8AC3E}">
        <p14:creationId xmlns:p14="http://schemas.microsoft.com/office/powerpoint/2010/main" val="30252116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3BA5E71-E0A4-B9CA-5BE9-3A7DFC1CA70F}"/>
              </a:ext>
            </a:extLst>
          </p:cNvPr>
          <p:cNvSpPr txBox="1"/>
          <p:nvPr/>
        </p:nvSpPr>
        <p:spPr>
          <a:xfrm>
            <a:off x="5070020" y="58846"/>
            <a:ext cx="6947807" cy="6740307"/>
          </a:xfrm>
          <a:prstGeom prst="rect">
            <a:avLst/>
          </a:prstGeom>
          <a:solidFill>
            <a:schemeClr val="accent1">
              <a:lumMod val="60000"/>
              <a:lumOff val="40000"/>
            </a:schemeClr>
          </a:solidFill>
        </p:spPr>
        <p:txBody>
          <a:bodyPr wrap="square">
            <a:spAutoFit/>
          </a:bodyPr>
          <a:lstStyle/>
          <a:p>
            <a:pPr>
              <a:buNone/>
            </a:pPr>
            <a:r>
              <a:rPr lang="en-US" dirty="0" err="1">
                <a:latin typeface="Courier New" panose="02070309020205020404" pitchFamily="49" charset="0"/>
              </a:rPr>
              <a:t>useEffect</a:t>
            </a:r>
            <a:r>
              <a:rPr lang="en-US" dirty="0"/>
              <a:t> enables </a:t>
            </a:r>
            <a:r>
              <a:rPr lang="en-US" b="1" dirty="0"/>
              <a:t>keyboard navigation</a:t>
            </a:r>
            <a:r>
              <a:rPr lang="en-US" dirty="0"/>
              <a:t> for the comment dialog when it is open:</a:t>
            </a:r>
          </a:p>
          <a:p>
            <a:pPr>
              <a:buFont typeface="+mj-lt"/>
              <a:buAutoNum type="arabicPeriod"/>
            </a:pPr>
            <a:r>
              <a:rPr lang="en-US" b="1" dirty="0"/>
              <a:t>Check if dialog is open</a:t>
            </a:r>
            <a:r>
              <a:rPr lang="en-US" dirty="0"/>
              <a:t>:</a:t>
            </a:r>
          </a:p>
          <a:p>
            <a:pPr marL="742950" lvl="1" indent="-285750">
              <a:buFont typeface="+mj-lt"/>
              <a:buAutoNum type="arabicPeriod"/>
            </a:pPr>
            <a:r>
              <a:rPr lang="en-US" dirty="0"/>
              <a:t>If </a:t>
            </a:r>
            <a:r>
              <a:rPr lang="en-US" dirty="0">
                <a:latin typeface="Courier New" panose="02070309020205020404" pitchFamily="49" charset="0"/>
              </a:rPr>
              <a:t>open</a:t>
            </a:r>
            <a:r>
              <a:rPr lang="en-US" dirty="0"/>
              <a:t> is </a:t>
            </a:r>
            <a:r>
              <a:rPr lang="en-US" dirty="0">
                <a:latin typeface="Courier New" panose="02070309020205020404" pitchFamily="49" charset="0"/>
              </a:rPr>
              <a:t>false</a:t>
            </a:r>
            <a:r>
              <a:rPr lang="en-US" dirty="0"/>
              <a:t>, the effect returns early; no key handling is added.</a:t>
            </a:r>
          </a:p>
          <a:p>
            <a:pPr>
              <a:buFont typeface="+mj-lt"/>
              <a:buAutoNum type="arabicPeriod"/>
            </a:pPr>
            <a:r>
              <a:rPr lang="en-US" b="1" dirty="0" err="1">
                <a:latin typeface="Courier New" panose="02070309020205020404" pitchFamily="49" charset="0"/>
              </a:rPr>
              <a:t>keyHandler</a:t>
            </a:r>
            <a:r>
              <a:rPr lang="en-US" b="1" dirty="0"/>
              <a:t> function</a:t>
            </a:r>
            <a:r>
              <a:rPr lang="en-US" dirty="0"/>
              <a:t>:</a:t>
            </a:r>
          </a:p>
          <a:p>
            <a:pPr marL="742950" lvl="1" indent="-285750">
              <a:buFont typeface="+mj-lt"/>
              <a:buAutoNum type="arabicPeriod"/>
            </a:pPr>
            <a:r>
              <a:rPr lang="en-US" dirty="0"/>
              <a:t>Ignores key presses if </a:t>
            </a:r>
            <a:r>
              <a:rPr lang="en-US" b="1" dirty="0"/>
              <a:t>modifier keys</a:t>
            </a:r>
            <a:r>
              <a:rPr lang="en-US" dirty="0"/>
              <a:t> (</a:t>
            </a:r>
            <a:r>
              <a:rPr lang="en-US" dirty="0">
                <a:latin typeface="Courier New" panose="02070309020205020404" pitchFamily="49" charset="0"/>
              </a:rPr>
              <a:t>Ctrl</a:t>
            </a:r>
            <a:r>
              <a:rPr lang="en-US" dirty="0"/>
              <a:t>, </a:t>
            </a:r>
            <a:r>
              <a:rPr lang="en-US" dirty="0">
                <a:latin typeface="Courier New" panose="02070309020205020404" pitchFamily="49" charset="0"/>
              </a:rPr>
              <a:t>Meta</a:t>
            </a:r>
            <a:r>
              <a:rPr lang="en-US" dirty="0"/>
              <a:t>, </a:t>
            </a:r>
            <a:r>
              <a:rPr lang="en-US" dirty="0">
                <a:latin typeface="Courier New" panose="02070309020205020404" pitchFamily="49" charset="0"/>
              </a:rPr>
              <a:t>Alt</a:t>
            </a:r>
            <a:r>
              <a:rPr lang="en-US" dirty="0"/>
              <a:t>) are held.</a:t>
            </a:r>
          </a:p>
          <a:p>
            <a:pPr marL="742950" lvl="1" indent="-285750">
              <a:buFont typeface="+mj-lt"/>
              <a:buAutoNum type="arabicPeriod"/>
            </a:pPr>
            <a:r>
              <a:rPr lang="en-US" dirty="0"/>
              <a:t>Prevents navigation if the user is typing in an </a:t>
            </a:r>
            <a:r>
              <a:rPr lang="en-US" b="1" dirty="0"/>
              <a:t>input, </a:t>
            </a:r>
            <a:r>
              <a:rPr lang="en-US" b="1" dirty="0" err="1"/>
              <a:t>textarea</a:t>
            </a:r>
            <a:r>
              <a:rPr lang="en-US" b="1" dirty="0"/>
              <a:t>, or </a:t>
            </a:r>
            <a:r>
              <a:rPr lang="en-US" b="1" dirty="0" err="1"/>
              <a:t>contentEditable</a:t>
            </a:r>
            <a:r>
              <a:rPr lang="en-US" b="1" dirty="0"/>
              <a:t> element</a:t>
            </a:r>
            <a:r>
              <a:rPr lang="en-US" dirty="0"/>
              <a:t>.</a:t>
            </a:r>
          </a:p>
          <a:p>
            <a:pPr marL="742950" lvl="1" indent="-285750">
              <a:buFont typeface="+mj-lt"/>
              <a:buAutoNum type="arabicPeriod"/>
            </a:pPr>
            <a:r>
              <a:rPr lang="en-US" dirty="0"/>
              <a:t>If </a:t>
            </a:r>
            <a:r>
              <a:rPr lang="en-US" b="1" dirty="0" err="1"/>
              <a:t>ArrowLeft</a:t>
            </a:r>
            <a:r>
              <a:rPr lang="en-US" dirty="0"/>
              <a:t> is pressed → calls </a:t>
            </a:r>
            <a:r>
              <a:rPr lang="en-US" dirty="0" err="1">
                <a:latin typeface="Courier New" panose="02070309020205020404" pitchFamily="49" charset="0"/>
              </a:rPr>
              <a:t>goToAdjacentPost</a:t>
            </a:r>
            <a:r>
              <a:rPr lang="en-US" dirty="0">
                <a:latin typeface="Courier New" panose="02070309020205020404" pitchFamily="49" charset="0"/>
              </a:rPr>
              <a:t>('left')</a:t>
            </a:r>
            <a:r>
              <a:rPr lang="en-US" dirty="0"/>
              <a:t> to navigate to the previous post.</a:t>
            </a:r>
          </a:p>
          <a:p>
            <a:pPr marL="742950" lvl="1" indent="-285750">
              <a:buFont typeface="+mj-lt"/>
              <a:buAutoNum type="arabicPeriod"/>
            </a:pPr>
            <a:r>
              <a:rPr lang="en-US" dirty="0"/>
              <a:t>If </a:t>
            </a:r>
            <a:r>
              <a:rPr lang="en-US" b="1" dirty="0" err="1"/>
              <a:t>ArrowRight</a:t>
            </a:r>
            <a:r>
              <a:rPr lang="en-US" dirty="0"/>
              <a:t> is pressed → calls </a:t>
            </a:r>
            <a:r>
              <a:rPr lang="en-US" dirty="0" err="1">
                <a:latin typeface="Courier New" panose="02070309020205020404" pitchFamily="49" charset="0"/>
              </a:rPr>
              <a:t>goToAdjacentPost</a:t>
            </a:r>
            <a:r>
              <a:rPr lang="en-US" dirty="0">
                <a:latin typeface="Courier New" panose="02070309020205020404" pitchFamily="49" charset="0"/>
              </a:rPr>
              <a:t>('right')</a:t>
            </a:r>
            <a:r>
              <a:rPr lang="en-US" dirty="0"/>
              <a:t> to navigate to the next post.</a:t>
            </a:r>
          </a:p>
          <a:p>
            <a:pPr marL="742950" lvl="1" indent="-285750">
              <a:buFont typeface="+mj-lt"/>
              <a:buAutoNum type="arabicPeriod"/>
            </a:pPr>
            <a:r>
              <a:rPr lang="en-US" dirty="0" err="1">
                <a:latin typeface="Courier New" panose="02070309020205020404" pitchFamily="49" charset="0"/>
              </a:rPr>
              <a:t>e.preventDefault</a:t>
            </a:r>
            <a:r>
              <a:rPr lang="en-US" dirty="0">
                <a:latin typeface="Courier New" panose="02070309020205020404" pitchFamily="49" charset="0"/>
              </a:rPr>
              <a:t>()</a:t>
            </a:r>
            <a:r>
              <a:rPr lang="en-US" dirty="0"/>
              <a:t> stops default browser scrolling behavior on arrow keys.</a:t>
            </a:r>
          </a:p>
          <a:p>
            <a:pPr>
              <a:buFont typeface="+mj-lt"/>
              <a:buAutoNum type="arabicPeriod"/>
            </a:pPr>
            <a:r>
              <a:rPr lang="en-US" b="1" dirty="0"/>
              <a:t>Add / cleanup event listener</a:t>
            </a:r>
            <a:r>
              <a:rPr lang="en-US" dirty="0"/>
              <a:t>:</a:t>
            </a:r>
          </a:p>
          <a:p>
            <a:pPr marL="742950" lvl="1" indent="-285750">
              <a:buFont typeface="+mj-lt"/>
              <a:buAutoNum type="arabicPeriod"/>
            </a:pPr>
            <a:r>
              <a:rPr lang="en-US" dirty="0"/>
              <a:t>Adds </a:t>
            </a:r>
            <a:r>
              <a:rPr lang="en-US" dirty="0" err="1">
                <a:latin typeface="Courier New" panose="02070309020205020404" pitchFamily="49" charset="0"/>
              </a:rPr>
              <a:t>keydown</a:t>
            </a:r>
            <a:r>
              <a:rPr lang="en-US" dirty="0"/>
              <a:t> listener to </a:t>
            </a:r>
            <a:r>
              <a:rPr lang="en-US" dirty="0">
                <a:latin typeface="Courier New" panose="02070309020205020404" pitchFamily="49" charset="0"/>
              </a:rPr>
              <a:t>window</a:t>
            </a:r>
            <a:r>
              <a:rPr lang="en-US" dirty="0"/>
              <a:t> when the effect runs.</a:t>
            </a:r>
          </a:p>
          <a:p>
            <a:pPr marL="742950" lvl="1" indent="-285750">
              <a:buFont typeface="+mj-lt"/>
              <a:buAutoNum type="arabicPeriod"/>
            </a:pPr>
            <a:r>
              <a:rPr lang="en-US" dirty="0"/>
              <a:t>Removes the listener on cleanup to prevent memory leaks or duplicate listeners.</a:t>
            </a:r>
          </a:p>
          <a:p>
            <a:pPr>
              <a:buNone/>
            </a:pPr>
            <a:r>
              <a:rPr lang="en-US" dirty="0"/>
              <a:t>✅ In short: this effect allows </a:t>
            </a:r>
            <a:r>
              <a:rPr lang="en-US" b="1" dirty="0"/>
              <a:t>smooth left/right arrow navigation</a:t>
            </a:r>
            <a:r>
              <a:rPr lang="en-US" dirty="0"/>
              <a:t> between posts using the keyboard, </a:t>
            </a:r>
          </a:p>
        </p:txBody>
      </p:sp>
      <p:pic>
        <p:nvPicPr>
          <p:cNvPr id="11" name="Content Placeholder 10">
            <a:extLst>
              <a:ext uri="{FF2B5EF4-FFF2-40B4-BE49-F238E27FC236}">
                <a16:creationId xmlns:a16="http://schemas.microsoft.com/office/drawing/2014/main" id="{D563722C-4DE0-F244-7227-B321F4E029F1}"/>
              </a:ext>
            </a:extLst>
          </p:cNvPr>
          <p:cNvPicPr>
            <a:picLocks noGrp="1" noChangeAspect="1"/>
          </p:cNvPicPr>
          <p:nvPr>
            <p:ph idx="1"/>
          </p:nvPr>
        </p:nvPicPr>
        <p:blipFill>
          <a:blip r:embed="rId2"/>
          <a:stretch>
            <a:fillRect/>
          </a:stretch>
        </p:blipFill>
        <p:spPr>
          <a:xfrm>
            <a:off x="0" y="215235"/>
            <a:ext cx="5111205" cy="4960922"/>
          </a:xfrm>
          <a:prstGeom prst="rect">
            <a:avLst/>
          </a:prstGeom>
        </p:spPr>
      </p:pic>
    </p:spTree>
    <p:extLst>
      <p:ext uri="{BB962C8B-B14F-4D97-AF65-F5344CB8AC3E}">
        <p14:creationId xmlns:p14="http://schemas.microsoft.com/office/powerpoint/2010/main" val="154002090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BDB0E-D9B7-7DFD-77C7-EE10D19F9617}"/>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665F7C6-CE56-0FBF-626C-2F4CD64F8E25}"/>
              </a:ext>
            </a:extLst>
          </p:cNvPr>
          <p:cNvPicPr>
            <a:picLocks noGrp="1" noChangeAspect="1"/>
          </p:cNvPicPr>
          <p:nvPr>
            <p:ph idx="1"/>
          </p:nvPr>
        </p:nvPicPr>
        <p:blipFill>
          <a:blip r:embed="rId2"/>
          <a:stretch>
            <a:fillRect/>
          </a:stretch>
        </p:blipFill>
        <p:spPr>
          <a:xfrm>
            <a:off x="-204108" y="-80240"/>
            <a:ext cx="7577676" cy="4737039"/>
          </a:xfrm>
          <a:prstGeom prst="rect">
            <a:avLst/>
          </a:prstGeom>
        </p:spPr>
      </p:pic>
      <p:sp>
        <p:nvSpPr>
          <p:cNvPr id="9" name="TextBox 8">
            <a:extLst>
              <a:ext uri="{FF2B5EF4-FFF2-40B4-BE49-F238E27FC236}">
                <a16:creationId xmlns:a16="http://schemas.microsoft.com/office/drawing/2014/main" id="{A3CF5B8A-2472-C60D-DDD0-D9483477485E}"/>
              </a:ext>
            </a:extLst>
          </p:cNvPr>
          <p:cNvSpPr txBox="1"/>
          <p:nvPr/>
        </p:nvSpPr>
        <p:spPr>
          <a:xfrm>
            <a:off x="31438" y="4075331"/>
            <a:ext cx="11415715" cy="2585323"/>
          </a:xfrm>
          <a:prstGeom prst="rect">
            <a:avLst/>
          </a:prstGeom>
          <a:solidFill>
            <a:schemeClr val="accent2">
              <a:lumMod val="60000"/>
              <a:lumOff val="40000"/>
            </a:schemeClr>
          </a:solidFill>
        </p:spPr>
        <p:txBody>
          <a:bodyPr wrap="square">
            <a:spAutoFit/>
          </a:bodyPr>
          <a:lstStyle/>
          <a:p>
            <a:r>
              <a:rPr lang="en-US" b="1" dirty="0"/>
              <a:t>Update Redux posts state</a:t>
            </a:r>
            <a:r>
              <a:rPr lang="en-US" dirty="0"/>
              <a:t>:</a:t>
            </a:r>
          </a:p>
          <a:p>
            <a:pPr lvl="1"/>
            <a:r>
              <a:rPr lang="en-US" dirty="0"/>
              <a:t>Maps through all posts in </a:t>
            </a:r>
            <a:r>
              <a:rPr lang="en-US" dirty="0">
                <a:latin typeface="Courier New" panose="02070309020205020404" pitchFamily="49" charset="0"/>
              </a:rPr>
              <a:t>posts</a:t>
            </a:r>
            <a:r>
              <a:rPr lang="en-US" dirty="0"/>
              <a:t>.</a:t>
            </a:r>
          </a:p>
          <a:p>
            <a:pPr lvl="1"/>
            <a:r>
              <a:rPr lang="en-US" dirty="0"/>
              <a:t>For the selected post, it updates its </a:t>
            </a:r>
            <a:r>
              <a:rPr lang="en-US" dirty="0">
                <a:latin typeface="Courier New" panose="02070309020205020404" pitchFamily="49" charset="0"/>
              </a:rPr>
              <a:t>comments</a:t>
            </a:r>
            <a:r>
              <a:rPr lang="en-US" dirty="0"/>
              <a:t> array with the new </a:t>
            </a:r>
            <a:r>
              <a:rPr lang="en-US" dirty="0" err="1">
                <a:latin typeface="Courier New" panose="02070309020205020404" pitchFamily="49" charset="0"/>
              </a:rPr>
              <a:t>updatedCommentData</a:t>
            </a:r>
            <a:r>
              <a:rPr lang="en-US" dirty="0"/>
              <a:t>.</a:t>
            </a:r>
          </a:p>
          <a:p>
            <a:pPr lvl="1"/>
            <a:r>
              <a:rPr lang="en-US" dirty="0"/>
              <a:t>Dispatches </a:t>
            </a:r>
            <a:r>
              <a:rPr lang="en-US" dirty="0" err="1">
                <a:latin typeface="Courier New" panose="02070309020205020404" pitchFamily="49" charset="0"/>
              </a:rPr>
              <a:t>setPosts</a:t>
            </a:r>
            <a:r>
              <a:rPr lang="en-US" dirty="0"/>
              <a:t> to update the global Redux store so the UI stays in sync.</a:t>
            </a:r>
          </a:p>
          <a:p>
            <a:r>
              <a:rPr lang="en-US" b="1" dirty="0"/>
              <a:t>UI feedback</a:t>
            </a:r>
            <a:r>
              <a:rPr lang="en-US" dirty="0"/>
              <a:t>:</a:t>
            </a:r>
          </a:p>
          <a:p>
            <a:pPr lvl="1"/>
            <a:r>
              <a:rPr lang="en-US" dirty="0"/>
              <a:t>Shows a success message using </a:t>
            </a:r>
            <a:r>
              <a:rPr lang="en-US" dirty="0" err="1">
                <a:latin typeface="Courier New" panose="02070309020205020404" pitchFamily="49" charset="0"/>
              </a:rPr>
              <a:t>toast.success</a:t>
            </a:r>
            <a:r>
              <a:rPr lang="en-US" dirty="0"/>
              <a:t>.</a:t>
            </a:r>
          </a:p>
          <a:p>
            <a:pPr lvl="1"/>
            <a:r>
              <a:rPr lang="en-US" dirty="0"/>
              <a:t>Clears the input field by setting </a:t>
            </a:r>
            <a:r>
              <a:rPr lang="en-US" dirty="0" err="1">
                <a:latin typeface="Courier New" panose="02070309020205020404" pitchFamily="49" charset="0"/>
              </a:rPr>
              <a:t>setText</a:t>
            </a:r>
            <a:r>
              <a:rPr lang="en-US" dirty="0">
                <a:latin typeface="Courier New" panose="02070309020205020404" pitchFamily="49" charset="0"/>
              </a:rPr>
              <a:t>("")</a:t>
            </a:r>
            <a:r>
              <a:rPr lang="en-US" dirty="0"/>
              <a:t>.</a:t>
            </a:r>
          </a:p>
          <a:p>
            <a:r>
              <a:rPr lang="en-US" dirty="0"/>
              <a:t>✅ </a:t>
            </a:r>
            <a:r>
              <a:rPr lang="en-US" b="1" dirty="0"/>
              <a:t>Summary:</a:t>
            </a:r>
            <a:r>
              <a:rPr lang="en-US" dirty="0"/>
              <a:t> This function ensures that when a user adds a comment, it updates both </a:t>
            </a:r>
            <a:r>
              <a:rPr lang="en-US" b="1" dirty="0"/>
              <a:t>local UI state</a:t>
            </a:r>
            <a:r>
              <a:rPr lang="en-US" dirty="0"/>
              <a:t> and </a:t>
            </a:r>
            <a:r>
              <a:rPr lang="en-US" b="1" dirty="0"/>
              <a:t>global post state</a:t>
            </a:r>
            <a:r>
              <a:rPr lang="en-US" dirty="0"/>
              <a:t> while also informing the user of success.</a:t>
            </a:r>
          </a:p>
        </p:txBody>
      </p:sp>
      <p:sp>
        <p:nvSpPr>
          <p:cNvPr id="13" name="TextBox 12">
            <a:extLst>
              <a:ext uri="{FF2B5EF4-FFF2-40B4-BE49-F238E27FC236}">
                <a16:creationId xmlns:a16="http://schemas.microsoft.com/office/drawing/2014/main" id="{537DD130-99A6-60EE-B4C1-02D26209F308}"/>
              </a:ext>
            </a:extLst>
          </p:cNvPr>
          <p:cNvSpPr txBox="1"/>
          <p:nvPr/>
        </p:nvSpPr>
        <p:spPr>
          <a:xfrm>
            <a:off x="6433457" y="845956"/>
            <a:ext cx="5727105" cy="3693319"/>
          </a:xfrm>
          <a:prstGeom prst="rect">
            <a:avLst/>
          </a:prstGeom>
          <a:solidFill>
            <a:srgbClr val="FFFF00"/>
          </a:solidFill>
        </p:spPr>
        <p:txBody>
          <a:bodyPr wrap="square">
            <a:spAutoFit/>
          </a:bodyPr>
          <a:lstStyle/>
          <a:p>
            <a:r>
              <a:rPr lang="en-US" dirty="0" err="1">
                <a:latin typeface="Courier New" panose="02070309020205020404" pitchFamily="49" charset="0"/>
              </a:rPr>
              <a:t>sendMessageHandler</a:t>
            </a:r>
            <a:r>
              <a:rPr lang="en-US" dirty="0"/>
              <a:t> handles </a:t>
            </a:r>
            <a:r>
              <a:rPr lang="en-US" b="1" dirty="0"/>
              <a:t>posting a new comment</a:t>
            </a:r>
            <a:r>
              <a:rPr lang="en-US" dirty="0"/>
              <a:t> to the currently selected post. Here's what it does step by step:</a:t>
            </a:r>
          </a:p>
          <a:p>
            <a:r>
              <a:rPr lang="en-US" b="1" dirty="0"/>
              <a:t>Send comment to server</a:t>
            </a:r>
            <a:r>
              <a:rPr lang="en-US" dirty="0"/>
              <a:t>:</a:t>
            </a:r>
          </a:p>
          <a:p>
            <a:pPr lvl="1"/>
            <a:r>
              <a:rPr lang="en-US" dirty="0"/>
              <a:t>Uses </a:t>
            </a:r>
            <a:r>
              <a:rPr lang="en-US" dirty="0" err="1">
                <a:latin typeface="Courier New" panose="02070309020205020404" pitchFamily="49" charset="0"/>
              </a:rPr>
              <a:t>axios.post</a:t>
            </a:r>
            <a:r>
              <a:rPr lang="en-US" dirty="0"/>
              <a:t> to send the comment text (</a:t>
            </a:r>
            <a:r>
              <a:rPr lang="en-US" dirty="0">
                <a:latin typeface="Courier New" panose="02070309020205020404" pitchFamily="49" charset="0"/>
              </a:rPr>
              <a:t>text</a:t>
            </a:r>
            <a:r>
              <a:rPr lang="en-US" dirty="0"/>
              <a:t>) to the API endpoint for the selected post.</a:t>
            </a:r>
          </a:p>
          <a:p>
            <a:pPr lvl="1"/>
            <a:r>
              <a:rPr lang="en-US" dirty="0" err="1">
                <a:latin typeface="Courier New" panose="02070309020205020404" pitchFamily="49" charset="0"/>
              </a:rPr>
              <a:t>withCredentials</a:t>
            </a:r>
            <a:r>
              <a:rPr lang="en-US" dirty="0">
                <a:latin typeface="Courier New" panose="02070309020205020404" pitchFamily="49" charset="0"/>
              </a:rPr>
              <a:t>: true</a:t>
            </a:r>
            <a:r>
              <a:rPr lang="en-US" dirty="0"/>
              <a:t> ensures cookies (like auth tokens) are sent along.</a:t>
            </a:r>
          </a:p>
          <a:p>
            <a:r>
              <a:rPr lang="en-US" b="1" dirty="0"/>
              <a:t>Update local comment state</a:t>
            </a:r>
            <a:r>
              <a:rPr lang="en-US" dirty="0"/>
              <a:t>:</a:t>
            </a:r>
          </a:p>
          <a:p>
            <a:pPr lvl="1"/>
            <a:r>
              <a:rPr lang="en-US" dirty="0"/>
              <a:t>If the server responds with success, it adds the new comment to the local </a:t>
            </a:r>
            <a:r>
              <a:rPr lang="en-US" dirty="0">
                <a:latin typeface="Courier New" panose="02070309020205020404" pitchFamily="49" charset="0"/>
              </a:rPr>
              <a:t>comment</a:t>
            </a:r>
            <a:r>
              <a:rPr lang="en-US" dirty="0"/>
              <a:t> array using </a:t>
            </a:r>
            <a:r>
              <a:rPr lang="en-US" dirty="0" err="1">
                <a:latin typeface="Courier New" panose="02070309020205020404" pitchFamily="49" charset="0"/>
              </a:rPr>
              <a:t>setComment</a:t>
            </a:r>
            <a:r>
              <a:rPr lang="en-US" dirty="0">
                <a:latin typeface="Courier New" panose="02070309020205020404" pitchFamily="49" charset="0"/>
              </a:rPr>
              <a:t>([...comment, </a:t>
            </a:r>
            <a:r>
              <a:rPr lang="en-US" dirty="0" err="1">
                <a:latin typeface="Courier New" panose="02070309020205020404" pitchFamily="49" charset="0"/>
              </a:rPr>
              <a:t>res.data.comment</a:t>
            </a:r>
            <a:r>
              <a:rPr lang="en-US" dirty="0">
                <a:latin typeface="Courier New" panose="02070309020205020404" pitchFamily="49" charset="0"/>
              </a:rPr>
              <a:t>])</a:t>
            </a:r>
            <a:r>
              <a:rPr lang="en-US" dirty="0"/>
              <a:t>.</a:t>
            </a:r>
          </a:p>
        </p:txBody>
      </p:sp>
    </p:spTree>
    <p:extLst>
      <p:ext uri="{BB962C8B-B14F-4D97-AF65-F5344CB8AC3E}">
        <p14:creationId xmlns:p14="http://schemas.microsoft.com/office/powerpoint/2010/main" val="409515255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54B52-F64C-AF33-A615-37B93440E978}"/>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5A8AAA64-B93F-2C34-2D49-27728A7F342A}"/>
              </a:ext>
            </a:extLst>
          </p:cNvPr>
          <p:cNvPicPr>
            <a:picLocks noGrp="1" noChangeAspect="1"/>
          </p:cNvPicPr>
          <p:nvPr>
            <p:ph idx="1"/>
          </p:nvPr>
        </p:nvPicPr>
        <p:blipFill>
          <a:blip r:embed="rId2"/>
          <a:stretch>
            <a:fillRect/>
          </a:stretch>
        </p:blipFill>
        <p:spPr>
          <a:xfrm>
            <a:off x="65314" y="274123"/>
            <a:ext cx="7766473" cy="3111648"/>
          </a:xfrm>
          <a:prstGeom prst="rect">
            <a:avLst/>
          </a:prstGeom>
        </p:spPr>
      </p:pic>
      <p:sp>
        <p:nvSpPr>
          <p:cNvPr id="6" name="Rectangle 1">
            <a:extLst>
              <a:ext uri="{FF2B5EF4-FFF2-40B4-BE49-F238E27FC236}">
                <a16:creationId xmlns:a16="http://schemas.microsoft.com/office/drawing/2014/main" id="{EE08E286-03EC-2988-D8EE-834D3556C017}"/>
              </a:ext>
            </a:extLst>
          </p:cNvPr>
          <p:cNvSpPr>
            <a:spLocks noChangeArrowheads="1"/>
          </p:cNvSpPr>
          <p:nvPr/>
        </p:nvSpPr>
        <p:spPr bwMode="auto">
          <a:xfrm>
            <a:off x="125187" y="3630553"/>
            <a:ext cx="11228613"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highlight>
                  <a:srgbClr val="00FFFF"/>
                </a:highlight>
                <a:latin typeface="Arial" panose="020B0604020202020204" pitchFamily="34" charset="0"/>
              </a:rPr>
              <a:t>Send delete request to the server:</a:t>
            </a:r>
            <a:endPar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rPr>
              <a:t>Uses </a:t>
            </a:r>
            <a:r>
              <a:rPr kumimoji="0" lang="en-US" altLang="en-US" sz="2000" b="0" i="0" u="none" strike="noStrike" cap="none" normalizeH="0" baseline="0" dirty="0" err="1">
                <a:ln>
                  <a:noFill/>
                </a:ln>
                <a:solidFill>
                  <a:schemeClr val="tx1"/>
                </a:solidFill>
                <a:effectLst/>
                <a:highlight>
                  <a:srgbClr val="00FFFF"/>
                </a:highlight>
                <a:latin typeface="Arial Unicode MS"/>
              </a:rPr>
              <a:t>axios.delete</a:t>
            </a:r>
            <a:r>
              <a:rPr kumimoji="0" lang="en-US" altLang="en-US" sz="2000" b="0" i="0" u="none" strike="noStrike" cap="none" normalizeH="0" baseline="0" dirty="0">
                <a:ln>
                  <a:noFill/>
                </a:ln>
                <a:solidFill>
                  <a:schemeClr val="tx1"/>
                </a:solidFill>
                <a:effectLst/>
                <a:highlight>
                  <a:srgbClr val="00FFFF"/>
                </a:highlight>
              </a:rPr>
              <a:t> to call the API endpoint for deleting the post with the ID </a:t>
            </a:r>
            <a:r>
              <a:rPr kumimoji="0" lang="en-US" altLang="en-US" sz="2000" b="0" i="0" u="none" strike="noStrike" cap="none" normalizeH="0" baseline="0" dirty="0" err="1">
                <a:ln>
                  <a:noFill/>
                </a:ln>
                <a:solidFill>
                  <a:schemeClr val="tx1"/>
                </a:solidFill>
                <a:effectLst/>
                <a:highlight>
                  <a:srgbClr val="00FFFF"/>
                </a:highlight>
                <a:latin typeface="Arial Unicode MS"/>
              </a:rPr>
              <a:t>selectedPost</a:t>
            </a:r>
            <a:r>
              <a:rPr kumimoji="0" lang="en-US" altLang="en-US" sz="2000" b="0" i="0" u="none" strike="noStrike" cap="none" normalizeH="0" baseline="0" dirty="0">
                <a:ln>
                  <a:noFill/>
                </a:ln>
                <a:solidFill>
                  <a:schemeClr val="tx1"/>
                </a:solidFill>
                <a:effectLst/>
                <a:highlight>
                  <a:srgbClr val="00FFFF"/>
                </a:highlight>
                <a:latin typeface="Arial Unicode MS"/>
              </a:rPr>
              <a:t>._id</a:t>
            </a:r>
            <a:r>
              <a:rPr kumimoji="0" lang="en-US" altLang="en-US" sz="2000" b="0" i="0" u="none" strike="noStrike" cap="none" normalizeH="0" baseline="0" dirty="0">
                <a:ln>
                  <a:noFill/>
                </a:ln>
                <a:solidFill>
                  <a:schemeClr val="tx1"/>
                </a:solidFill>
                <a:effectLst/>
                <a:highlight>
                  <a:srgbClr val="00FFFF"/>
                </a:highlight>
              </a:rPr>
              <a:t>.</a:t>
            </a:r>
            <a:endPar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highlight>
                  <a:srgbClr val="00FFFF"/>
                </a:highlight>
                <a:latin typeface="Arial Unicode MS"/>
              </a:rPr>
              <a:t>withCredentials</a:t>
            </a:r>
            <a:r>
              <a:rPr kumimoji="0" lang="en-US" altLang="en-US" sz="2000" b="0" i="0" u="none" strike="noStrike" cap="none" normalizeH="0" baseline="0" dirty="0">
                <a:ln>
                  <a:noFill/>
                </a:ln>
                <a:solidFill>
                  <a:schemeClr val="tx1"/>
                </a:solidFill>
                <a:effectLst/>
                <a:highlight>
                  <a:srgbClr val="00FFFF"/>
                </a:highlight>
                <a:latin typeface="Arial Unicode MS"/>
              </a:rPr>
              <a:t>: true</a:t>
            </a:r>
            <a:r>
              <a:rPr kumimoji="0" lang="en-US" altLang="en-US" sz="2000" b="0" i="0" u="none" strike="noStrike" cap="none" normalizeH="0" baseline="0" dirty="0">
                <a:ln>
                  <a:noFill/>
                </a:ln>
                <a:solidFill>
                  <a:schemeClr val="tx1"/>
                </a:solidFill>
                <a:effectLst/>
                <a:highlight>
                  <a:srgbClr val="00FFFF"/>
                </a:highlight>
              </a:rPr>
              <a:t> ensures that cookies (like authentication tokens) are sent along with the request.</a:t>
            </a:r>
            <a:endPar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highlight>
                  <a:srgbClr val="00FFFF"/>
                </a:highlight>
                <a:latin typeface="Arial" panose="020B0604020202020204" pitchFamily="34" charset="0"/>
              </a:rPr>
              <a:t>Update Redux store if successful:</a:t>
            </a:r>
            <a:endPar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rPr>
              <a:t>If the server responds with </a:t>
            </a:r>
            <a:r>
              <a:rPr kumimoji="0" lang="en-US" altLang="en-US" sz="2000" b="0" i="0" u="none" strike="noStrike" cap="none" normalizeH="0" baseline="0" dirty="0">
                <a:ln>
                  <a:noFill/>
                </a:ln>
                <a:solidFill>
                  <a:schemeClr val="tx1"/>
                </a:solidFill>
                <a:effectLst/>
                <a:highlight>
                  <a:srgbClr val="00FFFF"/>
                </a:highlight>
                <a:latin typeface="Arial Unicode MS"/>
              </a:rPr>
              <a:t>success</a:t>
            </a:r>
            <a:r>
              <a:rPr kumimoji="0" lang="en-US" altLang="en-US" sz="2000" b="0" i="0" u="none" strike="noStrike" cap="none" normalizeH="0" baseline="0" dirty="0">
                <a:ln>
                  <a:noFill/>
                </a:ln>
                <a:solidFill>
                  <a:schemeClr val="tx1"/>
                </a:solidFill>
                <a:effectLst/>
                <a:highlight>
                  <a:srgbClr val="00FFFF"/>
                </a:highlight>
              </a:rPr>
              <a:t>, it filters out the deleted post from the </a:t>
            </a:r>
            <a:r>
              <a:rPr kumimoji="0" lang="en-US" altLang="en-US" sz="2000" b="0" i="0" u="none" strike="noStrike" cap="none" normalizeH="0" baseline="0" dirty="0">
                <a:ln>
                  <a:noFill/>
                </a:ln>
                <a:solidFill>
                  <a:schemeClr val="tx1"/>
                </a:solidFill>
                <a:effectLst/>
                <a:highlight>
                  <a:srgbClr val="00FFFF"/>
                </a:highlight>
                <a:latin typeface="Arial Unicode MS"/>
              </a:rPr>
              <a:t>posts</a:t>
            </a:r>
            <a:r>
              <a:rPr kumimoji="0" lang="en-US" altLang="en-US" sz="2000" b="0" i="0" u="none" strike="noStrike" cap="none" normalizeH="0" baseline="0" dirty="0">
                <a:ln>
                  <a:noFill/>
                </a:ln>
                <a:solidFill>
                  <a:schemeClr val="tx1"/>
                </a:solidFill>
                <a:effectLst/>
                <a:highlight>
                  <a:srgbClr val="00FFFF"/>
                </a:highlight>
              </a:rPr>
              <a:t> array.</a:t>
            </a:r>
            <a:endPar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rPr>
              <a:t>Then it dispatches </a:t>
            </a:r>
            <a:r>
              <a:rPr kumimoji="0" lang="en-US" altLang="en-US" sz="2000" b="0" i="0" u="none" strike="noStrike" cap="none" normalizeH="0" baseline="0" dirty="0" err="1">
                <a:ln>
                  <a:noFill/>
                </a:ln>
                <a:solidFill>
                  <a:schemeClr val="tx1"/>
                </a:solidFill>
                <a:effectLst/>
                <a:highlight>
                  <a:srgbClr val="00FFFF"/>
                </a:highlight>
                <a:latin typeface="Arial Unicode MS"/>
              </a:rPr>
              <a:t>setPosts</a:t>
            </a:r>
            <a:r>
              <a:rPr kumimoji="0" lang="en-US" altLang="en-US" sz="2000" b="0" i="0" u="none" strike="noStrike" cap="none" normalizeH="0" baseline="0" dirty="0">
                <a:ln>
                  <a:noFill/>
                </a:ln>
                <a:solidFill>
                  <a:schemeClr val="tx1"/>
                </a:solidFill>
                <a:effectLst/>
                <a:highlight>
                  <a:srgbClr val="00FFFF"/>
                </a:highlight>
              </a:rPr>
              <a:t> to update the global Redux store, removing the post from the UI.</a:t>
            </a:r>
            <a:endPar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highlight>
                  <a:srgbClr val="00FFFF"/>
                </a:highlight>
                <a:latin typeface="Arial" panose="020B0604020202020204" pitchFamily="34" charset="0"/>
              </a:rPr>
              <a:t>Show success feedback:</a:t>
            </a:r>
            <a:endPar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rPr>
              <a:t>Displays a success message using </a:t>
            </a:r>
            <a:r>
              <a:rPr kumimoji="0" lang="en-US" altLang="en-US" sz="2000" b="0" i="0" u="none" strike="noStrike" cap="none" normalizeH="0" baseline="0" dirty="0" err="1">
                <a:ln>
                  <a:noFill/>
                </a:ln>
                <a:solidFill>
                  <a:schemeClr val="tx1"/>
                </a:solidFill>
                <a:effectLst/>
                <a:highlight>
                  <a:srgbClr val="00FFFF"/>
                </a:highlight>
                <a:latin typeface="Arial Unicode MS"/>
              </a:rPr>
              <a:t>toast.success</a:t>
            </a:r>
            <a:r>
              <a:rPr kumimoji="0" lang="en-US" altLang="en-US" sz="2000" b="0" i="0" u="none" strike="noStrike" cap="none" normalizeH="0" baseline="0" dirty="0">
                <a:ln>
                  <a:noFill/>
                </a:ln>
                <a:solidFill>
                  <a:schemeClr val="tx1"/>
                </a:solidFill>
                <a:effectLst/>
                <a:highlight>
                  <a:srgbClr val="00FFFF"/>
                </a:highlight>
              </a:rPr>
              <a:t> with the message returned from the server.</a:t>
            </a:r>
            <a:endPar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endParaRPr>
          </a:p>
        </p:txBody>
      </p:sp>
    </p:spTree>
    <p:extLst>
      <p:ext uri="{BB962C8B-B14F-4D97-AF65-F5344CB8AC3E}">
        <p14:creationId xmlns:p14="http://schemas.microsoft.com/office/powerpoint/2010/main" val="283471605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2FA62-98E5-3EEB-1FCA-A9018868A8B7}"/>
              </a:ext>
            </a:extLst>
          </p:cNvPr>
          <p:cNvSpPr>
            <a:spLocks noGrp="1"/>
          </p:cNvSpPr>
          <p:nvPr>
            <p:ph type="title"/>
          </p:nvPr>
        </p:nvSpPr>
        <p:spPr>
          <a:xfrm>
            <a:off x="111578" y="25626"/>
            <a:ext cx="10515600" cy="655411"/>
          </a:xfrm>
        </p:spPr>
        <p:txBody>
          <a:bodyPr>
            <a:normAutofit fontScale="90000"/>
          </a:bodyPr>
          <a:lstStyle/>
          <a:p>
            <a:r>
              <a:rPr lang="en-US" dirty="0" err="1"/>
              <a:t>SearchBox.jsx</a:t>
            </a:r>
            <a:endParaRPr lang="en-US" dirty="0"/>
          </a:p>
        </p:txBody>
      </p:sp>
      <p:pic>
        <p:nvPicPr>
          <p:cNvPr id="5" name="Content Placeholder 4">
            <a:extLst>
              <a:ext uri="{FF2B5EF4-FFF2-40B4-BE49-F238E27FC236}">
                <a16:creationId xmlns:a16="http://schemas.microsoft.com/office/drawing/2014/main" id="{2DAC8314-2B51-4661-57C1-EC1793FD192F}"/>
              </a:ext>
            </a:extLst>
          </p:cNvPr>
          <p:cNvPicPr>
            <a:picLocks noGrp="1" noChangeAspect="1"/>
          </p:cNvPicPr>
          <p:nvPr>
            <p:ph idx="1"/>
          </p:nvPr>
        </p:nvPicPr>
        <p:blipFill>
          <a:blip r:embed="rId2"/>
          <a:srcRect r="23618" b="60621"/>
          <a:stretch>
            <a:fillRect/>
          </a:stretch>
        </p:blipFill>
        <p:spPr>
          <a:xfrm>
            <a:off x="111578" y="681037"/>
            <a:ext cx="5493809" cy="1368199"/>
          </a:xfrm>
          <a:prstGeom prst="rect">
            <a:avLst/>
          </a:prstGeom>
        </p:spPr>
      </p:pic>
      <p:pic>
        <p:nvPicPr>
          <p:cNvPr id="7" name="Picture 6">
            <a:extLst>
              <a:ext uri="{FF2B5EF4-FFF2-40B4-BE49-F238E27FC236}">
                <a16:creationId xmlns:a16="http://schemas.microsoft.com/office/drawing/2014/main" id="{22C5482C-C1A4-FC21-579B-7C272221DA60}"/>
              </a:ext>
            </a:extLst>
          </p:cNvPr>
          <p:cNvPicPr>
            <a:picLocks noChangeAspect="1"/>
          </p:cNvPicPr>
          <p:nvPr/>
        </p:nvPicPr>
        <p:blipFill>
          <a:blip r:embed="rId3"/>
          <a:srcRect b="37705"/>
          <a:stretch>
            <a:fillRect/>
          </a:stretch>
        </p:blipFill>
        <p:spPr>
          <a:xfrm>
            <a:off x="59870" y="4287319"/>
            <a:ext cx="7940473" cy="2045544"/>
          </a:xfrm>
          <a:prstGeom prst="rect">
            <a:avLst/>
          </a:prstGeom>
        </p:spPr>
      </p:pic>
      <p:pic>
        <p:nvPicPr>
          <p:cNvPr id="10" name="Content Placeholder 4">
            <a:extLst>
              <a:ext uri="{FF2B5EF4-FFF2-40B4-BE49-F238E27FC236}">
                <a16:creationId xmlns:a16="http://schemas.microsoft.com/office/drawing/2014/main" id="{F9EA72B6-81FB-4159-56EA-9F1BDFD0B50C}"/>
              </a:ext>
            </a:extLst>
          </p:cNvPr>
          <p:cNvPicPr>
            <a:picLocks noChangeAspect="1"/>
          </p:cNvPicPr>
          <p:nvPr/>
        </p:nvPicPr>
        <p:blipFill>
          <a:blip r:embed="rId2"/>
          <a:srcRect t="43064"/>
          <a:stretch>
            <a:fillRect/>
          </a:stretch>
        </p:blipFill>
        <p:spPr>
          <a:xfrm>
            <a:off x="59870" y="2201081"/>
            <a:ext cx="6186248" cy="1701448"/>
          </a:xfrm>
          <a:prstGeom prst="rect">
            <a:avLst/>
          </a:prstGeom>
          <a:effectLst>
            <a:glow rad="228600">
              <a:schemeClr val="accent2">
                <a:satMod val="175000"/>
                <a:alpha val="40000"/>
              </a:schemeClr>
            </a:glow>
          </a:effectLst>
        </p:spPr>
      </p:pic>
      <p:sp>
        <p:nvSpPr>
          <p:cNvPr id="11" name="Rectangle 1">
            <a:extLst>
              <a:ext uri="{FF2B5EF4-FFF2-40B4-BE49-F238E27FC236}">
                <a16:creationId xmlns:a16="http://schemas.microsoft.com/office/drawing/2014/main" id="{78DC283A-3081-7344-DF02-269097621A37}"/>
              </a:ext>
            </a:extLst>
          </p:cNvPr>
          <p:cNvSpPr>
            <a:spLocks noChangeArrowheads="1"/>
          </p:cNvSpPr>
          <p:nvPr/>
        </p:nvSpPr>
        <p:spPr bwMode="auto">
          <a:xfrm>
            <a:off x="6461112" y="181315"/>
            <a:ext cx="5553996" cy="3139321"/>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highlight>
                  <a:srgbClr val="00FFFF"/>
                </a:highlight>
                <a:latin typeface="Arial Unicode MS"/>
              </a:rPr>
              <a:t>query</a:t>
            </a:r>
            <a:r>
              <a:rPr kumimoji="0" lang="en-US" altLang="en-US" b="0" i="0" u="none" strike="noStrike" cap="none" normalizeH="0" baseline="0" dirty="0">
                <a:ln>
                  <a:noFill/>
                </a:ln>
                <a:solidFill>
                  <a:schemeClr val="tx1"/>
                </a:solidFill>
                <a:effectLst/>
              </a:rPr>
              <a:t> stores the current text input from the user for searching.</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highlight>
                  <a:srgbClr val="00FFFF"/>
                </a:highlight>
                <a:latin typeface="Arial Unicode MS"/>
              </a:rPr>
              <a:t>results</a:t>
            </a:r>
            <a:r>
              <a:rPr kumimoji="0" lang="en-US" altLang="en-US" b="0" i="0" u="none" strike="noStrike" cap="none" normalizeH="0" baseline="0" dirty="0">
                <a:ln>
                  <a:noFill/>
                </a:ln>
                <a:solidFill>
                  <a:schemeClr val="tx1"/>
                </a:solidFill>
                <a:effectLst/>
              </a:rPr>
              <a:t> holds the list of users returned from the search query.</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highlight>
                  <a:srgbClr val="00FFFF"/>
                </a:highlight>
                <a:latin typeface="Arial Unicode MS"/>
              </a:rPr>
              <a:t>loading</a:t>
            </a:r>
            <a:r>
              <a:rPr kumimoji="0" lang="en-US" altLang="en-US" b="0" i="0" u="none" strike="noStrike" cap="none" normalizeH="0" baseline="0" dirty="0">
                <a:ln>
                  <a:noFill/>
                </a:ln>
                <a:solidFill>
                  <a:schemeClr val="tx1"/>
                </a:solidFill>
                <a:effectLst/>
              </a:rPr>
              <a:t> indicates whether the search request is in progress, useful for showing a spinner or disabling input.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highlight>
                  <a:srgbClr val="00FFFF"/>
                </a:highlight>
                <a:latin typeface="Arial Unicode MS"/>
              </a:rPr>
              <a:t>following</a:t>
            </a:r>
            <a:r>
              <a:rPr kumimoji="0" lang="en-US" altLang="en-US" b="0" i="0" u="none" strike="noStrike" cap="none" normalizeH="0" baseline="0" dirty="0">
                <a:ln>
                  <a:noFill/>
                </a:ln>
                <a:solidFill>
                  <a:schemeClr val="tx1"/>
                </a:solidFill>
                <a:effectLst/>
              </a:rPr>
              <a:t> is an object that keeps track of which users the current user is already following, likely for toggling follow/unfollow buttons.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highlight>
                  <a:srgbClr val="00FFFF"/>
                </a:highlight>
                <a:latin typeface="Arial Unicode MS"/>
              </a:rPr>
              <a:t>user</a:t>
            </a:r>
            <a:r>
              <a:rPr kumimoji="0" lang="en-US" altLang="en-US" b="0" i="0" u="none" strike="noStrike" cap="none" normalizeH="0" baseline="0" dirty="0">
                <a:ln>
                  <a:noFill/>
                </a:ln>
                <a:solidFill>
                  <a:schemeClr val="tx1"/>
                </a:solidFill>
                <a:effectLst/>
              </a:rPr>
              <a:t> is retrieved from the Redux </a:t>
            </a:r>
            <a:r>
              <a:rPr kumimoji="0" lang="en-US" altLang="en-US" b="0" i="0" u="none" strike="noStrike" cap="none" normalizeH="0" baseline="0" dirty="0">
                <a:ln>
                  <a:noFill/>
                </a:ln>
                <a:solidFill>
                  <a:schemeClr val="tx1"/>
                </a:solidFill>
                <a:effectLst/>
                <a:latin typeface="Arial Unicode MS"/>
              </a:rPr>
              <a:t>auth</a:t>
            </a:r>
            <a:r>
              <a:rPr kumimoji="0" lang="en-US" altLang="en-US" b="0" i="0" u="none" strike="noStrike" cap="none" normalizeH="0" baseline="0" dirty="0">
                <a:ln>
                  <a:noFill/>
                </a:ln>
                <a:solidFill>
                  <a:schemeClr val="tx1"/>
                </a:solidFill>
                <a:effectLst/>
              </a:rPr>
              <a:t> slice, representing the currently logged-in user.</a:t>
            </a:r>
            <a:endParaRPr kumimoji="0" lang="en-US" altLang="en-US" b="0" i="0" u="none" strike="noStrike" cap="none" normalizeH="0" baseline="0" dirty="0">
              <a:ln>
                <a:noFill/>
              </a:ln>
              <a:solidFill>
                <a:schemeClr val="tx1"/>
              </a:solidFill>
              <a:effectLst/>
              <a:latin typeface="Arial" panose="020B0604020202020204" pitchFamily="34" charset="0"/>
            </a:endParaRPr>
          </a:p>
        </p:txBody>
      </p:sp>
      <p:cxnSp>
        <p:nvCxnSpPr>
          <p:cNvPr id="12" name="Straight Arrow Connector 11">
            <a:extLst>
              <a:ext uri="{FF2B5EF4-FFF2-40B4-BE49-F238E27FC236}">
                <a16:creationId xmlns:a16="http://schemas.microsoft.com/office/drawing/2014/main" id="{970E1FBB-D9BC-51D9-63D9-A6FDA60BD41A}"/>
              </a:ext>
            </a:extLst>
          </p:cNvPr>
          <p:cNvCxnSpPr>
            <a:cxnSpLocks/>
            <a:endCxn id="11" idx="1"/>
          </p:cNvCxnSpPr>
          <p:nvPr/>
        </p:nvCxnSpPr>
        <p:spPr>
          <a:xfrm flipV="1">
            <a:off x="5708251" y="1750976"/>
            <a:ext cx="752861" cy="49745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40917494-F947-211D-1A69-4C451AEE710D}"/>
              </a:ext>
            </a:extLst>
          </p:cNvPr>
          <p:cNvSpPr/>
          <p:nvPr/>
        </p:nvSpPr>
        <p:spPr>
          <a:xfrm>
            <a:off x="5379830" y="4605064"/>
            <a:ext cx="1796143" cy="411886"/>
          </a:xfrm>
          <a:prstGeom prst="ellipse">
            <a:avLst/>
          </a:prstGeom>
          <a:noFill/>
          <a:ln>
            <a:solidFill>
              <a:srgbClr val="FFFF00"/>
            </a:solidFill>
          </a:ln>
          <a:effectLst>
            <a:glow rad="1397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6F44ACB0-0E32-E1EE-5EEF-E1A52FC88C52}"/>
              </a:ext>
            </a:extLst>
          </p:cNvPr>
          <p:cNvCxnSpPr>
            <a:cxnSpLocks/>
          </p:cNvCxnSpPr>
          <p:nvPr/>
        </p:nvCxnSpPr>
        <p:spPr>
          <a:xfrm flipV="1">
            <a:off x="6412660" y="4033157"/>
            <a:ext cx="690269" cy="60158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1FDFBAC-85A9-1BE6-1FEA-46C612B58152}"/>
              </a:ext>
            </a:extLst>
          </p:cNvPr>
          <p:cNvSpPr txBox="1"/>
          <p:nvPr/>
        </p:nvSpPr>
        <p:spPr>
          <a:xfrm>
            <a:off x="7175973" y="3574798"/>
            <a:ext cx="4710713" cy="646331"/>
          </a:xfrm>
          <a:prstGeom prst="rect">
            <a:avLst/>
          </a:prstGeom>
          <a:solidFill>
            <a:schemeClr val="tx2">
              <a:lumMod val="40000"/>
              <a:lumOff val="60000"/>
            </a:schemeClr>
          </a:solidFill>
        </p:spPr>
        <p:txBody>
          <a:bodyPr wrap="none" rtlCol="0">
            <a:spAutoFit/>
          </a:bodyPr>
          <a:lstStyle/>
          <a:p>
            <a:r>
              <a:rPr lang="en-US" dirty="0"/>
              <a:t>This </a:t>
            </a:r>
            <a:r>
              <a:rPr lang="en-US" dirty="0" err="1"/>
              <a:t>encodeURIComponent</a:t>
            </a:r>
            <a:r>
              <a:rPr lang="en-US" dirty="0"/>
              <a:t> will convert the user</a:t>
            </a:r>
          </a:p>
          <a:p>
            <a:r>
              <a:rPr lang="en-US" dirty="0"/>
              <a:t>entered value to </a:t>
            </a:r>
            <a:r>
              <a:rPr lang="en-US" dirty="0" err="1"/>
              <a:t>url</a:t>
            </a:r>
            <a:r>
              <a:rPr lang="en-US" dirty="0"/>
              <a:t> based format</a:t>
            </a:r>
          </a:p>
        </p:txBody>
      </p:sp>
      <p:sp>
        <p:nvSpPr>
          <p:cNvPr id="21" name="TextBox 20">
            <a:extLst>
              <a:ext uri="{FF2B5EF4-FFF2-40B4-BE49-F238E27FC236}">
                <a16:creationId xmlns:a16="http://schemas.microsoft.com/office/drawing/2014/main" id="{8EEE2047-E90F-EC47-F361-FD60772607BE}"/>
              </a:ext>
            </a:extLst>
          </p:cNvPr>
          <p:cNvSpPr txBox="1"/>
          <p:nvPr/>
        </p:nvSpPr>
        <p:spPr>
          <a:xfrm>
            <a:off x="7143058" y="5083140"/>
            <a:ext cx="4776542" cy="369332"/>
          </a:xfrm>
          <a:prstGeom prst="rect">
            <a:avLst/>
          </a:prstGeom>
          <a:solidFill>
            <a:schemeClr val="accent5">
              <a:lumMod val="60000"/>
              <a:lumOff val="40000"/>
            </a:schemeClr>
          </a:solidFill>
        </p:spPr>
        <p:txBody>
          <a:bodyPr wrap="square">
            <a:spAutoFit/>
          </a:bodyPr>
          <a:lstStyle/>
          <a:p>
            <a:r>
              <a:rPr lang="en-US" dirty="0"/>
              <a:t>contains the list of users returned by the server.</a:t>
            </a:r>
          </a:p>
        </p:txBody>
      </p:sp>
      <p:cxnSp>
        <p:nvCxnSpPr>
          <p:cNvPr id="22" name="Straight Arrow Connector 21">
            <a:extLst>
              <a:ext uri="{FF2B5EF4-FFF2-40B4-BE49-F238E27FC236}">
                <a16:creationId xmlns:a16="http://schemas.microsoft.com/office/drawing/2014/main" id="{F1F94F7C-40E5-6967-2465-DF9E8C6A305C}"/>
              </a:ext>
            </a:extLst>
          </p:cNvPr>
          <p:cNvCxnSpPr>
            <a:cxnSpLocks/>
            <a:endCxn id="21" idx="1"/>
          </p:cNvCxnSpPr>
          <p:nvPr/>
        </p:nvCxnSpPr>
        <p:spPr>
          <a:xfrm>
            <a:off x="3152994" y="5187812"/>
            <a:ext cx="3990064" cy="7999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CCAAB798-FAAB-4EB4-EA49-D253B599F8DE}"/>
              </a:ext>
            </a:extLst>
          </p:cNvPr>
          <p:cNvSpPr/>
          <p:nvPr/>
        </p:nvSpPr>
        <p:spPr>
          <a:xfrm>
            <a:off x="991532" y="5083140"/>
            <a:ext cx="2161462" cy="230383"/>
          </a:xfrm>
          <a:prstGeom prst="ellipse">
            <a:avLst/>
          </a:prstGeom>
          <a:noFill/>
          <a:ln>
            <a:solidFill>
              <a:srgbClr val="FFFF00"/>
            </a:solidFill>
          </a:ln>
          <a:effectLst>
            <a:glow rad="1397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372F1534-402A-DD5E-C7AB-E6B0AF4DAF9A}"/>
              </a:ext>
            </a:extLst>
          </p:cNvPr>
          <p:cNvSpPr txBox="1"/>
          <p:nvPr/>
        </p:nvSpPr>
        <p:spPr>
          <a:xfrm>
            <a:off x="6084681" y="5682691"/>
            <a:ext cx="5686108" cy="646331"/>
          </a:xfrm>
          <a:prstGeom prst="rect">
            <a:avLst/>
          </a:prstGeom>
          <a:solidFill>
            <a:schemeClr val="accent3">
              <a:lumMod val="60000"/>
              <a:lumOff val="40000"/>
            </a:schemeClr>
          </a:solidFill>
        </p:spPr>
        <p:txBody>
          <a:bodyPr wrap="none" rtlCol="0">
            <a:spAutoFit/>
          </a:bodyPr>
          <a:lstStyle/>
          <a:p>
            <a:r>
              <a:rPr lang="en-US" dirty="0"/>
              <a:t>This will basically do the searching…like the data which the</a:t>
            </a:r>
          </a:p>
          <a:p>
            <a:r>
              <a:rPr lang="en-US" dirty="0"/>
              <a:t>User </a:t>
            </a:r>
            <a:r>
              <a:rPr lang="en-US" dirty="0" err="1"/>
              <a:t>enter..it</a:t>
            </a:r>
            <a:r>
              <a:rPr lang="en-US" dirty="0"/>
              <a:t> will search </a:t>
            </a:r>
          </a:p>
        </p:txBody>
      </p:sp>
    </p:spTree>
    <p:extLst>
      <p:ext uri="{BB962C8B-B14F-4D97-AF65-F5344CB8AC3E}">
        <p14:creationId xmlns:p14="http://schemas.microsoft.com/office/powerpoint/2010/main" val="236591134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C49AE4B-D62E-C808-A811-083D9D539860}"/>
              </a:ext>
            </a:extLst>
          </p:cNvPr>
          <p:cNvPicPr>
            <a:picLocks noGrp="1" noChangeAspect="1"/>
          </p:cNvPicPr>
          <p:nvPr>
            <p:ph idx="1"/>
          </p:nvPr>
        </p:nvPicPr>
        <p:blipFill>
          <a:blip r:embed="rId2"/>
          <a:stretch>
            <a:fillRect/>
          </a:stretch>
        </p:blipFill>
        <p:spPr>
          <a:xfrm>
            <a:off x="70068" y="4088368"/>
            <a:ext cx="5453760" cy="1562275"/>
          </a:xfrm>
          <a:prstGeom prst="rect">
            <a:avLst/>
          </a:prstGeom>
        </p:spPr>
      </p:pic>
      <p:pic>
        <p:nvPicPr>
          <p:cNvPr id="7" name="Picture 6">
            <a:extLst>
              <a:ext uri="{FF2B5EF4-FFF2-40B4-BE49-F238E27FC236}">
                <a16:creationId xmlns:a16="http://schemas.microsoft.com/office/drawing/2014/main" id="{58994245-F5DD-BB6A-22AB-6A044837FE6D}"/>
              </a:ext>
            </a:extLst>
          </p:cNvPr>
          <p:cNvPicPr>
            <a:picLocks noChangeAspect="1"/>
          </p:cNvPicPr>
          <p:nvPr/>
        </p:nvPicPr>
        <p:blipFill>
          <a:blip r:embed="rId3"/>
          <a:stretch>
            <a:fillRect/>
          </a:stretch>
        </p:blipFill>
        <p:spPr>
          <a:xfrm>
            <a:off x="5712632" y="3167571"/>
            <a:ext cx="3968954" cy="920797"/>
          </a:xfrm>
          <a:prstGeom prst="rect">
            <a:avLst/>
          </a:prstGeom>
          <a:effectLst>
            <a:glow rad="228600">
              <a:schemeClr val="accent2">
                <a:satMod val="175000"/>
                <a:alpha val="40000"/>
              </a:schemeClr>
            </a:glow>
          </a:effectLst>
        </p:spPr>
      </p:pic>
      <p:pic>
        <p:nvPicPr>
          <p:cNvPr id="9" name="Picture 8">
            <a:extLst>
              <a:ext uri="{FF2B5EF4-FFF2-40B4-BE49-F238E27FC236}">
                <a16:creationId xmlns:a16="http://schemas.microsoft.com/office/drawing/2014/main" id="{DBFF374A-DD36-9404-7519-F7E3E1969F39}"/>
              </a:ext>
            </a:extLst>
          </p:cNvPr>
          <p:cNvPicPr>
            <a:picLocks noChangeAspect="1"/>
          </p:cNvPicPr>
          <p:nvPr/>
        </p:nvPicPr>
        <p:blipFill>
          <a:blip r:embed="rId4"/>
          <a:stretch>
            <a:fillRect/>
          </a:stretch>
        </p:blipFill>
        <p:spPr>
          <a:xfrm>
            <a:off x="5982043" y="4240554"/>
            <a:ext cx="4045158" cy="1009702"/>
          </a:xfrm>
          <a:prstGeom prst="rect">
            <a:avLst/>
          </a:prstGeom>
          <a:effectLst>
            <a:glow rad="228600">
              <a:schemeClr val="accent6">
                <a:satMod val="175000"/>
                <a:alpha val="40000"/>
              </a:schemeClr>
            </a:glow>
          </a:effectLst>
        </p:spPr>
      </p:pic>
      <p:pic>
        <p:nvPicPr>
          <p:cNvPr id="10" name="Picture 9">
            <a:extLst>
              <a:ext uri="{FF2B5EF4-FFF2-40B4-BE49-F238E27FC236}">
                <a16:creationId xmlns:a16="http://schemas.microsoft.com/office/drawing/2014/main" id="{5D90A653-BC7F-9C21-F3CB-64199DE22FAA}"/>
              </a:ext>
            </a:extLst>
          </p:cNvPr>
          <p:cNvPicPr>
            <a:picLocks noChangeAspect="1"/>
          </p:cNvPicPr>
          <p:nvPr/>
        </p:nvPicPr>
        <p:blipFill>
          <a:blip r:embed="rId5"/>
          <a:srcRect t="57638" r="43669"/>
          <a:stretch>
            <a:fillRect/>
          </a:stretch>
        </p:blipFill>
        <p:spPr>
          <a:xfrm>
            <a:off x="70068" y="258127"/>
            <a:ext cx="4716955" cy="3761017"/>
          </a:xfrm>
          <a:prstGeom prst="rect">
            <a:avLst/>
          </a:prstGeom>
        </p:spPr>
      </p:pic>
      <p:sp>
        <p:nvSpPr>
          <p:cNvPr id="11" name="Oval 10">
            <a:extLst>
              <a:ext uri="{FF2B5EF4-FFF2-40B4-BE49-F238E27FC236}">
                <a16:creationId xmlns:a16="http://schemas.microsoft.com/office/drawing/2014/main" id="{3E47A6D0-1D14-6567-B567-762738900856}"/>
              </a:ext>
            </a:extLst>
          </p:cNvPr>
          <p:cNvSpPr/>
          <p:nvPr/>
        </p:nvSpPr>
        <p:spPr>
          <a:xfrm>
            <a:off x="187778" y="258127"/>
            <a:ext cx="2767693" cy="818641"/>
          </a:xfrm>
          <a:prstGeom prst="ellipse">
            <a:avLst/>
          </a:prstGeom>
          <a:noFill/>
          <a:ln>
            <a:solidFill>
              <a:srgbClr val="FFFF00"/>
            </a:solidFill>
          </a:ln>
          <a:effectLst>
            <a:glow rad="1397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6A094850-4987-8608-0276-BC9EEB56DAE7}"/>
              </a:ext>
            </a:extLst>
          </p:cNvPr>
          <p:cNvCxnSpPr>
            <a:cxnSpLocks/>
            <a:stCxn id="11" idx="6"/>
            <a:endCxn id="14" idx="1"/>
          </p:cNvCxnSpPr>
          <p:nvPr/>
        </p:nvCxnSpPr>
        <p:spPr>
          <a:xfrm>
            <a:off x="2955471" y="667448"/>
            <a:ext cx="1875169" cy="10815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20F83C1-AF89-66FF-745F-2A72FE0FC8DE}"/>
              </a:ext>
            </a:extLst>
          </p:cNvPr>
          <p:cNvSpPr txBox="1"/>
          <p:nvPr/>
        </p:nvSpPr>
        <p:spPr>
          <a:xfrm>
            <a:off x="4830640" y="452441"/>
            <a:ext cx="5087739" cy="646331"/>
          </a:xfrm>
          <a:prstGeom prst="rect">
            <a:avLst/>
          </a:prstGeom>
          <a:solidFill>
            <a:srgbClr val="FFFF00"/>
          </a:solidFill>
        </p:spPr>
        <p:txBody>
          <a:bodyPr wrap="none" rtlCol="0">
            <a:spAutoFit/>
          </a:bodyPr>
          <a:lstStyle/>
          <a:p>
            <a:r>
              <a:rPr lang="en-US" dirty="0"/>
              <a:t>This will ensure that it will only search if the input is </a:t>
            </a:r>
          </a:p>
          <a:p>
            <a:r>
              <a:rPr lang="en-US" dirty="0"/>
              <a:t>not empty</a:t>
            </a:r>
          </a:p>
        </p:txBody>
      </p:sp>
      <p:sp>
        <p:nvSpPr>
          <p:cNvPr id="16" name="TextBox 15">
            <a:extLst>
              <a:ext uri="{FF2B5EF4-FFF2-40B4-BE49-F238E27FC236}">
                <a16:creationId xmlns:a16="http://schemas.microsoft.com/office/drawing/2014/main" id="{C023DCCC-65EF-3EF5-7A93-FA3CE0F3CBFD}"/>
              </a:ext>
            </a:extLst>
          </p:cNvPr>
          <p:cNvSpPr txBox="1"/>
          <p:nvPr/>
        </p:nvSpPr>
        <p:spPr>
          <a:xfrm>
            <a:off x="4870767" y="1386548"/>
            <a:ext cx="6094638" cy="923330"/>
          </a:xfrm>
          <a:prstGeom prst="rect">
            <a:avLst/>
          </a:prstGeom>
          <a:solidFill>
            <a:srgbClr val="FFC000"/>
          </a:solidFill>
        </p:spPr>
        <p:txBody>
          <a:bodyPr wrap="square">
            <a:spAutoFit/>
          </a:bodyPr>
          <a:lstStyle/>
          <a:p>
            <a:r>
              <a:rPr lang="en-US" dirty="0"/>
              <a:t>The </a:t>
            </a:r>
            <a:r>
              <a:rPr lang="en-US" dirty="0">
                <a:latin typeface="Courier New" panose="02070309020205020404" pitchFamily="49" charset="0"/>
              </a:rPr>
              <a:t>[query, user]</a:t>
            </a:r>
            <a:r>
              <a:rPr lang="en-US" dirty="0"/>
              <a:t> part at the end of the </a:t>
            </a:r>
            <a:r>
              <a:rPr lang="en-US" dirty="0" err="1">
                <a:latin typeface="Courier New" panose="02070309020205020404" pitchFamily="49" charset="0"/>
              </a:rPr>
              <a:t>useEffect</a:t>
            </a:r>
            <a:r>
              <a:rPr lang="en-US" dirty="0"/>
              <a:t> is called the </a:t>
            </a:r>
            <a:r>
              <a:rPr lang="en-US" b="1" dirty="0"/>
              <a:t>dependency array</a:t>
            </a:r>
            <a:r>
              <a:rPr lang="en-US" dirty="0"/>
              <a:t>. It controls </a:t>
            </a:r>
            <a:r>
              <a:rPr lang="en-US" b="1" dirty="0"/>
              <a:t>when the </a:t>
            </a:r>
            <a:r>
              <a:rPr lang="en-US" b="1" dirty="0" err="1">
                <a:latin typeface="Courier New" panose="02070309020205020404" pitchFamily="49" charset="0"/>
              </a:rPr>
              <a:t>useEffect</a:t>
            </a:r>
            <a:r>
              <a:rPr lang="en-US" b="1" dirty="0"/>
              <a:t> runs</a:t>
            </a:r>
            <a:r>
              <a:rPr lang="en-US" dirty="0"/>
              <a:t>.</a:t>
            </a:r>
          </a:p>
        </p:txBody>
      </p:sp>
      <p:cxnSp>
        <p:nvCxnSpPr>
          <p:cNvPr id="17" name="Straight Arrow Connector 16">
            <a:extLst>
              <a:ext uri="{FF2B5EF4-FFF2-40B4-BE49-F238E27FC236}">
                <a16:creationId xmlns:a16="http://schemas.microsoft.com/office/drawing/2014/main" id="{9EDC71F5-D08A-44F2-DF84-989A1EA383AE}"/>
              </a:ext>
            </a:extLst>
          </p:cNvPr>
          <p:cNvCxnSpPr>
            <a:cxnSpLocks/>
            <a:endCxn id="16" idx="1"/>
          </p:cNvCxnSpPr>
          <p:nvPr/>
        </p:nvCxnSpPr>
        <p:spPr>
          <a:xfrm>
            <a:off x="2171700" y="1386548"/>
            <a:ext cx="2699067" cy="461665"/>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5CA7960-A4BC-A5D2-EA39-1570BD750FCD}"/>
              </a:ext>
            </a:extLst>
          </p:cNvPr>
          <p:cNvSpPr txBox="1"/>
          <p:nvPr/>
        </p:nvSpPr>
        <p:spPr>
          <a:xfrm>
            <a:off x="4830640" y="2389331"/>
            <a:ext cx="6094638" cy="646331"/>
          </a:xfrm>
          <a:prstGeom prst="rect">
            <a:avLst/>
          </a:prstGeom>
          <a:solidFill>
            <a:srgbClr val="00B0F0"/>
          </a:solidFill>
        </p:spPr>
        <p:txBody>
          <a:bodyPr wrap="square">
            <a:spAutoFit/>
          </a:bodyPr>
          <a:lstStyle/>
          <a:p>
            <a:r>
              <a:rPr lang="en-US" dirty="0"/>
              <a:t>This updates the state variable </a:t>
            </a:r>
            <a:r>
              <a:rPr lang="en-US" dirty="0">
                <a:latin typeface="Courier New" panose="02070309020205020404" pitchFamily="49" charset="0"/>
              </a:rPr>
              <a:t>query</a:t>
            </a:r>
            <a:r>
              <a:rPr lang="en-US" dirty="0"/>
              <a:t>, which is usually used to trigger the </a:t>
            </a:r>
            <a:r>
              <a:rPr lang="en-US" dirty="0" err="1">
                <a:latin typeface="Courier New" panose="02070309020205020404" pitchFamily="49" charset="0"/>
              </a:rPr>
              <a:t>useEffect</a:t>
            </a:r>
            <a:r>
              <a:rPr lang="en-US" dirty="0"/>
              <a:t> that fetches users.</a:t>
            </a:r>
          </a:p>
        </p:txBody>
      </p:sp>
      <p:cxnSp>
        <p:nvCxnSpPr>
          <p:cNvPr id="21" name="Straight Arrow Connector 20">
            <a:extLst>
              <a:ext uri="{FF2B5EF4-FFF2-40B4-BE49-F238E27FC236}">
                <a16:creationId xmlns:a16="http://schemas.microsoft.com/office/drawing/2014/main" id="{A50EDCB5-739A-FD68-9C60-A876F57BB029}"/>
              </a:ext>
            </a:extLst>
          </p:cNvPr>
          <p:cNvCxnSpPr>
            <a:cxnSpLocks/>
            <a:endCxn id="20" idx="1"/>
          </p:cNvCxnSpPr>
          <p:nvPr/>
        </p:nvCxnSpPr>
        <p:spPr>
          <a:xfrm>
            <a:off x="2228850" y="2485350"/>
            <a:ext cx="2601790" cy="227147"/>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775CD22-E807-6718-2FD3-12539B24561B}"/>
              </a:ext>
            </a:extLst>
          </p:cNvPr>
          <p:cNvSpPr txBox="1"/>
          <p:nvPr/>
        </p:nvSpPr>
        <p:spPr>
          <a:xfrm>
            <a:off x="-32658" y="5728887"/>
            <a:ext cx="12029403" cy="923330"/>
          </a:xfrm>
          <a:prstGeom prst="rect">
            <a:avLst/>
          </a:prstGeom>
          <a:noFill/>
        </p:spPr>
        <p:txBody>
          <a:bodyPr wrap="square">
            <a:spAutoFit/>
          </a:bodyPr>
          <a:lstStyle/>
          <a:p>
            <a:r>
              <a:rPr lang="en-US" dirty="0">
                <a:highlight>
                  <a:srgbClr val="00FFFF"/>
                </a:highlight>
              </a:rPr>
              <a:t>This </a:t>
            </a:r>
            <a:r>
              <a:rPr lang="en-US" dirty="0" err="1">
                <a:highlight>
                  <a:srgbClr val="00FFFF"/>
                </a:highlight>
                <a:latin typeface="Courier New" panose="02070309020205020404" pitchFamily="49" charset="0"/>
              </a:rPr>
              <a:t>handleFollow</a:t>
            </a:r>
            <a:r>
              <a:rPr lang="en-US" dirty="0">
                <a:highlight>
                  <a:srgbClr val="00FFFF"/>
                </a:highlight>
              </a:rPr>
              <a:t> function is used to </a:t>
            </a:r>
            <a:r>
              <a:rPr lang="en-US" b="1" dirty="0">
                <a:highlight>
                  <a:srgbClr val="00FFFF"/>
                </a:highlight>
              </a:rPr>
              <a:t>follow or unfollow a user</a:t>
            </a:r>
            <a:r>
              <a:rPr lang="en-US" dirty="0">
                <a:highlight>
                  <a:srgbClr val="00FFFF"/>
                </a:highlight>
              </a:rPr>
              <a:t>. It sends a POST request to the backend API with the </a:t>
            </a:r>
            <a:r>
              <a:rPr lang="en-US" dirty="0" err="1">
                <a:highlight>
                  <a:srgbClr val="00FFFF"/>
                </a:highlight>
                <a:latin typeface="Courier New" panose="02070309020205020404" pitchFamily="49" charset="0"/>
              </a:rPr>
              <a:t>targetUserId</a:t>
            </a:r>
            <a:r>
              <a:rPr lang="en-US" dirty="0">
                <a:highlight>
                  <a:srgbClr val="00FFFF"/>
                </a:highlight>
              </a:rPr>
              <a:t>. After a successful response, it </a:t>
            </a:r>
            <a:r>
              <a:rPr lang="en-US" b="1" dirty="0">
                <a:highlight>
                  <a:srgbClr val="00FFFF"/>
                </a:highlight>
              </a:rPr>
              <a:t>updates the local </a:t>
            </a:r>
            <a:r>
              <a:rPr lang="en-US" b="1" dirty="0">
                <a:highlight>
                  <a:srgbClr val="00FFFF"/>
                </a:highlight>
                <a:latin typeface="Courier New" panose="02070309020205020404" pitchFamily="49" charset="0"/>
              </a:rPr>
              <a:t>following</a:t>
            </a:r>
            <a:r>
              <a:rPr lang="en-US" b="1" dirty="0">
                <a:highlight>
                  <a:srgbClr val="00FFFF"/>
                </a:highlight>
              </a:rPr>
              <a:t> state</a:t>
            </a:r>
            <a:r>
              <a:rPr lang="en-US" dirty="0">
                <a:highlight>
                  <a:srgbClr val="00FFFF"/>
                </a:highlight>
              </a:rPr>
              <a:t> by toggling the current follow status of that user, so the UI reflects whether the user is now followed or unfollowed. Any errors are silently caught in the </a:t>
            </a:r>
            <a:r>
              <a:rPr lang="en-US" dirty="0">
                <a:highlight>
                  <a:srgbClr val="00FFFF"/>
                </a:highlight>
                <a:latin typeface="Courier New" panose="02070309020205020404" pitchFamily="49" charset="0"/>
              </a:rPr>
              <a:t>catch</a:t>
            </a:r>
            <a:r>
              <a:rPr lang="en-US" dirty="0">
                <a:highlight>
                  <a:srgbClr val="00FFFF"/>
                </a:highlight>
              </a:rPr>
              <a:t> block.</a:t>
            </a:r>
          </a:p>
        </p:txBody>
      </p:sp>
      <p:cxnSp>
        <p:nvCxnSpPr>
          <p:cNvPr id="25" name="Straight Arrow Connector 24">
            <a:extLst>
              <a:ext uri="{FF2B5EF4-FFF2-40B4-BE49-F238E27FC236}">
                <a16:creationId xmlns:a16="http://schemas.microsoft.com/office/drawing/2014/main" id="{2BAC4AAE-4AE0-9C09-7FF1-F491CCE4A212}"/>
              </a:ext>
            </a:extLst>
          </p:cNvPr>
          <p:cNvCxnSpPr>
            <a:cxnSpLocks/>
          </p:cNvCxnSpPr>
          <p:nvPr/>
        </p:nvCxnSpPr>
        <p:spPr>
          <a:xfrm>
            <a:off x="5519946" y="4952108"/>
            <a:ext cx="576054" cy="776779"/>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id="{7EDBE49F-A213-AFE4-E91F-63E03D0A1806}"/>
              </a:ext>
            </a:extLst>
          </p:cNvPr>
          <p:cNvPicPr>
            <a:picLocks noChangeAspect="1"/>
          </p:cNvPicPr>
          <p:nvPr/>
        </p:nvPicPr>
        <p:blipFill>
          <a:blip r:embed="rId6"/>
          <a:srcRect t="21715" r="24536"/>
          <a:stretch>
            <a:fillRect/>
          </a:stretch>
        </p:blipFill>
        <p:spPr>
          <a:xfrm>
            <a:off x="11049149" y="452441"/>
            <a:ext cx="1376099" cy="4697104"/>
          </a:xfrm>
          <a:prstGeom prst="rect">
            <a:avLst/>
          </a:prstGeom>
          <a:effectLst>
            <a:glow rad="228600">
              <a:schemeClr val="accent2">
                <a:satMod val="175000"/>
                <a:alpha val="40000"/>
              </a:schemeClr>
            </a:glow>
          </a:effectLst>
        </p:spPr>
      </p:pic>
    </p:spTree>
    <p:extLst>
      <p:ext uri="{BB962C8B-B14F-4D97-AF65-F5344CB8AC3E}">
        <p14:creationId xmlns:p14="http://schemas.microsoft.com/office/powerpoint/2010/main" val="377279171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1F63C-5961-B50B-2DE1-C1EA5B766710}"/>
              </a:ext>
            </a:extLst>
          </p:cNvPr>
          <p:cNvSpPr>
            <a:spLocks noGrp="1"/>
          </p:cNvSpPr>
          <p:nvPr>
            <p:ph type="title"/>
          </p:nvPr>
        </p:nvSpPr>
        <p:spPr>
          <a:xfrm>
            <a:off x="127907" y="43542"/>
            <a:ext cx="10515600" cy="637495"/>
          </a:xfrm>
        </p:spPr>
        <p:txBody>
          <a:bodyPr>
            <a:normAutofit fontScale="90000"/>
          </a:bodyPr>
          <a:lstStyle/>
          <a:p>
            <a:r>
              <a:rPr lang="en-US" dirty="0" err="1"/>
              <a:t>Explore.jsx</a:t>
            </a:r>
            <a:endParaRPr lang="en-US" dirty="0"/>
          </a:p>
        </p:txBody>
      </p:sp>
      <p:sp>
        <p:nvSpPr>
          <p:cNvPr id="3" name="Content Placeholder 2">
            <a:extLst>
              <a:ext uri="{FF2B5EF4-FFF2-40B4-BE49-F238E27FC236}">
                <a16:creationId xmlns:a16="http://schemas.microsoft.com/office/drawing/2014/main" id="{2171BC74-4A69-0AA7-29F1-B313747D8E5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466D7DD-6FDB-9D66-9CAE-57F41340A730}"/>
              </a:ext>
            </a:extLst>
          </p:cNvPr>
          <p:cNvPicPr>
            <a:picLocks noChangeAspect="1"/>
          </p:cNvPicPr>
          <p:nvPr/>
        </p:nvPicPr>
        <p:blipFill>
          <a:blip r:embed="rId2"/>
          <a:stretch>
            <a:fillRect/>
          </a:stretch>
        </p:blipFill>
        <p:spPr>
          <a:xfrm>
            <a:off x="244929" y="748245"/>
            <a:ext cx="5570764" cy="5753396"/>
          </a:xfrm>
          <a:prstGeom prst="rect">
            <a:avLst/>
          </a:prstGeom>
        </p:spPr>
      </p:pic>
      <p:pic>
        <p:nvPicPr>
          <p:cNvPr id="7" name="Picture 6">
            <a:extLst>
              <a:ext uri="{FF2B5EF4-FFF2-40B4-BE49-F238E27FC236}">
                <a16:creationId xmlns:a16="http://schemas.microsoft.com/office/drawing/2014/main" id="{FC72AF00-87FA-8C8D-2F27-822C55FF9832}"/>
              </a:ext>
            </a:extLst>
          </p:cNvPr>
          <p:cNvPicPr>
            <a:picLocks noChangeAspect="1"/>
          </p:cNvPicPr>
          <p:nvPr/>
        </p:nvPicPr>
        <p:blipFill>
          <a:blip r:embed="rId3"/>
          <a:stretch>
            <a:fillRect/>
          </a:stretch>
        </p:blipFill>
        <p:spPr>
          <a:xfrm>
            <a:off x="5815693" y="1825625"/>
            <a:ext cx="5893613" cy="4427912"/>
          </a:xfrm>
          <a:prstGeom prst="rect">
            <a:avLst/>
          </a:prstGeom>
        </p:spPr>
      </p:pic>
      <p:sp>
        <p:nvSpPr>
          <p:cNvPr id="8" name="TextBox 7">
            <a:extLst>
              <a:ext uri="{FF2B5EF4-FFF2-40B4-BE49-F238E27FC236}">
                <a16:creationId xmlns:a16="http://schemas.microsoft.com/office/drawing/2014/main" id="{6EBF58E2-E6CC-8D61-1671-4E6D5FA115D1}"/>
              </a:ext>
            </a:extLst>
          </p:cNvPr>
          <p:cNvSpPr txBox="1"/>
          <p:nvPr/>
        </p:nvSpPr>
        <p:spPr>
          <a:xfrm>
            <a:off x="6096001" y="604463"/>
            <a:ext cx="4453880" cy="646331"/>
          </a:xfrm>
          <a:prstGeom prst="rect">
            <a:avLst/>
          </a:prstGeom>
          <a:solidFill>
            <a:schemeClr val="tx1"/>
          </a:solidFill>
        </p:spPr>
        <p:txBody>
          <a:bodyPr wrap="square" rtlCol="0">
            <a:spAutoFit/>
          </a:bodyPr>
          <a:lstStyle/>
          <a:p>
            <a:r>
              <a:rPr lang="en-US" dirty="0">
                <a:solidFill>
                  <a:schemeClr val="bg1"/>
                </a:solidFill>
              </a:rPr>
              <a:t>This page fetch the anime </a:t>
            </a:r>
            <a:r>
              <a:rPr lang="en-US" b="1" dirty="0" err="1">
                <a:highlight>
                  <a:srgbClr val="FF0000"/>
                </a:highlight>
              </a:rPr>
              <a:t>api</a:t>
            </a:r>
            <a:r>
              <a:rPr lang="en-US" b="1" dirty="0">
                <a:highlight>
                  <a:srgbClr val="FF0000"/>
                </a:highlight>
              </a:rPr>
              <a:t> and shows </a:t>
            </a:r>
          </a:p>
          <a:p>
            <a:r>
              <a:rPr lang="en-US" b="1" dirty="0">
                <a:highlight>
                  <a:srgbClr val="FF0000"/>
                </a:highlight>
              </a:rPr>
              <a:t>Anime photos</a:t>
            </a:r>
          </a:p>
        </p:txBody>
      </p:sp>
    </p:spTree>
    <p:extLst>
      <p:ext uri="{BB962C8B-B14F-4D97-AF65-F5344CB8AC3E}">
        <p14:creationId xmlns:p14="http://schemas.microsoft.com/office/powerpoint/2010/main" val="293025266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FA5DA-3B57-871D-141D-416F79763AA1}"/>
              </a:ext>
            </a:extLst>
          </p:cNvPr>
          <p:cNvSpPr>
            <a:spLocks noGrp="1"/>
          </p:cNvSpPr>
          <p:nvPr>
            <p:ph type="title"/>
          </p:nvPr>
        </p:nvSpPr>
        <p:spPr>
          <a:xfrm>
            <a:off x="0" y="-83911"/>
            <a:ext cx="10515600" cy="892175"/>
          </a:xfrm>
        </p:spPr>
        <p:txBody>
          <a:bodyPr/>
          <a:lstStyle/>
          <a:p>
            <a:r>
              <a:rPr lang="en-US" dirty="0" err="1"/>
              <a:t>NotificationToast.jxs</a:t>
            </a:r>
            <a:endParaRPr lang="en-US" dirty="0"/>
          </a:p>
        </p:txBody>
      </p:sp>
      <p:pic>
        <p:nvPicPr>
          <p:cNvPr id="9" name="Content Placeholder 8">
            <a:extLst>
              <a:ext uri="{FF2B5EF4-FFF2-40B4-BE49-F238E27FC236}">
                <a16:creationId xmlns:a16="http://schemas.microsoft.com/office/drawing/2014/main" id="{2A710C57-E27E-7AEF-B48D-812C9863CB67}"/>
              </a:ext>
            </a:extLst>
          </p:cNvPr>
          <p:cNvPicPr>
            <a:picLocks noGrp="1" noChangeAspect="1"/>
          </p:cNvPicPr>
          <p:nvPr>
            <p:ph idx="1"/>
          </p:nvPr>
        </p:nvPicPr>
        <p:blipFill>
          <a:blip r:embed="rId2"/>
          <a:stretch>
            <a:fillRect/>
          </a:stretch>
        </p:blipFill>
        <p:spPr>
          <a:xfrm>
            <a:off x="34186" y="1825625"/>
            <a:ext cx="6805956" cy="1126738"/>
          </a:xfrm>
          <a:prstGeom prst="rect">
            <a:avLst/>
          </a:prstGeom>
          <a:effectLst>
            <a:glow rad="139700">
              <a:schemeClr val="accent5">
                <a:satMod val="175000"/>
                <a:alpha val="40000"/>
              </a:schemeClr>
            </a:glow>
          </a:effectLst>
        </p:spPr>
      </p:pic>
      <p:pic>
        <p:nvPicPr>
          <p:cNvPr id="5" name="Picture 4">
            <a:extLst>
              <a:ext uri="{FF2B5EF4-FFF2-40B4-BE49-F238E27FC236}">
                <a16:creationId xmlns:a16="http://schemas.microsoft.com/office/drawing/2014/main" id="{A896E6C0-4F88-4DA8-9FA3-7A4B40F326BD}"/>
              </a:ext>
            </a:extLst>
          </p:cNvPr>
          <p:cNvPicPr>
            <a:picLocks noChangeAspect="1"/>
          </p:cNvPicPr>
          <p:nvPr/>
        </p:nvPicPr>
        <p:blipFill>
          <a:blip r:embed="rId3"/>
          <a:stretch>
            <a:fillRect/>
          </a:stretch>
        </p:blipFill>
        <p:spPr>
          <a:xfrm>
            <a:off x="0" y="700655"/>
            <a:ext cx="6874329" cy="1062764"/>
          </a:xfrm>
          <a:prstGeom prst="rect">
            <a:avLst/>
          </a:prstGeom>
        </p:spPr>
      </p:pic>
      <p:sp>
        <p:nvSpPr>
          <p:cNvPr id="7" name="TextBox 6">
            <a:extLst>
              <a:ext uri="{FF2B5EF4-FFF2-40B4-BE49-F238E27FC236}">
                <a16:creationId xmlns:a16="http://schemas.microsoft.com/office/drawing/2014/main" id="{C8DA6F8C-B868-93DD-DFA7-BD5D06BE4C57}"/>
              </a:ext>
            </a:extLst>
          </p:cNvPr>
          <p:cNvSpPr txBox="1"/>
          <p:nvPr/>
        </p:nvSpPr>
        <p:spPr>
          <a:xfrm>
            <a:off x="7665416" y="408679"/>
            <a:ext cx="4492398" cy="1754326"/>
          </a:xfrm>
          <a:prstGeom prst="rect">
            <a:avLst/>
          </a:prstGeom>
          <a:solidFill>
            <a:schemeClr val="accent1">
              <a:lumMod val="40000"/>
              <a:lumOff val="60000"/>
            </a:schemeClr>
          </a:solidFill>
        </p:spPr>
        <p:txBody>
          <a:bodyPr wrap="square">
            <a:spAutoFit/>
          </a:bodyPr>
          <a:lstStyle/>
          <a:p>
            <a:r>
              <a:rPr lang="en-US" dirty="0"/>
              <a:t>gets the </a:t>
            </a:r>
            <a:r>
              <a:rPr lang="en-US" dirty="0">
                <a:latin typeface="Courier New" panose="02070309020205020404" pitchFamily="49" charset="0"/>
              </a:rPr>
              <a:t>socket</a:t>
            </a:r>
            <a:r>
              <a:rPr lang="en-US" dirty="0"/>
              <a:t> connection from the Redux store so the component can listen for real-time events, and it creates a local state </a:t>
            </a:r>
            <a:r>
              <a:rPr lang="en-US" dirty="0">
                <a:latin typeface="Courier New" panose="02070309020205020404" pitchFamily="49" charset="0"/>
              </a:rPr>
              <a:t>notifications</a:t>
            </a:r>
            <a:r>
              <a:rPr lang="en-US" dirty="0"/>
              <a:t> (an array) to store any incoming notifications, which can then trigger toast messages or other UI updates</a:t>
            </a:r>
          </a:p>
        </p:txBody>
      </p:sp>
      <p:cxnSp>
        <p:nvCxnSpPr>
          <p:cNvPr id="10" name="Straight Arrow Connector 9">
            <a:extLst>
              <a:ext uri="{FF2B5EF4-FFF2-40B4-BE49-F238E27FC236}">
                <a16:creationId xmlns:a16="http://schemas.microsoft.com/office/drawing/2014/main" id="{ED2E580D-B8E3-148A-AE5C-C037167113CC}"/>
              </a:ext>
            </a:extLst>
          </p:cNvPr>
          <p:cNvCxnSpPr>
            <a:cxnSpLocks/>
          </p:cNvCxnSpPr>
          <p:nvPr/>
        </p:nvCxnSpPr>
        <p:spPr>
          <a:xfrm flipV="1">
            <a:off x="6874329" y="1592830"/>
            <a:ext cx="881742" cy="796164"/>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0B4D5E76-3E4C-727E-6921-92EEA7CE58B7}"/>
              </a:ext>
            </a:extLst>
          </p:cNvPr>
          <p:cNvPicPr>
            <a:picLocks noChangeAspect="1"/>
          </p:cNvPicPr>
          <p:nvPr/>
        </p:nvPicPr>
        <p:blipFill>
          <a:blip r:embed="rId4"/>
          <a:stretch>
            <a:fillRect/>
          </a:stretch>
        </p:blipFill>
        <p:spPr>
          <a:xfrm>
            <a:off x="34186" y="2952363"/>
            <a:ext cx="4629388" cy="3416476"/>
          </a:xfrm>
          <a:prstGeom prst="rect">
            <a:avLst/>
          </a:prstGeom>
        </p:spPr>
      </p:pic>
      <p:sp>
        <p:nvSpPr>
          <p:cNvPr id="15" name="TextBox 14">
            <a:extLst>
              <a:ext uri="{FF2B5EF4-FFF2-40B4-BE49-F238E27FC236}">
                <a16:creationId xmlns:a16="http://schemas.microsoft.com/office/drawing/2014/main" id="{96A8292E-F205-90BD-60AB-1F894690E7A7}"/>
              </a:ext>
            </a:extLst>
          </p:cNvPr>
          <p:cNvSpPr txBox="1"/>
          <p:nvPr/>
        </p:nvSpPr>
        <p:spPr>
          <a:xfrm>
            <a:off x="7756071" y="2489670"/>
            <a:ext cx="3981173" cy="2585323"/>
          </a:xfrm>
          <a:prstGeom prst="rect">
            <a:avLst/>
          </a:prstGeom>
          <a:solidFill>
            <a:srgbClr val="FFFF00"/>
          </a:solidFill>
        </p:spPr>
        <p:txBody>
          <a:bodyPr wrap="square">
            <a:spAutoFit/>
          </a:bodyPr>
          <a:lstStyle/>
          <a:p>
            <a:r>
              <a:rPr lang="en-US" dirty="0"/>
              <a:t>his </a:t>
            </a:r>
            <a:r>
              <a:rPr lang="en-US" dirty="0" err="1">
                <a:latin typeface="Courier New" panose="02070309020205020404" pitchFamily="49" charset="0"/>
              </a:rPr>
              <a:t>useEffect</a:t>
            </a:r>
            <a:r>
              <a:rPr lang="en-US" dirty="0"/>
              <a:t> sets up a listener for real-time notifications from the </a:t>
            </a:r>
            <a:r>
              <a:rPr lang="en-US" dirty="0">
                <a:latin typeface="Courier New" panose="02070309020205020404" pitchFamily="49" charset="0"/>
              </a:rPr>
              <a:t>socket</a:t>
            </a:r>
            <a:r>
              <a:rPr lang="en-US" dirty="0"/>
              <a:t>. When a notification arrives, it adds it to the local </a:t>
            </a:r>
            <a:r>
              <a:rPr lang="en-US" dirty="0">
                <a:latin typeface="Courier New" panose="02070309020205020404" pitchFamily="49" charset="0"/>
              </a:rPr>
              <a:t>notifications</a:t>
            </a:r>
            <a:r>
              <a:rPr lang="en-US" dirty="0"/>
              <a:t> state and shows a toast message. The cleanup function removes the listener when the component unmounts or when </a:t>
            </a:r>
            <a:r>
              <a:rPr lang="en-US" dirty="0">
                <a:latin typeface="Courier New" panose="02070309020205020404" pitchFamily="49" charset="0"/>
              </a:rPr>
              <a:t>socket</a:t>
            </a:r>
            <a:r>
              <a:rPr lang="en-US" dirty="0"/>
              <a:t> changes, preventing duplicate listeners.</a:t>
            </a:r>
          </a:p>
        </p:txBody>
      </p:sp>
      <p:cxnSp>
        <p:nvCxnSpPr>
          <p:cNvPr id="16" name="Straight Arrow Connector 15">
            <a:extLst>
              <a:ext uri="{FF2B5EF4-FFF2-40B4-BE49-F238E27FC236}">
                <a16:creationId xmlns:a16="http://schemas.microsoft.com/office/drawing/2014/main" id="{5CE367DC-72CE-FC5F-9E0C-8AE11504FC99}"/>
              </a:ext>
            </a:extLst>
          </p:cNvPr>
          <p:cNvCxnSpPr>
            <a:cxnSpLocks/>
          </p:cNvCxnSpPr>
          <p:nvPr/>
        </p:nvCxnSpPr>
        <p:spPr>
          <a:xfrm flipV="1">
            <a:off x="4663574" y="3073575"/>
            <a:ext cx="3165976" cy="1005526"/>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693D2A58-DBED-FF40-1CC1-635F4FB12F9E}"/>
              </a:ext>
            </a:extLst>
          </p:cNvPr>
          <p:cNvPicPr>
            <a:picLocks noChangeAspect="1"/>
          </p:cNvPicPr>
          <p:nvPr/>
        </p:nvPicPr>
        <p:blipFill>
          <a:blip r:embed="rId5"/>
          <a:stretch>
            <a:fillRect/>
          </a:stretch>
        </p:blipFill>
        <p:spPr>
          <a:xfrm>
            <a:off x="34186" y="6410497"/>
            <a:ext cx="4629388" cy="406682"/>
          </a:xfrm>
          <a:prstGeom prst="rect">
            <a:avLst/>
          </a:prstGeom>
        </p:spPr>
      </p:pic>
      <p:pic>
        <p:nvPicPr>
          <p:cNvPr id="4" name="Picture 3">
            <a:extLst>
              <a:ext uri="{FF2B5EF4-FFF2-40B4-BE49-F238E27FC236}">
                <a16:creationId xmlns:a16="http://schemas.microsoft.com/office/drawing/2014/main" id="{646765F9-A9A5-EC59-55BD-B8CCAB0095DC}"/>
              </a:ext>
            </a:extLst>
          </p:cNvPr>
          <p:cNvPicPr>
            <a:picLocks noChangeAspect="1"/>
          </p:cNvPicPr>
          <p:nvPr/>
        </p:nvPicPr>
        <p:blipFill>
          <a:blip r:embed="rId6"/>
          <a:stretch>
            <a:fillRect/>
          </a:stretch>
        </p:blipFill>
        <p:spPr>
          <a:xfrm>
            <a:off x="5059328" y="5347301"/>
            <a:ext cx="2073343" cy="1021538"/>
          </a:xfrm>
          <a:prstGeom prst="rect">
            <a:avLst/>
          </a:prstGeom>
          <a:effectLst>
            <a:glow rad="228600">
              <a:schemeClr val="accent2">
                <a:satMod val="175000"/>
                <a:alpha val="40000"/>
              </a:schemeClr>
            </a:glow>
          </a:effectLst>
        </p:spPr>
      </p:pic>
      <p:pic>
        <p:nvPicPr>
          <p:cNvPr id="8" name="Picture 7">
            <a:extLst>
              <a:ext uri="{FF2B5EF4-FFF2-40B4-BE49-F238E27FC236}">
                <a16:creationId xmlns:a16="http://schemas.microsoft.com/office/drawing/2014/main" id="{AB3E5309-3D9B-705B-0D9D-16D2F56FB110}"/>
              </a:ext>
            </a:extLst>
          </p:cNvPr>
          <p:cNvPicPr>
            <a:picLocks noChangeAspect="1"/>
          </p:cNvPicPr>
          <p:nvPr/>
        </p:nvPicPr>
        <p:blipFill>
          <a:blip r:embed="rId7"/>
          <a:stretch>
            <a:fillRect/>
          </a:stretch>
        </p:blipFill>
        <p:spPr>
          <a:xfrm>
            <a:off x="7829550" y="5257532"/>
            <a:ext cx="2362321" cy="1111307"/>
          </a:xfrm>
          <a:prstGeom prst="rect">
            <a:avLst/>
          </a:prstGeom>
          <a:effectLst>
            <a:glow rad="228600">
              <a:schemeClr val="accent2">
                <a:satMod val="175000"/>
                <a:alpha val="40000"/>
              </a:schemeClr>
            </a:glow>
          </a:effectLst>
        </p:spPr>
      </p:pic>
    </p:spTree>
    <p:extLst>
      <p:ext uri="{BB962C8B-B14F-4D97-AF65-F5344CB8AC3E}">
        <p14:creationId xmlns:p14="http://schemas.microsoft.com/office/powerpoint/2010/main" val="28302636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4.xml><?xml version="1.0" encoding="utf-8"?>
<a:theme xmlns:a="http://schemas.openxmlformats.org/drawingml/2006/main" name="3_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2089</TotalTime>
  <Words>6220</Words>
  <Application>Microsoft Office PowerPoint</Application>
  <PresentationFormat>Widescreen</PresentationFormat>
  <Paragraphs>432</Paragraphs>
  <Slides>85</Slides>
  <Notes>0</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85</vt:i4>
      </vt:variant>
    </vt:vector>
  </HeadingPairs>
  <TitlesOfParts>
    <vt:vector size="96" baseType="lpstr">
      <vt:lpstr>Aptos</vt:lpstr>
      <vt:lpstr>Arial</vt:lpstr>
      <vt:lpstr>Arial Unicode MS</vt:lpstr>
      <vt:lpstr>Calibri</vt:lpstr>
      <vt:lpstr>Calibri Light</vt:lpstr>
      <vt:lpstr>Courier New</vt:lpstr>
      <vt:lpstr>Wingdings</vt:lpstr>
      <vt:lpstr>Office Theme</vt:lpstr>
      <vt:lpstr>1_Office Theme</vt:lpstr>
      <vt:lpstr>2_Office Theme</vt:lpstr>
      <vt:lpstr>3_Office Theme</vt:lpstr>
      <vt:lpstr>Now till now we have developed the backend</vt:lpstr>
      <vt:lpstr>ShadCnui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Now after adding all these…</vt:lpstr>
      <vt:lpstr>Adding button</vt:lpstr>
      <vt:lpstr>Sample running of localhost:5173</vt:lpstr>
      <vt:lpstr>Testing the button working</vt:lpstr>
      <vt:lpstr>PowerPoint Presentation</vt:lpstr>
      <vt:lpstr>PowerPoint Presentation</vt:lpstr>
      <vt:lpstr>Supports GET, POST, PUT, DELETE, etc. Handles JSON automatically. Allows setting custom headers and interceptors. Works with async/await for cleaner code. </vt:lpstr>
      <vt:lpstr>Sonner</vt:lpstr>
      <vt:lpstr>PowerPoint Presentation</vt:lpstr>
      <vt:lpstr>PowerPoint Presentation</vt:lpstr>
      <vt:lpstr>Now we are implementing react router dom</vt:lpstr>
      <vt:lpstr>Dialog – shadcn ui component</vt:lpstr>
      <vt:lpstr>import { FaHeart } from "react-icons/fa"; </vt:lpstr>
      <vt:lpstr>React has a problem of state management</vt:lpstr>
      <vt:lpstr>PowerPoint Presentation</vt:lpstr>
      <vt:lpstr>Redux persist</vt:lpstr>
      <vt:lpstr>TextArea -- ShadCnui</vt:lpstr>
      <vt:lpstr>Signup.jsx</vt:lpstr>
      <vt:lpstr>Now implementing socket io </vt:lpstr>
      <vt:lpstr>Now we have installed the socket io for the good work….</vt:lpstr>
      <vt:lpstr>PowerPoint Presentation</vt:lpstr>
      <vt:lpstr>Login page</vt:lpstr>
      <vt:lpstr>REDUX – BIG STORAGE BOX FOR THE APP</vt:lpstr>
      <vt:lpstr>Authslice.js ---- this is a redux file</vt:lpstr>
      <vt:lpstr>PowerPoint Presentation</vt:lpstr>
      <vt:lpstr>PowerPoint Presentation</vt:lpstr>
      <vt:lpstr>PowerPoint Presentation</vt:lpstr>
      <vt:lpstr>PowerPoint Presentation</vt:lpstr>
      <vt:lpstr>Now till now we have created the login page //now we are creating the signup page</vt:lpstr>
      <vt:lpstr>Now building the home page</vt:lpstr>
      <vt:lpstr>PowerPoint Presentation</vt:lpstr>
      <vt:lpstr>useGetAllPosts.jsx    --- inside the hooks folder </vt:lpstr>
      <vt:lpstr>postSlice.js</vt:lpstr>
      <vt:lpstr>useGetSuggestedUsers.js --- inside the hooks folder</vt:lpstr>
      <vt:lpstr>RightSidebar.jsx</vt:lpstr>
      <vt:lpstr>SuggestedUsers.jsx</vt:lpstr>
      <vt:lpstr>SuggestedBox.jsx</vt:lpstr>
      <vt:lpstr>These are the left and right scroll functions</vt:lpstr>
      <vt:lpstr>Profile.jsx</vt:lpstr>
      <vt:lpstr>Profile.jsx</vt:lpstr>
      <vt:lpstr>PowerPoint Presentation</vt:lpstr>
      <vt:lpstr>PowerPoint Presentation</vt:lpstr>
      <vt:lpstr>PowerPoint Presentation</vt:lpstr>
      <vt:lpstr>useGetUserProfile.jsx  ---- file inside the hook folder</vt:lpstr>
      <vt:lpstr>FollowingListDialog</vt:lpstr>
      <vt:lpstr>PowerPoint Presentation</vt:lpstr>
      <vt:lpstr>FollowBox.jsx</vt:lpstr>
      <vt:lpstr>Comment.jsx</vt:lpstr>
      <vt:lpstr>EditProfile.jsx</vt:lpstr>
      <vt:lpstr>EditProfile.jsx</vt:lpstr>
      <vt:lpstr>PowerPoint Presentation</vt:lpstr>
      <vt:lpstr>LeftSideBar.jsx</vt:lpstr>
      <vt:lpstr>PowerPoint Presentation</vt:lpstr>
      <vt:lpstr>rtnSlice.js</vt:lpstr>
      <vt:lpstr>CreatePost.jsx</vt:lpstr>
      <vt:lpstr>PowerPoint Presentation</vt:lpstr>
      <vt:lpstr>PostSlice.js</vt:lpstr>
      <vt:lpstr>Utils.js</vt:lpstr>
      <vt:lpstr>Message.jsx</vt:lpstr>
      <vt:lpstr>useGetAllMessage.jsx --inside the hook folder</vt:lpstr>
      <vt:lpstr>useGetRTM.jsx  --- inside hook folder</vt:lpstr>
      <vt:lpstr>ChatPage.jsx</vt:lpstr>
      <vt:lpstr>PowerPoint Presentation</vt:lpstr>
      <vt:lpstr>chatSlice.js</vt:lpstr>
      <vt:lpstr>CommentDialog.jsx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SearchBox.jsx</vt:lpstr>
      <vt:lpstr>PowerPoint Presentation</vt:lpstr>
      <vt:lpstr>Explore.jsx</vt:lpstr>
      <vt:lpstr>NotificationToast.jxs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Now till now we have developed the backend</dc:title>
  <dc:creator>Dell</dc:creator>
  <cp:lastModifiedBy>sparshs1790@gmail.com</cp:lastModifiedBy>
  <cp:revision>40</cp:revision>
  <dcterms:created xsi:type="dcterms:W3CDTF">2025-09-24T13:40:07Z</dcterms:created>
  <dcterms:modified xsi:type="dcterms:W3CDTF">2025-11-16T13:53:40Z</dcterms:modified>
</cp:coreProperties>
</file>