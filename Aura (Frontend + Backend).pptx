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1.xml" ContentType="application/vnd.openxmlformats-officedocument.presentationml.notesSlide+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4"/>
  </p:notesMasterIdLst>
  <p:sldIdLst>
    <p:sldId id="256" r:id="rId2"/>
    <p:sldId id="257" r:id="rId3"/>
    <p:sldId id="258" r:id="rId4"/>
    <p:sldId id="259" r:id="rId5"/>
    <p:sldId id="260" r:id="rId6"/>
    <p:sldId id="264" r:id="rId7"/>
    <p:sldId id="261" r:id="rId8"/>
    <p:sldId id="262" r:id="rId9"/>
    <p:sldId id="263"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37" r:id="rId70"/>
    <p:sldId id="339" r:id="rId71"/>
    <p:sldId id="338" r:id="rId72"/>
    <p:sldId id="325" r:id="rId73"/>
    <p:sldId id="340" r:id="rId74"/>
    <p:sldId id="348" r:id="rId75"/>
    <p:sldId id="326" r:id="rId76"/>
    <p:sldId id="341" r:id="rId77"/>
    <p:sldId id="349" r:id="rId78"/>
    <p:sldId id="328" r:id="rId79"/>
    <p:sldId id="351" r:id="rId80"/>
    <p:sldId id="330" r:id="rId81"/>
    <p:sldId id="352" r:id="rId82"/>
    <p:sldId id="332" r:id="rId83"/>
    <p:sldId id="361" r:id="rId84"/>
    <p:sldId id="362" r:id="rId85"/>
    <p:sldId id="353" r:id="rId86"/>
    <p:sldId id="354" r:id="rId87"/>
    <p:sldId id="343" r:id="rId88"/>
    <p:sldId id="344" r:id="rId89"/>
    <p:sldId id="345" r:id="rId90"/>
    <p:sldId id="355" r:id="rId91"/>
    <p:sldId id="356" r:id="rId92"/>
    <p:sldId id="357" r:id="rId93"/>
    <p:sldId id="363" r:id="rId94"/>
    <p:sldId id="334" r:id="rId95"/>
    <p:sldId id="335" r:id="rId96"/>
    <p:sldId id="360" r:id="rId97"/>
    <p:sldId id="336" r:id="rId98"/>
    <p:sldId id="364" r:id="rId99"/>
    <p:sldId id="365" r:id="rId100"/>
    <p:sldId id="366" r:id="rId101"/>
    <p:sldId id="367" r:id="rId102"/>
    <p:sldId id="368" r:id="rId103"/>
    <p:sldId id="369" r:id="rId104"/>
    <p:sldId id="370" r:id="rId105"/>
    <p:sldId id="371" r:id="rId106"/>
    <p:sldId id="372" r:id="rId107"/>
    <p:sldId id="373" r:id="rId108"/>
    <p:sldId id="374" r:id="rId109"/>
    <p:sldId id="375" r:id="rId110"/>
    <p:sldId id="376" r:id="rId111"/>
    <p:sldId id="377" r:id="rId112"/>
    <p:sldId id="378" r:id="rId113"/>
    <p:sldId id="379" r:id="rId114"/>
    <p:sldId id="380" r:id="rId115"/>
    <p:sldId id="381" r:id="rId116"/>
    <p:sldId id="382" r:id="rId117"/>
    <p:sldId id="383" r:id="rId118"/>
    <p:sldId id="384" r:id="rId119"/>
    <p:sldId id="385" r:id="rId120"/>
    <p:sldId id="386" r:id="rId121"/>
    <p:sldId id="387" r:id="rId122"/>
    <p:sldId id="388" r:id="rId123"/>
    <p:sldId id="389" r:id="rId124"/>
    <p:sldId id="390" r:id="rId125"/>
    <p:sldId id="391" r:id="rId126"/>
    <p:sldId id="392" r:id="rId127"/>
    <p:sldId id="393" r:id="rId128"/>
    <p:sldId id="394" r:id="rId129"/>
    <p:sldId id="395" r:id="rId130"/>
    <p:sldId id="396" r:id="rId131"/>
    <p:sldId id="397" r:id="rId132"/>
    <p:sldId id="398" r:id="rId133"/>
    <p:sldId id="399" r:id="rId134"/>
    <p:sldId id="400" r:id="rId135"/>
    <p:sldId id="401" r:id="rId136"/>
    <p:sldId id="402" r:id="rId137"/>
    <p:sldId id="403" r:id="rId138"/>
    <p:sldId id="404" r:id="rId139"/>
    <p:sldId id="405" r:id="rId140"/>
    <p:sldId id="406" r:id="rId141"/>
    <p:sldId id="407" r:id="rId142"/>
    <p:sldId id="408" r:id="rId143"/>
    <p:sldId id="409" r:id="rId144"/>
    <p:sldId id="410" r:id="rId145"/>
    <p:sldId id="411" r:id="rId146"/>
    <p:sldId id="412" r:id="rId147"/>
    <p:sldId id="413" r:id="rId148"/>
    <p:sldId id="414" r:id="rId149"/>
    <p:sldId id="312" r:id="rId150"/>
    <p:sldId id="415" r:id="rId151"/>
    <p:sldId id="416" r:id="rId152"/>
    <p:sldId id="417" r:id="rId153"/>
    <p:sldId id="418" r:id="rId154"/>
    <p:sldId id="419" r:id="rId155"/>
    <p:sldId id="420" r:id="rId156"/>
    <p:sldId id="421" r:id="rId157"/>
    <p:sldId id="422" r:id="rId158"/>
    <p:sldId id="423" r:id="rId159"/>
    <p:sldId id="424" r:id="rId160"/>
    <p:sldId id="425" r:id="rId161"/>
    <p:sldId id="426" r:id="rId162"/>
    <p:sldId id="427" r:id="rId163"/>
    <p:sldId id="329" r:id="rId164"/>
    <p:sldId id="428" r:id="rId165"/>
    <p:sldId id="429" r:id="rId166"/>
    <p:sldId id="430" r:id="rId167"/>
    <p:sldId id="431" r:id="rId168"/>
    <p:sldId id="432" r:id="rId169"/>
    <p:sldId id="433" r:id="rId170"/>
    <p:sldId id="331" r:id="rId171"/>
    <p:sldId id="434" r:id="rId172"/>
    <p:sldId id="435" r:id="rId173"/>
    <p:sldId id="436" r:id="rId174"/>
    <p:sldId id="342" r:id="rId175"/>
    <p:sldId id="437" r:id="rId176"/>
    <p:sldId id="438" r:id="rId177"/>
    <p:sldId id="439" r:id="rId178"/>
    <p:sldId id="440" r:id="rId179"/>
    <p:sldId id="333" r:id="rId180"/>
    <p:sldId id="441" r:id="rId181"/>
    <p:sldId id="442" r:id="rId182"/>
    <p:sldId id="443" r:id="rId18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99"/>
    <a:srgbClr val="FF0000"/>
    <a:srgbClr val="FF3300"/>
    <a:srgbClr val="A7A7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2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viewProps" Target="view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theme" Target="theme/theme1.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25.925"/>
    </inkml:context>
    <inkml:brush xml:id="br0">
      <inkml:brushProperty name="width" value="0.1" units="cm"/>
      <inkml:brushProperty name="height" value="0.1" units="cm"/>
      <inkml:brushProperty name="color" value="#CC0066"/>
    </inkml:brush>
  </inkml:definitions>
  <inkml:trace contextRef="#ctx0" brushRef="#br0">34 10 112 0 0,'-8'-3'1'0'0,"-9"-3"2"0"0,17 6-3 0 0,-1 0 0 0 0,1 0 0 0 0,0 0 0 0 0,-1 0 0 0 0,1 0 0 0 0,0 0 0 0 0,-1 0 0 0 0,1 0 0 0 0,0 0 0 0 0,-1 1 0 0 0,1-1 0 0 0,-1 0 0 0 0,1 0 0 0 0,0 0 0 0 0,0 1 0 0 0,-1-1 0 0 0,1 0 0 0 0,0 0 0 0 0,-1 1 0 0 0,1-1 0 0 0,0 0 0 0 0,0 1 1 0 0,0-1-1 0 0,-1 0 0 0 0,1 1 0 0 0,0-1 0 0 0,0 0 0 0 0,0 1 0 0 0,0-1 0 0 0,0 0 0 0 0,-1 1 0 0 0,1-1 0 0 0,0 1 0 0 0,0-1 0 0 0,0 0 0 0 0,0 1 0 0 0,0-1 0 0 0,0 0 0 0 0,0 1 0 0 0,1-1 0 0 0,-1 1 0 0 0,1 18 3 0 0,2 0-1 0 0,0 0 1 0 0,1 0 0 0 0,1-1-1 0 0,10 25 1 0 0,-1-1 68 0 0,9 28 308 0 0,7 10 462 0 0,307 747 6275 0 0,-263-666-6191 0 0,232 490 2493 0 0,22-14-62 0 0,-185-380-2109 0 0,-94-181-1178 0 0,-79-134-5859 0 0,-32-48-4316 0 0,30 51 8723 0 0,4 9 1115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26.757"/>
    </inkml:context>
    <inkml:brush xml:id="br0">
      <inkml:brushProperty name="width" value="0.1" units="cm"/>
      <inkml:brushProperty name="height" value="0.1" units="cm"/>
      <inkml:brushProperty name="color" value="#CC0066"/>
    </inkml:brush>
  </inkml:definitions>
  <inkml:trace contextRef="#ctx0" brushRef="#br0">90 626 72 0 0,'-5'-3'8'0'0,"0"-1"0"0"0,0 0 0 0 0,1 0-1 0 0,-1 0 1 0 0,1-1 0 0 0,0 1 0 0 0,0-1 0 0 0,0 0 0 0 0,1 0-1 0 0,0-1 1 0 0,0 1 0 0 0,0-1 0 0 0,0 1 0 0 0,1-1 0 0 0,-2-7-1 0 0,-3-9 73 0 0,2-1-1 0 0,-5-34 0 0 0,7 32 263 0 0,1 1 0 0 0,1-1 0 0 0,1 0 1 0 0,1 0-1 0 0,8-48 0 0 0,3 32 295 0 0,-6 25-357 0 0,0-1-1 0 0,1 0 0 0 0,1 1 1 0 0,0 1-1 0 0,1-1 1 0 0,22-27-1 0 0,-26 37-226 0 0,1 1 1 0 0,-1-1-1 0 0,1 1 0 0 0,0 1 1 0 0,0-1-1 0 0,0 1 0 0 0,1 0 1 0 0,0 0-1 0 0,0 1 0 0 0,0 0 1 0 0,0 0-1 0 0,0 1 0 0 0,0 0 1 0 0,1 0-1 0 0,-1 1 0 0 0,1-1 1 0 0,-1 2-1 0 0,16-1 0 0 0,-8 3-32 0 0,-1 0-1 0 0,1 0 1 0 0,-1 2-1 0 0,0 0 1 0 0,0 0-1 0 0,0 1 1 0 0,-1 1 0 0 0,25 14-1 0 0,-7-1 294 0 0,0 2 1 0 0,39 33-1 0 0,-25-13 319 0 0,-1 2 0 0 0,-2 1 0 0 0,66 92 0 0 0,100 180 901 0 0,64 89 451 0 0,200 264 673 0 0,181 246-361 0 0,-649-909-2747 0 0,4 5 790 0 0,-42-58-18450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27.630"/>
    </inkml:context>
    <inkml:brush xml:id="br0">
      <inkml:brushProperty name="width" value="0.1" units="cm"/>
      <inkml:brushProperty name="height" value="0.1" units="cm"/>
      <inkml:brushProperty name="color" value="#CC0066"/>
    </inkml:brush>
  </inkml:definitions>
  <inkml:trace contextRef="#ctx0" brushRef="#br0">20 555 768 0 0,'0'0'33'0'0,"-1"0"-1"0"0,0 0 1 0 0,0 0 0 0 0,1 0-1 0 0,-1 0 1 0 0,0 0 0 0 0,0 0-1 0 0,0 0 1 0 0,1 0 0 0 0,-1 1-1 0 0,0-1 1 0 0,0 0 0 0 0,1 0-1 0 0,-1 1 1 0 0,0-1-1 0 0,1 1 1 0 0,-1-1 0 0 0,0 0-1 0 0,1 1 1 0 0,-1-1 0 0 0,0 1-1 0 0,1 0 1 0 0,-1-1 0 0 0,1 1-1 0 0,-1-1 1 0 0,1 1 0 0 0,0 0-1 0 0,-1 1 1 0 0,5 5-247 0 0,11-5 289 0 0,1-5 485 0 0,-1-1 1 0 0,1-1-1 0 0,-1 0 0 0 0,0-1 1 0 0,25-13-1 0 0,-25 11 3 0 0,36-19 768 0 0,5-6-375 0 0,28-24 1817 0 0,104-92 0 0 0,-89 67 253 0 0,81-67 31 0 0,-147 123-674 0 0,-32 24-1966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28.635"/>
    </inkml:context>
    <inkml:brush xml:id="br0">
      <inkml:brushProperty name="width" value="0.1" units="cm"/>
      <inkml:brushProperty name="height" value="0.1" units="cm"/>
      <inkml:brushProperty name="color" value="#CC0066"/>
    </inkml:brush>
  </inkml:definitions>
  <inkml:trace contextRef="#ctx0" brushRef="#br0">32 386 672 0 0,'-13'-7'54'0'0,"12"6"-8"0"0,-1 1 0 0 0,1-1 0 0 0,0 0 0 0 0,-1 0 1 0 0,1 1-1 0 0,0-1 0 0 0,-1 1 0 0 0,1-1 0 0 0,-1 1 1 0 0,1-1-1 0 0,-3 2 1011 0 0,12 18 395 0 0,116 161 5764 0 0,73 87-4878 0 0,-96-132-1540 0 0,-33-44-304 0 0,136 139-1 0 0,-173-200-94 0 0,0-2 1 0 0,2-1-1 0 0,1-1 0 0 0,1-2 1 0 0,1-2-1 0 0,1-1 0 0 0,75 30 1 0 0,-85-42-11 0 0,1-1 1 0 0,0-1 0 0 0,44 5-1 0 0,-61-11-294 0 0,0 0-1 0 0,0-1 1 0 0,1 0-1 0 0,-1-1 1 0 0,0 0-1 0 0,0-1 1 0 0,0 0-1 0 0,0 0 1 0 0,0-1-1 0 0,-1-1 1 0 0,1 0-1 0 0,11-7 1 0 0,-10 5-13 0 0,0-1-1 0 0,-1-1 1 0 0,0 0 0 0 0,0-1 0 0 0,-1 0-1 0 0,0-1 1 0 0,-1 0 0 0 0,0 0 0 0 0,0-1-1 0 0,-1 0 1 0 0,-1 0 0 0 0,0-1 0 0 0,0 0-1 0 0,-1-1 1 0 0,-1 1 0 0 0,0-1-1 0 0,-1 0 1 0 0,0 0 0 0 0,3-24 0 0 0,-5 21-5 0 0,-1-1 1 0 0,0 0-1 0 0,-2 1 0 0 0,0-1 1 0 0,0 1-1 0 0,-6-20 1 0 0,-2 3-48 0 0,-1 1 1 0 0,-20-42-1 0 0,-205-361 325 0 0,154 296-142 0 0,35 60-344 0 0,-3 3-1 0 0,-89-105 1 0 0,126 167-75 0 0,-1 1-1 0 0,0 0 0 0 0,-1 1 1 0 0,-1 1-1 0 0,0 0 1 0 0,0 1-1 0 0,-1 0 0 0 0,-22-9 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29.849"/>
    </inkml:context>
    <inkml:brush xml:id="br0">
      <inkml:brushProperty name="width" value="0.1" units="cm"/>
      <inkml:brushProperty name="height" value="0.1" units="cm"/>
      <inkml:brushProperty name="color" value="#CC0066"/>
    </inkml:brush>
  </inkml:definitions>
  <inkml:trace contextRef="#ctx0" brushRef="#br0">365 1623 2176 0 0,'9'8'382'0'0,"0"-1"-1"0"0,0 0 1 0 0,1 0-1 0 0,0-1 1 0 0,0 0 0 0 0,0-1-1 0 0,1 0 1 0 0,0-1 0 0 0,13 4-1 0 0,-16-6-255 0 0,1 0 0 0 0,-1-1 1 0 0,0-1-1 0 0,1 1 0 0 0,-1-1 0 0 0,0-1 0 0 0,1 1 0 0 0,-1-2 1 0 0,0 1-1 0 0,1-1 0 0 0,-1 0 0 0 0,0-1 0 0 0,11-4 0 0 0,-7 1 184 0 0,0 0 0 0 0,0-1-1 0 0,-1 0 1 0 0,1-1 0 0 0,-2-1 0 0 0,1 1-1 0 0,-1-1 1 0 0,-1-1 0 0 0,1 0-1 0 0,-2-1 1 0 0,1 1 0 0 0,-2-1 0 0 0,1-1-1 0 0,-2 0 1 0 0,1 0 0 0 0,5-15 0 0 0,9-38 895 0 0,-16 43-905 0 0,0 1-1 0 0,-2-1 0 0 0,0 1 0 0 0,-1-1 0 0 0,-1 0 1 0 0,-2 0-1 0 0,0 0 0 0 0,-1 1 0 0 0,-1-1 0 0 0,-1 0 0 0 0,-1 1 1 0 0,-1 0-1 0 0,0 0 0 0 0,-16-30 0 0 0,4 15-205 0 0,-2 0-1 0 0,-2 1 1 0 0,-1 2-1 0 0,-1 0 1 0 0,-2 2-1 0 0,-40-38 1 0 0,30 36-47 0 0,-1 1 0 0 0,-2 2 0 0 0,-1 2 0 0 0,-1 2-1 0 0,-45-22 1 0 0,61 36-114 0 0,-1 1-1 0 0,0 1 1 0 0,0 1-1 0 0,0 1 1 0 0,-1 1-1 0 0,-1 2 0 0 0,1 1 1 0 0,-45-2-1 0 0,77 8-476 0 0,46 10 517 0 0,-17-11 64 0 0,-1 0-1 0 0,0-2 1 0 0,0-2 0 0 0,0-1 0 0 0,0-1 0 0 0,-1-2 0 0 0,1-2 0 0 0,37-14-1 0 0,-10-1 36 0 0,-1-3 0 0 0,-1-3 0 0 0,71-48 0 0 0,-84 48 8 0 0,-2-2-1 0 0,-1-3 0 0 0,48-49 1 0 0,-74 66-27 0 0,-1 4 164 0 0,-1-2 1 0 0,-1 0-1 0 0,0 0 0 0 0,-1-1 1 0 0,13-25-1 0 0,-24 40-173 0 0,-1 1 1 0 0,1 0-1 0 0,-1 0 0 0 0,0 0 0 0 0,1-1 1 0 0,-1 1-1 0 0,0 0 0 0 0,0 0 1 0 0,1-1-1 0 0,-1 1 0 0 0,0 0 0 0 0,-1-2 1 0 0,1 2-36 0 0,0 1 1 0 0,0 0 0 0 0,0-1 0 0 0,0 1-1 0 0,0 0 1 0 0,0 0 0 0 0,-1-1 0 0 0,1 1-1 0 0,0 0 1 0 0,0 0 0 0 0,0-1 0 0 0,-1 1 0 0 0,1 0-1 0 0,0 0 1 0 0,0-1 0 0 0,-1 1 0 0 0,1 0-1 0 0,0 0 1 0 0,0 0 0 0 0,-1 0 0 0 0,1 0-1 0 0,0-1 1 0 0,-1 1 0 0 0,1 0 0 0 0,0 0-1 0 0,-1 0 1 0 0,1 0 0 0 0,0 0 0 0 0,-1 0-1 0 0,1 0 1 0 0,-2 0-28 0 0,0 1 1 0 0,0-1-1 0 0,-1 1 0 0 0,2 0 0 0 0,-1-1 1 0 0,0 1-1 0 0,0 0 0 0 0,0 0 0 0 0,0 0 0 0 0,0 0 1 0 0,1 1-1 0 0,-1-1 0 0 0,-2 3 0 0 0,1-1 3 0 0,0 0 1 0 0,1 1-1 0 0,0-1 0 0 0,0 1 0 0 0,0 0 0 0 0,0 0 0 0 0,0-1 0 0 0,1 1 0 0 0,-1 0 0 0 0,1 0 0 0 0,0 1 0 0 0,1-1 0 0 0,-1 0 1 0 0,1 0-1 0 0,-1 0 0 0 0,1 1 0 0 0,1-1 0 0 0,-1 0 0 0 0,1 0 0 0 0,-1 0 0 0 0,2 5 0 0 0,4 12 30 0 0,0 0-1 0 0,16 37 1 0 0,-14-39 3 0 0,212 470 347 0 0,-73-226-279 0 0,-98-186-884 0 0,73 91-1 0 0,-119-165-388 0 0,5 7-956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30.664"/>
    </inkml:context>
    <inkml:brush xml:id="br0">
      <inkml:brushProperty name="width" value="0.1" units="cm"/>
      <inkml:brushProperty name="height" value="0.1" units="cm"/>
      <inkml:brushProperty name="color" value="#CC0066"/>
    </inkml:brush>
  </inkml:definitions>
  <inkml:trace contextRef="#ctx0" brushRef="#br0">883 368 8777 0 0,'1'-5'-170'0'0,"0"0"-1"0"0,0-1 1 0 0,0 1 0 0 0,0-1 0 0 0,1 1-1 0 0,0 0 1 0 0,0 0 0 0 0,1 0 0 0 0,0 0-1 0 0,5-8 1 0 0,-4 7 327 0 0,0 0-1 0 0,-1 0 1 0 0,0-1-1 0 0,0 0 1 0 0,3-11 0 0 0,-4 11 72 0 0,-1 1 0 0 0,0-1 0 0 0,0 0 0 0 0,-1 0 0 0 0,1 1 0 0 0,-2-1 0 0 0,1 0 0 0 0,-1 0 0 0 0,-2-10 0 0 0,1 12-96 0 0,0 1 0 0 0,0 0 0 0 0,0-1 0 0 0,0 1 1 0 0,-1 0-1 0 0,1 0 0 0 0,-1 1 0 0 0,0-1 0 0 0,0 0 0 0 0,0 1 1 0 0,-1 0-1 0 0,1 0 0 0 0,-1 0 0 0 0,-7-4 0 0 0,-29-15 318 0 0,3 4-209 0 0,-1 2-1 0 0,0 2 1 0 0,-1 2 0 0 0,-60-12-1 0 0,79 21-115 0 0,-1 0-1 0 0,1 1 1 0 0,-1 2-1 0 0,1 0 0 0 0,-1 1 1 0 0,1 0-1 0 0,-1 2 1 0 0,1 1-1 0 0,0 0 0 0 0,-38 15 1 0 0,31-7-130 0 0,2 1-1 0 0,0 1 1 0 0,0 0 0 0 0,2 3 0 0 0,0 0 0 0 0,0 1 0 0 0,2 1 0 0 0,0 1 0 0 0,2 0-1 0 0,-20 28 1 0 0,30-35 15 0 0,2 0-1 0 0,0 1 0 0 0,0 0 0 0 0,2 0 1 0 0,-1 1-1 0 0,2 0 0 0 0,0-1 1 0 0,1 2-1 0 0,0-1 0 0 0,1 0 1 0 0,1 0-1 0 0,1 21 0 0 0,1-5 92 0 0,2 0 0 0 0,1 0-1 0 0,1-1 1 0 0,20 60 0 0 0,-14-56-100 0 0,2-1 0 0 0,2 0-1 0 0,0-1 1 0 0,3-1 0 0 0,0 0 0 0 0,2-2-1 0 0,40 47 1 0 0,-42-57 33 0 0,0-1 1 0 0,1-1-1 0 0,1-1 0 0 0,0-1 0 0 0,2 0 0 0 0,-1-2 0 0 0,2-1 0 0 0,-1 0 1 0 0,2-2-1 0 0,-1 0 0 0 0,37 9 0 0 0,-41-15 113 0 0,-1 0 1 0 0,1-1-1 0 0,0-1 1 0 0,-1-1-1 0 0,1 0 0 0 0,0-1 1 0 0,0-2-1 0 0,28-4 1 0 0,-33 2-43 0 0,0 1 0 0 0,0-2 1 0 0,-1 0-1 0 0,0-1 0 0 0,0 0 1 0 0,0-1-1 0 0,-1 0 0 0 0,0-1 1 0 0,0-1-1 0 0,-1 0 0 0 0,20-20 1 0 0,-14 10-20 0 0,-1-1 0 0 0,-1-1 0 0 0,0 0 0 0 0,-2-1 0 0 0,0-1 0 0 0,-2 0 0 0 0,0 0 0 0 0,-2-2 0 0 0,0 1 0 0 0,-2-1 0 0 0,-1 0 0 0 0,-1 0 0 0 0,0-1 0 0 0,-3 1 1 0 0,0-1-1 0 0,-3-44 0 0 0,-2 31-47 0 0,-2 1 1 0 0,-2 0 0 0 0,-1 0-1 0 0,-2 0 1 0 0,-2 1 0 0 0,-1 1-1 0 0,-25-49 1 0 0,31 71-45 0 0,-1 0-1 0 0,-1 0 1 0 0,0 1 0 0 0,-1 0 0 0 0,-1 0-1 0 0,0 1 1 0 0,0 1 0 0 0,-14-11-1 0 0,12 16-286 0 0,8 10-123 0 0,5-2 388 0 0,-1 0 0 0 0,1 0 1 0 0,0 0-1 0 0,0 1 1 0 0,0-1-1 0 0,1 0 1 0 0,-1 0-1 0 0,0 0 1 0 0,2 2-1 0 0,12 32 77 0 0,148 249 289 0 0,-143-254-253 0 0,1 0 1 0 0,1-1 0 0 0,2-2 0 0 0,1 0 0 0 0,1-1 0 0 0,46 37-1 0 0,-62-58-541 0 0,0 0 1 0 0,1 0-1 0 0,-1-1 0 0 0,1 0 0 0 0,15 5 0 0 0,-14-7-1116 0 0,1 0 1 0 0,-1 0-1 0 0,1-2 1 0 0,12 2-1 0 0,-9-3-1779 0 0,-1 0 1 0 0,21-4-1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33.232"/>
    </inkml:context>
    <inkml:brush xml:id="br0">
      <inkml:brushProperty name="width" value="0.1" units="cm"/>
      <inkml:brushProperty name="height" value="0.1" units="cm"/>
      <inkml:brushProperty name="color" value="#CC0066"/>
    </inkml:brush>
  </inkml:definitions>
  <inkml:trace contextRef="#ctx0" brushRef="#br0">24 388 1176 0 0,'-1'0'5'0'0,"0"0"-1"0"0,0 1 1 0 0,-1-1 0 0 0,1 0-1 0 0,0 1 1 0 0,0-1 0 0 0,0 1-1 0 0,0-1 1 0 0,0 1 0 0 0,0 0-1 0 0,0-1 1 0 0,0 1 0 0 0,0 0-1 0 0,0 0 1 0 0,0-1 0 0 0,0 1-1 0 0,0 0 1 0 0,1 0 0 0 0,-1 0-1 0 0,0 0 1 0 0,1 0 0 0 0,-1 0-1 0 0,1 0 1 0 0,-1 1 0 0 0,0 0-1 0 0,19 0 343 0 0,4-4 490 0 0,-1-1 1 0 0,1-2-1 0 0,-1 1 1 0 0,0-2-1 0 0,-1-1 1 0 0,22-10-1 0 0,27-13 408 0 0,161-87 2577 0 0,45-19-641 0 0,-265 132-3120 0 0,33-14 170 0 0,2 1 0 0 0,87-19 0 0 0,-123 33-4019 0 0,-59-1-7965 0 0,42 4 11898 0 0,2-1-1249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33.647"/>
    </inkml:context>
    <inkml:brush xml:id="br0">
      <inkml:brushProperty name="width" value="0.1" units="cm"/>
      <inkml:brushProperty name="height" value="0.1" units="cm"/>
      <inkml:brushProperty name="color" value="#CC0066"/>
    </inkml:brush>
  </inkml:definitions>
  <inkml:trace contextRef="#ctx0" brushRef="#br0">31 10 3952 0 0,'-1'-1'108'0'0,"0"0"1"0"0,0 0-1 0 0,0 0 1 0 0,0 1-1 0 0,-1-1 1 0 0,1 0-1 0 0,0 1 1 0 0,0-1-1 0 0,-1 1 1 0 0,1-1-1 0 0,0 1 1 0 0,-1-1-1 0 0,1 1 1 0 0,-1 0-1 0 0,-1 0 0 0 0,2 0-128 0 0,1 1-1 0 0,-1-1 0 0 0,1 1 0 0 0,-1-1 0 0 0,0 1 0 0 0,1-1 0 0 0,-1 1 0 0 0,1-1 1 0 0,0 1-1 0 0,-1 0 0 0 0,1-1 0 0 0,-1 1 0 0 0,1 0 0 0 0,0 0 0 0 0,-1-1 0 0 0,1 1 0 0 0,0 0 1 0 0,0 0-1 0 0,0-1 0 0 0,0 1 0 0 0,0 0 0 0 0,0 0 0 0 0,0-1 0 0 0,0 1 0 0 0,0 0 1 0 0,0 0-1 0 0,0-1 0 0 0,0 1 0 0 0,1 1 0 0 0,0 6 1 0 0,1-1 0 0 0,0 1 0 0 0,0-1 0 0 0,0 0-1 0 0,1 0 1 0 0,0 0 0 0 0,1 0 0 0 0,0 0 0 0 0,0-1 0 0 0,7 9 0 0 0,5 11 133 0 0,27 43 526 0 0,155 272 2745 0 0,-148-245-2529 0 0,121 259 2871 0 0,-102-210-1943 0 0,-3-7-453 0 0,-65-132-3085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34.233"/>
    </inkml:context>
    <inkml:brush xml:id="br0">
      <inkml:brushProperty name="width" value="0.1" units="cm"/>
      <inkml:brushProperty name="height" value="0.1" units="cm"/>
      <inkml:brushProperty name="color" value="#CC0066"/>
    </inkml:brush>
  </inkml:definitions>
  <inkml:trace contextRef="#ctx0" brushRef="#br0">57 362 1296 0 0,'-3'0'36'0'0,"-1"0"0"0"0,1 0 0 0 0,0 1 1 0 0,-1-1-1 0 0,1 1 0 0 0,0 0 0 0 0,-1 0 0 0 0,1 0 0 0 0,0 0 1 0 0,0 1-1 0 0,0-1 0 0 0,0 1 0 0 0,0 0 0 0 0,0 0 0 0 0,1 0 1 0 0,-4 3-1 0 0,30-15 1984 0 0,148-87 755 0 0,-98 54-2293 0 0,-10 6 133 0 0,104-59 1564 0 0,-129 76-1140 0 0,2 2-1 0 0,59-18 1 0 0,-11 11 1237 0 0,-104 23-5744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34.598"/>
    </inkml:context>
    <inkml:brush xml:id="br0">
      <inkml:brushProperty name="width" value="0.1" units="cm"/>
      <inkml:brushProperty name="height" value="0.1" units="cm"/>
      <inkml:brushProperty name="color" value="#CC0066"/>
    </inkml:brush>
  </inkml:definitions>
  <inkml:trace contextRef="#ctx0" brushRef="#br0">55 9 1880 0 0,'-4'-1'41'0'0,"1"-1"0"0"0,-1 1 1 0 0,1 0-1 0 0,-1 0 0 0 0,1 0 0 0 0,-1 1 1 0 0,1-1-1 0 0,-1 1 0 0 0,-6 0 0 0 0,9 0-52 0 0,1 0 0 0 0,-1 0-1 0 0,1 0 1 0 0,-1 0 0 0 0,0 1 0 0 0,1-1-1 0 0,-1 0 1 0 0,1 0 0 0 0,-1 1-1 0 0,1-1 1 0 0,-1 1 0 0 0,1-1-1 0 0,-1 0 1 0 0,1 1 0 0 0,-1-1-1 0 0,1 1 1 0 0,0-1 0 0 0,-1 1 0 0 0,1-1-1 0 0,0 1 1 0 0,-1-1 0 0 0,1 1-1 0 0,-1 0 1 0 0,1 1 8 0 0,0 0 0 0 0,-1 0-1 0 0,1 0 1 0 0,0 0 0 0 0,0 0 0 0 0,0 0 0 0 0,1 0-1 0 0,-1 0 1 0 0,0 0 0 0 0,1 0 0 0 0,0 3 0 0 0,5 11-4 0 0,1-1-1 0 0,0 1 1 0 0,10 16 0 0 0,-6-12 8 0 0,75 120 349 0 0,-32-60 4 0 0,2 16 204 0 0,-9-4 109 0 0,31 94 489 0 0,32 73 1085 0 0,-77-190-1471 0 0,-7-13 449 0 0,40 65 0 0 0,-39-79-306 0 0,-24-39-1208 0 0,-7-3-714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47.725"/>
    </inkml:context>
    <inkml:brush xml:id="br0">
      <inkml:brushProperty name="width" value="0.1" units="cm"/>
      <inkml:brushProperty name="height" value="0.1" units="cm"/>
      <inkml:brushProperty name="color" value="#CC0066"/>
    </inkml:brush>
  </inkml:definitions>
  <inkml:trace contextRef="#ctx0" brushRef="#br0">335 73 304 0 0,'8'-9'39'0'0,"1"1"-1"0"0,0 1 1 0 0,1-1 0 0 0,-1 1-1 0 0,1 1 1 0 0,1 0 0 0 0,-1 1-1 0 0,22-9 1 0 0,-22 14-105 0 0,5-3 2864 0 0,-40 31-2669 0 0,1 1-1 0 0,-33 51 1 0 0,-33 73-52 0 0,50-83 43 0 0,-11 19 503 0 0,-56 136 1 0 0,92-187-343 0 0,1 2 1 0 0,2-1-1 0 0,2 2 0 0 0,2-1 0 0 0,2 1 0 0 0,-3 60 0 0 0,9-92-235 0 0,0-1 0 0 0,1 1 0 0 0,0 0 0 0 0,0-1 1 0 0,1 0-1 0 0,0 1 0 0 0,0-1 0 0 0,1 0 0 0 0,7 16 0 0 0,-6-19 16 0 0,-1 0 1 0 0,1 1-1 0 0,0-1 1 0 0,0 0-1 0 0,1-1 0 0 0,0 1 1 0 0,-1-1-1 0 0,2 0 1 0 0,-1 0-1 0 0,0 0 1 0 0,1-1-1 0 0,-1 0 1 0 0,13 5-1 0 0,-4-4 84 0 0,0 0-1 0 0,0 0 1 0 0,0-2 0 0 0,1 0-1 0 0,0 0 1 0 0,-1-1 0 0 0,1-1-1 0 0,0 0 1 0 0,-1-2 0 0 0,1 1-1 0 0,14-5 1 0 0,24-6 457 0 0,81-31 0 0 0,-108 33-472 0 0,124-46 572 0 0,-80 27-532 0 0,2 4 1 0 0,108-25-1 0 0,-159 47-21 0 0,31-3-1 0 0,-46 6-118 0 0,0 0 1 0 0,0 0 0 0 0,0 1-1 0 0,0 0 1 0 0,0 0-1 0 0,0 0 1 0 0,0 1-1 0 0,9 3 1 0 0,-12-3 0 0 0,-1-1 1 0 0,1 1-1 0 0,-1 0 1 0 0,1-1-1 0 0,-1 1 1 0 0,0 0-1 0 0,0 1 1 0 0,0-1-1 0 0,0 0 1 0 0,0 1-1 0 0,-1-1 0 0 0,1 1 1 0 0,-1-1-1 0 0,1 1 1 0 0,-1 0-1 0 0,0-1 1 0 0,0 1-1 0 0,1 3 1 0 0,-1 2 74 0 0,1-1-1 0 0,-1 1 1 0 0,-1-1 0 0 0,1 1 0 0 0,-2 12 0 0 0,-1-5 14 0 0,0 0 0 0 0,-2-1 0 0 0,1 1 0 0 0,-2-1 0 0 0,-5 14 0 0 0,-37 69 191 0 0,40-83-263 0 0,-45 80 563 0 0,-67 90-1 0 0,-78 81 342 0 0,146-199-836 0 0,-290 349-833 0 0,278-348-2030 0 0,55-60 1304 0 0,-1 1 1 0 0,-1-1-1 0 0,1 0 1 0 0,-15 7 0 0 0,-3-5-4230 0 0,21-10 3979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48.679"/>
    </inkml:context>
    <inkml:brush xml:id="br0">
      <inkml:brushProperty name="width" value="0.1" units="cm"/>
      <inkml:brushProperty name="height" value="0.1" units="cm"/>
      <inkml:brushProperty name="color" value="#CC0066"/>
    </inkml:brush>
  </inkml:definitions>
  <inkml:trace contextRef="#ctx0" brushRef="#br0">9 273 3560 0 0,'-1'0'46'0'0,"1"0"0"0"0,0 0 0 0 0,-1 0 1 0 0,1 0-1 0 0,0 0 0 0 0,-1 0 0 0 0,1 0 0 0 0,0 0 0 0 0,-1 0 0 0 0,1 0 0 0 0,0 1 1 0 0,-1-1-1 0 0,1 0 0 0 0,0 0 0 0 0,0 0 0 0 0,-1 0 0 0 0,1 1 0 0 0,0-1 1 0 0,0 0-1 0 0,-1 0 0 0 0,1 0 0 0 0,0 1 0 0 0,0-1 0 0 0,-1 0 0 0 0,1 0 1 0 0,0 1-1 0 0,0-1 0 0 0,0 0 0 0 0,0 1 0 0 0,-1-1 0 0 0,1 0 0 0 0,0 1 0 0 0,2 12-2 0 0,13 15-627 0 0,88 94 373 0 0,6 4 1029 0 0,62 136 1544 0 0,-15 12-786 0 0,-131-230-1357 0 0,69 126 939 0 0,175 272 2974 0 0,-36-142-1639 0 0,-98-148-1172 0 0,-118-134-993 0 0,-28-36-125 0 0,-6-7-516 0 0,-211-318-1210 0 0,-149-220 718 0 0,66 40 389 0 0,249 403 528 0 0,5-3-1 0 0,-58-185 1 0 0,107 283-115 0 0,1-1 0 0 0,1 0 1 0 0,-4-46-1 0 0,9 70-24 0 0,1 0 1 0 0,0-1-1 0 0,0 1 1 0 0,1 0-1 0 0,-1 0 1 0 0,0-1-1 0 0,1 1 1 0 0,-1 0-1 0 0,1 0 0 0 0,0 0 1 0 0,0 0-1 0 0,0 0 1 0 0,0 0-1 0 0,0 0 1 0 0,0 0-1 0 0,0 0 1 0 0,1 0-1 0 0,-1 0 1 0 0,1 1-1 0 0,-1-1 0 0 0,1 0 1 0 0,0 1-1 0 0,-1 0 1 0 0,1-1-1 0 0,0 1 1 0 0,0 0-1 0 0,0 0 1 0 0,0 0-1 0 0,0 0 0 0 0,0 0 1 0 0,1 0-1 0 0,-1 1 1 0 0,0-1-1 0 0,0 1 1 0 0,0 0-1 0 0,1-1 1 0 0,-1 1-1 0 0,4 0 1 0 0,5 1-24 0 0,1-1 1 0 0,-1 1 0 0 0,0 1 0 0 0,1 0 0 0 0,-1 0 0 0 0,18 8 0 0 0,12 6-2 0 0,-1 2 0 0 0,0 2 0 0 0,-1 1 0 0 0,-2 2-1 0 0,40 32 1 0 0,-37-23-4 0 0,-1 2-1 0 0,-2 2 0 0 0,-1 1 0 0 0,34 46 0 0 0,-53-61-14 0 0,-2 1 0 0 0,-1 0 0 0 0,-1 1 0 0 0,-1 1 0 0 0,18 48 0 0 0,-27-61 93 0 0,1 1 1 0 0,-1 0-1 0 0,-1-1 0 0 0,0 1 0 0 0,-1 0 0 0 0,0 0 1 0 0,-1 0-1 0 0,-1 0 0 0 0,0 0 0 0 0,-1 0 0 0 0,0-1 1 0 0,0 1-1 0 0,-2-1 0 0 0,-7 19 0 0 0,4-15-35 0 0,-2 0 1 0 0,-1-1-1 0 0,0 0 0 0 0,0-1 1 0 0,-1 0-1 0 0,-1 0 0 0 0,-1-2 1 0 0,0 1-1 0 0,0-2 0 0 0,-22 15 1 0 0,20-16-964 0 0,-1 0 1 0 0,-1-1 0 0 0,-32 12-1 0 0,36-16-564 0 0,-1-1 0 0 0,0-1 0 0 0,0 0-1 0 0,0-1 1 0 0,-18 1 0 0 0,14-4 514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49.875"/>
    </inkml:context>
    <inkml:brush xml:id="br0">
      <inkml:brushProperty name="width" value="0.1" units="cm"/>
      <inkml:brushProperty name="height" value="0.1" units="cm"/>
      <inkml:brushProperty name="color" value="#CC0066"/>
    </inkml:brush>
  </inkml:definitions>
  <inkml:trace contextRef="#ctx0" brushRef="#br0">511 858 728 0 0,'-7'-9'1109'0'0,"-1"0"0"0"0,-12-21 0 0 0,15 21-572 0 0,-1 0 0 0 0,0 0 0 0 0,-1 1 0 0 0,-11-12 0 0 0,0 5 294 0 0,-34-23 0 0 0,4 12-97 0 0,29 17-587 0 0,-1 1 0 0 0,0 1 0 0 0,0 1 0 0 0,0 0 0 0 0,-34-4 1 0 0,47 9-142 0 0,1 1 1 0 0,-1 0 0 0 0,0 0 0 0 0,0 1 0 0 0,1 0-1 0 0,-1 0 1 0 0,1 0 0 0 0,-1 1 0 0 0,-8 3-1 0 0,11-3-8 0 0,-1 1-1 0 0,1-1 0 0 0,0 1 1 0 0,0 0-1 0 0,0 0 0 0 0,0 0 1 0 0,0 1-1 0 0,1-1 0 0 0,-1 1 0 0 0,1 0 1 0 0,0 0-1 0 0,1 0 0 0 0,-1 0 1 0 0,-2 5-1 0 0,-1 5-28 0 0,1 0 0 0 0,0-1 0 0 0,1 2 0 0 0,0-1-1 0 0,2 0 1 0 0,-1 1 0 0 0,2-1 0 0 0,0 1 0 0 0,1 0 0 0 0,0-1 0 0 0,1 1 0 0 0,1 0-1 0 0,4 20 1 0 0,7 14-118 0 0,1 0-1 0 0,31 67 1 0 0,-42-108 119 0 0,17 43-91 0 0,2-1 0 0 0,3-2 0 0 0,1 0 0 0 0,35 47 0 0 0,-49-79 93 0 0,1-1 0 0 0,1-1 0 0 0,0 0 0 0 0,1 0 0 0 0,0-2-1 0 0,19 12 1 0 0,-21-16 42 0 0,0-1 0 0 0,0-1 0 0 0,0 0 0 0 0,1-1 0 0 0,-1 0 0 0 0,1-1-1 0 0,1-1 1 0 0,-1 0 0 0 0,20 1 0 0 0,-27-3 62 0 0,-1-1 0 0 0,1 0-1 0 0,0 0 1 0 0,0-1 0 0 0,0 0 0 0 0,0 0-1 0 0,-1-1 1 0 0,1 1 0 0 0,0-2 0 0 0,-1 1 0 0 0,0-1-1 0 0,1 0 1 0 0,-1 0 0 0 0,0 0 0 0 0,0-1-1 0 0,-1 0 1 0 0,1 0 0 0 0,-1 0 0 0 0,0-1 0 0 0,0 0-1 0 0,0 0 1 0 0,5-9 0 0 0,-2 2 96 0 0,-1 0 0 0 0,-1-1 1 0 0,0 1-1 0 0,0-1 0 0 0,-2-1 0 0 0,1 1 0 0 0,-2-1 0 0 0,0 1 1 0 0,0-1-1 0 0,-1-15 0 0 0,1-5 47 0 0,-2-1-1 0 0,-1 0 1 0 0,-2 1 0 0 0,-2-1-1 0 0,-1 1 1 0 0,-15-53 0 0 0,20 86-217 0 0,-53-173 702 0 0,39 135-465 0 0,-2-1-1 0 0,-27-46 1 0 0,43 86-242 0 0,0 0 0 0 0,0-1 0 0 0,0 1-1 0 0,0 0 1 0 0,0 0 0 0 0,0 0 0 0 0,0-1 0 0 0,0 1 0 0 0,0 0-1 0 0,0 0 1 0 0,0 0 0 0 0,-1 0 0 0 0,1-1 0 0 0,0 1 0 0 0,0 0-1 0 0,0 0 1 0 0,0 0 0 0 0,0 0 0 0 0,0 0 0 0 0,-1-1 0 0 0,1 1-1 0 0,0 0 1 0 0,0 0 0 0 0,0 0 0 0 0,-1 0 0 0 0,1 0 0 0 0,0 0-1 0 0,0 0 1 0 0,0 0 0 0 0,0 0 0 0 0,-1 0 0 0 0,1 0 0 0 0,0 0-1 0 0,0 0 1 0 0,0 0 0 0 0,-1 0 0 0 0,1 0 0 0 0,0 0 0 0 0,0 0-1 0 0,0 0 1 0 0,-1 0 0 0 0,1 0 0 0 0,-3 8-300 0 0,3-2 245 0 0,0 0 0 0 0,0 0 0 0 0,1 0 0 0 0,-1-1 0 0 0,1 1 0 0 0,1 0 0 0 0,-1-1 0 0 0,1 1 0 0 0,0-1 0 0 0,5 10 0 0 0,2 6-43 0 0,17 46-283 0 0,46 82 1 0 0,-53-116 210 0 0,1-1 0 0 0,2-1 0 0 0,1 0 1 0 0,38 37-1 0 0,-55-61 178 0 0,1 0 0 0 0,0-1 1 0 0,0 0-1 0 0,1 0 0 0 0,-1-1 0 0 0,1 0 0 0 0,1 0 1 0 0,-1-1-1 0 0,1 0 0 0 0,-1-1 0 0 0,1 0 0 0 0,0 0 1 0 0,0-1-1 0 0,1 0 0 0 0,-1 0 0 0 0,0-1 0 0 0,1 0 0 0 0,10-1 1 0 0,-15-1 18 0 0,-1 1 1 0 0,1-1-1 0 0,-1-1 1 0 0,0 1 0 0 0,1 0-1 0 0,-1-1 1 0 0,0 0-1 0 0,0 0 1 0 0,0 0-1 0 0,0-1 1 0 0,0 1-1 0 0,6-7 1 0 0,-2 1 39 0 0,0-1 0 0 0,-1 0 1 0 0,8-12-1 0 0,-13 19-52 0 0,10-17 96 0 0,-1-1-1 0 0,0 0 1 0 0,-1 0 0 0 0,-2-2 0 0 0,0 1 0 0 0,7-32 0 0 0,-5 6 191 0 0,7-93 1 0 0,-14 101-171 0 0,-2 0 0 0 0,-1 0 0 0 0,-11-72 0 0 0,-36-101 30 0 0,-1 69-267 0 0,44 130 111 0 0,-2 1 1 0 0,0 0-1 0 0,0 0 1 0 0,-1 1-1 0 0,-1-1 1 0 0,-10-11-1 0 0,15 20-4 0 0,1 0 0 0 0,-1 0-1 0 0,0 0 1 0 0,0 1-1 0 0,0 0 1 0 0,0 0 0 0 0,0-1-1 0 0,-1 2 1 0 0,1-1-1 0 0,0 0 1 0 0,-1 1-1 0 0,0-1 1 0 0,1 1 0 0 0,-1 0-1 0 0,0 1 1 0 0,1-1-1 0 0,-1 0 1 0 0,0 1 0 0 0,0 0-1 0 0,0 0 1 0 0,0 0-1 0 0,1 0 1 0 0,-1 1-1 0 0,-7 1 1 0 0,8 0-21 0 0,-1-1 0 0 0,1 1 0 0 0,-1-1 0 0 0,1 1-1 0 0,0 0 1 0 0,0 1 0 0 0,0-1 0 0 0,0 0 0 0 0,0 1 0 0 0,0 0 0 0 0,1-1 0 0 0,-1 1 0 0 0,1 0 0 0 0,-1 0-1 0 0,1 1 1 0 0,1-1 0 0 0,-1 0 0 0 0,-2 5 0 0 0,0 4-10 0 0,0-1 1 0 0,1 1-1 0 0,0-1 0 0 0,-2 22 0 0 0,3-10 43 0 0,1 1 0 0 0,1 0 0 0 0,1 0 0 0 0,1 0 0 0 0,1 0 0 0 0,7 29 0 0 0,-6-39-7 0 0,-1-1-1 0 0,2 0 0 0 0,0 1 1 0 0,0-2-1 0 0,1 1 1 0 0,1-1-1 0 0,0 0 1 0 0,1 0-1 0 0,0-1 0 0 0,0 0 1 0 0,2 0-1 0 0,10 9 1 0 0,-15-16-2 0 0,1 0 0 0 0,0-1 0 0 0,0 0 0 0 0,0 0 0 0 0,0 0 1 0 0,1-1-1 0 0,-1 0 0 0 0,1 0 0 0 0,-1-1 0 0 0,1 0 0 0 0,-1 0 1 0 0,11 0-1 0 0,-12 0 14 0 0,4-1-4 0 0,0 0-1 0 0,0-1 1 0 0,0 0 0 0 0,-1 0 0 0 0,1-1 0 0 0,0 0 0 0 0,-1 0 0 0 0,1-1 0 0 0,-1 0-1 0 0,0-1 1 0 0,0 1 0 0 0,0-2 0 0 0,-1 1 0 0 0,1-1 0 0 0,-1 0 0 0 0,10-10 0 0 0,4-4-59 0 0,-2-1 1 0 0,0-1 0 0 0,28-42 0 0 0,-23 25 52 0 0,-1-2-1 0 0,-3 0 1 0 0,-1-1 0 0 0,-1-1-1 0 0,-3-1 1 0 0,-1-1-1 0 0,-3 1 1 0 0,9-64 0 0 0,-19 101 13 0 0,1-6 65 0 0,-1 0 1 0 0,0 0 0 0 0,-1-13 0 0 0,0 25-78 0 0,0-1 0 0 0,0 1-1 0 0,0 0 1 0 0,0 0-1 0 0,0 0 1 0 0,0-1 0 0 0,0 1-1 0 0,0 0 1 0 0,0 0-1 0 0,0 0 1 0 0,0 0 0 0 0,0-1-1 0 0,0 1 1 0 0,0 0-1 0 0,0 0 1 0 0,0 0 0 0 0,0 0-1 0 0,0 0 1 0 0,0-1-1 0 0,0 1 1 0 0,0 0 0 0 0,-1 0-1 0 0,1 0 1 0 0,0 0 0 0 0,0 0-1 0 0,0-1 1 0 0,0 1-1 0 0,0 0 1 0 0,0 0 0 0 0,-1 0-1 0 0,1 0 1 0 0,0 0-1 0 0,0 0 1 0 0,0 0 0 0 0,0 0-1 0 0,-1 0 1 0 0,1 0-1 0 0,0 0 1 0 0,0 0 0 0 0,0 0-1 0 0,-8 5 12 0 0,-3 12-128 0 0,9-9 109 0 0,0 1 0 0 0,1-1 0 0 0,-1 1 0 0 0,2-1 0 0 0,-1 1 0 0 0,2-1-1 0 0,-1 1 1 0 0,1-1 0 0 0,0 1 0 0 0,4 13 0 0 0,3 6 93 0 0,22 49 0 0 0,-18-52-85 0 0,101 226 716 0 0,-75-178-511 0 0,64 92-1 0 0,-29-72-272 0 0,-63-82 31 0 0,0-1 1 0 0,1 0-1 0 0,0 0 0 0 0,0-1 0 0 0,26 14 0 0 0,-33-21-200 0 0,-1 0-1 0 0,1 0 0 0 0,0-1 0 0 0,-1 0 1 0 0,1 0-1 0 0,5 1 0 0 0,-7-1-150 0 0,-1-1-1 0 0,0 0 1 0 0,1 0 0 0 0,-1 0-1 0 0,1-1 1 0 0,-1 1 0 0 0,0 0-1 0 0,1 0 1 0 0,-1-1 0 0 0,0 1-1 0 0,0-1 1 0 0,1 1 0 0 0,-1-1-1 0 0,0 0 1 0 0,0 1 0 0 0,0-1-1 0 0,0 0 1 0 0,1 0 0 0 0,-1 0-1 0 0,0 0 1 0 0,-1 0 0 0 0,3-1-1 0 0,12-22-4219 0 0,-8 14 3472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50.589"/>
    </inkml:context>
    <inkml:brush xml:id="br0">
      <inkml:brushProperty name="width" value="0.1" units="cm"/>
      <inkml:brushProperty name="height" value="0.1" units="cm"/>
      <inkml:brushProperty name="color" value="#CC0066"/>
    </inkml:brush>
  </inkml:definitions>
  <inkml:trace contextRef="#ctx0" brushRef="#br0">549 3 3208 0 0,'-4'-1'-14'0'0,"0"0"1"0"0,0 1-1 0 0,0-1 1 0 0,0 1-1 0 0,0 0 1 0 0,0 0-1 0 0,0 1 1 0 0,-1-1-1 0 0,1 1 1 0 0,1 0-1 0 0,-1 0 1 0 0,0 0-1 0 0,0 0 1 0 0,0 1-1 0 0,0-1 1 0 0,1 1-1 0 0,-5 3 1 0 0,-4 4-91 0 0,1 0 0 0 0,0 0 0 0 0,-16 19 0 0 0,11-10 183 0 0,-23 22 1 0 0,3 2 0 0 0,-32 48 0 0 0,58-76-40 0 0,-11 15 148 0 0,1 1-1 0 0,2 0 0 0 0,1 2 1 0 0,1 0-1 0 0,-22 67 0 0 0,30-72 2 0 0,1 0 1 0 0,2 0-1 0 0,1 1 0 0 0,1-1 1 0 0,1 1-1 0 0,2 0 0 0 0,3 38 0 0 0,1-47-130 0 0,0 0-1 0 0,1 0 0 0 0,10 25 1 0 0,-9-29-45 0 0,0 0 0 0 0,2-1 0 0 0,-1 0 0 0 0,2 0 0 0 0,-1-1 0 0 0,21 23 0 0 0,-21-28 48 0 0,1 0 0 0 0,-1-1 1 0 0,2 0-1 0 0,-1 0 0 0 0,1-1 0 0 0,-1 0 0 0 0,2-1 0 0 0,-1 0 0 0 0,1-1 0 0 0,21 7 0 0 0,6-4 667 0 0,0-1 0 0 0,0-2-1 0 0,77-3 1 0 0,-64-1 498 0 0,64 7 0 0 0,-113-7-1169 0 0,0 1 0 0 0,0-1 1 0 0,0 0-1 0 0,0 1 0 0 0,0-1 0 0 0,0 1 1 0 0,0 0-1 0 0,0-1 0 0 0,0 1 0 0 0,-1 0 1 0 0,1 0-1 0 0,0 0 0 0 0,0 0 0 0 0,-1 1 1 0 0,1-1-1 0 0,-1 0 0 0 0,3 3 0 0 0,-4-3-6 0 0,1 1 0 0 0,0-1-1 0 0,-1 1 1 0 0,1-1-1 0 0,-1 1 1 0 0,0-1 0 0 0,1 0-1 0 0,-1 1 1 0 0,0-1 0 0 0,0 1-1 0 0,0 0 1 0 0,0-1-1 0 0,0 1 1 0 0,0-1 0 0 0,-1 1-1 0 0,1-1 1 0 0,0 0-1 0 0,-1 3 1 0 0,-3 5 114 0 0,0-1 1 0 0,-1 1-1 0 0,0 0 1 0 0,0-1-1 0 0,-12 14 1 0 0,-81 88 297 0 0,60-70-392 0 0,-266 297-551 0 0,271-300-1196 0 0,-3-1-1 0 0,-59 47 1 0 0,90-80 1104 0 0,0 0 1 0 0,1 0 0 0 0,-1 0-1 0 0,-1-1 1 0 0,1 0 0 0 0,0 0-1 0 0,0 0 1 0 0,-8 1 0 0 0,10-2 262 0 0,-1-1 1 0 0,1 0 0 0 0,0 0-1 0 0,0 0 1 0 0,0 0 0 0 0,0 0 0 0 0,0-1-1 0 0,-1 0 1 0 0,1 1 0 0 0,0-1-1 0 0,-5-2 1 0 0,1-3-853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51.087"/>
    </inkml:context>
    <inkml:brush xml:id="br0">
      <inkml:brushProperty name="width" value="0.1" units="cm"/>
      <inkml:brushProperty name="height" value="0.1" units="cm"/>
      <inkml:brushProperty name="color" value="#CC0066"/>
    </inkml:brush>
  </inkml:definitions>
  <inkml:trace contextRef="#ctx0" brushRef="#br0">14 1 10098 0 0,'-1'0'21'0'0,"1"0"0"0"0,-1 1 0 0 0,0-1 0 0 0,1 0 1 0 0,-1 1-1 0 0,1-1 0 0 0,-1 1 0 0 0,0-1 0 0 0,1 1 0 0 0,-1-1 0 0 0,1 1 0 0 0,-1-1 0 0 0,1 1 1 0 0,-1 0-1 0 0,1-1 0 0 0,0 1 0 0 0,-1-1 0 0 0,1 1 0 0 0,0 0 0 0 0,-1 0 0 0 0,1-1 0 0 0,0 1 1 0 0,0 0-1 0 0,0-1 0 0 0,0 1 0 0 0,0 0 0 0 0,0 0 0 0 0,0-1 0 0 0,0 2 0 0 0,-1 7-105 0 0,0 0 0 0 0,1 0 0 0 0,0-1 0 0 0,0 1 0 0 0,1 0-1 0 0,4 16 1 0 0,20 54-166 0 0,-24-74 236 0 0,52 125-255 0 0,71 128 0 0 0,-24-56 262 0 0,116 317 399 0 0,-178-404-60 0 0,-12-28 233 0 0,12 37 2414 0 0,-45-176-334 0 0,-9-53-3500 0 0,-3-206 0 0 0,20 274 468 0 0,2-1 0 0 0,10-53 0 0 0,-8 69 289 0 0,1 1 1 0 0,0 0-1 0 0,1 1 1 0 0,2 0-1 0 0,15-28 1 0 0,-22 44 79 0 0,0 0 0 0 0,0 0 0 0 0,1 0 0 0 0,-1 0 0 0 0,1 1 0 0 0,0-1 0 0 0,0 1 0 0 0,0 0 0 0 0,1 0 0 0 0,-1 0 0 0 0,1 0 0 0 0,0 1 0 0 0,0-1 0 0 0,0 1-1 0 0,0 0 1 0 0,0 0 0 0 0,0 0 0 0 0,0 1 0 0 0,1 0 0 0 0,-1 0 0 0 0,1 0 0 0 0,-1 0 0 0 0,1 0 0 0 0,-1 1 0 0 0,1 0 0 0 0,-1 0 0 0 0,1 0 0 0 0,5 2 0 0 0,1 1 88 0 0,1 0 0 0 0,-1 1 0 0 0,0 1 0 0 0,-1-1 0 0 0,1 2 0 0 0,-1 0 0 0 0,0 0 0 0 0,16 14 0 0 0,-5-3 148 0 0,-1 2 1 0 0,-1 0-1 0 0,27 35 1 0 0,40 68 368 0 0,-80-112-555 0 0,31 54-175 0 0,-2 1 0 0 0,-4 1 0 0 0,24 75 0 0 0,-49-126-73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3:51.834"/>
    </inkml:context>
    <inkml:brush xml:id="br0">
      <inkml:brushProperty name="width" value="0.1" units="cm"/>
      <inkml:brushProperty name="height" value="0.1" units="cm"/>
      <inkml:brushProperty name="color" value="#CC0066"/>
    </inkml:brush>
  </inkml:definitions>
  <inkml:trace contextRef="#ctx0" brushRef="#br0">82 3598 2856 0 0,'-13'11'269'0'0,"0"0"0"0"0,0 0-1 0 0,2 2 1 0 0,-13 14 0 0 0,23-26-279 0 0,1 0 0 0 0,-1 0-1 0 0,0 0 1 0 0,1-1 0 0 0,-1 1 0 0 0,1 0-1 0 0,-1 0 1 0 0,1 0 0 0 0,-1 0 0 0 0,1 0-1 0 0,0 0 1 0 0,-1 0 0 0 0,1 0 0 0 0,0 0-1 0 0,0 0 1 0 0,0 0 0 0 0,0 0 0 0 0,0 2-1 0 0,0-3 8 0 0,0 1-1 0 0,1-1 0 0 0,-1 1 1 0 0,0-1-1 0 0,1 0 1 0 0,-1 1-1 0 0,1-1 0 0 0,-1 0 1 0 0,0 1-1 0 0,1-1 1 0 0,-1 0-1 0 0,1 0 0 0 0,-1 1 1 0 0,1-1-1 0 0,-1 0 1 0 0,1 0-1 0 0,-1 0 0 0 0,1 0 1 0 0,-1 0-1 0 0,1 0 1 0 0,-1 1-1 0 0,1-1 0 0 0,0 0 1 0 0,-1-1-1 0 0,1 1 0 0 0,5 0 27 0 0,-1-1 0 0 0,1 0 0 0 0,-1 0 0 0 0,0 0-1 0 0,11-5 1 0 0,22-13 388 0 0,-2-2 1 0 0,0-2-1 0 0,35-28 0 0 0,-24 18 14 0 0,138-101 1154 0 0,43-35 210 0 0,46-34-186 0 0,388-269 326 0 0,-293 215-1257 0 0,-297 207-547 0 0,850-583 975 0 0,28 42-584 0 0,-578 384-217 0 0,-352 196-293 0 0,34-19-62 0 0,69-27-1 0 0,-109 53-226 0 0,-14 4 280 0 0,0 0-1 0 0,0 0 1 0 0,0 0 0 0 0,0 0-1 0 0,0 0 1 0 0,0 0 0 0 0,0 0-1 0 0,0 0 1 0 0,0 0 0 0 0,0 0-1 0 0,0 0 1 0 0,0 0 0 0 0,0 0-1 0 0,0 0 1 0 0,0 0 0 0 0,0 0-1 0 0,0 0 1 0 0,0 0 0 0 0,0 0-1 0 0,0 1 1 0 0,0-1 0 0 0,0 0-1 0 0,0 0 1 0 0,0 0 0 0 0,0 0-1 0 0,0 0 1 0 0,0 0 0 0 0,0 0 0 0 0,0 0-1 0 0,0 0 1 0 0,0 0 0 0 0,0 0-1 0 0,0 0 1 0 0,0 0 0 0 0,0 0-1 0 0,0 0 1 0 0,0 0 0 0 0,1 0-1 0 0,-1 0 1 0 0,0 0 0 0 0,0 0-1 0 0,0 0 1 0 0,0 0 0 0 0,0 0-1 0 0,0 0 1 0 0,0 0 0 0 0,0 0-1 0 0,0 0 1 0 0,0 0 0 0 0,0 0-1 0 0,0 0 1 0 0,0 0 0 0 0,0 0-1 0 0,0 0 1 0 0,0 0 0 0 0,-19 15-241 0 0,12-10 162 0 0,-498 312-1464 0 0,190-125 615 0 0,-761 554-2300 0 0,92 100 2585 0 0,522-349 756 0 0,285-272 92 0 0,147-184-149 0 0,-10 13 41 0 0,2 1-1 0 0,-40 79 1 0 0,76-130-89 0 0,-31 69 29 0 0,30-68-41 0 0,2 0-1 0 0,-1 0 1 0 0,0 1 0 0 0,1-1 0 0 0,0 0-1 0 0,0 1 1 0 0,1-1 0 0 0,-1 1 0 0 0,1-1-1 0 0,0 1 1 0 0,2 5 0 0 0,-2-10 10 0 0,0 0 1 0 0,1 0-1 0 0,-1 0 1 0 0,1 0-1 0 0,-1 0 1 0 0,1 0-1 0 0,-1 0 1 0 0,1 0-1 0 0,0-1 1 0 0,-1 1-1 0 0,1 0 1 0 0,0-1-1 0 0,0 1 1 0 0,0 0-1 0 0,-1-1 1 0 0,1 1-1 0 0,0-1 1 0 0,0 1-1 0 0,0-1 1 0 0,0 0-1 0 0,0 1 1 0 0,0-1-1 0 0,0 0 1 0 0,0 1-1 0 0,0-1 1 0 0,0 0-1 0 0,0 0 1 0 0,0 0-1 0 0,0 0 1 0 0,0 0-1 0 0,0 0 1 0 0,0-1-1 0 0,0 1 1 0 0,0 0-1 0 0,0 0 1 0 0,2-1-1 0 0,10-3 54 0 0,-1-1 1 0 0,0 1-1 0 0,0-2 0 0 0,0 0 0 0 0,12-8 1 0 0,140-94 238 0 0,480-414 1491 0 0,-260 198-388 0 0,1008-726 2496 0 0,68 82-3421 0 0,-547 405-7433 0 0,-597 370 2748 0 0,86-51 3026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45.89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146 611 568 0 0,'-30'-11'186'0'0,"21"8"-166"0"0,0 0 0 0 0,0 0 1 0 0,0-1-1 0 0,0-1 0 0 0,1 1 0 0 0,0-1 1 0 0,-9-7-1 0 0,8 5 96 0 0,7 6-57 0 0,0-1 0 0 0,0 1-1 0 0,0-1 1 0 0,0 1-1 0 0,0-1 1 0 0,0 0 0 0 0,0 1-1 0 0,1-1 1 0 0,-1 0 0 0 0,1 0-1 0 0,-1 0 1 0 0,1 0 0 0 0,0 0-1 0 0,0-1 1 0 0,0 1 0 0 0,0 0-1 0 0,-1-5 1 0 0,2 5-42 0 0,0 0 1 0 0,1 0-1 0 0,-1 0 1 0 0,1 0-1 0 0,-1 0 1 0 0,1 0-1 0 0,-1 0 1 0 0,1 1-1 0 0,0-1 0 0 0,0 0 1 0 0,0 0-1 0 0,0 1 1 0 0,0-1-1 0 0,0 1 1 0 0,1-1-1 0 0,-1 1 1 0 0,0-1-1 0 0,1 1 0 0 0,0 0 1 0 0,-1-1-1 0 0,1 1 1 0 0,-1 0-1 0 0,1 0 1 0 0,0 0-1 0 0,0 0 1 0 0,0 1-1 0 0,2-2 0 0 0,4-1 8 0 0,-5 1-31 0 0,1 0-1 0 0,0 0 1 0 0,0 0-1 0 0,0 1 0 0 0,0-1 1 0 0,0 1-1 0 0,0 0 1 0 0,0 1-1 0 0,0-1 1 0 0,0 1-1 0 0,8-1 0 0 0,-4 2 64 0 0,-1 1-1 0 0,1-1 0 0 0,0 1 0 0 0,-1 1 1 0 0,10 3-1 0 0,1 0 149 0 0,0 0 0 0 0,1-2 0 0 0,-1 0 0 0 0,1-1 0 0 0,25 1 0 0 0,96-6 1265 0 0,-123 2-1277 0 0,139-10 1227 0 0,51 0-151 0 0,210 31 216 0 0,-94 0-773 0 0,-297-20-689 0 0,267 1 466 0 0,-230-4-279 0 0,0-4 0 0 0,98-20 0 0 0,38-7 161 0 0,-58 13-224 0 0,-67 9-85 0 0,76-3 0 0 0,-79 8 15 0 0,41-2 24 0 0,-103 9-100 0 0,0-1 1 0 0,0 0 0 0 0,0-1 0 0 0,0 0 0 0 0,-1-1-1 0 0,1 0 1 0 0,0 0 0 0 0,11-5 0 0 0,-6 1 64 0 0,-12 6-75 0 0,1-1 0 0 0,-1 0 0 0 0,0 0 0 0 0,0 0-1 0 0,0 0 1 0 0,0-1 0 0 0,0 1 0 0 0,0-1-1 0 0,0 1 1 0 0,2-3 0 0 0,12-12-178 0 0,-9 2 93 0 0,-7 13 85 0 0,0 0 0 0 0,0 1 0 0 0,0-1 0 0 0,0 0 0 0 0,0 0 0 0 0,0 0 0 0 0,-1 1 0 0 0,1-1 0 0 0,0 0 0 0 0,0 0 0 0 0,-1 1 0 0 0,1-1 0 0 0,-1 0 0 0 0,1 0 0 0 0,-1 1 0 0 0,1-1 0 0 0,-1 1 0 0 0,1-1 0 0 0,-1 0 0 0 0,1 1 0 0 0,-1-1 0 0 0,0 1 0 0 0,1-1 0 0 0,-2 0 0 0 0,-19-11-24 0 0,-21 6-152 0 0,11 2 76 0 0,-8-4-26 0 0,-37-6-53 0 0,-218-3-123 0 0,294 17 311 0 0,-38-1-20 0 0,-185-3-62 0 0,-240 38-41 0 0,263-15 159 0 0,-65 3 248 0 0,-543 59-167 0 0,430-57-119 0 0,413-26-148 0 0,0-1 0 0 0,0-2 1 0 0,45-13-1 0 0,-29 6 101 0 0,5 0-6 0 0,159-33-148 0 0,386-49 18 0 0,-161 59-117 0 0,-227 21 215 0 0,22-1 61 0 0,143-17-14 0 0,-354 29 53 0 0,-5 1 5 0 0,0-1 0 0 0,-1-1 0 0 0,20-6 1 0 0,-38 10-8 0 0,0 0 0 0 0,0 0 0 0 0,0 0 1 0 0,0 0-1 0 0,1 0 0 0 0,-1 0 0 0 0,0 0 0 0 0,0 0 1 0 0,0 0-1 0 0,0 0 0 0 0,1 0 0 0 0,-1 0 0 0 0,0 0 1 0 0,0 0-1 0 0,0 0 0 0 0,0 0 0 0 0,0 0 1 0 0,1 0-1 0 0,-1 0 0 0 0,0 0 0 0 0,0 0 0 0 0,0-1 1 0 0,0 1-1 0 0,0 0 0 0 0,0 0 0 0 0,1 0 1 0 0,-1 0-1 0 0,0 0 0 0 0,0 0 0 0 0,0 0 0 0 0,0-1 1 0 0,0 1-1 0 0,0 0 0 0 0,0 0 0 0 0,0 0 0 0 0,1 0 1 0 0,-1 0-1 0 0,0 0 0 0 0,0-1 0 0 0,0 1 1 0 0,0 0-1 0 0,0 0 0 0 0,0 0 0 0 0,0 0 0 0 0,0-1 1 0 0,0 1-1 0 0,0 0 0 0 0,0 0 0 0 0,0 0 0 0 0,0 0 1 0 0,0-1-1 0 0,-12-2 224 0 0,-25-1-105 0 0,-11 1-41 0 0,-371-16 52 0 0,257 19-113 0 0,-472 19 287 0 0,-317 92 61 0 0,943-110-370 0 0,-287 44 276 0 0,293-44-343 0 0,3-1 32 0 0,14 0 16 0 0,3 0-1 0 0,773-34-16 0 0,170-27-384 0 0,-387 9 420 0 0,-35 4 93 0 0,-426 40-59 0 0,-25 3 60 0 0,108-21 0 0 0,-191 24 54 0 0,-10-1 85 0 0,-40-5-63 0 0,0 2 0 0 0,1 2 0 0 0,-2 2 0 0 0,-56 5 0 0 0,-289 34-208 0 0,-124 11 83 0 0,429-37-62 0 0,-387 42 118 0 0,208-32 102 0 0,-76 19 15 0 0,267-31-209 0 0,-5 2 12 0 0,-85 23-1 0 0,155-32-32 0 0,2-1-2 0 0,0 1 1 0 0,0 0-1 0 0,0 0 1 0 0,1 0 0 0 0,-1 1-1 0 0,1 0 1 0 0,-1 0 0 0 0,1 1-1 0 0,0 0 1 0 0,-9 7-1 0 0,15-11-2 0 0,-1 0 0 0 0,1 0 0 0 0,0 0 0 0 0,-1 1 0 0 0,1-1 0 0 0,0 0 0 0 0,-1 0 0 0 0,1 1 1 0 0,0-1-1 0 0,-1 0 0 0 0,1 0 0 0 0,0 1 0 0 0,0-1 0 0 0,0 0 0 0 0,-1 1 0 0 0,1-1 0 0 0,0 0 0 0 0,0 1 0 0 0,0-1 0 0 0,-1 1 0 0 0,1-1 0 0 0,0 0 0 0 0,0 1 0 0 0,0-1 0 0 0,0 0 0 0 0,0 1 0 0 0,0-1 0 0 0,0 1 0 0 0,0-1 0 0 0,0 0 0 0 0,0 1 0 0 0,0-1 0 0 0,0 1 0 0 0,0-1 0 0 0,1 0 0 0 0,-1 1 0 0 0,0-1 0 0 0,0 0 0 0 0,0 1 0 0 0,0-1 0 0 0,1 0 0 0 0,-1 1 0 0 0,0-1 0 0 0,1 1 0 0 0,25 7-238 0 0,-24-8 237 0 0,67 13-88 0 0,87 5 0 0 0,56-10 137 0 0,665-28-259 0 0,-528-12 517 0 0,109-9 152 0 0,-24 22 2230 0 0,-495 22-2322 0 0,60-3-464 0 0,2 0 84 0 0,-1 1-1 0 0,0-1 0 0 0,1 1 1 0 0,-1-1-1 0 0,0 1 1 0 0,1-1-1 0 0,-1 0 0 0 0,0 1 1 0 0,1-1-1 0 0,-1 0 1 0 0,1 1-1 0 0,-1-1 0 0 0,1 0 1 0 0,-1 0-1 0 0,1 1 0 0 0,-1-1 1 0 0,1 0-1 0 0,-1 0 1 0 0,1 0-1 0 0,-1 0 0 0 0,1 1 1 0 0,-1-1-1 0 0,2 0 0 0 0,10 5-1151 0 0,-12-4 1130 0 0,1 0 0 0 0,-1-1 0 0 0,0 1 0 0 0,0-1 0 0 0,0 1 0 0 0,0-1 0 0 0,0 1 0 0 0,-1 0 0 0 0,1-1 0 0 0,0 1 0 0 0,0-1 0 0 0,0 1 0 0 0,0-1 0 0 0,-1 1 0 0 0,1-1 0 0 0,0 1 0 0 0,0 0 0 0 0,-1-1 0 0 0,1 0 0 0 0,0 1 0 0 0,-1-1 0 0 0,1 1 0 0 0,-1-1 0 0 0,1 1 0 0 0,0-1 0 0 0,-1 0 0 0 0,1 1 0 0 0,-1-1 0 0 0,0 1 0 0 0,-102 31-13015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47.7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774 446 496 0 0,'-11'-5'43'0'0,"-1"0"0"0"0,1 0 0 0 0,-1 2 0 0 0,0-1 1 0 0,0 1-1 0 0,0 1 0 0 0,0 0 0 0 0,-17 0 0 0 0,-17 3 281 0 0,0-3-1 0 0,-72-12 1 0 0,113 14-52 0 0,-8-7 1405 0 0,13 7-1657 0 0,15-3 547 0 0,154-22 486 0 0,5 3 15 0 0,69-2 142 0 0,56 4-208 0 0,534 9 144 0 0,-241 8-906 0 0,55-20-224 0 0,136-78-380 0 0,-544 62 501 0 0,-208 33-3 0 0,-28 4 227 0 0,-42 2 386 0 0,6 1-759 0 0,-314 14 513 0 0,-116 22-210 0 0,-404 11-213 0 0,497-31-186 0 0,-498 44 458 0 0,72 19-426 0 0,606-51-4 0 0,187-28 8 0 0,7 1-31 0 0,10 3 67 0 0,0-1 0 0 0,1-1 0 0 0,-1 0 0 0 0,1-1 0 0 0,21 1 0 0 0,6 0 31 0 0,446 21 284 0 0,2-21-317 0 0,-452-3 18 0 0,331 1-120 0 0,526-6-79 0 0,-8-65 90 0 0,-727 47 30 0 0,-139 20 63 0 0,0-1-1 0 0,0 0 0 0 0,0-2 0 0 0,-1 0 1 0 0,0-1-1 0 0,26-13 0 0 0,-11 5 228 0 0,-35 15-183 0 0,0 0 1 0 0,0 0 0 0 0,1 0-1 0 0,-1 0 1 0 0,0 0 0 0 0,0 0-1 0 0,1 0 1 0 0,-1 0-1 0 0,0 0 1 0 0,0 0 0 0 0,0-1-1 0 0,1 1 1 0 0,-1 0 0 0 0,0 0-1 0 0,0 0 1 0 0,0 0 0 0 0,0-1-1 0 0,1 1 1 0 0,-1 0-1 0 0,0 0 1 0 0,0 0 0 0 0,0-1-1 0 0,0 1 1 0 0,0 0 0 0 0,0 0-1 0 0,1-1 1 0 0,-1 1 0 0 0,0 0-1 0 0,0 0 1 0 0,0-1 0 0 0,0 1-1 0 0,0 0 1 0 0,0 0-1 0 0,0-1 1 0 0,0 1 0 0 0,0 0-1 0 0,0 0 1 0 0,0-1 0 0 0,0 1-1 0 0,0 0 1 0 0,-1 0 0 0 0,1 0-1 0 0,0-1 1 0 0,0 1 0 0 0,0 0-1 0 0,0 0 1 0 0,0-1-1 0 0,0 1 1 0 0,-1 0 0 0 0,1 0-1 0 0,0-1 1 0 0,-2-1 33 0 0,1 0 1 0 0,-1 0-1 0 0,0 0 1 0 0,0 0-1 0 0,0 0 1 0 0,0 0-1 0 0,0 1 0 0 0,0-1 1 0 0,-1 1-1 0 0,1-1 1 0 0,0 1-1 0 0,-5-2 1 0 0,-37-9 172 0 0,36 10-166 0 0,-48-8 98 0 0,-1 3 1 0 0,0 2-1 0 0,-93 4 0 0 0,74 1-75 0 0,-1097-33 375 0 0,1118 29-444 0 0,-753-29 194 0 0,468 41 7 0 0,155-3-165 0 0,-196 8 13 0 0,9 31-303 0 0,312-33 213 0 0,-147 31-44 0 0,194-39 53 0 0,-1 1 1 0 0,1 1-1 0 0,0 0 0 0 0,0 0 1 0 0,-18 12-1 0 0,31-17 22 0 0,-1 0-1 0 0,1 0 1 0 0,0 1-1 0 0,-1-1 1 0 0,1 0-1 0 0,0 0 1 0 0,-1 0 0 0 0,1 1-1 0 0,0-1 1 0 0,-1 0-1 0 0,1 1 1 0 0,0-1-1 0 0,0 0 1 0 0,-1 0 0 0 0,1 1-1 0 0,0-1 1 0 0,0 0-1 0 0,0 1 1 0 0,0-1-1 0 0,-1 0 1 0 0,1 1 0 0 0,0-1-1 0 0,0 1 1 0 0,0-1-1 0 0,0 0 1 0 0,0 1-1 0 0,0-1 1 0 0,0 0-1 0 0,0 1 1 0 0,0-1 0 0 0,0 1-1 0 0,0-1 1 0 0,0 0-1 0 0,0 1 1 0 0,0-1-1 0 0,0 0 1 0 0,1 1 0 0 0,-1-1-1 0 0,0 1 1 0 0,0-1-1 0 0,0 0 1 0 0,0 1-1 0 0,1-1 1 0 0,-1 0 0 0 0,0 0-1 0 0,0 1 1 0 0,1-1-1 0 0,-1 0 1 0 0,0 0-1 0 0,1 1 1 0 0,-1-1 0 0 0,0 0-1 0 0,1 0 1 0 0,-1 1-1 0 0,31 13-110 0 0,5-3 84 0 0,39 5 0 0 0,113 12 68 0 0,75-11 54 0 0,68-6 104 0 0,902-10-244 0 0,-76-62-71 0 0,-677 0-236 0 0,-445 55 335 0 0,48-8-100 0 0,104-31 0 0 0,-131 26 35 0 0,-55 18 97 0 0,15-10 135 0 0,-16 4 21 0 0,-12-1 106 0 0,-15-3-126 0 0,0 1-1 0 0,0 2 0 0 0,-41-8 1 0 0,-360-37 263 0 0,300 41-328 0 0,-18-4 14 0 0,-204-17 63 0 0,116 24-132 0 0,-37-9 88 0 0,-297 9 83 0 0,67 34 118 0 0,16 37-283 0 0,415-51-29 0 0,-224 39-6 0 0,267-45 3 0 0,-36 7-78 0 0,-104 35 0 0 0,158-44 23 0 0,-1 1 0 0 0,1 1 0 0 0,0-1 0 0 0,0 2 0 0 0,1-1 0 0 0,-1 1 0 0 0,-12 12 0 0 0,21-18 50 0 0,-1 0 1 0 0,1 1-1 0 0,0-1 0 0 0,-1 0 0 0 0,1 1 0 0 0,0-1 0 0 0,0 0 1 0 0,0 1-1 0 0,-1-1 0 0 0,1 0 0 0 0,0 1 0 0 0,0-1 1 0 0,0 0-1 0 0,0 1 0 0 0,0-1 0 0 0,-1 1 0 0 0,1-1 0 0 0,0 1 1 0 0,0-1-1 0 0,0 0 0 0 0,0 1 0 0 0,0-1 0 0 0,1 1 0 0 0,11 10-144 0 0,4-4 121 0 0,1-1 1 0 0,-1 0-1 0 0,1-1 1 0 0,21 3-1 0 0,80 10 30 0 0,266 4 240 0 0,-305-20-210 0 0,445 1-58 0 0,-363-3 9 0 0,-1 0-39 0 0,515-5-159 0 0,-18-34 311 0 0,-343 2-31 0 0,-63 0 19 0 0,46-18 650 0 0,-260 50-362 0 0,-25 2 762 0 0,-32 0-552 0 0,6 1-831 0 0,0 0 0 0 0,0 1 1 0 0,0 1-1 0 0,0 0 0 0 0,0 1 1 0 0,0 0-1 0 0,0 1 0 0 0,0 1 0 0 0,0 1 1 0 0,0-1-1 0 0,1 2 0 0 0,0 0 1 0 0,-17 9-1 0 0,-19 16-4636 0 0,-63 52 1 0 0,64-45 2765 0 0,3-9 643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48.9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231 423 960 0 0,'-47'1'144'0'0,"-42"0"-163"0"0,78-2 241 0 0,0 0 1 0 0,0-1-1 0 0,1 0 0 0 0,-1 0 0 0 0,-29-18 2344 0 0,40 19-2544 0 0,0 1 0 0 0,0 0 1 0 0,0 0-1 0 0,0 0 0 0 0,0 0 0 0 0,1 0 1 0 0,-1 0-1 0 0,0 0 0 0 0,0 0 0 0 0,0 0 1 0 0,0 0-1 0 0,1 0 0 0 0,-1 0 1 0 0,0 0-1 0 0,0 0 0 0 0,0 0 0 0 0,0 0 1 0 0,1 1-1 0 0,47-13 485 0 0,83-16 288 0 0,230-18 0 0 0,-97 27-68 0 0,739-39 723 0 0,-395 26-1203 0 0,-279 15-166 0 0,36 9-25 0 0,120-6 108 0 0,-457 12-60 0 0,-1-1-1 0 0,1-2 0 0 0,-1 0 0 0 0,41-15 0 0 0,-80 17 1071 0 0,-9-5-962 0 0,3 2-112 0 0,0 0 0 0 0,-23-4 0 0 0,-451-62 396 0 0,266 62-328 0 0,96 6-143 0 0,-525-4 99 0 0,629 8-107 0 0,-863 15 39 0 0,163 45-318 0 0,635-47 238 0 0,-116 34 1 0 0,111-17 55 0 0,88-27-37 0 0,5-2-11 0 0,-1 0 0 0 0,1 1 0 0 0,0-1 0 0 0,-1 0 0 0 0,1 1 0 0 0,-4 3 1 0 0,7-5 12 0 0,-1 0 0 0 0,1 1 0 0 0,0-1-1 0 0,0 0 1 0 0,0 0 0 0 0,-1 1 0 0 0,1-1 0 0 0,0 0 0 0 0,0 0 0 0 0,0 1 0 0 0,0-1 0 0 0,0 0 0 0 0,-1 1 0 0 0,1-1 0 0 0,0 0 0 0 0,0 1 0 0 0,0-1 0 0 0,0 0 0 0 0,0 1 0 0 0,0-1 0 0 0,0 0 0 0 0,0 0 0 0 0,0 1 0 0 0,0-1 0 0 0,1 0 0 0 0,-1 1 0 0 0,11 10-72 0 0,-2-5 71 0 0,1-1 0 0 0,1 0 0 0 0,-1 0 0 0 0,21 5 0 0 0,127 25 130 0 0,61-3-79 0 0,58-1 148 0 0,1582 52 127 0 0,-1163-133-503 0 0,-356 7 70 0 0,73-36-114 0 0,-283 45 334 0 0,-76 15 4 0 0,-40 12 86 0 0,-14 7-190 0 0,0 0 0 0 0,-1-1 104 0 0,1 1-96 0 0,0 0-8 0 0,0 0 0 0 0,0 0-1 0 0,0 0 1 0 0,0 0 0 0 0,0 0-1 0 0,0-1 1 0 0,0 1 0 0 0,0 0-1 0 0,0 0 1 0 0,0 0 0 0 0,0 0 0 0 0,0 0-1 0 0,0 0 1 0 0,0 0 0 0 0,0 0-1 0 0,0 0 1 0 0,0 0 0 0 0,0 0-1 0 0,0-1 132 0 0,0 1-132 0 0,0 0 1 0 0,1-1 0 0 0,-1 1-1 0 0,0 0 1 0 0,0 0 0 0 0,0 0 0 0 0,0 0-1 0 0,0 0 1 0 0,0 0 0 0 0,0 0-1 0 0,-405-35 400 0 0,-13 20-51 0 0,285 11-283 0 0,6 0 1 0 0,-281-7 187 0 0,-591 11-138 0 0,232 31-289 0 0,594-14 31 0 0,2 8-1 0 0,-219 60 1 0 0,337-69 84 0 0,1 2 0 0 0,-58 28 1 0 0,102-42 5 0 0,1 0 0 0 0,-1 0 1 0 0,-11 10-1 0 0,18-14 38 0 0,1 0 0 0 0,-1 0 0 0 0,1 1 0 0 0,0-1 0 0 0,-1 0 1 0 0,1 0-1 0 0,0 1 0 0 0,-1-1 0 0 0,1 0 0 0 0,0 0 0 0 0,-1 1 0 0 0,1-1 0 0 0,0 1 1 0 0,0-1-1 0 0,-1 0 0 0 0,1 1 0 0 0,0-1 0 0 0,0 0 0 0 0,0 1 0 0 0,0-1 0 0 0,-1 1 0 0 0,1-1 1 0 0,0 1-1 0 0,0-1 0 0 0,0 0 0 0 0,0 1 0 0 0,0-1 0 0 0,0 1 0 0 0,0-1 0 0 0,0 1 1 0 0,0-1-1 0 0,0 0 0 0 0,1 1 0 0 0,-1-1 0 0 0,0 1 0 0 0,0-1 0 0 0,0 1 0 0 0,0-1 1 0 0,1 0-1 0 0,-1 1 0 0 0,0-1 0 0 0,0 0 0 0 0,1 1 0 0 0,-1-1 0 0 0,0 0 0 0 0,1 1 0 0 0,-1-1 1 0 0,0 0-1 0 0,1 1 0 0 0,6 3-14 0 0,0 0 0 0 0,0 0 0 0 0,1-1 1 0 0,-1 0-1 0 0,1 0 0 0 0,8 2 0 0 0,36 8-27 0 0,1-2 0 0 0,94 8 0 0 0,120-9 53 0 0,555-32-472 0 0,-573 1-1413 0 0,213 2-8171 0 0,-404 19 8946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50.56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1010 226 712 0 0,'-61'-15'118'0'0,"-1"4"0"0"0,-113-8 0 0 0,48 15 4410 0 0,156 5-3960 0 0,38 7-1 0 0,51 3 265 0 0,359-9 845 0 0,-268-3-1241 0 0,1083 1 428 0 0,-1192 0-844 0 0,124-16 0 0 0,-206 13 2 0 0,0 0-1 0 0,0-2 1 0 0,0 0-1 0 0,-1 0 1 0 0,1-2-1 0 0,20-11 1 0 0,-35 17 11 0 0,0-1 1 0 0,0 1-1 0 0,-1-1 1 0 0,1 0-1 0 0,-1 0 1 0 0,1 0-1 0 0,-1 0 1 0 0,0 0-1 0 0,0-1 1 0 0,0 1-1 0 0,3-5 1 0 0,-4 5-8 0 0,-1 1 0 0 0,1 0 0 0 0,-1 0 0 0 0,0-1 0 0 0,1 1 0 0 0,-1 0 0 0 0,0-1 0 0 0,0 1 0 0 0,0 0 0 0 0,0-1 0 0 0,0 1 0 0 0,0 0 0 0 0,0-1 0 0 0,-1 1 0 0 0,1 0 0 0 0,0-1 0 0 0,-1 1 0 0 0,1 0 0 0 0,-1 0 0 0 0,0-1 0 0 0,1 1 0 0 0,-1 0 0 0 0,0 0 0 0 0,0 0 0 0 0,1 0 0 0 0,-1 0 0 0 0,-2-1 0 0 0,-2-3-10 0 0,-2 1-1 0 0,1 0 1 0 0,0 0-1 0 0,-1 1 1 0 0,1-1-1 0 0,-1 2 1 0 0,0-1-1 0 0,0 1 1 0 0,0 0-1 0 0,-1 0 1 0 0,-7 0-1 0 0,2-1-2 0 0,-41-8 13 0 0,-105-5-1 0 0,-50 12-24 0 0,189 4 6 0 0,-243 0 75 0 0,217 0-82 0 0,-784 18 50 0 0,-148 99 224 0 0,921-107-223 0 0,-172 36 188 0 0,157-29-155 0 0,-70 27 0 0 0,129-40-71 0 0,-1 1 0 0 0,1 1 1 0 0,0 0-1 0 0,1 1 0 0 0,-23 17 1 0 0,34-24-16 0 0,0 0 0 0 0,1 1 0 0 0,-1-1 0 0 0,1 1 0 0 0,-1 0 1 0 0,0-1-1 0 0,1 1 0 0 0,-1-1 0 0 0,1 1 0 0 0,-1 0 0 0 0,1 0 0 0 0,0-1 1 0 0,-1 1-1 0 0,1 0 0 0 0,0 0 0 0 0,-1-1 0 0 0,1 1 0 0 0,0 0 0 0 0,0 0 1 0 0,0 0-1 0 0,0-1 0 0 0,0 2 0 0 0,0-1 1 0 0,1 1 0 0 0,-1-1 0 0 0,1 0 0 0 0,-1 0 0 0 0,1 0 0 0 0,0 0 0 0 0,-1 0 0 0 0,1 0 0 0 0,0-1 0 0 0,0 1 0 0 0,0 0 0 0 0,0 0 0 0 0,0 0-1 0 0,0-1 1 0 0,0 1 0 0 0,0-1 0 0 0,2 2 0 0 0,24 10 42 0 0,1 0-1 0 0,0-2 0 0 0,1-1 0 0 0,30 5 1 0 0,57 7 61 0 0,169 10 0 0 0,544-9-59 0 0,-560-36 6 0 0,291-51 0 0 0,-490 54-26 0 0,257-50 25 0 0,-247 42 20 0 0,0-4 1 0 0,77-33-1 0 0,-151 54-37 0 0,0 0 0 0 0,-1 0 0 0 0,1-1-1 0 0,-1 0 1 0 0,0 0 0 0 0,0 0 0 0 0,0 0 0 0 0,0-1 0 0 0,0 0-1 0 0,-1 0 1 0 0,7-7 0 0 0,-11 10-26 0 0,0 1-1 0 0,0 0 0 0 0,0 0 1 0 0,0-1-1 0 0,0 1 0 0 0,0 0 1 0 0,1-1-1 0 0,-1 1 1 0 0,0 0-1 0 0,0-1 0 0 0,0 1 1 0 0,0 0-1 0 0,0-1 1 0 0,0 1-1 0 0,0 0 0 0 0,-1-1 1 0 0,1 1-1 0 0,0 0 0 0 0,0-1 1 0 0,0 1-1 0 0,0 0 1 0 0,0-1-1 0 0,0 1 0 0 0,-1 0 1 0 0,1 0-1 0 0,0-1 1 0 0,0 1-1 0 0,0 0 0 0 0,-1 0 1 0 0,1-1-1 0 0,0 1 0 0 0,0 0 1 0 0,-1 0-1 0 0,1-1 1 0 0,0 1-1 0 0,0 0 0 0 0,-1 0 1 0 0,1 0-1 0 0,0 0 1 0 0,-1 0-1 0 0,1-1 0 0 0,-9-3-2 0 0,1 0 0 0 0,-1 0 0 0 0,1 0-1 0 0,-1 1 1 0 0,0 0 0 0 0,-15-2 0 0 0,-61-5-23 0 0,67 8 31 0 0,-242-9-73 0 0,169 9 67 0 0,-650 11-193 0 0,35 61 222 0 0,152 37-48 0 0,459-76-4 0 0,91-30 5 0 0,1 0-1 0 0,0 0 0 0 0,-1 1 0 0 0,1 0 0 0 0,0-1 0 0 0,0 1 0 0 0,0 0 0 0 0,0 1 0 0 0,0-1 0 0 0,0 0 1 0 0,1 1-1 0 0,-1-1 0 0 0,1 1 0 0 0,0 0 0 0 0,-3 5 0 0 0,4-7 6 0 0,1 0-1 0 0,0 0 1 0 0,-1 1-1 0 0,1-1 1 0 0,0 0-1 0 0,0 0 1 0 0,0 0 0 0 0,0 1-1 0 0,0-1 1 0 0,0 0-1 0 0,0 0 1 0 0,0 1 0 0 0,1-1-1 0 0,-1 0 1 0 0,0 0-1 0 0,1 0 1 0 0,-1 0-1 0 0,1 2 1 0 0,1 0 1 0 0,0 0 1 0 0,0-1-1 0 0,0 1 0 0 0,1-1 1 0 0,-1 1-1 0 0,0-1 0 0 0,1 0 1 0 0,0 0-1 0 0,3 2 0 0 0,16 9 23 0 0,45 17-1 0 0,-61-28-11 0 0,51 22 39 0 0,1-4-1 0 0,1-1 0 0 0,94 15 1 0 0,-9-15 2 0 0,1-7 1 0 0,281-13-1 0 0,-296-12-33 0 0,143-32 1 0 0,123-51 70 0 0,-317 76-12 0 0,-1-3-1 0 0,115-53 1 0 0,-180 70 7 0 0,0 0-1 0 0,-1-1 0 0 0,0 0 1 0 0,0-1-1 0 0,-1-1 0 0 0,0 0 0 0 0,0 0 1 0 0,17-20-1 0 0,-28 28-48 0 0,1 0 0 0 0,0 0 0 0 0,0 1 0 0 0,-1-1 0 0 0,1 0 0 0 0,-1 0 0 0 0,1 0 0 0 0,-1 0 0 0 0,1 0 0 0 0,-1 0 0 0 0,1 0 0 0 0,-1 0-1 0 0,0 0 1 0 0,0 0 0 0 0,0 0 0 0 0,1 0 0 0 0,-1 0 0 0 0,0 0 0 0 0,0 0 0 0 0,0-1 0 0 0,-1 1 0 0 0,1 0 0 0 0,0 0 0 0 0,0 0 0 0 0,0 0 0 0 0,-1 0 0 0 0,1 0 0 0 0,-1 0 0 0 0,1 0 0 0 0,-1 0 0 0 0,1 0 0 0 0,-1 1 0 0 0,1-1 0 0 0,-1 0 0 0 0,0 0 0 0 0,0 0 0 0 0,1 0 0 0 0,-1 1-1 0 0,0-1 1 0 0,-1 0 0 0 0,-2-2-13 0 0,-1 1-1 0 0,1 0 1 0 0,-1 0-1 0 0,1 0 1 0 0,-1 0-1 0 0,-6 0 0 0 0,11 2-18 0 0,-16-4-281 0 0,1 1 0 0 0,-1 1 1 0 0,1 1-1 0 0,-1 0 0 0 0,0 1 1 0 0,1 1-1 0 0,-25 4 0 0 0,29-3-564 0 0,-1 0 0 0 0,1 1 0 0 0,0 1 0 0 0,0 0 0 0 0,0 0 0 0 0,0 1 0 0 0,1 1 0 0 0,-1 0-1 0 0,2 0 1 0 0,-17 13 0 0 0,9-2-679 0 0,2 1 0 0 0,-24 35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52.66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861 337 832 0 0,'-25'-3'160'0'0,"-118"-13"3077"0"0,158 13-2931 0 0,239-10 1718 0 0,-140 8-1434 0 0,75-2 249 0 0,116 0-131 0 0,740 5 663 0 0,-63 1-943 0 0,-89-53-110 0 0,-698 28-131 0 0,-58 7 31 0 0,-114 16-120 0 0,41-10 0 0 0,-44 6 184 0 0,-20 5-183 0 0,-2 1-37 0 0,2 0-67 0 0,0 1 0 0 0,0-1 0 0 0,0 1 0 0 0,0-1 0 0 0,0 1 0 0 0,0 0 0 0 0,0-1 0 0 0,-1 1 0 0 0,1 0 0 0 0,0-1 0 0 0,0 1 0 0 0,-1-1 0 0 0,1 1 0 0 0,0 0 0 0 0,0-1 0 0 0,-1 1 0 0 0,1 0 0 0 0,0 0 0 0 0,-1-1 0 0 0,1 1 0 0 0,-1 0 0 0 0,1 0 0 0 0,0 0 0 0 0,-1-1 0 0 0,1 1 0 0 0,-1 0 0 0 0,1 0 0 0 0,0 0 0 0 0,-1 0 0 0 0,1 0 0 0 0,-1 0 0 0 0,1 0 0 0 0,-1 0 0 0 0,1 0 0 0 0,0 0 0 0 0,-2 0 0 0 0,2 0-32 0 0,-6-2-79 0 0,0 1-1 0 0,0 0 0 0 0,0 0 0 0 0,0 0 0 0 0,0 0 0 0 0,-1 1 1 0 0,-6 1-1 0 0,-1-1 13 0 0,-561 12-1034 0 0,320-13 1109 0 0,-830 20-65 0 0,467 35 72 0 0,201-14-8 0 0,77-18 175 0 0,49-10 19 0 0,91-7-20 0 0,-189 11 378 0 0,261 1-324 0 0,106-13-166 0 0,17-4-21 0 0,-2 2 25 0 0,13-1-2 0 0,38 5 76 0 0,82-2 0 0 0,33-8-13 0 0,136-28 113 0 0,-112 11-76 0 0,140-10-24 0 0,513-6 96 0 0,7 35 132 0 0,-483 3-272 0 0,696-1 202 0 0,-813-3-113 0 0,62-17-63 0 0,-247 19-113 0 0,-44 0 59 0 0,-12-2 60 0 0,-11-2 182 0 0,9 5-251 0 0,-24-9 23 0 0,-1 0-1 0 0,-49-9 1 0 0,-59-3-159 0 0,85 15 118 0 0,-129-12-66 0 0,89 11-10 0 0,-113 1-180 0 0,84 5 150 0 0,-46-4 15 0 0,-534-12-252 0 0,-632 54-12 0 0,952-13 277 0 0,-494 42 170 0 0,17 10-182 0 0,676-56 75 0 0,211-12-395 0 0,23-3 430 0 0,75-2 0 0 0,45-10 62 0 0,429-47 252 0 0,-11 1-42 0 0,709-10 133 0 0,-892 53-357 0 0,41 1-31 0 0,-66-7-35 0 0,-62 2 14 0 0,-49 5 178 0 0,125 8 62 0 0,-205 10-237 0 0,-112-2 90 0 0,-64-3 90 0 0,-18-4-157 0 0,-1 0 0 0 0,1 0 0 0 0,-1 1 0 0 0,0-1 1 0 0,1 0-1 0 0,-1 0 0 0 0,1 0 0 0 0,-1 0 0 0 0,0 0 0 0 0,1 0 0 0 0,-1 0 0 0 0,1 0 1 0 0,6-4 1061 0 0,-6 4-1061 0 0,2-17-188 0 0,0 3 49 0 0,0 10 17 0 0,0 0 1 0 0,1 0 0 0 0,-1 0-1 0 0,1 1 1 0 0,0-1 0 0 0,0 1-1 0 0,0 0 1 0 0,0 0-1 0 0,0 1 1 0 0,1-1 0 0 0,-1 1-1 0 0,1 0 1 0 0,5-2 0 0 0,2 0-46 0 0,1 0 1 0 0,0 0-1 0 0,22-2 1 0 0,-11 4-161 0 0,-1 1-1 0 0,1 1 1 0 0,-1 2 0 0 0,1 0 0 0 0,-1 1 0 0 0,0 1 0 0 0,0 2 0 0 0,0 0 0 0 0,-1 1-1 0 0,0 1 1 0 0,0 2 0 0 0,23 13 0 0 0,-19-10 120 0 0,-17-10 108 0 0,-1 1 0 0 0,-1 0 0 0 0,12 8 0 0 0,-19-11 26 0 0,-1 0 0 0 0,1 0 0 0 0,-1-1 0 0 0,1 1 1 0 0,-1 0-1 0 0,0-1 0 0 0,1 1 0 0 0,-1 0 0 0 0,0-1 0 0 0,1 1 1 0 0,-1-1-1 0 0,0 1 0 0 0,0-1 0 0 0,0 0 0 0 0,1 1 0 0 0,-3 0 1 0 0,-18 16-30 0 0,-2-1-1 0 0,0-1 1 0 0,0-1 0 0 0,-2 0 0 0 0,-41 15 0 0 0,-165 54 139 0 0,224-80-61 0 0,0-1 0 0 0,-1-1 0 0 0,1 0 0 0 0,0 0-1 0 0,0 0 1 0 0,0-1 0 0 0,-1 0 0 0 0,-7 0-1 0 0,-61-13 149 0 0,44 7-148 0 0,-16-3-37 0 0,-90-13-120 0 0,123 20-52 0 0,-39-3-557 0 0,15 5-3506 0 0,16 5 1170 0 0,3 13 1596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54.29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3767 276 800 0 0,'7'-5'27'0'0,"-1"0"1"0"0,2 0-1 0 0,-1 1 1 0 0,0 0-1 0 0,1 1 0 0 0,0-1 1 0 0,0 1-1 0 0,11-2 1 0 0,-10 3 47 0 0,-1-1 0 0 0,0 1 1 0 0,-1-1-1 0 0,1-1 0 0 0,0 1 1 0 0,-1-1-1 0 0,0-1 0 0 0,0 0 1 0 0,9-7-1 0 0,-11 7 29 0 0,20-21 629 0 0,-24 25-678 0 0,-1 0 0 0 0,1 0-1 0 0,0 0 1 0 0,0 0-1 0 0,-1-1 1 0 0,1 1 0 0 0,0 0-1 0 0,-1 0 1 0 0,0-1-1 0 0,1 1 1 0 0,-1 0 0 0 0,0-1-1 0 0,1 1 1 0 0,-1-1-1 0 0,0 1 1 0 0,0 0 0 0 0,0-1-1 0 0,0 1 1 0 0,-1 0 0 0 0,1-1-1 0 0,0 1 1 0 0,-1-3-1 0 0,-1 2-2 0 0,1-1 0 0 0,-1 1 0 0 0,0-1 0 0 0,0 1 0 0 0,0 0-1 0 0,0 0 1 0 0,-4-3 0 0 0,0 1-7 0 0,0 0-1 0 0,0 0 1 0 0,0 0-1 0 0,-9-3 1 0 0,-27-9 24 0 0,0 2 0 0 0,-1 2 0 0 0,-1 2 0 0 0,-79-9 0 0 0,-181 3 192 0 0,283 16-238 0 0,-1052 30 1491 0 0,270 40 1580 0 0,450-13-1796 0 0,326-51-1270 0 0,0 2-1 0 0,1 0 1 0 0,0 2 0 0 0,-38 20 0 0 0,62-29-35 0 0,1 0 0 0 0,0-1 0 0 0,0 1 0 0 0,-1 0 0 0 0,1 0-1 0 0,0 0 1 0 0,0 0 0 0 0,0 0 0 0 0,0 0 0 0 0,0 0 0 0 0,0 1 0 0 0,-1 1 0 0 0,2-2 1 0 0,0-1 0 0 0,-1 1 1 0 0,1-1-1 0 0,0 1 0 0 0,0-1 0 0 0,0 1 0 0 0,0-1 0 0 0,0 1 0 0 0,0 0 0 0 0,0-1 0 0 0,0 1 0 0 0,0-1 0 0 0,1 1 1 0 0,-1-1-1 0 0,0 1 0 0 0,0-1 0 0 0,0 1 0 0 0,1-1 0 0 0,-1 1 0 0 0,0-1 0 0 0,0 1 0 0 0,1-1 0 0 0,0 1 0 0 0,2 2-20 0 0,1 0 0 0 0,-1 0-1 0 0,1 0 1 0 0,0-1-1 0 0,0 0 1 0 0,7 3 0 0 0,-3-1 41 0 0,26 12-11 0 0,1-1 0 0 0,1-2 1 0 0,70 15-1 0 0,123 8 24 0 0,-35-19-87 0 0,2-9 0 0 0,272-23 0 0 0,387-84 218 0 0,-658 72-95 0 0,-127 18-69 0 0,190-29 3 0 0,-187 24 29 0 0,97-31-1 0 0,-163 43-5 0 0,16-7 8 0 0,-22 9-20 0 0,-1-1-1 0 0,1 1 1 0 0,0-1-1 0 0,-1 1 1 0 0,1 0-1 0 0,-1-1 1 0 0,1 1-1 0 0,-1-1 1 0 0,1 1-1 0 0,-1-1 1 0 0,1 0-1 0 0,-1 1 1 0 0,1-1-1 0 0,-1 1 0 0 0,0-1 1 0 0,1 0-1 0 0,-1 1 1 0 0,0-1-1 0 0,0 0 1 0 0,1 0-1 0 0,-1 1 1 0 0,0-1-1 0 0,0-1 1 0 0,0 2-2 0 0,0-1-1 0 0,0 1 1 0 0,0-1 0 0 0,0 1 0 0 0,0-1 0 0 0,-1 1-1 0 0,1-1 1 0 0,0 1 0 0 0,0 0 0 0 0,0-1 0 0 0,0 1 0 0 0,-1-1-1 0 0,1 1 1 0 0,0-1 0 0 0,-1 1 0 0 0,1 0 0 0 0,0-1 0 0 0,-1 1-1 0 0,1 0 1 0 0,0-1 0 0 0,-1 1 0 0 0,1 0 0 0 0,-1-1 0 0 0,1 1-1 0 0,0 0 1 0 0,-2-1 0 0 0,-16-3-36 0 0,13 3 32 0 0,-44-4-73 0 0,-95 2-1 0 0,87 4 39 0 0,-396-13-5 0 0,-129 2-107 0 0,136 32 118 0 0,-868 159 1 0 0,932-90 10 0 0,360-85 10 0 0,1 1 0 0 0,-1 1 0 0 0,2 1 1 0 0,-1 1-1 0 0,1 0 0 0 0,-34 25 0 0 0,52-33-3 0 0,-1 0 0 0 0,1 0-1 0 0,0 0 1 0 0,-1 1 0 0 0,1-1 0 0 0,0 0 0 0 0,0 1 0 0 0,1-1 0 0 0,-1 1 0 0 0,1 0 0 0 0,-1-1 0 0 0,-1 5 0 0 0,3-5 2 0 0,0 0 0 0 0,0 0 0 0 0,0-1 0 0 0,0 1 1 0 0,0 0-1 0 0,0 0 0 0 0,1 0 0 0 0,-1-1 0 0 0,1 1 0 0 0,-1 0 1 0 0,1 0-1 0 0,-1-1 0 0 0,1 1 0 0 0,0 0 0 0 0,0-1 0 0 0,0 1 1 0 0,0-1-1 0 0,0 1 0 0 0,0-1 0 0 0,1 0 0 0 0,1 2 0 0 0,4 4 11 0 0,0-1-1 0 0,0 0 0 0 0,1 0 0 0 0,0-1 1 0 0,0 0-1 0 0,1-1 0 0 0,-1 0 0 0 0,16 5 0 0 0,85 21 12 0 0,-93-26-18 0 0,90 18 6 0 0,145 10 1 0 0,112-13-93 0 0,-362-19 87 0 0,879 8-812 0 0,-278-29 629 0 0,78-16 384 0 0,-655 35-183 0 0,22-1 39 0 0,-1-2 0 0 0,49-12 0 0 0,-57 4 152 0 0,-37 13-189 0 0,-1 0 0 0 0,1 0-1 0 0,0 0 1 0 0,-1-1-1 0 0,1 1 1 0 0,-1 0 0 0 0,1 0-1 0 0,-1-1 1 0 0,1 1 0 0 0,-1 0-1 0 0,1-1 1 0 0,-1 1-1 0 0,1 0 1 0 0,-1-1 0 0 0,1 1-1 0 0,-1-1 1 0 0,0 1-1 0 0,1-1 1 0 0,-1 1 0 0 0,0-1-1 0 0,1 1 1 0 0,-1-1 0 0 0,0 1-1 0 0,0-1 1 0 0,1 0-1 0 0,-1 1 1 0 0,0-1 0 0 0,0 1-1 0 0,0-1 1 0 0,0 0 0 0 0,0 1-1 0 0,0-1 1 0 0,0 1-1 0 0,0-1 1 0 0,0 0 0 0 0,0 1-1 0 0,0-1 1 0 0,0 1-1 0 0,0-1 1 0 0,-1-1 0 0 0,0 0 10 0 0,-1 1 0 0 0,0-1 1 0 0,1 0-1 0 0,-1 0 1 0 0,0 0-1 0 0,0 1 1 0 0,0-1-1 0 0,-4-1 0 0 0,-70-40-96 0 0,-2 3 1 0 0,-1 3-1 0 0,-2 4 0 0 0,-2 4 0 0 0,-134-30 0 0 0,138 44-160 0 0,-113-6-1 0 0,-81 11-340 0 0,155 8 347 0 0,-756-5-1096 0 0,690 7 1286 0 0,127 0 28 0 0,-429 17 105 0 0,225 18 37 0 0,57-2 3 0 0,163-26-108 0 0,14-3 7 0 0,0 0 0 0 0,1 2 0 0 0,-1 1 0 0 0,-31 14 0 0 0,41-10-22 0 0,17-10-19 0 0,0-1-1 0 0,-1 0 1 0 0,1 0-1 0 0,0 1 0 0 0,0-1 1 0 0,0 0-1 0 0,0 1 1 0 0,0-1-1 0 0,0 0 1 0 0,-1 0-1 0 0,1 1 1 0 0,0-1-1 0 0,0 0 1 0 0,0 1-1 0 0,0-1 1 0 0,0 0-1 0 0,0 1 1 0 0,0-1-1 0 0,0 0 1 0 0,1 1-1 0 0,-1-1 0 0 0,0 0 1 0 0,0 0-1 0 0,0 1 1 0 0,0-1-1 0 0,0 0 1 0 0,0 1-1 0 0,1-1 1 0 0,-1 0-1 0 0,0 0 1 0 0,0 0-1 0 0,1 1 1 0 0,2 1 0 0 0,0 0 0 0 0,1 0 0 0 0,-1 0 1 0 0,1 0-1 0 0,-1-1 0 0 0,1 1 0 0 0,0-1 1 0 0,6 1-1 0 0,108 17 256 0 0,79-3 40 0 0,72-10-46 0 0,55-8-124 0 0,876-79-26 0 0,-805 37-7 0 0,-47-9 110 0 0,-41 12 171 0 0,-48-3 361 0 0,28-15 934 0 0,-255 50-316 0 0,-32 9-1344 0 0,1 0 0 0 0,-1 0-1 0 0,0 0 1 0 0,0 0 0 0 0,0 0-1 0 0,0 0 1 0 0,0 0 0 0 0,1 0-1 0 0,-1 0 1 0 0,0 0 0 0 0,0 0 0 0 0,0 0-1 0 0,0 0 1 0 0,0 0 0 0 0,0 0-1 0 0,1 0 1 0 0,-1 0 0 0 0,0 0-1 0 0,0-1 1 0 0,0 1 0 0 0,0 0-1 0 0,0 0 1 0 0,0 0 0 0 0,0 0 0 0 0,0 0-1 0 0,0 0 1 0 0,1 0 0 0 0,-1-1-1 0 0,0 1 1 0 0,0 0 0 0 0,0 0-1 0 0,0 0 1 0 0,0 0 0 0 0,0 0 0 0 0,0-1-1 0 0,0 1 1 0 0,0 0 0 0 0,0 0-1 0 0,0 0 1 0 0,0 0 0 0 0,0 0-1 0 0,0 0 1 0 0,0-1 0 0 0,0 1-1 0 0,0 0 1 0 0,0 0 0 0 0,0 0 0 0 0,-1 0-1 0 0,1 0 1 0 0,0-1 0 0 0,0 1-1 0 0,0 0 1 0 0,0 0 0 0 0,0 0-1 0 0,0 0 1 0 0,0 0 0 0 0,0 0 0 0 0,0 0-1 0 0,-1 0 1 0 0,1-1 0 0 0,0 1-1 0 0,0 0 1 0 0,-20-4 584 0 0,-6 1-435 0 0,0 1 0 0 0,-35 3 0 0 0,21 0-179 0 0,-5 0-481 0 0,-1 2 1 0 0,-65 12 0 0 0,90-11-836 0 0,1 1 0 0 0,-1 1 0 0 0,1 2 0 0 0,0 0 0 0 0,1 0 0 0 0,0 2 0 0 0,-22 15 0 0 0,21-11-528 0 0,-19 20 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56.01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792 161 400 0 0,'-5'-2'55'0'0,"1"0"1"0"0,-1 1-1 0 0,1-1 1 0 0,-1 1-1 0 0,0 0 1 0 0,1 1-1 0 0,-1-1 1 0 0,0 1-1 0 0,1 0 1 0 0,-1 0-1 0 0,0 0 0 0 0,-6 2 1 0 0,-10-1-6 0 0,-164 6 1566 0 0,211 0 878 0 0,77-1-903 0 0,-31-4-870 0 0,581 15 2103 0 0,866 8-1297 0 0,-1368-22-1526 0 0,935-10 41 0 0,-487-33 302 0 0,-504 34-275 0 0,-32 3 88 0 0,121-23 0 0 0,-147 14 206 0 0,-29 9 90 0 0,-3 1-588 0 0,0-1 1 0 0,-1 0-1 0 0,1 1 1 0 0,0 0-1 0 0,0 0 1 0 0,0 1-1 0 0,0-1 1 0 0,1 1-1 0 0,-1 0 1 0 0,9 0-1 0 0,2-1-106 0 0,201-28-2872 0 0,-229 31 2964 0 0,8-1 135 0 0,0 0-1 0 0,0 1 1 0 0,-1-1 0 0 0,1 1 0 0 0,0 0 0 0 0,0 0 0 0 0,0 0 0 0 0,0 0 0 0 0,1 1-1 0 0,-1-1 1 0 0,0 1 0 0 0,1 0 0 0 0,-6 4 0 0 0,6-3-24 0 0,0 0-1 0 0,0 0 1 0 0,1 0 0 0 0,-1 1-1 0 0,-3 6 1 0 0,-6 7-43 0 0,9-15 114 0 0,0-1 0 0 0,0 0-1 0 0,0 0 1 0 0,0 0 0 0 0,0 0-1 0 0,0 0 1 0 0,0-1-1 0 0,0 0 1 0 0,-1 1 0 0 0,1-1-1 0 0,0 0 1 0 0,0 0 0 0 0,-4-1-1 0 0,-8 1 41 0 0,-228 6 229 0 0,-45 2-604 0 0,-812 13-465 0 0,554-18 1099 0 0,354 0-184 0 0,-736 33 423 0 0,378 25-718 0 0,296-12 161 0 0,25-3 11 0 0,-178 33 40 0 0,354-68-52 0 0,-173 27-5 0 0,188-33 91 0 0,-1-2 1 0 0,-43-2-1 0 0,45-1 140 0 0,35 0-160 0 0,-1 0 1 0 0,1 0 0 0 0,0 0 0 0 0,0 0 0 0 0,-1 0 0 0 0,1 0 0 0 0,0-1 0 0 0,0 1 0 0 0,0-1 0 0 0,-1 0 0 0 0,1 1 0 0 0,0-1 0 0 0,-2-1 0 0 0,4 1-56 0 0,0 1-1 0 0,0-1 1 0 0,0 1 0 0 0,0 0-1 0 0,0-1 1 0 0,0 1 0 0 0,0 0 0 0 0,1-1-1 0 0,-1 1 1 0 0,0-1 0 0 0,0 1-1 0 0,0 0 1 0 0,0-1 0 0 0,1 1-1 0 0,-1 0 1 0 0,0 0 0 0 0,0-1-1 0 0,1 1 1 0 0,-1 0 0 0 0,0-1-1 0 0,1 1 1 0 0,-1 0 0 0 0,0 0 0 0 0,1 0-1 0 0,-1-1 1 0 0,0 1 0 0 0,1 0-1 0 0,-1 0 1 0 0,1 0 0 0 0,31-12-74 0 0,-7 5 18 0 0,54-16-4 0 0,260-48 183 0 0,500-22 409 0 0,376 79-157 0 0,-696 39-340 0 0,-409-18-34 0 0,471 21-12 0 0,313-11 244 0 0,-803-18-85 0 0,-1-4-1 0 0,143-26 1 0 0,-193 24-88 0 0,190-28 359 0 0,-215 33-374 0 0,0 0 1 0 0,1-1 0 0 0,15-6-1 0 0,-26 8 13 0 0,-1-1-1 0 0,1 0 0 0 0,-1 0 0 0 0,1-1 0 0 0,-1 1 0 0 0,0-1 0 0 0,0 0 0 0 0,0 0 1 0 0,0-1-1 0 0,0 1 0 0 0,-1-1 0 0 0,1 1 0 0 0,-1-1 0 0 0,3-6 0 0 0,-5 10-53 0 0,5-10 304 0 0,-1-1 0 0 0,0 1-1 0 0,6-16 1 0 0,-10 23-310 0 0,0-1 0 0 0,-1 1 1 0 0,1 0-1 0 0,0 0 0 0 0,-1-1 0 0 0,0 1 0 0 0,0 0 0 0 0,0-1 1 0 0,0 1-1 0 0,0 0 0 0 0,-1 0 0 0 0,1-1 0 0 0,-1 1 0 0 0,0 0 1 0 0,0 0-1 0 0,0 0 0 0 0,0 0 0 0 0,-3-5 0 0 0,0 4-28 0 0,0-1 0 0 0,0 1-1 0 0,0 0 1 0 0,0 0 0 0 0,-1 0-1 0 0,0 0 1 0 0,1 1-1 0 0,-1 0 1 0 0,-1 0 0 0 0,1 0-1 0 0,0 1 1 0 0,-1 0 0 0 0,-7-3-1 0 0,-12-2-184 0 0,-48-6 0 0 0,52 10 68 0 0,0 0-37 0 0,-4-2-738 0 0,-1 2 1 0 0,1 0 0 0 0,-1 2-1 0 0,0 1 1 0 0,-39 5 0 0 0,22 2-2689 0 0,-71 19 0 0 0,75-12 1821 0 0,-56 27 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3:56.99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1721 441 1112 0 0,'1'-15'29'0'0,"-1"11"-21"0"0,1-1 0 0 0,-1 0-1 0 0,0 0 1 0 0,0 1 0 0 0,-1-1-1 0 0,1 0 1 0 0,-1 0 0 0 0,0 1-1 0 0,0-1 1 0 0,-1 0 0 0 0,1 1 0 0 0,-1-1-1 0 0,0 1 1 0 0,0 0 0 0 0,-1 0-1 0 0,-5-8 1 0 0,-16-11 49 0 0,-1 2 0 0 0,-44-30 1 0 0,68 51-57 0 0,-32-21 425 0 0,-1 1 0 0 0,-1 2 0 0 0,-1 1 0 0 0,-1 3-1 0 0,0 0 1 0 0,0 3 0 0 0,-1 0 0 0 0,-1 3 0 0 0,-67-6 0 0 0,35 9 370 0 0,0 4 1 0 0,-1 2 0 0 0,1 4-1 0 0,-105 19 1 0 0,64 4 34 0 0,100-24-658 0 0,0 0 0 0 0,-1 1 0 0 0,-20 12 0 0 0,28-14-134 0 0,0 0-1 0 0,1 1 1 0 0,-1-1 0 0 0,1 1-1 0 0,0 0 1 0 0,0 0 0 0 0,1 1-1 0 0,-1-1 1 0 0,1 1 0 0 0,-4 5-1 0 0,6-7-36 0 0,0-1 0 0 0,0 0 0 0 0,1 0-1 0 0,-1 1 1 0 0,0-1 0 0 0,1 1 0 0 0,-1-1-1 0 0,1 0 1 0 0,0 1 0 0 0,0-1 0 0 0,0 1-1 0 0,0-1 1 0 0,0 1 0 0 0,1-1 0 0 0,-1 0-1 0 0,1 1 1 0 0,0-1 0 0 0,-1 0 0 0 0,1 1-1 0 0,0-1 1 0 0,0 0 0 0 0,0 0 0 0 0,1 0-1 0 0,-1 0 1 0 0,1 0 0 0 0,-1 0 0 0 0,1 0-1 0 0,1 1 1 0 0,5 5 1 0 0,1-1 0 0 0,0 0 1 0 0,0-1-1 0 0,0 0 0 0 0,1 0 0 0 0,-1-1 1 0 0,18 7-1 0 0,80 22 59 0 0,-43-18-44 0 0,1-4 0 0 0,1-1 0 0 0,104 1-1 0 0,-79-12-63 0 0,-1-4-1 0 0,92-15 0 0 0,-110 6 18 0 0,0-2 0 0 0,119-42 0 0 0,-173 50 24 0 0,-1 0 0 0 0,-1-2-1 0 0,27-16 1 0 0,-37 21 4 0 0,1-1 0 0 0,-1-1 0 0 0,0 1 0 0 0,-1-1 0 0 0,1 0-1 0 0,-1 0 1 0 0,0 0 0 0 0,0-1 0 0 0,3-7 0 0 0,-7 12-2 0 0,0 0 0 0 0,1-1 0 0 0,-2 1 1 0 0,1 0-1 0 0,0 0 0 0 0,0-1 0 0 0,-1 1 0 0 0,1-1 0 0 0,-1 1 0 0 0,0 0 0 0 0,0-1 1 0 0,1 1-1 0 0,-2-1 0 0 0,1 1 0 0 0,0-1 0 0 0,0 1 0 0 0,-1 0 0 0 0,0-1 0 0 0,0-2 1 0 0,-1 1-12 0 0,0 1 0 0 0,0 0 1 0 0,-1 0-1 0 0,1-1 1 0 0,-1 1-1 0 0,1 1 1 0 0,-1-1-1 0 0,0 0 1 0 0,0 1-1 0 0,0 0 1 0 0,-5-3-1 0 0,-10-5-54 0 0,1 2 1 0 0,-2 0-1 0 0,-28-8 0 0 0,-34-7-47 0 0,0 4-1 0 0,-165-17 0 0 0,-176 26 50 0 0,285 19 216 0 0,0 6 1 0 0,2 6-1 0 0,-147 42 0 0 0,254-56-77 0 0,-67 21 218 0 0,83-24-240 0 0,1 1-1 0 0,-1 0 1 0 0,1 1 0 0 0,0 0 0 0 0,-14 12-1 0 0,23-17-49 0 0,0 1 0 0 0,0-1-1 0 0,0 1 1 0 0,1 0 0 0 0,-1-1 0 0 0,1 1-1 0 0,-1 0 1 0 0,1 0 0 0 0,-1 0-1 0 0,1 0 1 0 0,0 0 0 0 0,0 0 0 0 0,0 1-1 0 0,0-1 1 0 0,1 0 0 0 0,-2 4-1 0 0,2-4-1 0 0,1 0 0 0 0,-1 0 0 0 0,0 0 1 0 0,0 0-1 0 0,1-1 0 0 0,0 1 0 0 0,-1 0 0 0 0,1 0 0 0 0,0 0 0 0 0,0-1 0 0 0,0 1 0 0 0,0-1 0 0 0,0 1 0 0 0,0 0 0 0 0,0-1 0 0 0,0 0 0 0 0,1 1 0 0 0,-1-1 0 0 0,1 0 0 0 0,-1 1 0 0 0,1-1 0 0 0,2 1 0 0 0,12 7 26 0 0,0-1 0 0 0,0-1 0 0 0,1 0 0 0 0,21 5 0 0 0,50 12 127 0 0,161 23 0 0 0,85-16-140 0 0,150-16-26 0 0,-390-18-23 0 0,-1-4 1 0 0,-1-4-1 0 0,97-24 1 0 0,-185 34 36 0 0,95-28 35 0 0,-90 26-24 0 0,0-1-1 0 0,0 0 1 0 0,0-1-1 0 0,-1 0 0 0 0,0 0 1 0 0,0 0-1 0 0,11-11 1 0 0,-18 15-11 0 0,1 0 1 0 0,-1 0-1 0 0,0-1 1 0 0,0 1-1 0 0,0 0 1 0 0,0-1-1 0 0,0 1 0 0 0,0-1 1 0 0,0 1-1 0 0,0-1 1 0 0,-1 1-1 0 0,1-1 1 0 0,0 0-1 0 0,-1 1 1 0 0,0-1-1 0 0,1 0 1 0 0,-1 1-1 0 0,0-1 1 0 0,0 0-1 0 0,0 0 1 0 0,0-2-1 0 0,-1 2-9 0 0,0 0 0 0 0,1 0-1 0 0,-1 0 1 0 0,-1 0 0 0 0,1 0-1 0 0,0 1 1 0 0,0-1 0 0 0,-1 0-1 0 0,1 0 1 0 0,-1 1 0 0 0,1-1-1 0 0,-1 1 1 0 0,0-1 0 0 0,1 1-1 0 0,-1 0 1 0 0,0 0 0 0 0,0 0-1 0 0,-3-1 1 0 0,-10-5-50 0 0,-1 1 0 0 0,0 1 1 0 0,-1 0-1 0 0,1 1 0 0 0,-29-3 0 0 0,-110-4-104 0 0,45 7 164 0 0,1 4 1 0 0,-110 16-1 0 0,50 12 300 0 0,2 7 0 0 0,-254 89 0 0 0,244-57 171 0 0,164-61-430 0 0,0 1 0 0 0,0 0 0 0 0,1 0-1 0 0,0 2 1 0 0,-12 9 0 0 0,19-14-37 0 0,1 1-1 0 0,-1 0 0 0 0,1-1 0 0 0,0 1 0 0 0,1 0 0 0 0,-1 1 0 0 0,1-1 1 0 0,0 1-1 0 0,1 0 0 0 0,-4 10 0 0 0,5-14-6 0 0,0 0 0 0 0,1 0 0 0 0,-1 0 0 0 0,1 0 0 0 0,0 0 0 0 0,-1 0 0 0 0,1 0 0 0 0,0 0 0 0 0,0 0 0 0 0,1 0 1 0 0,-1 0-1 0 0,0 0 0 0 0,1 0 0 0 0,-1 0 0 0 0,1-1 0 0 0,-1 1 0 0 0,1 0 0 0 0,0 0 0 0 0,0 0 0 0 0,0 0 0 0 0,0-1 0 0 0,0 1 0 0 0,0 0 0 0 0,1-1 0 0 0,-1 1 0 0 0,0-1 0 0 0,4 3 0 0 0,4 3 5 0 0,1-1 0 0 0,0 0-1 0 0,0-1 1 0 0,0 0-1 0 0,1 0 1 0 0,0-1 0 0 0,0 0-1 0 0,19 3 1 0 0,13 1-3 0 0,58 3 0 0 0,-31-7 6 0 0,1-3 0 0 0,0-3 0 0 0,114-18 0 0 0,182-69-18 0 0,-335 80 40 0 0,0-2-1 0 0,-1-1 1 0 0,0-2-1 0 0,-1-1 0 0 0,-1-1 1 0 0,28-21-1 0 0,-49 31 20 0 0,-1 1 0 0 0,0-2 0 0 0,0 1-1 0 0,7-10 1 0 0,-12 14-23 0 0,0-1 0 0 0,-1 1 0 0 0,1-1 0 0 0,-1 0 0 0 0,1 0 0 0 0,-1 0 0 0 0,0 0 0 0 0,0 0-1 0 0,-1 0 1 0 0,1 0 0 0 0,-1 0 0 0 0,1 0 0 0 0,-1-3 0 0 0,0 4-21 0 0,0 0-1 0 0,-1-1 1 0 0,1 1-1 0 0,0 0 1 0 0,-1 0-1 0 0,0 0 1 0 0,1 0-1 0 0,-1 0 1 0 0,0 0-1 0 0,0 0 1 0 0,0 0-1 0 0,0 0 0 0 0,-1 0 1 0 0,1 1-1 0 0,0-1 1 0 0,-1 0-1 0 0,1 1 1 0 0,-1-1-1 0 0,0 1 1 0 0,1 0-1 0 0,-1-1 1 0 0,0 1-1 0 0,0 0 1 0 0,0 0-1 0 0,0 0 1 0 0,0 0-1 0 0,0 1 1 0 0,0-1-1 0 0,-3 0 1 0 0,-6-2-167 0 0,-1 0-1 0 0,0 1 1 0 0,-23-1 0 0 0,26 3-5 0 0,-2-1-513 0 0,0 1 0 0 0,0 0 0 0 0,0 1 1 0 0,0 0-1 0 0,1 1 0 0 0,-14 3 0 0 0,19-4 205 0 0,0 1-1 0 0,0 0 1 0 0,0 0-1 0 0,0 1 1 0 0,1 0 0 0 0,-1-1-1 0 0,0 1 1 0 0,1 1-1 0 0,0-1 1 0 0,0 1-1 0 0,0-1 1 0 0,0 1 0 0 0,-3 5-1 0 0,-8 20-1382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03.89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25 393 1032 0 0,'0'0'6'0'0,"0"1"0"0"0,-1-1 0 0 0,1 0 0 0 0,0 0 0 0 0,-1 1 0 0 0,1-1 0 0 0,0 0 1 0 0,-1 0-1 0 0,1 0 0 0 0,-1 1 0 0 0,1-1 0 0 0,0 0 0 0 0,-1 0 0 0 0,1 0 0 0 0,-1 0 0 0 0,1 0 0 0 0,-1 0 0 0 0,1 0 0 0 0,0 0 0 0 0,-1 0 0 0 0,1 0 0 0 0,-1 0 0 0 0,1 0 1 0 0,-1 0-1 0 0,1-1 0 0 0,0 1 0 0 0,-1 0 0 0 0,1 0 0 0 0,-1 0 0 0 0,1-1 0 0 0,0 1 0 0 0,-1 0 0 0 0,1 0 0 0 0,0-1 0 0 0,-1 1 0 0 0,1 0 0 0 0,0-1 0 0 0,0 1 0 0 0,-1 0 1 0 0,1-1-1 0 0,0 1 0 0 0,0 0 0 0 0,0-1 0 0 0,-1 0 0 0 0,-5-25 131 0 0,4 12 84 0 0,1 9 237 0 0,2-30 4566 0 0,737 34-2993 0 0,-287-17-1661 0 0,-177 4-94 0 0,-183 11-179 0 0,579-15 711 0 0,-526 18-650 0 0,249-3 256 0 0,-267-1-292 0 0,261-5 180 0 0,-213 9-190 0 0,525-9 172 0 0,-390-25-206 0 0,-221 22-60 0 0,649-60 38 0 0,-146 4-28 0 0,-307 27 191 0 0,-128 38 102 0 0,-86 5-197 0 0,-62-2-109 0 0,14-1 101 0 0,35 5 0 0 0,-48 2-71 0 0,-9-6-41 0 0,1 1-1 0 0,0 0 1 0 0,-1-1 0 0 0,1 1-1 0 0,0-1 1 0 0,-1 1 0 0 0,1-1-1 0 0,0 1 1 0 0,-1-1 0 0 0,1 1-1 0 0,0-1 1 0 0,0 0 0 0 0,0 1-1 0 0,-1-1 1 0 0,1 0 0 0 0,0 0-1 0 0,0 0 1 0 0,1 1 0 0 0,0 32-184 0 0,-3-28 143 0 0,1 0 0 0 0,1 0 1 0 0,-1 0-1 0 0,1 0 0 0 0,0 0 1 0 0,0 0-1 0 0,0 0 1 0 0,1 0-1 0 0,0 0 0 0 0,0 0 1 0 0,0 0-1 0 0,1-1 0 0 0,-1 1 1 0 0,1-1-1 0 0,0 0 1 0 0,0 0-1 0 0,0 0 0 0 0,1 0 1 0 0,0-1-1 0 0,5 5 0 0 0,30 36-513 0 0,-36-40 491 0 0,0 0 1 0 0,0 0 0 0 0,-1 0 0 0 0,0 1-1 0 0,1-1 1 0 0,-2 1 0 0 0,1 0 0 0 0,0-1-1 0 0,0 7 1 0 0,2 8-179 0 0,-3-16 167 0 0,-1-1 0 0 0,1 1 0 0 0,-1-1 0 0 0,1 1 0 0 0,-1-1 0 0 0,0 1 0 0 0,0 0 0 0 0,0-1 0 0 0,-1 5 0 0 0,0-6 52 0 0,1 1 0 0 0,-1-1 0 0 0,0 1-1 0 0,0-1 1 0 0,0 1 0 0 0,0-1 0 0 0,0 0-1 0 0,-1 0 1 0 0,1 1 0 0 0,0-1 0 0 0,-1 0-1 0 0,1 0 1 0 0,0 0 0 0 0,-1-1 0 0 0,1 1 0 0 0,-1 0-1 0 0,0 0 1 0 0,1-1 0 0 0,-3 1 0 0 0,-6 3-21 0 0,-1-1 0 0 0,0 0 0 0 0,0-1 0 0 0,0 0 1 0 0,-14 0-1 0 0,-62-2-77 0 0,43 0 73 0 0,-460 7-229 0 0,248-1 159 0 0,-164 8 50 0 0,222-6 76 0 0,-356 31 94 0 0,293-17 5 0 0,-703 58 435 0 0,12 43 91 0 0,838-107-541 0 0,-2-5 0 0 0,-118-5 0 0 0,88-4 7 0 0,-163 21 0 0 0,308-23-104 0 0,-348 38 150 0 0,237-28-98 0 0,-26 0 52 0 0,136-10-99 0 0,1-1-1 0 0,-1 1 0 0 0,1 0 1 0 0,-1 0-1 0 0,1 1 0 0 0,-1-1 1 0 0,1 0-1 0 0,-1 0 0 0 0,1 1 1 0 0,0-1-1 0 0,-1 1 0 0 0,1-1 0 0 0,-3 2 1 0 0,4-1-4 0 0,0-1 1 0 0,-1 1-1 0 0,1 0 1 0 0,-1 0-1 0 0,1 0 1 0 0,0 0-1 0 0,0 0 1 0 0,-1 0-1 0 0,1 0 1 0 0,0 0 0 0 0,0 0-1 0 0,0 0 1 0 0,0 0-1 0 0,0 0 1 0 0,1 1-1 0 0,-1 4-14 0 0,1-4-41 0 0,1 0-1 0 0,-1 0 1 0 0,1 0-1 0 0,0 0 0 0 0,0 0 1 0 0,0 0-1 0 0,0-1 1 0 0,0 1-1 0 0,0-1 0 0 0,0 1 1 0 0,1-1-1 0 0,4 2 1 0 0,3 3-274 0 0,15 17-524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08.59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131 151 1192 0 0,'-1'-1'11'0'0,"1"1"1"0"0,-1-1-1 0 0,1 1 0 0 0,-1-1 1 0 0,1 1-1 0 0,0-1 0 0 0,-1 1 1 0 0,1-1-1 0 0,0 0 0 0 0,-1 1 1 0 0,1-1-1 0 0,0 1 0 0 0,0-1 1 0 0,-1 0-1 0 0,1 1 0 0 0,0-1 1 0 0,0 0-1 0 0,0 1 0 0 0,0-1 1 0 0,0 0-1 0 0,0 1 0 0 0,0-1 1 0 0,0 0-1 0 0,0 1 1 0 0,1-1-1 0 0,-1 0 0 0 0,0 0 1 0 0,0-6 105 0 0,2 2-85 0 0,3 5-21 0 0,8-14 11 0 0,-8 6-18 0 0,0-1 21 0 0,-5 8-24 0 0,-1 1 0 0 0,1 0-1 0 0,-1-1 1 0 0,1 1-1 0 0,-1 0 1 0 0,0 0 0 0 0,1 0-1 0 0,-1-1 1 0 0,1 1-1 0 0,-1 0 1 0 0,0 0 0 0 0,1 0-1 0 0,-1 0 1 0 0,0 0-1 0 0,1 0 1 0 0,-1 0 0 0 0,0 0-1 0 0,1 0 1 0 0,-1 0-1 0 0,0 1 1 0 0,0-1 0 0 0,-57 11 45 0 0,-25 1 11170 0 0,133-3-12427 0 0,117 14 2483 0 0,133-18 225 0 0,-188-5-1033 0 0,452 35 878 0 0,-63 0-583 0 0,-161-35-391 0 0,40 15-268 0 0,214 6 270 0 0,-591-21-341 0 0,-1 0 0 0 0,1-1 0 0 0,0 1 0 0 0,-1-1 0 0 0,1 1 0 0 0,0-1 0 0 0,-1 0 0 0 0,1 0 0 0 0,-1 0 0 0 0,1 0 0 0 0,-1 0 0 0 0,1-1 0 0 0,-1 1 0 0 0,0-1 0 0 0,3-2 0 0 0,19-12 53 0 0,10 1-123 0 0,-20 10 58 0 0,-1-1 1 0 0,0 0-1 0 0,19-13 0 0 0,12-11-98 0 0,-42 29 59 0 0,-1 0 0 0 0,1-1 0 0 0,0 1 0 0 0,0 0 0 0 0,0 0 0 0 0,-1 0 0 0 0,1 0 0 0 0,0 1 0 0 0,4-2 0 0 0,-3 1 11 0 0,-1 1 0 0 0,0-1 1 0 0,0 1-1 0 0,0-1 1 0 0,0 0-1 0 0,-1 0 0 0 0,1 0 1 0 0,0 0-1 0 0,3-3 0 0 0,7-21-58 0 0,-10 21-18 0 0,1 0 0 0 0,0 0 0 0 0,0 1 0 0 0,0-1 0 0 0,1 1 0 0 0,-1 0 0 0 0,1 0 0 0 0,0 0 0 0 0,0 0 0 0 0,5-2 0 0 0,48-22-423 0 0,-38 18 382 0 0,-4 4-87 0 0,-14 5 193 0 0,0 0 1 0 0,0 0-1 0 0,0-1 0 0 0,0 1 0 0 0,0 0 0 0 0,1 0 0 0 0,-1-1 0 0 0,0 1 0 0 0,0-1 0 0 0,0 1 0 0 0,0-1 0 0 0,0 0 0 0 0,0 1 0 0 0,0-1 0 0 0,-1 0 0 0 0,1 1 0 0 0,0-1 0 0 0,0 0 0 0 0,0 0 0 0 0,0-1 0 0 0,-8 2-287 0 0,-72 3-77 0 0,-102 19-1 0 0,31-2 249 0 0,-260 28 62 0 0,-92-7 176 0 0,277-26-81 0 0,-237 46 0 0 0,245-16-162 0 0,197-40-599 0 0,0 2 0 0 0,0 0 0 0 0,1 1 0 0 0,-18 11 0 0 0,33-17 229 0 0,0 0 0 0 0,-36 57-7178 0 0,39-56 7507 0 0,-5 21-1680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11.16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219 393 872 0 0,'-10'-3'48'0'0,"0"1"0"0"0,0 0 1 0 0,0 0-1 0 0,0 1 0 0 0,0 1 0 0 0,-1-1 0 0 0,-17 3 1 0 0,18-1 65 0 0,0 0 1 0 0,1-1-1 0 0,-1 0 1 0 0,0-1 0 0 0,0 0-1 0 0,1 0 1 0 0,-42-21 5334 0 0,51 22-5419 0 0,61-2 3766 0 0,237-42-1350 0 0,-120 16-1729 0 0,873-103 1108 0 0,-613 115-1369 0 0,-264 14-336 0 0,412-5 29 0 0,-200 7-81 0 0,-372 0-75 0 0,-11-1 9 0 0,0 1 0 0 0,-1 0 0 0 0,1 0 0 0 0,-1 0 0 0 0,1 0 0 0 0,-1 0 0 0 0,1 0 0 0 0,-1 1-1 0 0,1-1 1 0 0,-1 1 0 0 0,1 0 0 0 0,-1 0 0 0 0,0 0 0 0 0,1 0 0 0 0,-1 0 0 0 0,3 2 0 0 0,-27 1 4 0 0,-416 40-719 0 0,-18-18 599 0 0,-100 5-27 0 0,-5-26 145 0 0,461-11 0 0 0,-157-27 0 0 0,-336-73 10 0 0,573 101 0 0 0,20 3-96 0 0,5 1-30 0 0,43 0-174 0 0,863 34 166 0 0,101-14 80 0 0,-908-24 20 0 0,162-30-1 0 0,-239 29 61 0 0,0-1 1 0 0,-1-1-1 0 0,0-1 0 0 0,48-25 0 0 0,-58 26 35 0 0,-13 7-41 0 0,0 0 0 0 0,-1 0 0 0 0,1-1 1 0 0,0 1-1 0 0,-1-1 0 0 0,1 1 0 0 0,-1-1 0 0 0,0 0 0 0 0,1 0 0 0 0,-1 0 0 0 0,0-1 0 0 0,0 1 0 0 0,1-3 0 0 0,-3 5-27 0 0,1 0-1 0 0,-1 0 0 0 0,0 0 0 0 0,0 0 0 0 0,0 0 1 0 0,0-1-1 0 0,0 1 0 0 0,0 0 0 0 0,1 0 0 0 0,-1 0 1 0 0,0 0-1 0 0,0-1 0 0 0,0 1 0 0 0,0 0 1 0 0,0 0-1 0 0,0 0 0 0 0,0 0 0 0 0,0-1 0 0 0,0 1 1 0 0,0 0-1 0 0,0 0 0 0 0,0 0 0 0 0,0-1 0 0 0,0 1 1 0 0,0 0-1 0 0,0 0 0 0 0,0 0 0 0 0,0 0 1 0 0,0-1-1 0 0,0 1 0 0 0,0 0 0 0 0,0 0 0 0 0,0 0 1 0 0,0 0-1 0 0,0-1 0 0 0,0 1 0 0 0,0 0 0 0 0,-1 0 1 0 0,1 0-1 0 0,0 0 0 0 0,0-1 0 0 0,0 1 1 0 0,0 0-1 0 0,0 0 0 0 0,-1 0 0 0 0,1 0 0 0 0,0 0 1 0 0,0 0-1 0 0,0 0 0 0 0,0 0 0 0 0,-1-1 0 0 0,1 1 1 0 0,-15 0-227 0 0,4 0-159 0 0,6 1-48 0 0,0-1-1 0 0,0 1 1 0 0,0 0 0 0 0,0 0 0 0 0,0 0-1 0 0,0 1 1 0 0,0 0 0 0 0,0 0-1 0 0,0 0 1 0 0,1 0 0 0 0,-1 1-1 0 0,1 0 1 0 0,0 0 0 0 0,-1 0 0 0 0,-5 7-1 0 0,-1 1-1187 0 0,1 0 0 0 0,1 2 0 0 0,-12 17 0 0 0,16-23 1228 0 0,-15 23-1944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14.2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894 419 864 0 0,'-158'12'415'0'0,"-5"-24"6210"0"0,163 11-6594 0 0,0 1 0 0 0,0 0 0 0 0,0-1 0 0 0,0 1 1 0 0,0 0-1 0 0,0 0 0 0 0,0-1 0 0 0,0 1 0 0 0,0 0 0 0 0,0-1 1 0 0,0 1-1 0 0,0 0 0 0 0,0 0 0 0 0,0-1 0 0 0,0 1 0 0 0,-1 0 1 0 0,1-1-1 0 0,0 1 0 0 0,0 0 0 0 0,0 0 0 0 0,0-1 0 0 0,-1 1 1 0 0,1 0-1 0 0,0 0 0 0 0,0 0 0 0 0,-1-1 0 0 0,1 1 0 0 0,0 0 1 0 0,0 0-1 0 0,-1 0 0 0 0,1 0 0 0 0,0 0 0 0 0,0 0 0 0 0,-1-1 1 0 0,1 1-1 0 0,0 0 0 0 0,-1 0 0 0 0,1 0 0 0 0,0 0 0 0 0,-1 0 1 0 0,1 0-1 0 0,0 0 0 0 0,0 0 0 0 0,-1 0 0 0 0,1 0 0 0 0,0 0 1 0 0,-1 1-1 0 0,1-1 0 0 0,0 0 0 0 0,-1 0 0 0 0,-2 0 145 0 0,-37 0-105 0 0,-327 6 179 0 0,305-6-68 0 0,49-1 70 0 0,-1 1 1 0 0,1 1-1 0 0,-1 0 0 0 0,-23 4 750 0 0,152-12 637 0 0,244-2-855 0 0,12 0-556 0 0,-251 1-162 0 0,151-5 172 0 0,167-5 165 0 0,-102 3 87 0 0,292 8-9 0 0,455 22-505 0 0,-977-14 8 0 0,417-7 88 0 0,343-51 594 0 0,-587 28-692 0 0,-100 9-54 0 0,261-20-133 0 0,205-18-8 0 0,-493 47 50 0 0,87-10-50 0 0,-104 5 111 0 0,332-46-48 0 0,-276 43 146 0 0,-106 14 25 0 0,260-4 66 0 0,-251 10-63 0 0,-57-1-42 0 0,0 2 1 0 0,0 1-1 0 0,-1 2 1 0 0,69 19-1 0 0,-88-19-48 0 0,0 1 0 0 0,-1 1 0 0 0,1 0 0 0 0,-2 1 0 0 0,1 1 0 0 0,-1 0 0 0 0,0 1 0 0 0,-1 1 0 0 0,0 0 0 0 0,-1 1 0 0 0,-1 1 0 0 0,16 18 0 0 0,-24-23-31 0 0,1 0 0 0 0,-1 0 0 0 0,0 1 0 0 0,-1-1 0 0 0,4 14 0 0 0,-4-12 3 0 0,-1-3 46 0 0,-1-1 0 0 0,0 1 1 0 0,0-1-1 0 0,-1 1 0 0 0,1-1 0 0 0,-1 1 0 0 0,-1-1 0 0 0,1 1 0 0 0,-1-1 1 0 0,0 1-1 0 0,-1-1 0 0 0,1 1 0 0 0,-1-1 0 0 0,0 0 0 0 0,-1 0 0 0 0,0 0 0 0 0,0 0 1 0 0,0-1-1 0 0,-1 1 0 0 0,1-1 0 0 0,-7 7 0 0 0,-7 7-11 0 0,-1 0 0 0 0,-2-1 0 0 0,-38 28 0 0 0,58-45 65 0 0,-16 10-5 0 0,0 0 0 0 0,0-2 0 0 0,-1 0 0 0 0,-1-1 0 0 0,-29 11 0 0 0,-96 16 26 0 0,138-34-19 0 0,-661 96-2 0 0,649-95-1 0 0,-591 42-204 0 0,38-19 216 0 0,122-5 595 0 0,-923 13-234 0 0,873-21-644 0 0,-76 0 362 0 0,-364-12 272 0 0,229 51-369 0 0,435-24-180 0 0,206-22 303 0 0,-1-3 1 0 0,-103-11 0 0 0,119 1-105 0 0,37 4-739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16.56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574 167 688 0 0,'0'-5'243'0'0,"-4"-13"46"0"0,-12 9-152 0 0,12 2-114 0 0,3 6-17 0 0,0 0 1 0 0,1 0 0 0 0,-1 0-1 0 0,0 0 1 0 0,0 0 0 0 0,0 0-1 0 0,0 0 1 0 0,0 0-1 0 0,0 0 1 0 0,0 0 0 0 0,0 1-1 0 0,-1-1 1 0 0,1 1-1 0 0,0-1 1 0 0,0 1 0 0 0,0-1-1 0 0,-1 1 1 0 0,1-1-1 0 0,-3 1 1 0 0,-1-2 8 0 0,0 1-1 0 0,0 1 1 0 0,0-1 0 0 0,0 1-1 0 0,-1 0 1 0 0,1 0-1 0 0,-8 1 1 0 0,-23-1 271 0 0,-43-5 2781 0 0,-103 5 1 0 0,71 2-1179 0 0,65 3-994 0 0,24-1-439 0 0,22-4-453 0 0,0 1 0 0 0,0-1 0 0 0,0 0-1 0 0,0 0 1 0 0,0 0 0 0 0,0 0 0 0 0,1 0 0 0 0,-1 0 0 0 0,0 0-1 0 0,0 0 1 0 0,0 0 0 0 0,0 0 0 0 0,0 0 0 0 0,0 0 0 0 0,0 0-1 0 0,0 0 1 0 0,0 1 0 0 0,0-1 0 0 0,0 0 0 0 0,0 0 0 0 0,0 0-1 0 0,0 0 1 0 0,0 0 0 0 0,0 0 0 0 0,0 0 0 0 0,0 0 0 0 0,0 0 0 0 0,0 0-1 0 0,0 1 1 0 0,0-1 0 0 0,0 0 0 0 0,0 0 0 0 0,0 0 0 0 0,0 0-1 0 0,0 0 1 0 0,0 0 0 0 0,0 0 0 0 0,0 0 0 0 0,0 0 0 0 0,0 0-1 0 0,0 0 1 0 0,-1 0 0 0 0,1 1 0 0 0,0-1 0 0 0,0 0 0 0 0,0 0 0 0 0,0 0-1 0 0,0 0 1 0 0,0 0 0 0 0,8 3-34 0 0,18-2 126 0 0,35-1 1 0 0,-14 0 3 0 0,946-1 604 0 0,-497-13-618 0 0,258 31-143 0 0,411-6 834 0 0,-746-34-107 0 0,-127 20-115 0 0,-204 4-432 0 0,225 13 230 0 0,-81-1-6 0 0,-182-11-209 0 0,-25-1 38 0 0,0 0 0 0 0,1-1 0 0 0,-1-2 0 0 0,39-7 0 0 0,-28-1 374 0 0,36-17-1 0 0,-38 14-74 0 0,-33 13-449 0 0,0-1 0 0 0,0 1 1 0 0,-1 0-1 0 0,1-1 0 0 0,0 1 0 0 0,0-1 1 0 0,-1 1-1 0 0,1-1 0 0 0,0 1 0 0 0,-1-1 0 0 0,1 0 1 0 0,-1 1-1 0 0,1-1 0 0 0,0 0 0 0 0,-1 1 1 0 0,0-1-1 0 0,1 0 0 0 0,-1 0 0 0 0,1 1 0 0 0,-1-1 1 0 0,0 0-1 0 0,0 0 0 0 0,1 0 0 0 0,-1 0 1 0 0,0 1-1 0 0,0-1 0 0 0,0 0 0 0 0,0 0 0 0 0,0 0 1 0 0,0 0-1 0 0,0 0 0 0 0,0 1 0 0 0,0-1 0 0 0,-1 0 1 0 0,1 0-1 0 0,0 0 0 0 0,0 1 0 0 0,-1-1 1 0 0,1 0-1 0 0,-1 0 0 0 0,1 0 0 0 0,-1 1 0 0 0,1-1 1 0 0,-1 0-1 0 0,1 1 0 0 0,-1-1 0 0 0,1 1 1 0 0,-1-1-1 0 0,-1 0 0 0 0,-2-3-241 0 0,-1 0 1 0 0,0 0-1 0 0,-1 1 0 0 0,1 0 1 0 0,0 0-1 0 0,-1 0 0 0 0,0 1 1 0 0,0-1-1 0 0,0 1 0 0 0,0 1 1 0 0,-6-2-1 0 0,-12-1-1476 0 0,-40 0-1 0 0,34 2 1689 0 0,-143 1-324 0 0,102 1 328 0 0,-315 29 16 0 0,287-17-24 0 0,42-6 0 0 0,-169 15-26 0 0,-252 14 112 0 0,-405 40 61 0 0,560-44-100 0 0,-412 43 58 0 0,193-44-4 0 0,510-30-91 0 0,5 0-30 0 0,-1 1 1 0 0,0 0-1 0 0,1 3 1 0 0,0 0-1 0 0,-36 10 0 0 0,42-7-175 0 0,-21 6 9 0 0,-66 30 0 0 0,94-35-727 0 0,-1 0-1 0 0,-23 19 1 0 0,-18 32-6180 0 0,36-26 5706 0 0,13-19 227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21.28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184 260 920 0 0,'-160'-79'600'0'0,"158"79"-411"0"0,0-1 0 0 0,0 0 0 0 0,0 0 1 0 0,1 0-1 0 0,-1 0 0 0 0,0 0 0 0 0,1 0 0 0 0,-1-1 0 0 0,1 1 1 0 0,-1 0-1 0 0,-1-3 0 0 0,3 3-108 0 0,-1 0 0 0 0,1 0 1 0 0,0 0-1 0 0,0 0 0 0 0,0 0 0 0 0,0 1 0 0 0,0-1 1 0 0,0 0-1 0 0,0 0 0 0 0,0 0 0 0 0,0 0 1 0 0,0 0-1 0 0,0 0 0 0 0,1 1 0 0 0,-1-1 0 0 0,0 0 1 0 0,0 0-1 0 0,1 0 0 0 0,-1 0 0 0 0,1 1 1 0 0,-1-1-1 0 0,1 0 0 0 0,-1 1 0 0 0,1-1 1 0 0,-1 0-1 0 0,1 1 0 0 0,0-1 0 0 0,-1 0 0 0 0,1 1 1 0 0,0-1-1 0 0,0 1 0 0 0,0-1 0 0 0,5-3 23 0 0,0-1-1 0 0,1 1 1 0 0,-1 1-1 0 0,12-6 1 0 0,11-1 126 0 0,0 0 0 0 0,1 2 0 0 0,0 2 0 0 0,35-4 0 0 0,131-4 949 0 0,-140 12-886 0 0,1125-37 3312 0 0,-1158 39-3571 0 0,808-13 464 0 0,-612 11-476 0 0,541 25 24 0 0,-11 46 185 0 0,-598-53-196 0 0,378 28-40 0 0,163-68 38 0 0,-619 20-59 0 0,494-20 182 0 0,-121-5-49 0 0,-253 10-65 0 0,29-1 9 0 0,-13 18-172 0 0,-123 3-50 0 0,-4-1-291 0 0,-82-1 398 0 0,1 1 1 0 0,-1 0 0 0 0,1 0 0 0 0,-1 0 0 0 0,1 0 0 0 0,0 0-1 0 0,-1 0 1 0 0,1 0 0 0 0,-1 0 0 0 0,1 0 0 0 0,0 0-1 0 0,-1 0 1 0 0,1 0 0 0 0,-1 1 0 0 0,1-1 0 0 0,0 0-1 0 0,-1 0 1 0 0,1 1 0 0 0,-1-1 0 0 0,1 0 0 0 0,-1 1 0 0 0,1-1-1 0 0,-1 0 1 0 0,1 1 0 0 0,-8 8-789 0 0,3-5 730 0 0,0-1 0 0 0,-1 1-1 0 0,0-1 1 0 0,1 0 0 0 0,-1 0 0 0 0,0 0 0 0 0,-1 0-1 0 0,-9 2 1 0 0,2 1-37 0 0,-95 40-1357 0 0,-195 55-1 0 0,247-85 1305 0 0,-11 4-91 0 0,-84 14 1 0 0,-531 46-2123 0 0,241-43 2195 0 0,-996 64 548 0 0,547-69 783 0 0,415-16-305 0 0,380-14-603 0 0,-246 9 712 0 0,-242 34-345 0 0,270-23-657 0 0,-61-11-1388 0 0,339-8 1476 0 0,-60-4 1 0 0,85 0 62 0 0,1 0 0 0 0,0 0 0 0 0,-1-1-1 0 0,1 0 1 0 0,0-1 0 0 0,0 0 0 0 0,1-1 0 0 0,-1 1 0 0 0,1-2-1 0 0,-1 1 1 0 0,-11-10 0 0 0,12 9 35 0 0,-6-9 189 0 0,14 14-274 0 0,0-1 0 0 0,0 1 1 0 0,0-1-1 0 0,0 1 0 0 0,0-1 0 0 0,0 1 0 0 0,0-1 0 0 0,0 1 0 0 0,0-1 0 0 0,0 0 1 0 0,0 1-1 0 0,0-1 0 0 0,1 1 0 0 0,-1 0 0 0 0,0-1 0 0 0,0 1 0 0 0,0-1 0 0 0,1 1 1 0 0,-1-1-1 0 0,0 1 0 0 0,1-1 0 0 0,-1 1 0 0 0,0 0 0 0 0,1-1 0 0 0,-1 1 1 0 0,1 0-1 0 0,-1-1 0 0 0,1 1 0 0 0,-1 0 0 0 0,0 0 0 0 0,1-1 0 0 0,-1 1 0 0 0,1 0 1 0 0,-1 0-1 0 0,1 0 0 0 0,0 0 0 0 0,10-6-19 0 0,1 1-1 0 0,19-6 1 0 0,3-1 10 0 0,11-4 119 0 0,1 1-1 0 0,87-14 0 0 0,100 1 222 0 0,-167 21-287 0 0,632-42 223 0 0,-664 47-258 0 0,789-13 153 0 0,0 41-93 0 0,949 21-109 0 0,-1535-40 1 0 0,50 0 128 0 0,-3-21 241 0 0,-212 3-112 0 0,121-36 1 0 0,-103 23-72 0 0,-77 20-135 0 0,114-33 195 0 0,-100 29-63 0 0,30-6 0 0 0,19-5 111 0 0,-21 5-240 0 0,82-9-1 0 0,-48 9-192 0 0,13 0-61 0 0,28-7-533 0 0,-79 12-38 0 0,-80 2-2102 0 0,-672-8 1112 0 0,386-10 1929 0 0,-864-37 2410 0 0,-510 43 841 0 0,655 64-2039 0 0,750-30-885 0 0,-374 35 281 0 0,360 6-808 0 0,181-33 33 0 0,-22 8 15 0 0,95-20-70 0 0,-80 10-1 0 0,22-6-64 0 0,-21 10-21 0 0,-97 16 180 0 0,99-24 179 0 0,-148 0-1 0 0,111-17 170 0 0,159-1-309 0 0,0 0 0 0 0,-1 0-1 0 0,1 0 1 0 0,0 0 0 0 0,-1 0-1 0 0,1 0 1 0 0,-1 0 0 0 0,1 0-1 0 0,-1 0 1 0 0,0 0 0 0 0,1 0-1 0 0,-1-1 1 0 0,0 1 0 0 0,0 0-1 0 0,0 0 1 0 0,0 0 0 0 0,0-1-1 0 0,0 1 1 0 0,0 0 0 0 0,0 0-1 0 0,0 0 1 0 0,-1 0 0 0 0,0-2-1 0 0,0-1-36 0 0,0 1 1 0 0,0 0-1 0 0,-1-1 0 0 0,1 1 0 0 0,-1 0 0 0 0,0 0 0 0 0,0 1 0 0 0,-3-5 0 0 0,4 7-4 0 0,1 0-3 0 0,0 0 0 0 0,0 0 0 0 0,0 0 0 0 0,0 0 1 0 0,0 0-1 0 0,0 0 0 0 0,0-1 0 0 0,-1 1 0 0 0,1 0 0 0 0,0 0 0 0 0,0 0 0 0 0,0 0 0 0 0,0 0 1 0 0,0 0-1 0 0,0 0 0 0 0,0 0 0 0 0,0 0 0 0 0,0-1 0 0 0,0 1 0 0 0,0 0 0 0 0,0 0 1 0 0,0 0-1 0 0,0 0 0 0 0,0 0 0 0 0,0 0 0 0 0,0-1 0 0 0,0 1 0 0 0,0 0 0 0 0,0 0 1 0 0,0 0-1 0 0,0 0 0 0 0,0 0 0 0 0,0 0 0 0 0,0-1 0 0 0,0 1 0 0 0,0 0 0 0 0,0 0 1 0 0,0 0-1 0 0,0 0 0 0 0,0 0 0 0 0,0 0 0 0 0,0 0 0 0 0,0-1 0 0 0,0 1 0 0 0,0 0 0 0 0,0 0 1 0 0,0 0-1 0 0,1 0 0 0 0,-1 0 0 0 0,0 0 0 0 0,0 0 0 0 0,0 0 0 0 0,0 0 0 0 0,0 0 1 0 0,0 0-1 0 0,7-6-25 0 0,0 2 1 0 0,0-1-1 0 0,0 1 1 0 0,1 0-1 0 0,0 1 1 0 0,-1-1 0 0 0,1 1-1 0 0,15-3 1 0 0,163-30-15 0 0,-163 32 30 0 0,612-56 34 0 0,-33 20 195 0 0,149-12 5 0 0,453 17-259 0 0,-82 76 299 0 0,-895-27-229 0 0,421 24-103 0 0,-61-23 170 0 0,-514-13-45 0 0,-19 0 77 0 0,0-3 0 0 0,82-10 0 0 0,-118 7 239 0 0,1-1-1 0 0,-1-1 1 0 0,0-1 0 0 0,-1 0-1 0 0,32-19 1 0 0,-31 15-93 0 0,1 2 1 0 0,0 0-1 0 0,33-10 0 0 0,-22 11-203 0 0,10-4-13 0 0,1 3 1 0 0,47-6-1 0 0,-5 7 41 0 0,39-2-107 0 0,-247 109-17738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29.3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947 220 576 0 0,'1'-3'22'0'0,"0"1"-1"0"0,-1-1 1 0 0,1 0-1 0 0,0 1 1 0 0,0-1 0 0 0,1 1-1 0 0,-1 0 1 0 0,0-1-1 0 0,1 1 1 0 0,-1 0-1 0 0,1 0 1 0 0,0 0 0 0 0,0 0-1 0 0,0 0 1 0 0,3-3-1 0 0,-3 3-20 0 0,1 0 0 0 0,-1 0-1 0 0,0-1 1 0 0,0 1 0 0 0,0-1-1 0 0,0 1 1 0 0,0-1 0 0 0,-1 0-1 0 0,2-4 1 0 0,6-33 114 0 0,-6 36-89 0 0,35-11 33 0 0,-2-6-19 0 0,-22 11 4 0 0,1 2 1 0 0,30-18 4073 0 0,-56 18-2712 0 0,-19-3-857 0 0,15 8-546 0 0,-1 1-1 0 0,0 0 1 0 0,0 1-1 0 0,0 1 1 0 0,0 1-1 0 0,0 0 1 0 0,0 1-1 0 0,-24 6 1 0 0,-92 22-356 0 0,-56 15 282 0 0,170-39 89 0 0,-195 64 257 0 0,191-60-259 0 0,1 0 1 0 0,0 0-1 0 0,1 2 1 0 0,0 1-1 0 0,1 0 0 0 0,1 2 1 0 0,-23 21-1 0 0,-71 101 51 0 0,95-114 44 0 0,1 0 0 0 0,1 2 0 0 0,-14 31 0 0 0,25-46-67 0 0,0-1 0 0 0,1 1 0 0 0,0-1 0 0 0,1 1 0 0 0,-1 0 0 0 0,2 0 0 0 0,0 0 0 0 0,0 0 0 0 0,0 0 0 0 0,2 1 0 0 0,1 18 0 0 0,17 33 105 0 0,46 134 73 0 0,-55-167-199 0 0,-3-6 32 0 0,2 0-1 0 0,0-1 0 0 0,2 0 0 0 0,0 0 1 0 0,2-1-1 0 0,0-1 0 0 0,1 0 1 0 0,1-1-1 0 0,33 33 0 0 0,-22-29 30 0 0,2 0 1 0 0,0-2-1 0 0,2-2 0 0 0,0 0 1 0 0,1-2-1 0 0,0-2 0 0 0,37 13 0 0 0,3-6 224 0 0,0-4 0 0 0,1-3 0 0 0,90 7 0 0 0,223-7 442 0 0,222-41-325 0 0,69-57-269 0 0,-288 26-168 0 0,83 6-157 0 0,130-17 235 0 0,-483 52 25 0 0,280-41 443 0 0,-4-25 169 0 0,-71-11-33 0 0,-112 31-243 0 0,-181 52-331 0 0,45-21-1 0 0,19-6 46 0 0,-41 22-80 0 0,-31 9-37 0 0,-1 0-1 0 0,1-1 1 0 0,-2-1 0 0 0,1-1-1 0 0,31-19 1 0 0,-25 12 14 0 0,-19 12-22 0 0,0 0 1 0 0,-1-1-1 0 0,0 0 1 0 0,0 0-1 0 0,0 0 1 0 0,9-11-1 0 0,-15 15-9 0 0,0-1 0 0 0,-1 1-1 0 0,1 0 1 0 0,-1 0-1 0 0,1 0 1 0 0,-1-1 0 0 0,0 1-1 0 0,0 0 1 0 0,1-1-1 0 0,-1 1 1 0 0,0 0 0 0 0,0-1-1 0 0,0 1 1 0 0,0 0-1 0 0,-1 0 1 0 0,1-1 0 0 0,0 1-1 0 0,0 0 1 0 0,-1-1-1 0 0,1 1 1 0 0,-1 0 0 0 0,1 0-1 0 0,-1 0 1 0 0,0-2-1 0 0,-20-27 100 0 0,18 25-82 0 0,-16-17 64 0 0,-22-21 0 0 0,-8-8 8 0 0,45 46-88 0 0,0 2 1 0 0,0-1-1 0 0,-1 0 0 0 0,1 1 1 0 0,-1 0-1 0 0,0 0 0 0 0,0 0 1 0 0,-8-3-1 0 0,-46-13 20 0 0,26 9-20 0 0,-16-6 5 0 0,-1 2 0 0 0,0 2 0 0 0,-1 2 0 0 0,0 2 0 0 0,-92-1 0 0 0,-343 1-84 0 0,367 7 22 0 0,-478 18-402 0 0,-2 25-227 0 0,442-29 501 0 0,-135 10-25 0 0,-48 13 69 0 0,241-24 110 0 0,-342 37-557 0 0,-235 21 734 0 0,388-21-28 0 0,230-37-111 0 0,-15 4-125 0 0,-94 34 0 0 0,104-31-335 0 0,31-10 298 0 0,-47 21 0 0 0,68-25 139 0 0,1 0 0 0 0,0 1 0 0 0,0 1 0 0 0,0 0 0 0 0,0 0 0 0 0,1 1 1 0 0,1 0-1 0 0,-9 10 0 0 0,15-16-8 0 0,1-1 0 0 0,-1 1 0 0 0,1 0 0 0 0,0 0 0 0 0,0 0-1 0 0,-1 0 1 0 0,1 0 0 0 0,1 0 0 0 0,-1 0 0 0 0,0 0 0 0 0,1 1 0 0 0,-1-1 0 0 0,1 0 0 0 0,-1 0 0 0 0,1 1 0 0 0,0-1 0 0 0,0 0 0 0 0,0 0 0 0 0,0 1 0 0 0,1-1 0 0 0,-1 0 0 0 0,1 0 0 0 0,-1 1 0 0 0,2 2 0 0 0,0-2 4 0 0,0 1 1 0 0,0 0 0 0 0,1-1-1 0 0,-1 1 1 0 0,1-1-1 0 0,0 0 1 0 0,0 0-1 0 0,0 0 1 0 0,0 0-1 0 0,0 0 1 0 0,1-1-1 0 0,0 0 1 0 0,4 3-1 0 0,28 11 138 0 0,0-1-1 0 0,1-3 0 0 0,1-1 1 0 0,48 8-1 0 0,91 8 138 0 0,999 35-433 0 0,-574-78 102 0 0,-226 2-6 0 0,532-10 110 0 0,-312-1 322 0 0,-232-9-13 0 0,-24-24 2 0 0,-310 52-312 0 0,343-39 349 0 0,-322 40-335 0 0,60-11 69 0 0,0 0-32 0 0,-41 14 35 0 0,-48-4-4 0 0,-21 1-40 0 0,-12 0 21 0 0,-134-28 34 0 0,-309-65-2 0 0,335 77-84 0 0,-1033-151-75 0 0,821 131-207 0 0,-991-56-517 0 0,196 117 19 0 0,776 15 826 0 0,68 1-197 0 0,167-19-30 0 0,0 4 1 0 0,2 6-1 0 0,-116 43 1 0 0,211-64 121 0 0,0 1 0 0 0,1 1 0 0 0,0 0 0 0 0,-25 18 1 0 0,37-22-16 0 0,0-1 0 0 0,0 2 0 0 0,1-1 1 0 0,0 0-1 0 0,0 1 0 0 0,0 0 1 0 0,0 0-1 0 0,1 0 0 0 0,0 0 0 0 0,0 1 1 0 0,0-1-1 0 0,1 1 0 0 0,0 0 1 0 0,0-1-1 0 0,0 1 0 0 0,1 0 0 0 0,0 0 1 0 0,-1 7-1 0 0,1-8-4 0 0,1 1 1 0 0,-1-1-1 0 0,1 1 1 0 0,0-1-1 0 0,1 1 1 0 0,-1-1-1 0 0,1 1 1 0 0,0-1-1 0 0,0 0 1 0 0,3 8-1 0 0,0-6 8 0 0,0-1-1 0 0,1 0 1 0 0,-1-1-1 0 0,1 1 1 0 0,0-1-1 0 0,1 0 0 0 0,-1 0 1 0 0,1 0-1 0 0,0-1 1 0 0,0 0-1 0 0,11 6 1 0 0,31 17-40 0 0,77 33 1 0 0,-66-38 82 0 0,118 26 1 0 0,114 1 342 0 0,440 12-140 0 0,-300-57-352 0 0,327-17-2 0 0,-306-7 55 0 0,991-8 412 0 0,-1031 19-121 0 0,-67-12-51 0 0,215-27 54 0 0,-481 41-130 0 0,-2-3 1 0 0,99-27-1 0 0,-154 30-51 0 0,-7 3 17 0 0,-1 0 0 0 0,0-1 0 0 0,14-7 0 0 0,-25 8 46 0 0,-9-1 14 0 0,-2 1-60 0 0,0 0 1 0 0,0 1-1 0 0,-17-3 1 0 0,-98-19 151 0 0,-82-8-18 0 0,-763-83 399 0 0,659 82-467 0 0,-1048-70-423 0 0,196 96-353 0 0,685 16 738 0 0,70 6 129 0 0,89-4-118 0 0,84 5-254 0 0,111-1-263 0 0,109-12 351 0 0,1 1 0 0 0,-1 0-1 0 0,1 1 1 0 0,-1 1 0 0 0,-13 7 0 0 0,25-12 36 0 0,-1 1 1 0 0,1-1-1 0 0,0 1 1 0 0,0 0-1 0 0,0 0 1 0 0,0 0-1 0 0,0-1 1 0 0,0 1-1 0 0,0 0 1 0 0,0 0-1 0 0,0 0 1 0 0,0 1-1 0 0,0-1 0 0 0,-1 2 1 0 0,2-3 22 0 0,0 1 1 0 0,0-1-1 0 0,0 1 1 0 0,0-1 0 0 0,0 1-1 0 0,0-1 1 0 0,0 1-1 0 0,0-1 1 0 0,0 1-1 0 0,0-1 1 0 0,1 1-1 0 0,-1-1 1 0 0,0 1-1 0 0,0-1 1 0 0,0 1-1 0 0,1-1 1 0 0,-1 1-1 0 0,0-1 1 0 0,1 0 0 0 0,-1 1-1 0 0,0-1 1 0 0,1 0-1 0 0,-1 1 1 0 0,0-1-1 0 0,1 0 1 0 0,-1 1-1 0 0,1-1 1 0 0,6 4-77 0 0,-1-1 1 0 0,1 0-1 0 0,0 0 1 0 0,12 3-1 0 0,-13-4 61 0 0,30 8 91 0 0,70 11 0 0 0,133-3 269 0 0,103-11-259 0 0,534-22-180 0 0,-459-2 35 0 0,89 2-4 0 0,1145 23 416 0 0,-1191-2-135 0 0,230-5 11 0 0,-1-24 65 0 0,-538 16-179 0 0,-133 4-32 0 0,-18 3-66 0 0,0 0 1 0 0,0-1-1 0 0,0 1 1 0 0,0 0-1 0 0,0 0 1 0 0,0 0-1 0 0,1 0 1 0 0,-1 0-1 0 0,0 0 1 0 0,0 0-1 0 0,0 0 1 0 0,0-1-1 0 0,0 1 1 0 0,0 0-1 0 0,0 0 1 0 0,0 0-1 0 0,0 0 1 0 0,0 0-1 0 0,0-1 1 0 0,0 1-1 0 0,0 0 1 0 0,0 0 0 0 0,0 0-1 0 0,0 0 1 0 0,0 0-1 0 0,0 0 1 0 0,0-1-1 0 0,0 1 1 0 0,0 0-1 0 0,0 0 1 0 0,0 0-1 0 0,0 0 1 0 0,0 0-1 0 0,0 0 1 0 0,0-1-1 0 0,0 1 1 0 0,-1 0-1 0 0,1 0 1 0 0,0 0-1 0 0,0 0 1 0 0,0 0-1 0 0,0 0 1 0 0,0 0-1 0 0,0 0 1 0 0,0 0-1 0 0,0-1 1 0 0,-1 1-1 0 0,1 0 1 0 0,0 0-1 0 0,0 0 1 0 0,0 0-1 0 0,-28-13 217 0 0,19 9-223 0 0,-50-16 143 0 0,-33-2 2 0 0,46 12-90 0 0,-107-17 185 0 0,-218-12 0 0 0,143 24-145 0 0,155 11-68 0 0,-468-24 172 0 0,169 18-99 0 0,-57-6-102 0 0,336 12-18 0 0,-1380-38-601 0 0,860 44 160 0 0,141 11 477 0 0,96 4 118 0 0,-159 11-218 0 0,304-19-737 0 0,222-8 332 0 0,20 1 215 0 0,32-2-67 0 0,96-8 462 0 0,76-14 226 0 0,89-14-278 0 0,82-10-108 0 0,43 2-82 0 0,-322 32 94 0 0,555-41-83 0 0,235 50 63 0 0,19 72 452 0 0,-555-18-155 0 0,399 111 175 0 0,-659-136-337 0 0,105 42 1 0 0,-168-53-44 0 0,-1 2 1 0 0,-1 2 0 0 0,-1 1-1 0 0,-1 2 1 0 0,59 48 0 0 0,-30-5 19 0 0,-51-52-48 0 0,-10-11-5 0 0,0 1-1 0 0,0 0 0 0 0,1 0 0 0 0,-2-1 0 0 0,1 1 1 0 0,0 1-1 0 0,-1-1 0 0 0,1 0 0 0 0,-1 0 0 0 0,0 0 1 0 0,0 1-1 0 0,0-1 0 0 0,-1 1 0 0 0,1-1 0 0 0,-1 1 1 0 0,0-1-1 0 0,0 0 0 0 0,0 1 0 0 0,0-1 0 0 0,0 1 1 0 0,-1-1-1 0 0,0 1 0 0 0,0-1 0 0 0,0 0 1 0 0,-2 7-1 0 0,-2-1 22 0 0,0 1 1 0 0,-1-1-1 0 0,0 0 1 0 0,-1 0 0 0 0,1-1-1 0 0,-15 13 1 0 0,7-6 8 0 0,-1-1 1 0 0,-1 0-1 0 0,0-1 1 0 0,0-1-1 0 0,-2 0 1 0 0,1-1-1 0 0,-1-1 1 0 0,-1-1 0 0 0,0-1-1 0 0,-32 10 1 0 0,-14-4 30 0 0,-1-3 0 0 0,-81 4 0 0 0,111-12-56 0 0,-501 32 110 0 0,-964-62 0 0 0,598-75-495 0 0,383 25 232 0 0,445 66 146 0 0,-230-37 130 0 0,-7-21 45 0 0,50 18 26 0 0,223 44-180 0 0,-245-58 98 0 0,206 39-76 0 0,75 25-46 0 0,0 0-6 0 0,0 0-1 0 0,0 0 1 0 0,0 0-1 0 0,-1 0 1 0 0,1-1-1 0 0,1 1 0 0 0,-6-4 1 0 0,8 5 0 0 0,0-1 0 0 0,0 1-1 0 0,0 0 1 0 0,-1 0 0 0 0,1-1 0 0 0,0 1 0 0 0,0 0 0 0 0,0 0-1 0 0,0-1 1 0 0,0 1 0 0 0,0 0 0 0 0,0-1 0 0 0,0 1 0 0 0,-1 0 0 0 0,1-1-1 0 0,0 1 1 0 0,0 0 0 0 0,0-1 0 0 0,0 1 0 0 0,1 0 0 0 0,-1 0-1 0 0,0-1 1 0 0,0 1 0 0 0,0 0 0 0 0,0-1 0 0 0,0 1 0 0 0,0 0 0 0 0,1-1-1 0 0,12-11-154 0 0,-1 5 78 0 0,0 1 0 0 0,1 1 0 0 0,22-8 0 0 0,122-33-138 0 0,71-12 126 0 0,217-17-51 0 0,6 20-25 0 0,-424 52 160 0 0,269-28-48 0 0,80 8-37 0 0,664-10 224 0 0,5 49 474 0 0,-652 10-413 0 0,403 78 0 0 0,-393-6-216 0 0,-397-96 22 0 0,-4-2 4 0 0,-1 0 0 0 0,0 0 0 0 0,1 1 0 0 0,-1-1 0 0 0,0 0 0 0 0,0 1 0 0 0,1-1 1 0 0,-1 1-1 0 0,0-1 0 0 0,0 1 0 0 0,1-1 0 0 0,-1 1 0 0 0,0 0 0 0 0,0 0 0 0 0,0 0 0 0 0,0 0 0 0 0,0-1 1 0 0,0 1-1 0 0,0 0 0 0 0,0 1 0 0 0,-1-1 0 0 0,1 0 0 0 0,0 0 0 0 0,0 1 0 0 0,-1 1 2 0 0,1-1-1 0 0,0 1 0 0 0,-1-1 0 0 0,1 1 0 0 0,0-1 1 0 0,0 0-1 0 0,0 0 0 0 0,0 1 0 0 0,1-1 1 0 0,-1 0-1 0 0,1 0 0 0 0,-1 0 0 0 0,4 3 0 0 0,8 12-13 0 0,-13-16 10 0 0,0-1-1 0 0,0 0 1 0 0,0 0 0 0 0,0 0-1 0 0,0 0 1 0 0,0 0 0 0 0,0 1-1 0 0,0-1 1 0 0,0 0 0 0 0,0 0-1 0 0,0 0 1 0 0,0 0 0 0 0,0 1-1 0 0,0-1 1 0 0,0 0 0 0 0,0 0-1 0 0,0 0 1 0 0,0 0 0 0 0,0 0-1 0 0,0 1 1 0 0,0-1 0 0 0,0 0-1 0 0,0 0 1 0 0,0 0-1 0 0,0 0 1 0 0,0 1 0 0 0,0-1-1 0 0,0 0 1 0 0,0 0 0 0 0,0 0-1 0 0,0 0 1 0 0,-1 0 0 0 0,1 0-1 0 0,0 1 1 0 0,0-1 0 0 0,0 0-1 0 0,0 0 1 0 0,0 0 0 0 0,0 0-1 0 0,-1 0 1 0 0,1 0 0 0 0,0 0-1 0 0,-11 4 5 0 0,-1-1 0 0 0,1-1 0 0 0,-1 0 0 0 0,1 0 1 0 0,-1-2-1 0 0,-15 1 0 0 0,4-1 7 0 0,-390 30 198 0 0,84-5-92 0 0,-625 44 125 0 0,184 2-280 0 0,360-32-248 0 0,-269 15-560 0 0,620-54 757 0 0,21 1-17 0 0,-48 5 1 0 0,84-6 59 0 0,0 0 1 0 0,0 0-1 0 0,1 0 1 0 0,-1 0 0 0 0,0 1-1 0 0,0-1 1 0 0,0 1-1 0 0,0-1 1 0 0,1 1 0 0 0,-1-1-1 0 0,0 1 1 0 0,1 0-1 0 0,-1 0 1 0 0,0 0 0 0 0,1 0-1 0 0,-1 0 1 0 0,1 1-1 0 0,0-1 1 0 0,-3 3 0 0 0,4-3-31 0 0,0 1 0 0 0,0-1 1 0 0,0 0-1 0 0,0 1 0 0 0,0-1 1 0 0,1 1-1 0 0,-1-1 0 0 0,0 1 1 0 0,1-1-1 0 0,-1 1 0 0 0,1-1 1 0 0,0 0-1 0 0,-1 1 0 0 0,1-1 1 0 0,0 0-1 0 0,0 0 0 0 0,0 0 1 0 0,0 1-1 0 0,0-1 0 0 0,1 1 1 0 0,17 17-760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35.269"/>
    </inkml:context>
    <inkml:brush xml:id="br0">
      <inkml:brushProperty name="width" value="0.1" units="cm"/>
      <inkml:brushProperty name="height" value="0.1" units="cm"/>
      <inkml:brushProperty name="color" value="#CC0066"/>
    </inkml:brush>
  </inkml:definitions>
  <inkml:trace contextRef="#ctx0" brushRef="#br0">43 79 440 0 0,'0'-2'117'0'0,"-1"-6"184"0"0,-1 1 0 0 0,1-1 0 0 0,-1 1 0 0 0,0 0 0 0 0,-1 0 0 0 0,-4-8 0 0 0,6 12 139 0 0,0 2-279 0 0,1 0 0 0 0,-1-1 0 0 0,0 1 0 0 0,1 0 1 0 0,-1 0-1 0 0,0 0 0 0 0,0 0 0 0 0,0 0 0 0 0,0 0 0 0 0,0 0 0 0 0,0 1 0 0 0,0-1 1 0 0,-2-1-1 0 0,2 5 61 0 0,-3 143 1185 0 0,-1-64-421 0 0,8 92 0 0 0,36 128 209 0 0,-1-12-189 0 0,-33-243-900 0 0,14 219 269 0 0,-16-141-235 0 0,1-32-19 0 0,-12 130 0 0 0,6-196-92 0 0,1-13 13 0 0,0-1 1 0 0,-1 1-1 0 0,-1 0 0 0 0,-5 16 0 0 0,4-19 30 0 0,1-2 32 0 0,0 0 1 0 0,0 0 0 0 0,1 1 0 0 0,0-1-1 0 0,0 1 1 0 0,1 13 0 0 0,1-23-89 0 0,0 0-1 0 0,0 0 1 0 0,0 1-1 0 0,0-1 1 0 0,0 0 0 0 0,0 0-1 0 0,0 0 1 0 0,0 0-1 0 0,0 1 1 0 0,0-1 0 0 0,1 0-1 0 0,-1 0 1 0 0,0 0-1 0 0,0 0 1 0 0,0 1-1 0 0,0-1 1 0 0,0 0 0 0 0,1 0-1 0 0,-1 0 1 0 0,0 0-1 0 0,0 0 1 0 0,0 0 0 0 0,0 0-1 0 0,1 1 1 0 0,-1-1-1 0 0,0 0 1 0 0,0 0 0 0 0,0 0-1 0 0,1 0 1 0 0,-1 0-1 0 0,0 0 1 0 0,0 0 0 0 0,0 0-1 0 0,1 0 1 0 0,-1 0-1 0 0,0 0 1 0 0,0 0 0 0 0,1 0-1 0 0,1 0 111 0 0,94 21 1141 0 0,-43-12-1189 0 0,-29-4-30 0 0,39 3 1 0 0,336-13 597 0 0,-123-3-195 0 0,-262 8-435 0 0,496 15 373 0 0,-215 8-214 0 0,226 23 4 0 0,-77 8 131 0 0,57 7-54 0 0,377-10 126 0 0,-831-52-366 0 0,0-2 1 0 0,0-3 0 0 0,66-15-1 0 0,324-63 11 0 0,-309 61 4 0 0,-128 23-31 0 0,50-9 16 0 0,90-5 1 0 0,45 17 8 0 0,-89 0 4 0 0,134-11 0 0 0,-131-3 119 0 0,584-40 237 0 0,-250 42-172 0 0,31-14-102 0 0,-128-6 33 0 0,-85-2 23 0 0,182-20 137 0 0,-5 28-79 0 0,81-14 693 0 0,-141 4-202 0 0,-199 26-552 0 0,163-9-19 0 0,-6-25-15 0 0,-263 24-46 0 0,-44 10-337 0 0,0 2 1 0 0,35-6 0 0 0,-122 60-13292 0 0,0-5 7935 0 0,45-31 3383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37.417"/>
    </inkml:context>
    <inkml:brush xml:id="br0">
      <inkml:brushProperty name="width" value="0.1" units="cm"/>
      <inkml:brushProperty name="height" value="0.1" units="cm"/>
      <inkml:brushProperty name="color" value="#CC0066"/>
    </inkml:brush>
  </inkml:definitions>
  <inkml:trace contextRef="#ctx0" brushRef="#br0">13 431 688 0 0,'-4'-20'151'0'0,"-4"-32"47"0"0,8 48-191 0 0,0 0-1 0 0,0 0 0 0 0,0 0 1 0 0,0 0-1 0 0,1 0 0 0 0,0 0 1 0 0,0 0-1 0 0,0 1 0 0 0,0-1 0 0 0,3-6 1 0 0,41-62 46 0 0,-44 71-50 0 0,-1-1 1 0 0,1 0-1 0 0,-1 1 1 0 0,1-1-1 0 0,-1 1 0 0 0,0-1 1 0 0,0 1-1 0 0,0-1 1 0 0,0 0-1 0 0,0 1 0 0 0,0-1 1 0 0,0-1-1 0 0,0-2 18 0 0,-1-2 87 0 0,1 7-91 0 0,-1-1 0 0 0,1 1 0 0 0,0 0 0 0 0,0 0 0 0 0,0 0-1 0 0,0 0 1 0 0,-1 0 0 0 0,1 0 0 0 0,0 0 0 0 0,0-1 0 0 0,0 1 0 0 0,0 0-1 0 0,-1 0 1 0 0,1 0 0 0 0,0 0 0 0 0,0-1 0 0 0,0 1 0 0 0,0 0 0 0 0,0 0 0 0 0,0 0-1 0 0,0-1 1 0 0,0 1 0 0 0,0 0 0 0 0,0 0 0 0 0,0 0 0 0 0,-1-1 0 0 0,1 1-1 0 0,0 0 1 0 0,0 0 0 0 0,1-1 0 0 0,-1 1 0 0 0,0 0 0 0 0,0 0 0 0 0,0 0-1 0 0,0-1 1 0 0,0 1 0 0 0,0 0 0 0 0,0 0 0 0 0,0 0 0 0 0,0-1 0 0 0,0 1-1 0 0,0 0 1 0 0,1 0 0 0 0,-1 0 0 0 0,0-1 0 0 0,0 1 13 0 0,1 0-1 0 0,-1 0 1 0 0,0-1 0 0 0,1 1 0 0 0,-1 0-1 0 0,0 0 1 0 0,0-1 0 0 0,1 1-1 0 0,-1 0 1 0 0,0-1 0 0 0,0 1 0 0 0,0 0-1 0 0,1-1 1 0 0,-1 1 0 0 0,0 0 0 0 0,0-1-1 0 0,0 1 1 0 0,0-1 0 0 0,0 1 0 0 0,0 0-1 0 0,0-1 1 0 0,0 1 0 0 0,0 0 0 0 0,0-1-1 0 0,0 1 1 0 0,0-1 0 0 0,0 0 0 0 0,3-5 1960 0 0,21 4-1441 0 0,295 2 267 0 0,77-11 897 0 0,477-76-1 0 0,-766 74-1683 0 0,134-1-1 0 0,74 5 46 0 0,-226 10-69 0 0,478-17 231 0 0,-153-8 245 0 0,-229 22-360 0 0,243 5 953 0 0,-347 2-896 0 0,99 20 0 0 0,-125-16-147 0 0,152 8 184 0 0,14-14-68 0 0,-162-2-87 0 0,0 3-1 0 0,72 13 1 0 0,-71-4 151 0 0,1-4 0 0 0,-1-1 0 0 0,117-3 0 0 0,51-22 591 0 0,85-4 1349 0 0,199 6-308 0 0,-265 4-1427 0 0,-134 8-178 0 0,112 3 199 0 0,-71 20-357 0 0,106 12 102 0 0,20 1-54 0 0,-200-26-33 0 0,94 6-20 0 0,9 0-22 0 0,51 0 38 0 0,-125-10-11 0 0,0 1 34 0 0,170-16-1 0 0,24-34 31 0 0,73 4-159 0 0,-138 20 46 0 0,163-23-48 0 0,-13 20-41 0 0,0 34 293 0 0,-356-8-300 0 0,54 10 1 0 0,-77-9 58 0 0,1 0 0 0 0,0 1 0 0 0,-1 0 0 0 0,1 1 0 0 0,-1 0 0 0 0,0 1 0 0 0,0-1 0 0 0,-1 2 0 0 0,12 8 0 0 0,-17-11-22 0 0,0 1-1 0 0,0 0 1 0 0,0 0 0 0 0,0 0 0 0 0,-1 0 0 0 0,0 0 0 0 0,4 9 0 0 0,9 15-30 0 0,-13-24 56 0 0,2 1-6 0 0,0 0 0 0 0,-1 0 0 0 0,1 0 0 0 0,-1 1 0 0 0,0 0 0 0 0,-1-1 0 0 0,0 1 0 0 0,0 0 1 0 0,0 0-1 0 0,2 12 0 0 0,0 184-55 0 0,4 54 84 0 0,5-158-52 0 0,7 90-32 0 0,-8 420 92 0 0,-10-553-38 0 0,3-1 0 0 0,15 73 0 0 0,-18-117 13 0 0,2 16 66 0 0,-1 0-1 0 0,-1 43 0 0 0,-3-68-64 0 0,0 0 0 0 0,0-1-1 0 0,0 1 1 0 0,0 0-1 0 0,0-1 1 0 0,0 1-1 0 0,0-1 1 0 0,0 0 0 0 0,0 1-1 0 0,0-1 1 0 0,0 0-1 0 0,0 0 1 0 0,0 1 0 0 0,0-1-1 0 0,0 0 1 0 0,0 0-1 0 0,0 0 1 0 0,-1 0 0 0 0,-2 0-14 0 0,-53 2-39 0 0,0-2 0 0 0,0-2 0 0 0,-76-14 0 0 0,66 7 17 0 0,30 5 47 0 0,-217-22-82 0 0,25 1-55 0 0,-57-2 226 0 0,228 25-130 0 0,-350-7-21 0 0,397 9-74 0 0,-32 0-46 0 0,-83 10 0 0 0,112-7-405 0 0,0 0 0 0 0,0 1 0 0 0,-22 9 0 0 0,27-9-333 0 0,1 1 0 0 0,0-1 1 0 0,1 1-1 0 0,-1 1 0 0 0,1-1 1 0 0,-12 12-1 0 0,16-13-1 0 0,-1 0 0 0 0,1 0 0 0 0,0 1 0 0 0,0-1 0 0 0,1 1 0 0 0,-1 0 0 0 0,-3 8 0 0 0,-3 31-2781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56.501"/>
    </inkml:context>
    <inkml:brush xml:id="br0">
      <inkml:brushProperty name="width" value="0.1" units="cm"/>
      <inkml:brushProperty name="height" value="0.1" units="cm"/>
      <inkml:brushProperty name="color" value="#CC0066"/>
    </inkml:brush>
  </inkml:definitions>
  <inkml:trace contextRef="#ctx0" brushRef="#br0">0 407 864 0 0,'1'-1'13'0'0,"0"0"0"0"0,0 0 0 0 0,-1 0 0 0 0,1 0 0 0 0,0 0 0 0 0,-1 0-1 0 0,1 0 1 0 0,-1 0 0 0 0,1 0 0 0 0,-1 0 0 0 0,1 0 0 0 0,-1 0 0 0 0,0 0 0 0 0,1-1 0 0 0,-1 1 0 0 0,0 0 0 0 0,0 0 0 0 0,0 0 0 0 0,0 0-1 0 0,0-2 1 0 0,0 2-7 0 0,0 0-4 0 0,0 1 0 0 0,0 0 0 0 0,0-1 0 0 0,0 1-1 0 0,-1 0 1 0 0,2-1 0 0 0,-1 1 0 0 0,0 0 0 0 0,0 0 0 0 0,0-1-1 0 0,0 1 1 0 0,0 0 0 0 0,0-1 0 0 0,0 1 0 0 0,0 0-1 0 0,0 0 1 0 0,0-1 0 0 0,1 1 0 0 0,-1 0 0 0 0,0 0-1 0 0,0-1 1 0 0,0 1 0 0 0,1 0 0 0 0,-1 0 0 0 0,0-1 0 0 0,0 1-1 0 0,0 0 1 0 0,1 0 0 0 0,-1 0 0 0 0,0 0 0 0 0,1-1-1 0 0,-1 1 1 0 0,0 0 7 0 0,1 0-1 0 0,-1 0 0 0 0,0 0 1 0 0,0 0-1 0 0,1-1 0 0 0,-1 1 1 0 0,0 0-1 0 0,0 0 1 0 0,1 0-1 0 0,-1 0 0 0 0,0-1 1 0 0,0 1-1 0 0,0 0 0 0 0,0 0 1 0 0,1 0-1 0 0,-1-1 1 0 0,0 1-1 0 0,0 0 0 0 0,0 0 1 0 0,0-1-1 0 0,0 1 0 0 0,0 0 1 0 0,0-1-1 0 0,0 1 0 0 0,1 0 1 0 0,-1 0-1 0 0,0-1 1 0 0,0 1-1 0 0,0 0 0 0 0,0 0 1 0 0,0-1-1 0 0,-1 1 0 0 0,1-2 173 0 0,0 0 0 0 0,0-1 0 0 0,1 1 0 0 0,-1 0 0 0 0,0 0 0 0 0,1 0 0 0 0,-1 1 0 0 0,1-1 0 0 0,0 0 0 0 0,0 0 0 0 0,-1 0 0 0 0,1 0 0 0 0,0 0 0 0 0,1 1 0 0 0,-1-1 0 0 0,0 0 0 0 0,0 1 0 0 0,1-1 0 0 0,-1 1 0 0 0,1 0 0 0 0,-1-1 0 0 0,1 1 0 0 0,0 0 0 0 0,1-1 0 0 0,3-1-75 0 0,-1 1 0 0 0,1 0 0 0 0,-1 0 0 0 0,1 0 0 0 0,0 0 0 0 0,11 0 0 0 0,5-2 126 0 0,26-7 197 0 0,0 3 1 0 0,1 2 0 0 0,78 1-1 0 0,67 6 202 0 0,368-10 329 0 0,-389 0-145 0 0,270 19 0 0 0,-372-6-392 0 0,1-3 0 0 0,-1-3 0 0 0,87-14 1 0 0,230-31 600 0 0,-148 27-767 0 0,-95 10 68 0 0,368-19 301 0 0,-68 21-431 0 0,-232 9-121 0 0,330-7 60 0 0,607-10 31 0 0,-939 16 58 0 0,-87-3-92 0 0,189-31 0 0 0,-269 28-98 0 0,532-31 317 0 0,-399 19-39 0 0,-70 4 366 0 0,-93 12-548 0 0,13-2 1306 0 0,-39 29-12100 0 0,-7 9 5026 0 0,4-15 2123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4:57.969"/>
    </inkml:context>
    <inkml:brush xml:id="br0">
      <inkml:brushProperty name="width" value="0.1" units="cm"/>
      <inkml:brushProperty name="height" value="0.1" units="cm"/>
      <inkml:brushProperty name="color" value="#CC0066"/>
    </inkml:brush>
  </inkml:definitions>
  <inkml:trace contextRef="#ctx0" brushRef="#br0">0 221 984 0 0,'0'0'181'0'0,"1"-1"-178"0"0,-1 0 0 0 0,1 0-1 0 0,0-1 1 0 0,-1 1 0 0 0,1 0-1 0 0,0 0 1 0 0,0 0 0 0 0,0 0-1 0 0,0 0 1 0 0,0 0 0 0 0,2-2-1 0 0,12-6 398 0 0,0 1-1 0 0,1 0 0 0 0,0 0 0 0 0,26-7 0 0 0,33 0 1572 0 0,-18 5-1039 0 0,-21 0-410 0 0,-13 4-50 0 0,41-6-1 0 0,72 2 653 0 0,73 9 1042 0 0,81-6-223 0 0,-200 0-1678 0 0,156-8 205 0 0,240 13 249 0 0,-242 3-76 0 0,-195-1-504 0 0,552-14 1297 0 0,-222 4-31 0 0,-66-9-417 0 0,-1-1-392 0 0,-84 30-192 0 0,208 9 332 0 0,-148-12-479 0 0,-122 10-177 0 0,-15-1 97 0 0,239-11 314 0 0,575-10 301 0 0,-582 6-580 0 0,-59-16-105 0 0,-129 3-15 0 0,177 0 392 0 0,-24 4-185 0 0,-18 20-157 0 0,483 32 174 0 0,-430-42-248 0 0,-51-20 90 0 0,-277 14-99 0 0,661-27 564 0 0,-535 23-465 0 0,-41 7-575 0 0,-139 1 114 0 0,-1 0 151 0 0,0 0 1 0 0,1 0-1 0 0,-1 0 0 0 0,0 0 1 0 0,1 0-1 0 0,-1 0 1 0 0,-13 48-19099 0 0,-2-33 15179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5:33.708"/>
    </inkml:context>
    <inkml:brush xml:id="br0">
      <inkml:brushProperty name="width" value="0.1" units="cm"/>
      <inkml:brushProperty name="height" value="0.1" units="cm"/>
      <inkml:brushProperty name="color" value="#66CC00"/>
    </inkml:brush>
  </inkml:definitions>
  <inkml:trace contextRef="#ctx0" brushRef="#br0">31 473 696 0 0,'-1'0'13'0'0,"0"0"0"0"0,0 0 0 0 0,0 0 0 0 0,0 0 1 0 0,0 0-1 0 0,0 0 0 0 0,-1-1 0 0 0,1 1 0 0 0,0 0 0 0 0,0 0 0 0 0,0-1 0 0 0,0 1 1 0 0,0-1-1 0 0,0 1 0 0 0,0-1 0 0 0,0 1 0 0 0,0-1 0 0 0,0 0 0 0 0,1 1 0 0 0,-1-1 0 0 0,0 0 1 0 0,0 0-1 0 0,1 0 0 0 0,-1 0 0 0 0,0 1 0 0 0,1-1 0 0 0,-2-2 0 0 0,1 0-1 0 0,0-1-1 0 0,1 0 1 0 0,-1 0-1 0 0,1 0 0 0 0,0 1 1 0 0,0-8-1 0 0,0 3 10 0 0,0 4 51 0 0,1 3-191 0 0,11-10 1025 0 0,-6 3-147 0 0,5-2 602 0 0,12-7-1175 0 0,-6 3-160 0 0,28-22 561 0 0,-37 28-292 0 0,1 0 0 0 0,0 1 0 0 0,0 0 0 0 0,1 1-1 0 0,-1 0 1 0 0,1 0 0 0 0,1 1 0 0 0,-1 1 0 0 0,12-4-1 0 0,11 1 188 0 0,47-4 0 0 0,-46 7 166 0 0,41-9 0 0 0,-21-2-253 0 0,0 3 1 0 0,2 2-1 0 0,-1 2 1 0 0,59 1-1 0 0,-102 7-418 0 0,294-7 636 0 0,-108-1 85 0 0,-16 0-286 0 0,-3-14 592 0 0,-146 18-958 0 0,44 0 0 0 0,-4 1-26 0 0,69-14 383 0 0,-46 2-154 0 0,-67 10-204 0 0,0 0 0 0 0,39 0 0 0 0,134-3 116 0 0,-137 8 19 0 0,260 4 185 0 0,-218 2-127 0 0,106 20 0 0 0,-163-18-108 0 0,72 2 0 0 0,-97-9-95 0 0,187 6 262 0 0,12-5 288 0 0,-114-3-416 0 0,220-7-159 0 0,-99-9 388 0 0,0 2 140 0 0,112-19-72 0 0,-240 22-412 0 0,-27 2-12 0 0,94-8 186 0 0,-133 17-123 0 0,0 0 1 0 0,58 8 0 0 0,-75-5-63 0 0,33-1 1 0 0,-34-1 166 0 0,31 3 1 0 0,-36-2 658 0 0,1 1-5094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5:38.942"/>
    </inkml:context>
    <inkml:brush xml:id="br0">
      <inkml:brushProperty name="width" value="0.1" units="cm"/>
      <inkml:brushProperty name="height" value="0.1" units="cm"/>
      <inkml:brushProperty name="color" value="#66CC00"/>
    </inkml:brush>
  </inkml:definitions>
  <inkml:trace contextRef="#ctx0" brushRef="#br0">1616 302 616 0 0,'0'-2'0'0'0,"0"1"0"0"0,0 0-1 0 0,1-1 1 0 0,-1 1 0 0 0,0 0 0 0 0,1 0-1 0 0,-1-1 1 0 0,1 1 0 0 0,0 0 0 0 0,-1 0-1 0 0,1 0 1 0 0,0 0 0 0 0,0-1 0 0 0,0 1 0 0 0,0 0-1 0 0,0 1 1 0 0,0-1 0 0 0,0 0 0 0 0,0 0-1 0 0,0 0 1 0 0,0 0 0 0 0,2 0 0 0 0,1 0 68 0 0,0 0 0 0 0,0 0-1 0 0,0 1 1 0 0,0 0 0 0 0,0 0 0 0 0,7 0 0 0 0,6 1 917 0 0,-16-2-815 0 0,0 1 0 0 0,0 0 0 0 0,0-1 0 0 0,-1 1 0 0 0,1-1 1 0 0,0 1-1 0 0,0-1 0 0 0,-1 0 0 0 0,1 1 0 0 0,0-1 0 0 0,-1 0 1 0 0,1 1-1 0 0,0-1 0 0 0,-1 0 0 0 0,1 0 0 0 0,-1 0 0 0 0,0 1 1 0 0,1-1-1 0 0,-1 0 0 0 0,1 0 0 0 0,-1 0 0 0 0,0 0 0 0 0,0 0 1 0 0,0 0-1 0 0,0 0 0 0 0,1 0 0 0 0,-1 0 0 0 0,-1-1 0 0 0,2-31 1146 0 0,-11-6-501 0 0,8 33-733 0 0,0 1 0 0 0,-1 0 0 0 0,1 0 0 0 0,-1 1 0 0 0,-6-9 1 0 0,-2-1 12 0 0,0 1 1 0 0,-1 0-1 0 0,0 1 1 0 0,-1 0-1 0 0,-1 1 1 0 0,0 0-1 0 0,-15-8 1 0 0,13 12-75 0 0,0 1 1 0 0,0 1-1 0 0,-1 0 1 0 0,0 1-1 0 0,0 1 1 0 0,0 0-1 0 0,0 2 1 0 0,-1 0-1 0 0,1 0 1 0 0,0 2-1 0 0,0 0 1 0 0,-1 1-1 0 0,1 1 1 0 0,-23 7-1 0 0,-17 9-24 0 0,1 3 0 0 0,1 2-1 0 0,0 2 1 0 0,2 3 0 0 0,-67 49-1 0 0,109-70-7 0 0,0 1 1 0 0,1 1-1 0 0,0 0 0 0 0,1 0 0 0 0,0 1 0 0 0,1 0 0 0 0,0 0 0 0 0,-8 16 1 0 0,-2 10-49 0 0,-19 52 0 0 0,24-55 10 0 0,3-13 37 0 0,2 1 0 0 0,0 0-1 0 0,2 1 1 0 0,0-1 0 0 0,1 1-1 0 0,2 0 1 0 0,-2 30 0 0 0,5-34 58 0 0,1 35 27 0 0,-1-52-62 0 0,0 0 1 0 0,0 0 0 0 0,1 0 0 0 0,-1 0 0 0 0,1 0-1 0 0,-1 0 1 0 0,1 0 0 0 0,0 0 0 0 0,0 0-1 0 0,0 0 1 0 0,0 0 0 0 0,0 0 0 0 0,0-1 0 0 0,0 1-1 0 0,1 0 1 0 0,-1-1 0 0 0,1 1 0 0 0,-1-1 0 0 0,4 3-1 0 0,-4-7 471 0 0,-1 0-395 0 0,0-1 1 0 0,0 0 0 0 0,-1 1 0 0 0,1-1-1 0 0,-1 0 1 0 0,0 1 0 0 0,0 0 0 0 0,-1-1-1 0 0,1 1 1 0 0,-1-1 0 0 0,1 1 0 0 0,-1 0 0 0 0,0 0-1 0 0,-5-5 1 0 0,3 4-54 0 0,0 0-1 0 0,-1 0 1 0 0,1 0 0 0 0,-1 0-1 0 0,0 1 1 0 0,0 0 0 0 0,-1 0-1 0 0,-8-3 1 0 0,3 1-38 0 0,0 2-1 0 0,0 0 1 0 0,-1 0 0 0 0,1 1-1 0 0,-1 1 1 0 0,1 0 0 0 0,-1 0-1 0 0,0 1 1 0 0,-16 2 0 0 0,17 0-7 0 0,0 0 1 0 0,0 1 0 0 0,0 1-1 0 0,0 0 1 0 0,0 0 0 0 0,1 1-1 0 0,0 0 1 0 0,0 1 0 0 0,0 0 0 0 0,-8 8-1 0 0,-11 10 45 0 0,-45 50 0 0 0,39-36-41 0 0,2 1 0 0 0,2 2-1 0 0,-44 74 1 0 0,61-89 1 0 0,2 0 0 0 0,0 1 1 0 0,1 0-1 0 0,2 0 0 0 0,1 1 0 0 0,1 0 1 0 0,2 1-1 0 0,-4 37 0 0 0,8-33 32 0 0,2 0 0 0 0,0 0 0 0 0,3 0 0 0 0,11 54 0 0 0,-11-70-12 0 0,1 0 0 0 0,0-1-1 0 0,1 0 1 0 0,1 0 0 0 0,0 0 0 0 0,2-1-1 0 0,-1 0 1 0 0,2-1 0 0 0,0 0-1 0 0,1 0 1 0 0,13 14 0 0 0,-21-26 27 0 0,-1 0 0 0 0,1 0 0 0 0,-1 0 0 0 0,1 0 0 0 0,-1-1 0 0 0,1 1 1 0 0,0-1-1 0 0,0 1 0 0 0,0-1 0 0 0,0 0 0 0 0,0 0 0 0 0,0 0 0 0 0,0-1 1 0 0,0 1-1 0 0,0-1 0 0 0,0 1 0 0 0,1-1 0 0 0,-1 0 0 0 0,5-1 0 0 0,-9 2-26 0 0,0 0 0 0 0,0 0-1 0 0,1 0 1 0 0,-1 0-1 0 0,0 0 1 0 0,0 0-1 0 0,0 0 1 0 0,1 0 0 0 0,-1 0-1 0 0,0 1 1 0 0,1-1-1 0 0,-1 0 1 0 0,0 2 0 0 0,-1 3-1 0 0,-10 22 22 0 0,1 0 1 0 0,2 1-1 0 0,1 0 1 0 0,1 0-1 0 0,1 1 0 0 0,2 0 1 0 0,1 0-1 0 0,2 41 1 0 0,2-33 11 0 0,2 0 0 0 0,1 0 1 0 0,2-1-1 0 0,2 1 1 0 0,2-2-1 0 0,17 47 0 0 0,-5-28 32 0 0,3-1 0 0 0,39 63 0 0 0,-50-94-62 0 0,2-1-1 0 0,0 0 0 0 0,2-2 1 0 0,0 0-1 0 0,1-1 0 0 0,1-1 1 0 0,30 22-1 0 0,-23-23 6 0 0,1-1 1 0 0,0-1-1 0 0,56 21 0 0 0,-70-32 14 0 0,0 0-1 0 0,0-1 0 0 0,1 0 1 0 0,-1-1-1 0 0,1-1 1 0 0,-1 0-1 0 0,1-1 0 0 0,27-4 1 0 0,-33 3-13 0 0,2 0 17 0 0,1-1-1 0 0,-1 0 0 0 0,0-1 0 0 0,18-7 1 0 0,-7 2 14 0 0,-12 5-29 0 0,0 0 0 0 0,0-2 1 0 0,0 1-1 0 0,0-1 0 0 0,-1-1 0 0 0,1 1 0 0 0,-2-2 0 0 0,1 1 0 0 0,-1-1 0 0 0,1 0 0 0 0,6-10 0 0 0,0 2 28 0 0,3-4 32 0 0,-1 0 0 0 0,-1-1-1 0 0,25-40 1 0 0,-39 60-326 0 0,0 7 228 0 0,-1-1-8 0 0,7 25 30 0 0,2 0-1 0 0,1 0 1 0 0,1-1-1 0 0,2 0 1 0 0,1-1-1 0 0,1-1 1 0 0,2-1 0 0 0,0 0-1 0 0,2-1 1 0 0,42 43-1 0 0,-37-46 16 0 0,1-1 0 0 0,1-2-1 0 0,47 29 1 0 0,-17-18-68 0 0,65 26-1 0 0,-98-46 74 0 0,2-2-1 0 0,-1-1 0 0 0,1-1 0 0 0,0-1 0 0 0,1-2 0 0 0,-1 0 1 0 0,1-2-1 0 0,36-1 0 0 0,-50-1-15 0 0,0-1 1 0 0,0-1-1 0 0,-1 0 0 0 0,1-1 1 0 0,0-1-1 0 0,-1 0 0 0 0,0 0 1 0 0,0-1-1 0 0,0-1 0 0 0,0 0 1 0 0,-1 0-1 0 0,0-1 0 0 0,0-1 1 0 0,-1 0-1 0 0,0 0 0 0 0,0-1 1 0 0,-1 0-1 0 0,0-1 0 0 0,7-11 1 0 0,9-13-32 0 0,-2-1 0 0 0,-2 0 0 0 0,19-45 0 0 0,-36 71-9 0 0,0 2-126 0 0,7 12 34 0 0,-9-4 116 0 0,5 4-22 0 0,0 0-1 0 0,0 0 1 0 0,-1 0-1 0 0,11 12 1 0 0,11 10 26 0 0,147 113-5 0 0,-146-119-12 0 0,1-2 1 0 0,2-2-1 0 0,-1-1 1 0 0,53 19-1 0 0,-55-25 15 0 0,1-2 0 0 0,0-1-1 0 0,0-1 1 0 0,1-2-1 0 0,47 1 1 0 0,-52-5-5 0 0,-1-2-1 0 0,0-1 1 0 0,0-1-1 0 0,0 0 1 0 0,-1-2 0 0 0,1-1-1 0 0,33-15 1 0 0,-41 15 3 0 0,-1-1 0 0 0,0 0 0 0 0,0 0 0 0 0,-1-2 0 0 0,-1 0 0 0 0,1-1-1 0 0,-2 0 1 0 0,23-23 0 0 0,-18 10 108 0 0,27-46-1 0 0,-22 25-51 0 0,-22 43-72 0 0,0 0 1 0 0,0 0-1 0 0,0 0 0 0 0,-1 0 1 0 0,1 0-1 0 0,-1 0 1 0 0,1 0-1 0 0,-1 0 0 0 0,0 0 1 0 0,0-1-1 0 0,0-1 1 0 0,22 53 12 0 0,1 0 0 0 0,3-1 0 0 0,2-1 0 0 0,2-2 0 0 0,1-1 0 0 0,42 44 0 0 0,-50-63-5 0 0,1-2-1 0 0,1 0 1 0 0,1-1-1 0 0,1-2 1 0 0,1-1-1 0 0,1-1 1 0 0,0-1-1 0 0,1-2 1 0 0,1-1 0 0 0,0-1-1 0 0,35 9 1 0 0,-41-15-20 0 0,1 0 0 0 0,-1-1 1 0 0,1-2-1 0 0,47 2 0 0 0,-54-6 26 0 0,-1-2 0 0 0,1 0 0 0 0,-1-1 0 0 0,1-1 0 0 0,-1 0 1 0 0,0-2-1 0 0,25-10 0 0 0,-16 3-13 0 0,0 0 0 0 0,-1-2 0 0 0,40-30 0 0 0,-52 35 20 0 0,0-2 1 0 0,-1 0 0 0 0,0 0-1 0 0,-1-1 1 0 0,-1-1 0 0 0,0 0-1 0 0,17-30 1 0 0,-19 23-16 0 0,-2-1 0 0 0,0 1 0 0 0,-1-1 0 0 0,-1 0-1 0 0,2-26 1 0 0,7-25 2 0 0,-14 73 4 0 0,0-1-1 0 0,0 1 1 0 0,0 0-1 0 0,0-1 1 0 0,0 1 0 0 0,0-1-1 0 0,0 1 1 0 0,0-1-1 0 0,1 1 1 0 0,-1 0-1 0 0,0-1 1 0 0,0 1-1 0 0,1-1 1 0 0,-1 1-1 0 0,0 0 1 0 0,0-1-1 0 0,1 1 1 0 0,-1 0 0 0 0,0-1-1 0 0,1 1 1 0 0,-1 0-1 0 0,0 0 1 0 0,1-1-1 0 0,-1 1 1 0 0,1 0-1 0 0,-1 0 1 0 0,0 0-1 0 0,1-1 1 0 0,-1 1-1 0 0,1 0 1 0 0,-1 0 0 0 0,1 0-1 0 0,-1 0 1 0 0,1 0-1 0 0,-1 0 1 0 0,1 0-1 0 0,-1 0 1 0 0,0 0-1 0 0,1 0 1 0 0,-1 0-1 0 0,1 0 1 0 0,-1 0-1 0 0,1 1 1 0 0,-1-1 0 0 0,0 0-1 0 0,1 0 1 0 0,-1 0-1 0 0,1 1 1 0 0,-1-1-1 0 0,0 0 1 0 0,1 0-1 0 0,-1 1 1 0 0,0-1-1 0 0,1 0 1 0 0,-1 1-1 0 0,0-1 1 0 0,1 0 0 0 0,-1 1-1 0 0,1 0-25 0 0,56 51-165 0 0,-21-17 217 0 0,-6-10 2 0 0,0 0 1 0 0,2-2-1 0 0,1-1 0 0 0,0-2 1 0 0,1-1-1 0 0,1-2 1 0 0,1-1-1 0 0,1-2 1 0 0,0-1-1 0 0,0-2 1 0 0,52 8-1 0 0,-49-14 7 0 0,0-1 0 0 0,1-2 0 0 0,-1-2 0 0 0,0-2 0 0 0,1-1 0 0 0,-1-2 0 0 0,0-2 1 0 0,-1-1-1 0 0,61-23 0 0 0,-58 16-3 0 0,-1-2 1 0 0,-1-1 0 0 0,0-3-1 0 0,-2-1 1 0 0,38-28 0 0 0,-28 13 57 0 0,79-81 0 0 0,-119 109-62 0 0,0-1 0 0 0,-1 1 0 0 0,10-18 0 0 0,0-3 36 0 0,-11 39-98 0 0,0 3 25 0 0,1-1 0 0 0,0-1 0 0 0,11 13 0 0 0,-2-9 8 0 0,1 0-1 0 0,0-2 0 0 0,1 0 0 0 0,0-1 1 0 0,1-1-1 0 0,1-1 0 0 0,-1 0 1 0 0,1-2-1 0 0,22 6 0 0 0,-3-3-21 0 0,1-2 0 0 0,0-2 1 0 0,0-2-1 0 0,42 0 0 0 0,-48-5 37 0 0,0-1 0 0 0,-1-2 1 0 0,1-1-1 0 0,-1-1 0 0 0,40-14 0 0 0,-27 4 2 0 0,-1-2 0 0 0,0-2 0 0 0,47-29 0 0 0,-56 26-8 0 0,-2-2 0 0 0,0-1 0 0 0,55-57 0 0 0,72-97 141 0 0,-153 169-136 0 0,13-14 15 0 0,-2-1 0 0 0,0-1 1 0 0,-2-1-1 0 0,-1 0 0 0 0,-2-1 1 0 0,0-1-1 0 0,-2 0 0 0 0,-2-1 1 0 0,0 0-1 0 0,-2-1 0 0 0,4-37 1 0 0,-8 40-19 0 0,-2 0 0 0 0,0 0 0 0 0,-3-1 0 0 0,-3-35 0 0 0,3 61-15 0 0,0 0 1 0 0,0 0 0 0 0,0 1 0 0 0,0-1-1 0 0,0 1 1 0 0,-1-1 0 0 0,1 1-1 0 0,-1-1 1 0 0,0 1 0 0 0,0 0 0 0 0,0 0-1 0 0,0 0 1 0 0,-4-3 0 0 0,-2-4-65 0 0,8 10 69 0 0,-1 0 0 0 0,1-1 0 0 0,0 1 0 0 0,0 0 0 0 0,0 0-1 0 0,0 0 1 0 0,0 0 0 0 0,0 0 0 0 0,0 0 0 0 0,0 0 0 0 0,0 0 0 0 0,0 0 0 0 0,0 0 0 0 0,0 0-1 0 0,-1 0 1 0 0,1 0 0 0 0,0-1 0 0 0,0 1 0 0 0,0 0 0 0 0,0 0 0 0 0,0 0 0 0 0,0 0 0 0 0,0 0 0 0 0,0 0-1 0 0,-1 0 1 0 0,1 0 0 0 0,0 0 0 0 0,0 0 0 0 0,0 0 0 0 0,0 0 0 0 0,0 0 0 0 0,0 0 0 0 0,0 0 0 0 0,0 1-1 0 0,-1-1 1 0 0,1 0 0 0 0,0 0 0 0 0,0 0 0 0 0,0 0 0 0 0,0 0 0 0 0,0 0 0 0 0,0 0 0 0 0,0 0 0 0 0,0 0-1 0 0,0 0 1 0 0,0 0 0 0 0,0 0 0 0 0,-1 0 0 0 0,1 0 0 0 0,0 1 0 0 0,4 6-42 0 0,3-3 52 0 0,-1 0 0 0 0,1-1 0 0 0,0 0-1 0 0,0 0 1 0 0,1-1 0 0 0,-1 1 0 0 0,0-2-1 0 0,1 1 1 0 0,0-1 0 0 0,11 0 0 0 0,5 0 11 0 0,0-1 0 0 0,0-2 0 0 0,1 0 1 0 0,-1-2-1 0 0,-1 0 0 0 0,43-15 0 0 0,-45 11 24 0 0,0-1 0 0 0,-1-1-1 0 0,-1 0 1 0 0,1-2-1 0 0,-2-1 1 0 0,0 0 0 0 0,0-1-1 0 0,15-16 1 0 0,-13 12 4 0 0,-2 2-11 0 0,-1-1 0 0 0,-1 0 1 0 0,0-1-1 0 0,-1-1 0 0 0,-1-1 0 0 0,-1 0 0 0 0,14-29 0 0 0,-20 35-14 0 0,0 0 0 0 0,-1-1 0 0 0,-1 0-1 0 0,0 0 1 0 0,-1 0 0 0 0,-1-1-1 0 0,0 1 1 0 0,-1-1 0 0 0,0 0 0 0 0,-2 0-1 0 0,-1-21 1 0 0,1 16-5 0 0,-1 0 2 0 0,0 0 1 0 0,-2 0 0 0 0,0 0-1 0 0,-2 0 1 0 0,0 0-1 0 0,-1 1 1 0 0,-1 0 0 0 0,-1 0-1 0 0,-1 1 1 0 0,-1 0-1 0 0,0 0 1 0 0,-18-23 0 0 0,-4 2-11 0 0,-1 2 1 0 0,-2 0-1 0 0,-75-60 1 0 0,79 74-9 0 0,-2 1-1 0 0,0 1 1 0 0,-1 2 0 0 0,-51-21 0 0 0,19 14-25 0 0,-107-28 0 0 0,115 41 19 0 0,-1 2 0 0 0,-60-3 0 0 0,-131 8-31 0 0,199 6 44 0 0,8 0-12 0 0,1 2 0 0 0,-1 1-1 0 0,0 2 1 0 0,-44 11 0 0 0,46-3 10 0 0,0 1 0 0 0,1 2 0 0 0,1 2-1 0 0,-64 36 1 0 0,53-27 120 0 0,50-26-113 0 0,-1 0 1 0 0,1 0 0 0 0,0 1 0 0 0,0-1 0 0 0,0 0 0 0 0,-1 0-1 0 0,1 0 1 0 0,0 0 0 0 0,0 0 0 0 0,0 0 0 0 0,-1 0 0 0 0,1 0-1 0 0,0 0 1 0 0,0 0 0 0 0,0 0 0 0 0,-1 0 0 0 0,1-1-1 0 0,0 1 1 0 0,0 0 0 0 0,0 0 0 0 0,0 0 0 0 0,-1 0 0 0 0,1 0-1 0 0,0 0 1 0 0,0 0 0 0 0,0 0 0 0 0,0-1 0 0 0,-1 1-1 0 0,1 0 1 0 0,0 0 0 0 0,0 0 0 0 0,0 0 0 0 0,0-1 0 0 0,0 1-1 0 0,0 0 1 0 0,0 0 0 0 0,-1 0 0 0 0,1-1 0 0 0,0 1-1 0 0,0 0 1 0 0,0 0 0 0 0,0-1 0 0 0,-4-11 150 0 0,3 8-69 0 0,-7-18 25 0 0,4 8-99 0 0,-1 0 1 0 0,-1 0 0 0 0,0 1-1 0 0,-14-23 1 0 0,8 21-9 0 0,-1 1 0 0 0,-26-22 0 0 0,33 30-7 0 0,-12-10 0 0 0,-1 0 0 0 0,-1 2 0 0 0,0 0 0 0 0,-1 1 0 0 0,-1 1-1 0 0,0 1 1 0 0,-43-16 0 0 0,-17 2-28 0 0,0 3 1 0 0,-1 4-1 0 0,-115-9 0 0 0,168 24 6 0 0,-1 1 0 0 0,1 2 0 0 0,-1 1-1 0 0,1 2 1 0 0,0 0 0 0 0,0 2 0 0 0,0 2-1 0 0,0 0 1 0 0,1 2 0 0 0,-49 23 0 0 0,41-15-1 0 0,2 2 0 0 0,0 1 1 0 0,-32 25-1 0 0,51-32-1 0 0,0 0 0 0 0,1 1 0 0 0,0 0 0 0 0,1 2 0 0 0,1 0 0 0 0,0 0 0 0 0,-16 29 0 0 0,27-42 21 0 0,0 0-1 0 0,0 0 1 0 0,0 0-1 0 0,0 1 1 0 0,1-1 0 0 0,0 1-1 0 0,0-1 1 0 0,0 1-1 0 0,0 0 1 0 0,0-1 0 0 0,0 1-1 0 0,1 0 1 0 0,0-1-1 0 0,0 1 1 0 0,0 0 0 0 0,0 0-1 0 0,1-1 1 0 0,-1 1-1 0 0,1 0 1 0 0,1 4 0 0 0,-1-8 4 0 0,-1 1 0 0 0,0-1 0 0 0,0 0 0 0 0,0 0 0 0 0,1 0 0 0 0,-1 1 1 0 0,0-1-1 0 0,0 0 0 0 0,0 0 0 0 0,1 0 0 0 0,-1 0 0 0 0,0 0 0 0 0,0 1 1 0 0,1-1-1 0 0,-1 0 0 0 0,0 0 0 0 0,1 0 0 0 0,-1 0 0 0 0,0 0 0 0 0,0 0 0 0 0,1 0 1 0 0,-1 0-1 0 0,0 0 0 0 0,1 0 0 0 0,-1 0 0 0 0,0 0 0 0 0,0 0 0 0 0,1 0 1 0 0,-1 0-1 0 0,0 0 0 0 0,0 0 0 0 0,1-1 0 0 0,-1 1 0 0 0,0 0 0 0 0,0 0 0 0 0,1 0 1 0 0,-1 0-1 0 0,0-1 0 0 0,0 1 0 0 0,0 0 0 0 0,1 0 0 0 0,-1-1 0 0 0,1 1 11 0 0,0-1 1 0 0,1-1 0 0 0,-1 1 0 0 0,1-1 0 0 0,-1 1 0 0 0,0-1 0 0 0,1 0 0 0 0,-1 0 0 0 0,0 1 0 0 0,0-1 0 0 0,0 0 0 0 0,0-3 0 0 0,6-12 31 0 0,-2-1 1 0 0,0 1-1 0 0,-1-1 0 0 0,0 0 1 0 0,1-31-1 0 0,-5 37-45 0 0,1 0 0 0 0,-2 1 1 0 0,1-1-1 0 0,-2 1 0 0 0,0-1 0 0 0,0 1 0 0 0,-1-1 0 0 0,0 1 0 0 0,-1 0 0 0 0,0 0 1 0 0,-7-12-1 0 0,2 10-2 0 0,0 1 1 0 0,0 0-1 0 0,-1 1 1 0 0,-1 0 0 0 0,-22-18-1 0 0,5 9-31 0 0,-48-28 0 0 0,47 33 88 0 0,1 2-1 0 0,-1 1 1 0 0,-1 1 0 0 0,0 1-1 0 0,-1 2 1 0 0,0 1 0 0 0,-59-5-1 0 0,64 11-23 0 0,-1 1-1 0 0,0 0 0 0 0,0 2 0 0 0,-27 6 1 0 0,-39 13 70 0 0,-99 34 0 0 0,-101 53-38 0 0,226-81-84 0 0,1 4-1 0 0,2 2 1 0 0,-97 66-1 0 0,151-92 11 0 0,8-6 7 0 0,1 0 0 0 0,-1 0 0 0 0,0 0 1 0 0,1 0-1 0 0,-1 1 0 0 0,1-1 0 0 0,-1 0 1 0 0,1 1-1 0 0,0-1 0 0 0,0 1 0 0 0,-1 0 1 0 0,1-1-1 0 0,0 1 0 0 0,0 0 0 0 0,-1 2 1 0 0,8-20 32 0 0,-1 0 0 0 0,-1-1 0 0 0,-1 0 0 0 0,0 0 0 0 0,-1 0 1 0 0,-1-1-1 0 0,-1-25 0 0 0,-1 29-28 0 0,-1 0 0 0 0,0 1 0 0 0,-1-1 0 0 0,0 1 0 0 0,-1 0 0 0 0,-1 0 0 0 0,0 0 0 0 0,-1 1 0 0 0,0 0 0 0 0,-14-20 0 0 0,9 17 7 0 0,-1 1 0 0 0,0 0 1 0 0,-1 1-1 0 0,-1 1 0 0 0,0 0 0 0 0,-1 0 0 0 0,-28-15 1 0 0,17 13-13 0 0,-1 1 0 0 0,-1 1 0 0 0,0 1 0 0 0,-38-9 1 0 0,13 9-22 0 0,0 2 0 0 0,-1 3 0 0 0,0 1 0 0 0,-104 6 0 0 0,87 6 14 0 0,0 2-1 0 0,0 4 1 0 0,1 3-1 0 0,1 2 1 0 0,1 4 0 0 0,0 3-1 0 0,-84 43 1 0 0,-36 20 26 0 0,191-90-18 0 0,0 0 0 0 0,-1-1 0 0 0,1 0 0 0 0,-1 1 0 0 0,0-1 0 0 0,0 0 0 0 0,0 0 0 0 0,0 0 0 0 0,1-4 0 0 0,20-42 8 0 0,-16 35 38 0 0,-2 4-33 0 0,-1 0 1 0 0,0 0 0 0 0,-1 0 0 0 0,0 0-1 0 0,0-1 1 0 0,-1 0 0 0 0,-1 1 0 0 0,1-1-1 0 0,-2 0 1 0 0,0 0 0 0 0,-1-11 0 0 0,0 15 0 0 0,0 1 1 0 0,0 0-1 0 0,-1 0 0 0 0,0 0 1 0 0,0 0-1 0 0,-1 0 1 0 0,0 0-1 0 0,0 1 0 0 0,0-1 1 0 0,0 1-1 0 0,-1 0 1 0 0,0 0-1 0 0,0 0 1 0 0,0 0-1 0 0,-1 1 0 0 0,0-1 1 0 0,0 1-1 0 0,0 1 1 0 0,-7-5-1 0 0,-1 1-21 0 0,0 1 0 0 0,0 0-1 0 0,0 1 1 0 0,-1 1 0 0 0,1 0 0 0 0,-1 1-1 0 0,0 0 1 0 0,-1 1 0 0 0,1 1 0 0 0,-22 0 0 0 0,11 2-28 0 0,-1 1 0 0 0,1 1 1 0 0,0 2-1 0 0,1 0 0 0 0,-26 9 1 0 0,37-9-169 0 0,-1-1 234 0 0,0 0 1 0 0,1 1-1 0 0,-1 1 1 0 0,1 1-1 0 0,-18 11 1 0 0,26-14-252 0 0,1-1 1 0 0,0 1 0 0 0,0 0 0 0 0,0 1-1 0 0,0-1 1 0 0,1 0 0 0 0,-5 9-1 0 0,5-7-465 0 0,0 0 0 0 0,0 1 0 0 0,1-1 0 0 0,0 0 0 0 0,0 1-1 0 0,1-1 1 0 0,-1 13 0 0 0,-1 89-7033 0 0,3-2 3861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05.694"/>
    </inkml:context>
    <inkml:brush xml:id="br0">
      <inkml:brushProperty name="width" value="0.1" units="cm"/>
      <inkml:brushProperty name="height" value="0.1" units="cm"/>
      <inkml:brushProperty name="color" value="#66CC00"/>
    </inkml:brush>
  </inkml:definitions>
  <inkml:trace contextRef="#ctx0" brushRef="#br0">1731 2491 448 0 0,'0'15'53'0'0,"3"47"-35"0"0,-3-61-18 0 0,0-1 1 0 0,0 1-1 0 0,0-1 1 0 0,0 1-1 0 0,0-1 1 0 0,0 1-1 0 0,0-1 1 0 0,0 1-1 0 0,0-1 1 0 0,0 1 0 0 0,1-1-1 0 0,-1 1 1 0 0,0-1-1 0 0,0 0 1 0 0,0 1-1 0 0,1-1 1 0 0,-1 1-1 0 0,0-1 1 0 0,1 0-1 0 0,-1 1 1 0 0,0-1-1 0 0,1 0 1 0 0,-1 1-1 0 0,0-1 1 0 0,1 0-1 0 0,0 1 1 0 0,0-2 0 0 0,-1 1 0 0 0,1-1 0 0 0,0 1 0 0 0,-1-1 0 0 0,1 1 0 0 0,-1-1 0 0 0,1 1 1 0 0,-1-1-1 0 0,1 0 0 0 0,-1 1 0 0 0,1-1 0 0 0,-1 0 0 0 0,1 0 0 0 0,-1 1 0 0 0,0-1 0 0 0,1 0 0 0 0,-1 0 0 0 0,0 0 0 0 0,20-68 67 0 0,-20 68-48 0 0,0 0 0 0 0,0 0 0 0 0,1-1 0 0 0,-1 1 0 0 0,0 0 0 0 0,1 0 0 0 0,-1 0 0 0 0,1 0 0 0 0,0 0 0 0 0,-1 0 0 0 0,1 1 0 0 0,0-1-1 0 0,-1 0 1 0 0,1 0 0 0 0,2-1 0 0 0,-3 2-5 0 0,0 0 0 0 0,1 0 0 0 0,-1-1 0 0 0,1 1 1 0 0,-1 0-1 0 0,0 0 0 0 0,1 0 0 0 0,-1 0 0 0 0,1 0 0 0 0,-1 0 0 0 0,0 1 0 0 0,1-1 0 0 0,-1 0 0 0 0,1 0 0 0 0,-1 0 0 0 0,0 0 0 0 0,1 0 0 0 0,-1 1 0 0 0,0-1 0 0 0,1 0 0 0 0,-1 0 0 0 0,0 0 0 0 0,1 1 0 0 0,-1-1 0 0 0,0 0 0 0 0,1 1 1 0 0,11 19 804 0 0,-12-19-797 0 0,2 7 450 0 0,0 1-1 0 0,0-1 1 0 0,-1 1-1 0 0,0 0 0 0 0,-1 16 1 0 0,-7 4 682 0 0,-8-2-734 0 0,0 1 1 0 0,-2-2 0 0 0,-1 0 0 0 0,-1-1-1 0 0,-1-1 1 0 0,-41 38 0 0 0,27-31-64 0 0,-2-2 0 0 0,0-2 1 0 0,-3-1-1 0 0,-66 34 0 0 0,26-23 5 0 0,-125 40 0 0 0,159-62-246 0 0,-1-1 1 0 0,-91 12-1 0 0,119-24-53 0 0,0-1 1 0 0,0-1-1 0 0,0-1 1 0 0,-29-4-1 0 0,37 3 0 0 0,0-1-1 0 0,0 0 1 0 0,0 0-1 0 0,0-1 0 0 0,0 0 1 0 0,1-1-1 0 0,0 0 1 0 0,-17-11-1 0 0,0-7 297 0 0,-42-48-1 0 0,43 45-179 0 0,-68-82 350 0 0,82 93-450 0 0,0 0 1 0 0,1-1 0 0 0,1 0 0 0 0,1-1-1 0 0,-11-26 1 0 0,-23-97 191 0 0,36 115-253 0 0,1-1 0 0 0,2 0 0 0 0,-2-40 0 0 0,5 5 9 0 0,1-83 46 0 0,1 115-182 0 0,2-1 0 0 0,12-51 1 0 0,-15 77 101 0 0,3-11-11 0 0,0 1 1 0 0,10-23 0 0 0,-12 34-1 0 0,0-1 0 0 0,0 1 0 0 0,0 0-1 0 0,1-1 1 0 0,-1 1 0 0 0,1 0 0 0 0,-1 0 0 0 0,1 1 0 0 0,0-1-1 0 0,0 0 1 0 0,1 1 0 0 0,-1 0 0 0 0,0 0 0 0 0,5-3 0 0 0,6-1-54 0 0,-7 3 50 0 0,-1 0 0 0 0,1 0 0 0 0,-1 1 0 0 0,1 0 0 0 0,0 0 0 0 0,0 1 0 0 0,9-2 0 0 0,-64 4 69 0 0,20 0 35 0 0,-1-1 0 0 0,-51-7 1 0 0,69 5-62 0 0,1-1 1 0 0,0 0-1 0 0,0 0 1 0 0,0-1-1 0 0,0 0 1 0 0,1-1-1 0 0,0 0 1 0 0,-1 0-1 0 0,2-1 1 0 0,-1 0-1 0 0,-12-12 1 0 0,6 2-15 0 0,0 0 0 0 0,1-1 0 0 0,1 0 0 0 0,0-1 1 0 0,2-1-1 0 0,0 0 0 0 0,1 0 0 0 0,1-1 0 0 0,0 0 0 0 0,-5-26 0 0 0,4 12-9 0 0,2-1-1 0 0,2-1 0 0 0,2 1 0 0 0,-1-42 1 0 0,5 61-16 0 0,0-1-1 0 0,2 1 1 0 0,0 0 0 0 0,0 1 0 0 0,2-1 0 0 0,0 0 0 0 0,1 1-1 0 0,0 0 1 0 0,1 0 0 0 0,1 0 0 0 0,11-18 0 0 0,-4 14-19 0 0,1 0 1 0 0,1 1-1 0 0,1 0 1 0 0,1 1-1 0 0,0 1 1 0 0,1 1 0 0 0,0 1-1 0 0,31-18 1 0 0,8 2-214 0 0,120-46 1 0 0,-167 71 229 0 0,18-6-29 0 0,1 0 1 0 0,-1 2 0 0 0,1 2-1 0 0,43-6 1 0 0,113 10-66 0 0,-112 3-51 0 0,-45 3 74 0 0,-22 0 68 0 0,-7-3 27 0 0,1 0 1 0 0,-1 1-1 0 0,1-1 1 0 0,0 0 0 0 0,-1 1-1 0 0,1-1 1 0 0,0 0-1 0 0,-1 0 1 0 0,1 0 0 0 0,0 0-1 0 0,0 1 1 0 0,-1-1-1 0 0,1 0 1 0 0,0 0 0 0 0,-1 0-1 0 0,1-1 1 0 0,0 1-1 0 0,-1 0 1 0 0,1 0 0 0 0,1-1-1 0 0,19-20 526 0 0,-10 8-357 0 0,5-6-157 0 0,2 1-1 0 0,0 0 1 0 0,1 1 0 0 0,1 1 0 0 0,0 1-1 0 0,1 0 1 0 0,1 2 0 0 0,43-20 0 0 0,142-29-11 0 0,-154 49-28 0 0,22-8 28 0 0,1 4 1 0 0,0 3 0 0 0,140-6-1 0 0,-151 18-61 0 0,105 12-1 0 0,-143-7 30 0 0,-1 2-1 0 0,1 1 0 0 0,-1 1 1 0 0,-1 2-1 0 0,1 0 0 0 0,44 24 1 0 0,-65-30 2 0 0,0 0 0 0 0,-1 0 1 0 0,1 0-1 0 0,-1 1 0 0 0,6 5 0 0 0,-9-8 41 0 0,0 0-1 0 0,-1 0 0 0 0,1 0 0 0 0,0 0 1 0 0,0 0-1 0 0,-1 0 0 0 0,1 0 1 0 0,0 1-1 0 0,-1-1 0 0 0,1 0 0 0 0,-1 0 1 0 0,0 1-1 0 0,1-1 0 0 0,-1 0 0 0 0,0 1 1 0 0,0-1-1 0 0,0 0 0 0 0,0 1 0 0 0,0-1 1 0 0,0 0-1 0 0,0 0 0 0 0,0 1 0 0 0,-1-1 1 0 0,1 0-1 0 0,-1 1 0 0 0,1-1 0 0 0,0 0 1 0 0,-1 0-1 0 0,0 2 0 0 0,0-3 19 0 0,1 1 0 0 0,-1-1-1 0 0,1 1 1 0 0,-1-1 0 0 0,0 0 0 0 0,1 1-1 0 0,-1-1 1 0 0,1 0 0 0 0,-1 1 0 0 0,1-1-1 0 0,-1 0 1 0 0,0 0 0 0 0,1 0 0 0 0,-1 1-1 0 0,0-1 1 0 0,1 0 0 0 0,-1 0 0 0 0,0 0-1 0 0,1 0 1 0 0,-1 0 0 0 0,0 0 0 0 0,1 0-1 0 0,-1-1 1 0 0,0 1 0 0 0,1 0 0 0 0,-1 0-1 0 0,1 0 1 0 0,-1-1 0 0 0,0 1 0 0 0,1 0-1 0 0,-1-1 1 0 0,1 1 0 0 0,-1 0 0 0 0,1-1-1 0 0,-2 0 1 0 0,2-2-31 0 0,-1 0 1 0 0,1 0-1 0 0,0 0 1 0 0,0 0-1 0 0,0 0 1 0 0,0 0-1 0 0,0 0 1 0 0,1 0-1 0 0,-1 0 0 0 0,1 0 1 0 0,0 0-1 0 0,0 0 1 0 0,0 0-1 0 0,0 0 1 0 0,1 0-1 0 0,-1 1 1 0 0,1-1-1 0 0,0 1 0 0 0,-1-1 1 0 0,4-3-1 0 0,7-6-2 0 0,0 0-1 0 0,1 1 1 0 0,0 1-1 0 0,1 0 0 0 0,0 0 1 0 0,27-13-1 0 0,107-42-32 0 0,-95 46 8 0 0,0 3 0 0 0,1 2 1 0 0,1 2-1 0 0,0 3 0 0 0,1 3 0 0 0,0 1 0 0 0,101 7 0 0 0,-131-1 16 0 0,0 2-1 0 0,-1 1 0 0 0,0 1 0 0 0,1 2 1 0 0,-2 0-1 0 0,1 1 0 0 0,-1 2 1 0 0,0 0-1 0 0,-1 2 0 0 0,-1 1 0 0 0,1 0 1 0 0,-2 1-1 0 0,27 24 0 0 0,-42-33 11 0 0,0 0-1 0 0,0 1 1 0 0,-1 0-1 0 0,1 0 1 0 0,-1 0-1 0 0,-1 0 0 0 0,1 1 1 0 0,-1 0-1 0 0,0 0 1 0 0,0 0-1 0 0,2 9 1 0 0,-6-15 5 0 0,0-1 0 0 0,0 0 0 0 0,0 0 0 0 0,0 0 0 0 0,0 0 0 0 0,0 0 0 0 0,0 0 0 0 0,0 0 0 0 0,0 1 0 0 0,1-1 0 0 0,-1 0 0 0 0,0 0 0 0 0,0 0 0 0 0,0 0 0 0 0,0 0 0 0 0,0 0 0 0 0,0 0 0 0 0,0 0 0 0 0,0 0 0 0 0,0 1 0 0 0,0-1 0 0 0,1 0 0 0 0,-1 0 0 0 0,0 0 0 0 0,0 0 0 0 0,0 0 0 0 0,0 0 0 0 0,0 0 0 0 0,0 0 1 0 0,0 0-1 0 0,1 0 0 0 0,-1 0 0 0 0,0 0 0 0 0,0 0 0 0 0,0 0 0 0 0,0 0 0 0 0,0 0 0 0 0,0 0 0 0 0,1 0 0 0 0,-1 0 0 0 0,0 0 0 0 0,0 0 0 0 0,0 0 0 0 0,0 0 0 0 0,0 0 0 0 0,0 0 0 0 0,0 0 0 0 0,0-1 0 0 0,1 1 0 0 0,-1 0 0 0 0,0 0 0 0 0,0 0 0 0 0,0 0 0 0 0,8-9 105 0 0,6-7-15 0 0,8-1-136 0 0,1 2 0 0 0,0 0 1 0 0,43-20-1 0 0,-47 26 21 0 0,37-17-46 0 0,2 2-1 0 0,0 3 1 0 0,1 2 0 0 0,1 4 0 0 0,64-10 0 0 0,4 9-227 0 0,0 4 0 0 0,228 11-1 0 0,-333 2 283 0 0,1 1 0 0 0,-1 1-1 0 0,0 1 1 0 0,28 9-1 0 0,-43-11 9 0 0,0 1-1 0 0,0 0 0 0 0,-1 1 0 0 0,1 0 1 0 0,-1 0-1 0 0,0 0 0 0 0,0 1 0 0 0,0 0 1 0 0,-1 1-1 0 0,1-1 0 0 0,-1 1 0 0 0,-1 1 1 0 0,1-1-1 0 0,6 11 0 0 0,-8-11 20 0 0,1 4-39 0 0,-3 19 289 0 0,-2-29-255 0 0,0 0 1 0 0,0 1-1 0 0,-1-1 0 0 0,1 0 1 0 0,0 0-1 0 0,0 0 1 0 0,0 1-1 0 0,0-1 0 0 0,0 0 1 0 0,0 0-1 0 0,0 0 0 0 0,0 0 1 0 0,0 1-1 0 0,0-1 0 0 0,0 0 1 0 0,0 0-1 0 0,0 0 0 0 0,1 1 1 0 0,-1-1-1 0 0,0 0 1 0 0,0 0-1 0 0,0 0 0 0 0,0 0 1 0 0,0 1-1 0 0,0-1 0 0 0,0 0 1 0 0,0 0-1 0 0,1 0 0 0 0,-1 0 1 0 0,0 1-1 0 0,0-1 1 0 0,0 0-1 0 0,0 0 0 0 0,0 0 1 0 0,1 0-1 0 0,-1 0 0 0 0,0 0 1 0 0,0 0-1 0 0,0 0 0 0 0,0 0 1 0 0,1 0-1 0 0,-1 1 0 0 0,0-1 1 0 0,0 0-1 0 0,0 0 1 0 0,1 0-1 0 0,-1 0 0 0 0,7-5 65 0 0,-6 5-43 0 0,12-11-22 0 0,1 1 1 0 0,1 0-1 0 0,0 1 1 0 0,0 1-1 0 0,1 1 1 0 0,17-7-1 0 0,213-78 122 0 0,-194 73-121 0 0,-21 8-4 0 0,136-45 50 0 0,-3 18-22 0 0,-101 24-25 0 0,-4 0 2 0 0,113-22 36 0 0,262-5 38 0 0,-391 38-81 0 0,0 2 1 0 0,0 3-1 0 0,0 1 1 0 0,0 2-1 0 0,53 13 1 0 0,-83-14-14 0 0,0 1 1 0 0,-1 0-1 0 0,1 1 0 0 0,-1 0 1 0 0,0 1-1 0 0,-1 0 0 0 0,1 1 1 0 0,-2 1-1 0 0,1-1 0 0 0,-1 2 1 0 0,15 17-1 0 0,-22-24 9 0 0,0 1 1 0 0,0 0-1 0 0,0-1 0 0 0,0 1 1 0 0,-1 1-1 0 0,0-1 0 0 0,1 0 1 0 0,-2 1-1 0 0,1-1 1 0 0,0 1-1 0 0,-1-1 0 0 0,0 1 1 0 0,0 0-1 0 0,-1-1 0 0 0,1 1 1 0 0,-1 0-1 0 0,0 0 0 0 0,0 0 1 0 0,0-1-1 0 0,-1 1 0 0 0,0 0 1 0 0,0 0-1 0 0,0-1 1 0 0,0 1-1 0 0,-1-1 0 0 0,0 1 1 0 0,0-1-1 0 0,0 0 0 0 0,0 1 1 0 0,-4 4-1 0 0,0-1 55 0 0,-1 0 0 0 0,0-1 0 0 0,0 1-1 0 0,0-2 1 0 0,-1 1 0 0 0,0-1 0 0 0,0 0 0 0 0,-1 0 0 0 0,1-1-1 0 0,-1 0 1 0 0,0-1 0 0 0,-20 7 0 0 0,28-11-42 0 0,-3 1 104 0 0,12-8 5 0 0,29-16-39 0 0,2 2 1 0 0,63-26-1 0 0,-64 30-88 0 0,18-8-28 0 0,14-7 40 0 0,85-27 0 0 0,-55 33 18 0 0,0 4 0 0 0,2 4 0 0 0,0 5 1 0 0,132-1-1 0 0,-207 13-16 0 0,0 2 1 0 0,0 1-1 0 0,-1 1 1 0 0,1 1-1 0 0,-1 1 1 0 0,1 2-1 0 0,32 12 1 0 0,-40-12-18 0 0,-1 2 1 0 0,0 0 0 0 0,-1 1-1 0 0,0 1 1 0 0,0 0-1 0 0,-2 1 1 0 0,1 1 0 0 0,26 28-1 0 0,-34-33 72 0 0,-1 0 0 0 0,-1 1 0 0 0,1-1 0 0 0,-2 1 0 0 0,1 0 0 0 0,-1 1 0 0 0,0-1 0 0 0,-1 1 0 0 0,0 0 0 0 0,-1 0 0 0 0,0 0 0 0 0,0 1 0 0 0,-1-1 0 0 0,-1 1 0 0 0,1 0 0 0 0,-2 17 0 0 0,1-31-35 0 0,-1 1 0 0 0,1 0 1 0 0,0 0-1 0 0,-1-1 0 0 0,1 1 0 0 0,0 0 0 0 0,0 0 0 0 0,0 0 0 0 0,1 0 0 0 0,-1 0 0 0 0,0 1 0 0 0,1-1 0 0 0,-1 0 0 0 0,1 0 0 0 0,0 1 0 0 0,0-1 0 0 0,-1 1 1 0 0,5-2-1 0 0,8-10 1 0 0,25-24-62 0 0,2 2 0 0 0,1 2-1 0 0,1 2 1 0 0,84-46 0 0 0,-89 59 7 0 0,1 1 1 0 0,0 2-1 0 0,1 2 1 0 0,1 2-1 0 0,53-8 1 0 0,-12 10 1 0 0,127 4 0 0 0,-179 6-7 0 0,0 1 1 0 0,0 1 0 0 0,0 2 0 0 0,51 15-1 0 0,-66-15 3 0 0,0 1-1 0 0,0 0 1 0 0,0 1-1 0 0,-1 1 1 0 0,0 0-1 0 0,-1 1 0 0 0,1 1 1 0 0,-2 0-1 0 0,0 0 1 0 0,14 16-1 0 0,-20-19 26 0 0,-1-1 0 0 0,0 1 0 0 0,-1 1-1 0 0,0-1 1 0 0,0 0 0 0 0,0 1 0 0 0,-1 0-1 0 0,0 0 1 0 0,-1 0 0 0 0,1 0-1 0 0,-2 0 1 0 0,1 0 0 0 0,-1 1 0 0 0,0-1-1 0 0,-1 1 1 0 0,0-1 0 0 0,-2 12 0 0 0,-1-9 87 0 0,43-47 374 0 0,-15 15-492 0 0,2 2 0 0 0,0 0 0 0 0,1 2 0 0 0,0 1 0 0 0,33-13 0 0 0,-61 29 28 0 0,50-24-23 0 0,0 3 0 0 0,2 2 0 0 0,0 2 1 0 0,66-12-1 0 0,-11 11-33 0 0,172-8 0 0 0,-243 25 47 0 0,66-2-9 0 0,187 17 1 0 0,-253-8 23 0 0,1 1-1 0 0,-2 2 1 0 0,47 17 0 0 0,-60-17 1 0 0,-1 0 0 0 0,-1 2 0 0 0,0 0 0 0 0,0 1 1 0 0,-1 1-1 0 0,23 21 0 0 0,-37-30 14 0 0,-2-2-8 0 0,-1 0 1 0 0,1 1-1 0 0,-1-1 1 0 0,1 0-1 0 0,-1 1 1 0 0,0-1-1 0 0,1 1 1 0 0,-1 0-1 0 0,-1 0 0 0 0,1 0 1 0 0,0 0-1 0 0,-1 0 1 0 0,0 0-1 0 0,2 5 1 0 0,-3-13 23 0 0,1 0 1 0 0,-1 1 0 0 0,1-1-1 0 0,0 1 1 0 0,1-1 0 0 0,-1 1-1 0 0,1-1 1 0 0,0 1 0 0 0,0 0-1 0 0,0 0 1 0 0,4-6 0 0 0,-1 3-56 0 0,1-1 0 0 0,0 1 0 0 0,1 0 1 0 0,-1 1-1 0 0,10-7 0 0 0,1 0-15 0 0,1 2 0 0 0,1 0 0 0 0,26-12 0 0 0,66-21-40 0 0,-69 27 46 0 0,28-7-17 0 0,1 3 1 0 0,1 2-1 0 0,135-16 1 0 0,-205 35 42 0 0,446-42-33 0 0,-355 39 45 0 0,-1 4 0 0 0,113 15 0 0 0,-164-8-16 0 0,0 1 0 0 0,-1 1 0 0 0,0 3 0 0 0,-1 1 1 0 0,48 24-1 0 0,-74-31 4 0 0,1 0 0 0 0,-1 0 0 0 0,-1 1 0 0 0,1 1 0 0 0,-2 0 0 0 0,1 1 0 0 0,18 19 1 0 0,-27-25-3 0 0,0 0 0 0 0,0 1 0 0 0,0-1 0 0 0,0 1 0 0 0,-1 0 0 0 0,0 0 0 0 0,0 0 0 0 0,0 0 0 0 0,-1 0 0 0 0,1 1 0 0 0,-1-1 0 0 0,-1 0 0 0 0,1 1 0 0 0,-1-1 1 0 0,0 0-1 0 0,0 1 0 0 0,0-1 0 0 0,-1 1 0 0 0,1-1 0 0 0,-2 0 0 0 0,1 0 0 0 0,-3 7 0 0 0,2-7 4 0 0,0 0 0 0 0,0 0 1 0 0,-1-1-1 0 0,0 1 0 0 0,1-1 0 0 0,-2 0 1 0 0,1 0-1 0 0,0 0 0 0 0,-1 0 0 0 0,0-1 1 0 0,0 0-1 0 0,0 1 0 0 0,-7 3 0 0 0,1-1 76 0 0,-1 0 0 0 0,0-1 0 0 0,0 0 1 0 0,-14 3-1 0 0,44-19-53 0 0,41-34-203 0 0,41-29 27 0 0,-72 57 135 0 0,-1 2 0 0 0,2 0 0 0 0,46-14 0 0 0,-23 14-2 0 0,69-9-1 0 0,-106 21 16 0 0,105-16-94 0 0,190-6 0 0 0,-279 24 72 0 0,307 7 145 0 0,-298-3-111 0 0,-1 2 1 0 0,0 2-1 0 0,0 1 1 0 0,-1 3-1 0 0,0 1 1 0 0,41 18-1 0 0,-71-25-6 0 0,0 0 0 0 0,0 0-1 0 0,0 1 1 0 0,-1 0 0 0 0,1 0-1 0 0,-2 1 1 0 0,1 0-1 0 0,-1 0 1 0 0,0 1 0 0 0,10 14-1 0 0,-8-8-9 0 0,-2 1 0 0 0,0-1-1 0 0,0 1 1 0 0,-1 0 0 0 0,4 22-1 0 0,-3-19 9 0 0,-1-9 201 0 0,-1-13-133 0 0,-3 2-37 0 0,22-21-304 0 0,0 1 0 0 0,2 1 0 0 0,0 2-1 0 0,1 0 1 0 0,1 2 0 0 0,48-23 0 0 0,-18 17 42 0 0,2 2 1 0 0,0 2 0 0 0,1 4 0 0 0,0 2 0 0 0,1 2 0 0 0,75-2 0 0 0,126 11 93 0 0,-195 5 106 0 0,120 22 0 0 0,154 64 96 0 0,-286-73-39 0 0,86 33-40 0 0,-15-5 25 0 0,-107-38 10 0 0,1-2 0 0 0,37 4 0 0 0,-10-6 13 0 0,58-4 0 0 0,-46-5-31 0 0,-1-3 0 0 0,-1-2 0 0 0,94-31 0 0 0,-139 38-10 0 0,286-103-794 0 0,-267 95 677 0 0,87-33-250 0 0,-41 25 250 0 0,138-20 0 0 0,-197 39 127 0 0,0 0 0 0 0,0 1 0 0 0,0 2 1 0 0,0 0-1 0 0,0 0 0 0 0,21 6 0 0 0,-26-4 2 0 0,-1 1 0 0 0,1 1 0 0 0,-1 0 0 0 0,0 0 0 0 0,-1 1 0 0 0,1 1 0 0 0,-1 0 0 0 0,21 17 0 0 0,-16-8 46 0 0,-1 0 0 0 0,0 1 0 0 0,-1 1 0 0 0,22 33 0 0 0,45 90 152 0 0,-80-137-202 0 0,143 282 631 0 0,-130-257-473 0 0,1 0 0 0 0,2-2-1 0 0,1 0 1 0 0,39 42 0 0 0,19 28 9 0 0,-67-82-117 0 0,0 1 1 0 0,-1 0-1 0 0,0 0 0 0 0,9 28 0 0 0,-13-20-21 0 0,-5-21-22 0 0,0-1-1 0 0,0 1 1 0 0,1-1-1 0 0,-1 1 1 0 0,1-1-1 0 0,0 0 1 0 0,-1 1-1 0 0,3 3 1 0 0,4-3 57 0 0,-7-2-58 0 0,0 0-1 0 0,0 0 1 0 0,0-1-1 0 0,0 1 1 0 0,1 0-1 0 0,-1 0 1 0 0,0-1-1 0 0,0 1 1 0 0,-1 0-1 0 0,1 0 1 0 0,0 0-1 0 0,0-1 1 0 0,0 1 0 0 0,0 0-1 0 0,-1 0 1 0 0,1-1-1 0 0,0 1 1 0 0,-1 0-1 0 0,1-1 1 0 0,-1 2-1 0 0,-11 20 6 0 0,2 0 0 0 0,0 1 0 0 0,2 0 0 0 0,0 0-1 0 0,2 1 1 0 0,-4 27 0 0 0,3-17-7 0 0,7 72 35 0 0,0-102-45 0 0,-1 0-1 0 0,0-1 1 0 0,0 1-1 0 0,0 0 0 0 0,0 0 1 0 0,-1-1-1 0 0,0 1 1 0 0,1-1-1 0 0,-5 6 0 0 0,4-5 4 0 0,-1 0 0 0 0,1 0 0 0 0,0 0-1 0 0,1 1 1 0 0,-3 5 0 0 0,3 1 8 0 0,0 1 0 0 0,0-1 0 0 0,1 0 1 0 0,2 19-1 0 0,-2-29 1 0 0,0-1 0 0 0,0 1 0 0 0,0 0 0 0 0,0-1 0 0 0,0 1 1 0 0,1 0-1 0 0,-1-1 0 0 0,0 1 0 0 0,0-1 0 0 0,1 1 0 0 0,-1 0 1 0 0,0-1-1 0 0,1 1 0 0 0,-1-1 0 0 0,0 1 0 0 0,1-1 0 0 0,-1 1 1 0 0,1-1-1 0 0,-1 1 0 0 0,1-1 0 0 0,-1 1 0 0 0,1-1 0 0 0,-1 1 1 0 0,1-1-1 0 0,0 0 0 0 0,-1 0 0 0 0,1 1 0 0 0,-1-1 0 0 0,1 0 1 0 0,0 0-1 0 0,-1 0 0 0 0,2 1 0 0 0,21-5 313 0 0,-8 1-388 0 0,-11 1 49 0 0,7-2 43 0 0,-24 4-433 0 0,10 0 264 0 0,-1 0 1 0 0,0 0 0 0 0,0 0 0 0 0,0 1 0 0 0,0-1-1 0 0,-4 2 1 0 0,-14 6-1501 0 0,1 2 1 0 0,-1 0-1 0 0,2 1 0 0 0,-26 18 0 0 0,5-4-1127 0 0,-81 42-2688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07.798"/>
    </inkml:context>
    <inkml:brush xml:id="br0">
      <inkml:brushProperty name="width" value="0.1" units="cm"/>
      <inkml:brushProperty name="height" value="0.1" units="cm"/>
      <inkml:brushProperty name="color" value="#66CC00"/>
    </inkml:brush>
  </inkml:definitions>
  <inkml:trace contextRef="#ctx0" brushRef="#br0">205 1467 752 0 0,'-21'-21'68'0'0,"17"18"-71"0"0,1 0 1 0 0,-1 0-1 0 0,1 0 0 0 0,-1-1 1 0 0,1 1-1 0 0,1-1 0 0 0,-1 1 1 0 0,0-1-1 0 0,1 0 0 0 0,0 0 1 0 0,0 0-1 0 0,0-1 0 0 0,0 1 1 0 0,0 0-1 0 0,1-1 0 0 0,0 1 1 0 0,0-1-1 0 0,0-8 0 0 0,1 10-5 0 0,0 2 8 0 0,0 0 1 0 0,0 1-1 0 0,0-1 1 0 0,0 0-1 0 0,0 1 1 0 0,0-1-1 0 0,0 0 1 0 0,0 1-1 0 0,0-1 1 0 0,0 0-1 0 0,0 1 0 0 0,0-1 1 0 0,0 0-1 0 0,0 1 1 0 0,-1-1-1 0 0,1 0 1 0 0,0 1-1 0 0,-1-1 1 0 0,1 1-1 0 0,0-1 1 0 0,-1 1-1 0 0,1-1 0 0 0,-1 1 1 0 0,1-1-1 0 0,-1 1 1 0 0,0-2-1 0 0,-4 1-15 0 0,0 0-1 0 0,-1 1 1 0 0,1-1-1 0 0,0 1 1 0 0,-9 0-1 0 0,-8 1-62 0 0,14 0 240 0 0,1-1 1 0 0,-1 0-1 0 0,-13-2 1 0 0,19-4-67 0 0,-3-142 36 0 0,5 144-118 0 0,-1 0 0 0 0,0 0 0 0 0,0 0-1 0 0,0 0 1 0 0,0 0 0 0 0,-3-4 0 0 0,2 3 225 0 0,0 1 0 0 0,1-1 0 0 0,-1 0 0 0 0,1 0-1 0 0,0 0 1 0 0,-1-9 0 0 0,16 22 1055 0 0,219 197 1804 0 0,-74-59-1963 0 0,-133-124-1052 0 0,2-2 1 0 0,0-1-1 0 0,1-1 1 0 0,0-1 0 0 0,2-2-1 0 0,0-1 1 0 0,0-1 0 0 0,1-2-1 0 0,1-1 1 0 0,56 10-1 0 0,-46-12-23 0 0,1-2 0 0 0,1-1 0 0 0,-1-2 0 0 0,77-6 0 0 0,-95-1-45 0 0,1-1 0 0 0,-1-1-1 0 0,1-1 1 0 0,-2-1 0 0 0,1-1-1 0 0,-1-2 1 0 0,-1 0 0 0 0,0-2-1 0 0,31-21 1 0 0,46-51-14 0 0,-77 64-2 0 0,33-29 17 0 0,-3-3 1 0 0,-2-1-1 0 0,81-113 0 0 0,-114 138-12 0 0,0 0 21 0 0,28-31 1 0 0,-43 54-24 0 0,-4 6-2 0 0,1-1 1 0 0,-1 1-1 0 0,0-1 1 0 0,0 1-1 0 0,1-1 0 0 0,-1 1 1 0 0,0 0-1 0 0,1-1 1 0 0,-1 1-1 0 0,0-1 0 0 0,1 1 1 0 0,-1 0-1 0 0,0-1 1 0 0,1 1-1 0 0,-1 0 0 0 0,1 0 1 0 0,-1-1-1 0 0,1 1 0 0 0,-1 0 1 0 0,1 0-1 0 0,-1-1 1 0 0,1 1-1 0 0,-1 0 0 0 0,1 0 1 0 0,-1 0-1 0 0,1 0 1 0 0,-1 0-1 0 0,2 0 0 0 0,0 3 18 0 0,0 0 0 0 0,0 0 0 0 0,0 0 0 0 0,0 0 0 0 0,0 0 0 0 0,2 7-1 0 0,-1-5 20 0 0,13 26 176 0 0,2-1 0 0 0,0-1 0 0 0,2 0-1 0 0,1-1 1 0 0,2-1 0 0 0,0-2 0 0 0,2 0 0 0 0,1-1 0 0 0,0-2 0 0 0,2 0 0 0 0,1-2 0 0 0,0-1 0 0 0,62 28 0 0 0,-49-30-30 0 0,0-2 0 0 0,80 16 0 0 0,-95-26-109 0 0,-1-1 0 0 0,1-2 0 0 0,0 0 0 0 0,0-2 0 0 0,0-1-1 0 0,34-6 1 0 0,-23-2 2 0 0,-1-1 0 0 0,45-18 0 0 0,73-38-70 0 0,-59 18-37 0 0,-1-4 0 0 0,159-116 1 0 0,-152 77 188 0 0,-76 66-128 0 0,1 1 0 0 0,45-31 0 0 0,-68 52-37 0 0,1 0 0 0 0,-1 0 0 0 0,1 1 1 0 0,0-1-1 0 0,0 1 0 0 0,9-2 0 0 0,-13 3 4 0 0,1 1 0 0 0,0 0-1 0 0,-1 0 1 0 0,1 0 0 0 0,0 0 0 0 0,0 0-1 0 0,-1 1 1 0 0,1-1 0 0 0,0 1-1 0 0,-1-1 1 0 0,1 1 0 0 0,0-1 0 0 0,-1 1-1 0 0,1 0 1 0 0,-1 0 0 0 0,1-1 0 0 0,-1 1-1 0 0,0 0 1 0 0,1 1 0 0 0,-1-1-1 0 0,0 0 1 0 0,0 0 0 0 0,1 1 0 0 0,0 1-1 0 0,9 13 25 0 0,0 0 0 0 0,10 22 0 0 0,5 7 87 0 0,-8-19-1 0 0,0-1-1 0 0,2-1 1 0 0,1 0 0 0 0,47 39-1 0 0,-47-47-23 0 0,1 0 0 0 0,0-1 0 0 0,1-2 0 0 0,1 0 0 0 0,0-2 0 0 0,1 0 0 0 0,0-2 0 0 0,0-1 0 0 0,32 7 0 0 0,-13-6 9 0 0,1-1 0 0 0,0-3 1 0 0,1-1-1 0 0,-1-2 1 0 0,0-3-1 0 0,53-6 0 0 0,-50 1-13 0 0,0-3 0 0 0,0-1 0 0 0,-1-3 0 0 0,54-21 0 0 0,170-91 24 0 0,-162 68 62 0 0,196-139 0 0 0,-269 170-184 0 0,0 1-1 0 0,2 2 0 0 0,61-27 1 0 0,-98 49 10 0 0,1 1 1 0 0,-1-1 0 0 0,1 0 0 0 0,-1 1-1 0 0,1 0 1 0 0,0-1 0 0 0,-1 1 0 0 0,1 0-1 0 0,0 0 1 0 0,0 0 0 0 0,-1 0 0 0 0,1 0-1 0 0,0 0 1 0 0,-1 0 0 0 0,1 0 0 0 0,0 1-1 0 0,2 0 1 0 0,-1 1-2 0 0,0 0 0 0 0,0 0 0 0 0,0 0-1 0 0,-1 0 1 0 0,1 0 0 0 0,-1 1 0 0 0,1-1 0 0 0,2 5 0 0 0,32 36 99 0 0,51 49 0 0 0,-68-75-62 0 0,-1-1 1 0 0,2 0-1 0 0,0-2 1 0 0,1 0-1 0 0,30 14 0 0 0,-20-15 4 0 0,0-1-1 0 0,1-2 1 0 0,0-1-1 0 0,1-1 1 0 0,0-2-1 0 0,64 3 1 0 0,13-6 16 0 0,-1-5 1 0 0,0-4-1 0 0,0-5 1 0 0,-1-5-1 0 0,139-39 1 0 0,257-112 91 0 0,-110 22 192 0 0,-327 119-314 0 0,-33 12-59 0 0,70-17 0 0 0,-101 30 27 0 0,-1 0 0 0 0,0 0 0 0 0,1 0-1 0 0,-1 1 1 0 0,1 0 0 0 0,0 0-1 0 0,-1 0 1 0 0,1 0 0 0 0,-1 0-1 0 0,1 1 1 0 0,-1-1 0 0 0,0 1-1 0 0,5 1 1 0 0,-5 0 14 0 0,-1 0 1 0 0,1 0-1 0 0,-1 1 0 0 0,1-1 1 0 0,-1 0-1 0 0,0 1 1 0 0,0 0-1 0 0,0-1 0 0 0,0 1 1 0 0,-1 0-1 0 0,1 0 1 0 0,-1 0-1 0 0,1 0 0 0 0,-1 0 1 0 0,0 0-1 0 0,1 6 1 0 0,14 57 186 0 0,-11-42-194 0 0,1 0-1 0 0,18 44 1 0 0,-19-58-3 0 0,0 0 1 0 0,1 1-1 0 0,0-2 1 0 0,1 1-1 0 0,0-1 1 0 0,1 0-1 0 0,0-1 1 0 0,0 1-1 0 0,17 12 1 0 0,-9-10 24 0 0,0 0 1 0 0,0-2 0 0 0,1 1 0 0 0,0-2 0 0 0,1 0-1 0 0,0-1 1 0 0,0-1 0 0 0,0-1 0 0 0,1 0 0 0 0,0-1-1 0 0,23 1 1 0 0,11-3 27 0 0,0-2 0 0 0,1-2-1 0 0,-1-3 1 0 0,92-20 0 0 0,196-72 94 0 0,-112 8-92 0 0,-9 4 19 0 0,-189 78-78 0 0,-26 11-27 0 0,-4 7 39 0 0,-1 11 97 0 0,1 0 0 0 0,1 0 0 0 0,1 0 0 0 0,9 34 0 0 0,-9-47-81 0 0,0 1 0 0 0,0-1-1 0 0,1 0 1 0 0,1 0-1 0 0,-1 0 1 0 0,1-1-1 0 0,1 0 1 0 0,0 0 0 0 0,0 0-1 0 0,0 0 1 0 0,1-1-1 0 0,0 0 1 0 0,11 7-1 0 0,-5-6 11 0 0,0 0 0 0 0,1-1-1 0 0,-1-1 1 0 0,1 0 0 0 0,1-1 0 0 0,26 6-1 0 0,-2-3 38 0 0,65 4 0 0 0,-40-9-44 0 0,1-4 0 0 0,-1-2 0 0 0,0-3 1 0 0,78-18-1 0 0,245-78 36 0 0,-324 83 7 0 0,40-15-26 0 0,155-72 1 0 0,-200 80-1 0 0,1 2 0 0 0,1 3 1 0 0,71-15-1 0 0,-126 35-40 0 0,0-1-4 0 0,-1 1 1 0 0,1 0-1 0 0,-1 0 0 0 0,1 1 0 0 0,-1-1 1 0 0,1 1-1 0 0,6 1 0 0 0,-10-1 11 0 0,1 1-1 0 0,0-1 0 0 0,-1 1 0 0 0,1 0 1 0 0,-1 0-1 0 0,1 0 0 0 0,-1-1 1 0 0,0 2-1 0 0,1-1 0 0 0,-1 0 1 0 0,0 0-1 0 0,0 0 0 0 0,1 0 1 0 0,-1 1-1 0 0,0-1 0 0 0,0 1 1 0 0,-1-1-1 0 0,1 1 0 0 0,0-1 0 0 0,0 1 1 0 0,-1-1-1 0 0,1 1 0 0 0,0 2 1 0 0,8 24-6 0 0,24 50 1 0 0,-26-67 12 0 0,-1 0 0 0 0,1 0-1 0 0,1-1 1 0 0,0 0 0 0 0,1-1 0 0 0,-1 1 0 0 0,12 7 0 0 0,3 0-1 0 0,0 0-1 0 0,2-2 1 0 0,0-1 0 0 0,1-1 0 0 0,0-1 0 0 0,45 14 0 0 0,-5-8-3 0 0,116 18-1 0 0,-93-23 8 0 0,1-5-1 0 0,0-4 1 0 0,0-3-1 0 0,0-5 1 0 0,-1-3-1 0 0,90-20 1 0 0,256-96 59 0 0,-267 59 78 0 0,-17 2-39 0 0,-120 51-127 0 0,1 2 0 0 0,52-8 0 0 0,-80 17 17 0 0,0-1 0 0 0,1 1 0 0 0,-1 0-1 0 0,0 0 1 0 0,0 0 0 0 0,0 0 0 0 0,0 1 0 0 0,1-1 0 0 0,-1 1 0 0 0,0 0 0 0 0,0 1 0 0 0,0-1 0 0 0,0 1 0 0 0,4 2 0 0 0,-2 0-7 0 0,0 1 1 0 0,0 0-1 0 0,0 0 0 0 0,-1 1 1 0 0,8 9-1 0 0,23 23-48 0 0,-16-24 48 0 0,0 0 0 0 0,0-1 0 0 0,1-1 0 0 0,1-1 0 0 0,0-1 1 0 0,0-1-1 0 0,1-1 0 0 0,0-1 0 0 0,33 6 0 0 0,3-3 38 0 0,1-3-1 0 0,100 0 1 0 0,-95-8-34 0 0,100-14 1 0 0,265-84 69 0 0,-349 78-36 0 0,425-140 301 0 0,-308 87-305 0 0,63-5-122 0 0,-249 75 88 0 0,0 1 1 0 0,0 1 0 0 0,0 0 0 0 0,1 1 0 0 0,-1 0-1 0 0,1 1 1 0 0,21 2 0 0 0,-18 2 11 0 0,0 0 0 0 0,0 0 0 0 0,-1 2 1 0 0,0 0-1 0 0,21 11 0 0 0,-6-2 15 0 0,0-2 1 0 0,1-1-1 0 0,1-2 0 0 0,-1-1 1 0 0,2-1-1 0 0,-1-2 0 0 0,47 4 1 0 0,-9-6-41 0 0,1-3 1 0 0,0-3-1 0 0,0-3 1 0 0,110-22-1 0 0,-128 15 16 0 0,0-2 0 0 0,-1-2 1 0 0,-1-3-1 0 0,0-2 0 0 0,-2-2 0 0 0,76-48 1 0 0,-106 59 24 0 0,-1-1-1 0 0,0-1 1 0 0,-1-1 0 0 0,28-29 0 0 0,-39 37-7 0 0,-1-1 0 0 0,0 1 0 0 0,0-1 0 0 0,0 1 0 0 0,-1-2 0 0 0,-1 1 0 0 0,1 0 0 0 0,-1 0 0 0 0,-1-1 0 0 0,1 0 0 0 0,-2 0 0 0 0,1 1 0 0 0,-1-1 0 0 0,0 0 0 0 0,-2-16 0 0 0,1 19-7 0 0,-1-1-1 0 0,0 1 0 0 0,0-1 0 0 0,-1 1 1 0 0,1-1-1 0 0,-2 1 0 0 0,1 0 0 0 0,-1 0 1 0 0,0 0-1 0 0,0 0 0 0 0,0 1 0 0 0,-1-1 1 0 0,-7-8-1 0 0,4 7-119 0 0,-1 0 0 0 0,0 0 0 0 0,0 1-1 0 0,-1 0 1 0 0,1 0 0 0 0,-1 1 0 0 0,0 0 0 0 0,-11-4 0 0 0,-11-1-1750 0 0,0 0 0 0 0,-1 2 0 0 0,0 1 0 0 0,-57-3 1 0 0,-42 3-6215 0 0,88 6 5317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09.820"/>
    </inkml:context>
    <inkml:brush xml:id="br0">
      <inkml:brushProperty name="width" value="0.1" units="cm"/>
      <inkml:brushProperty name="height" value="0.1" units="cm"/>
      <inkml:brushProperty name="color" value="#66CC00"/>
    </inkml:brush>
  </inkml:definitions>
  <inkml:trace contextRef="#ctx0" brushRef="#br0">2160 8 1248 0 0,'0'0'65'0'0,"0"-5"-53"0"0,7 3 786 0 0,-6 2-697 0 0,0 0 0 0 0,-1 0 1 0 0,1 0-1 0 0,-1 1 0 0 0,1-1 0 0 0,-1 0 1 0 0,1 0-1 0 0,-1 1 0 0 0,0-1 1 0 0,1 0-1 0 0,-1 1 0 0 0,1-1 1 0 0,-1 1-1 0 0,0-1 0 0 0,1 0 1 0 0,-1 1-1 0 0,0-1 0 0 0,1 1 0 0 0,-1-1 1 0 0,0 1-1 0 0,1-1 0 0 0,-1 1 1 0 0,0-1-1 0 0,0 1 0 0 0,0 0 1 0 0,0-1-1 0 0,0 1 0 0 0,0-1 0 0 0,0 1 1 0 0,1-1-1 0 0,-2 1 0 0 0,1-1 1 0 0,0 1-1 0 0,0 0 0 0 0,0-1 1 0 0,0 1-1 0 0,0-1 0 0 0,0 1 1 0 0,-1 0-1 0 0,1 2 486 0 0,-11 285 5062 0 0,-32 151-3619 0 0,-77 244 355 0 0,-48-6-1250 0 0,154-625-1104 0 0,-100 355 229 0 0,-9 34 94 0 0,102-358-245 0 0,-187 613 1645 0 0,144-532-1431 0 0,-86 231 224 0 0,87-220-402 0 0,-185 472 508 0 0,70-187 369 0 0,27-55-360 0 0,143-385-659 0 0,-109 362 895 0 0,63-143-208 0 0,41-180-589 0 0,2-1 0 0 0,2 2 0 0 0,3-1 0 0 0,2 66 0 0 0,4-98-65 0 0,1-10-2 0 0,-1 0 0 0 0,0 0 0 0 0,-2 0 0 0 0,-6 31 1 0 0,1-27 29 0 0,2-7-15 0 0,1 1 0 0 0,0 0 0 0 0,1 0 0 0 0,-1 22 0 0 0,3-30-50 0 0,0 0 59 0 0,0 0 0 0 0,0 0 1 0 0,1 1-1 0 0,0-1 0 0 0,0 0 0 0 0,1 0 0 0 0,2 8 0 0 0,-1-13-45 0 0,2 5 122 0 0,-2-3-62 0 0,5-3 55 0 0,-7-1-124 0 0,0 0 0 0 0,1 0-1 0 0,-1 0 1 0 0,0 0 0 0 0,0 0-1 0 0,0 0 1 0 0,0 0 0 0 0,0 0-1 0 0,0 0 1 0 0,0 0 0 0 0,0 0-1 0 0,0-1 1 0 0,0 1 0 0 0,1 0-1 0 0,-1 0 1 0 0,0 0 0 0 0,0 0-1 0 0,0 0 1 0 0,0 0 0 0 0,0 0-1 0 0,0 0 1 0 0,0 0 0 0 0,0 0-1 0 0,0 0 1 0 0,0 0 0 0 0,0 0-1 0 0,0 0 1 0 0,0 0 0 0 0,0-1-1 0 0,0 1 1 0 0,0 0 0 0 0,1 0-1 0 0,-1 0 1 0 0,0 0 0 0 0,0 0-1 0 0,0 0 1 0 0,0 0 0 0 0,0 0-1 0 0,0 0 1 0 0,0 0 0 0 0,0-1-1 0 0,0 1 1 0 0,0 0 0 0 0,0 0-1 0 0,0 0 1 0 0,-1 0 0 0 0,1 0-1 0 0,0 0 1 0 0,0 0 0 0 0,0 0-1 0 0,0 0 1 0 0,0 0 0 0 0,0-1-1 0 0,0 1 1 0 0,0 0 0 0 0,0 0-1 0 0,0 0 1 0 0,0 0 0 0 0,0 0-1 0 0,-11-86-207 0 0,-21-138 182 0 0,19 151 95 0 0,-42-127 0 0 0,17 96-5 0 0,-27-65-252 0 0,55 145 111 0 0,1 0-1 0 0,-5-28 1 0 0,10 38 99 0 0,4 14-34 0 0,0 0 1 0 0,0-1 0 0 0,0 1 0 0 0,0 0 0 0 0,0-1 0 0 0,0 1-1 0 0,0 0 1 0 0,0-1 0 0 0,0 1 0 0 0,0-1 0 0 0,0 1-1 0 0,0 0 1 0 0,0-1 0 0 0,0 1 0 0 0,0 0 0 0 0,-1 0-1 0 0,1-1 1 0 0,0 1 0 0 0,0 0 0 0 0,0-1 0 0 0,-1 1-1 0 0,1 0 1 0 0,0 0 0 0 0,0-1 0 0 0,-1 1 0 0 0,1 0 0 0 0,0 0-1 0 0,0-1 1 0 0,-1 1 0 0 0,1 0 0 0 0,0 0 0 0 0,-1 0-1 0 0,-1 17-270 0 0,3 11 242 0 0,1 0 1 0 0,2 0-1 0 0,11 43 1 0 0,33 85 3 0 0,49 83-147 0 0,-87-217 205 0 0,36 67 29 0 0,-2-1-13 0 0,-43-85-38 0 0,0 0 0 0 0,0 0-1 0 0,1 0 1 0 0,-1 0 0 0 0,1 0-1 0 0,0 0 1 0 0,0 0 0 0 0,0 0-1 0 0,0-1 1 0 0,5 5 0 0 0,-5-6 1 0 0,1 1 0 0 0,-1-1 0 0 0,1-1 0 0 0,0 1 1 0 0,0 0-1 0 0,-1-1 0 0 0,1 1 0 0 0,0-1 0 0 0,0 0 1 0 0,-1 0-1 0 0,6 0 0 0 0,-4 0 3 0 0,-1-1 1 0 0,0 0-1 0 0,1 1 1 0 0,-1-1-1 0 0,0 0 0 0 0,0 0 1 0 0,0-1-1 0 0,0 1 0 0 0,0-1 1 0 0,0 0-1 0 0,3-2 1 0 0,33-28 69 0 0,-34 27-78 0 0,147-139 102 0 0,-41 33-36 0 0,-102 101-49 0 0,2 0 0 0 0,-1 1 0 0 0,2 0 0 0 0,17-11 0 0 0,-1 2 74 0 0,-2-3-17 0 0,-20 15-63 0 0,-1 1-1 0 0,2 0 1 0 0,-1 1-1 0 0,1-1 1 0 0,13-6-1 0 0,74-17-65 0 0,13-4 79 0 0,20-7-85 0 0,-11-7 36 0 0,-63 22-1180 0 0,97-27-1 0 0,-147 51 1029 0 0,27-6-3971 0 0,-28 5 3415 0 0,1 1 0 0 0,-1 0 0 0 0,1 0 0 0 0,-1 0 0 0 0,1 0-1 0 0,-1 0 1 0 0,1 1 0 0 0,-1-1 0 0 0,0 1 0 0 0,1-1 0 0 0,-1 1 0 0 0,0 0 0 0 0,0 0 0 0 0,5 2 0 0 0,-2 1-806 0 0,-1 1-1 0 0,1 0 1 0 0,-1-1 0 0 0,0 1-1 0 0,5 8 1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19.742"/>
    </inkml:context>
    <inkml:brush xml:id="br0">
      <inkml:brushProperty name="width" value="0.1" units="cm"/>
      <inkml:brushProperty name="height" value="0.1" units="cm"/>
      <inkml:brushProperty name="color" value="#66CC00"/>
    </inkml:brush>
  </inkml:definitions>
  <inkml:trace contextRef="#ctx0" brushRef="#br0">2509 164 768 0 0,'0'0'67'0'0,"4"0"-26"0"0,6 0-27 0 0,0 0-1 0 0,1-1 1 0 0,-1 0 0 0 0,0 0 0 0 0,0-1-1 0 0,0-1 1 0 0,0 1 0 0 0,-1-2 0 0 0,1 1-1 0 0,-1-1 1 0 0,1-1 0 0 0,10-6 0 0 0,-11 4 302 0 0,0 0 0 0 0,0-1 0 0 0,-1 0 0 0 0,0 0 0 0 0,14-19 0 0 0,-20 20 869 0 0,-26 5 981 0 0,-10 1-1451 0 0,-36-6 1 0 0,-11-2 151 0 0,23 5-507 0 0,0 3 0 0 0,0 3 0 0 0,-84 12 1 0 0,-444 95 373 0 0,296-28 184 0 0,202-54-737 0 0,-294 81 507 0 0,346-96-647 0 0,0 3 1 0 0,0 0-1 0 0,2 3 1 0 0,-53 34-1 0 0,-116 103 91 0 0,169-128-86 0 0,-18 9 47 0 0,36-26-34 0 0,1 0-1 0 0,0 1 1 0 0,0 1-1 0 0,-13 13 1 0 0,24-19-30 0 0,-1 1 0 0 0,1-1 1 0 0,0 1-1 0 0,1 0 0 0 0,0 0 0 0 0,0 0 1 0 0,0 0-1 0 0,-2 13 0 0 0,0 0 54 0 0,2-1 1 0 0,-2 23-1 0 0,4-21-4 0 0,0 0-1 0 0,1 0 1 0 0,1 0-1 0 0,5 22 1 0 0,-4-33-43 0 0,0 0 0 0 0,1-1 0 0 0,1 1 0 0 0,-1-1 0 0 0,2 1 1 0 0,-1-1-1 0 0,1 0 0 0 0,1-1 0 0 0,-1 1 0 0 0,12 11 0 0 0,3 1 72 0 0,1-2-1 0 0,1 0 1 0 0,30 19-1 0 0,77 41 159 0 0,-94-61-193 0 0,0-1 0 0 0,1-3 1 0 0,1 0-1 0 0,69 14 0 0 0,-46-16 6 0 0,0-3 1 0 0,1-3-1 0 0,-1-2 0 0 0,1-3 1 0 0,92-10-1 0 0,-4-11 52 0 0,148-40-1 0 0,-88 8 48 0 0,329-128 0 0 0,-176 40-77 0 0,-318 123-89 0 0,-1-3 0 0 0,-1-1 0 0 0,-1-1-1 0 0,39-29 1 0 0,-61 37 30 0 0,0 0 0 0 0,-1-1 0 0 0,27-28 0 0 0,-38 34-12 0 0,0 0 0 0 0,0-1 0 0 0,-1 0-1 0 0,0 0 1 0 0,-1 0 0 0 0,0-1 0 0 0,-1 1-1 0 0,6-20 1 0 0,-4 1 0 0 0,-2 0-1 0 0,0 0 1 0 0,-2 0-1 0 0,-2 0 1 0 0,0 0-1 0 0,-2-1 1 0 0,-8-46-1 0 0,6 61-30 0 0,0 0-1 0 0,-1 1 1 0 0,0-1 0 0 0,-1 1 0 0 0,0 1-1 0 0,-2-1 1 0 0,1 1 0 0 0,-2 0 0 0 0,0 1-1 0 0,0 0 1 0 0,-1 0 0 0 0,0 1 0 0 0,-1 0-1 0 0,0 1 1 0 0,-1 0 0 0 0,0 1 0 0 0,-26-15-1 0 0,-1 4-16 0 0,0 1 0 0 0,-1 2 0 0 0,-1 2-1 0 0,-1 2 1 0 0,-61-12 0 0 0,-229-14-137 0 0,1 27 106 0 0,175 12 12 0 0,-180 24-1 0 0,234-9 52 0 0,1 4-1 0 0,-163 53 0 0 0,-183 111-83 0 0,346-137 36 0 0,-5 2-1 0 0,-130 79 0 0 0,209-109-20 0 0,1 0 0 0 0,-46 44 1 0 0,67-56-205 0 0,0-1 0 0 0,0 1 1 0 0,1 0-1 0 0,0 0 1 0 0,0 0-1 0 0,0 0 0 0 0,1 1 1 0 0,0-1-1 0 0,0 1 1 0 0,1 0-1 0 0,-3 13 0 0 0,2-4-1860 0 0,2 0-1 0 0,0 1 0 0 0,2 22 1 0 0,-1-11-211 0 0,0 27-664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22.212"/>
    </inkml:context>
    <inkml:brush xml:id="br0">
      <inkml:brushProperty name="width" value="0.1" units="cm"/>
      <inkml:brushProperty name="height" value="0.1" units="cm"/>
      <inkml:brushProperty name="color" value="#66CC00"/>
    </inkml:brush>
  </inkml:definitions>
  <inkml:trace contextRef="#ctx0" brushRef="#br0">160 399 1200 0 0,'-17'-7'47'0'0,"0"0"1"0"0,0 0-1 0 0,-28-5 1 0 0,-1-1 139 0 0,44 13 120 0 0,1-1-1 0 0,0 1 0 0 0,-1 0 0 0 0,1-1 0 0 0,0 1 0 0 0,0-1 1 0 0,-1 0-1 0 0,1 1 0 0 0,0-1 0 0 0,0 0 0 0 0,0 0 1 0 0,0 0-1 0 0,0 0 0 0 0,1-6 2163 0 0,24 5 212 0 0,42-6-1478 0 0,570-63 788 0 0,-600 68-1925 0 0,511-20 1119 0 0,-342 18-670 0 0,793-69 1229 0 0,-736 50-1424 0 0,78-12-33 0 0,175-13-234 0 0,61 12 147 0 0,-403 33-159 0 0,-138 4 70 0 0,-32 0-73 0 0,-5 0-8 0 0,-22 0-19 0 0,-55 5-310 0 0,0 3-1 0 0,-93 23 0 0 0,91-15-88 0 0,-270 32-1205 0 0,217-33 1254 0 0,-46 6 158 0 0,-485 64-332 0 0,311-29 106 0 0,-390 58 120 0 0,-105 16 72 0 0,462-70 194 0 0,96-11-68 0 0,314-49-46 0 0,40 3 0 0 0,12 2 125 0 0,39-5 17 0 0,194-25 0 0 0,-239 17-3 0 0,626-72-42 0 0,-567 66 29 0 0,544-66-82 0 0,-515 58 111 0 0,441-59 176 0 0,-247 36-134 0 0,-79 9-15 0 0,80 2 72 0 0,-260 27-77 0 0,-91 7-47 0 0,1-1-1 0 0,0 1 0 0 0,-1 0 0 0 0,1 0 0 0 0,0 0 0 0 0,-1 0 1 0 0,1 0-1 0 0,0 0 0 0 0,-1 0 0 0 0,1 0 0 0 0,0 1 0 0 0,-1-1 1 0 0,1 1-1 0 0,0-1 0 0 0,2 2 0 0 0,-5-1-42 0 0,1 0-1 0 0,0 0 0 0 0,0 0 1 0 0,-1 0-1 0 0,1 0 1 0 0,0-1-1 0 0,-1 1 1 0 0,1 0-1 0 0,-1 0 1 0 0,1 0-1 0 0,-1-1 1 0 0,0 1-1 0 0,1 0 1 0 0,-1 0-1 0 0,0-1 1 0 0,1 1-1 0 0,-2 0 1 0 0,-1 2-175 0 0,-10 10-2412 0 0,-1 0 0 0 0,-1-1 0 0 0,-30 20 0 0 0,5-14 409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37.190"/>
    </inkml:context>
    <inkml:brush xml:id="br0">
      <inkml:brushProperty name="width" value="0.1" units="cm"/>
      <inkml:brushProperty name="height" value="0.1" units="cm"/>
      <inkml:brushProperty name="color" value="#66CC00"/>
    </inkml:brush>
  </inkml:definitions>
  <inkml:trace contextRef="#ctx0" brushRef="#br0">49 8 1360 0 0,'-8'-2'151'0'0,"-26"-4"334"0"0,34 6-477 0 0,0 0 1 0 0,-1 0-1 0 0,1 0 1 0 0,0 1-1 0 0,0-1 0 0 0,-1 0 1 0 0,1 0-1 0 0,0 0 0 0 0,-1 0 1 0 0,1 0-1 0 0,0 1 1 0 0,0-1-1 0 0,-1 0 0 0 0,1 0 1 0 0,0 0-1 0 0,0 1 0 0 0,-1-1 1 0 0,1 0-1 0 0,0 0 1 0 0,0 1-1 0 0,0-1 0 0 0,-1 0 1 0 0,1 1-1 0 0,0-1 0 0 0,0 0 1 0 0,0 0-1 0 0,0 1 1 0 0,0-1-1 0 0,0 0 0 0 0,0 1 1 0 0,0-1-1 0 0,0 0 0 0 0,0 1 1 0 0,0-1-1 0 0,0 0 1 0 0,0 1-1 0 0,0-1 0 0 0,0 0 1 0 0,0 1-1 0 0,0-1 1 0 0,0 0-1 0 0,0 1 0 0 0,0-1 1 0 0,1 3 109 0 0,5 122 3520 0 0,-1-31-1623 0 0,3 33-508 0 0,15 34 49 0 0,-11-80-930 0 0,60 363 2435 0 0,60 140 38 0 0,-105-476-2662 0 0,-1 8 337 0 0,-17-94-681 0 0,-7-16 49 0 0,-3-7 319 0 0,-9-15-1082 0 0,1 0 0 0 0,1 0-1 0 0,0 0 1 0 0,1-1 0 0 0,-7-29 0 0 0,2 9-809 0 0,-19-66-4343 0 0,-26-160 0 0 0,7-106 3587 0 0,42 281 1191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38.271"/>
    </inkml:context>
    <inkml:brush xml:id="br0">
      <inkml:brushProperty name="width" value="0.1" units="cm"/>
      <inkml:brushProperty name="height" value="0.1" units="cm"/>
      <inkml:brushProperty name="color" value="#66CC00"/>
    </inkml:brush>
  </inkml:definitions>
  <inkml:trace contextRef="#ctx0" brushRef="#br0">15 417 1328 0 0,'-11'-6'209'0'0,"11"6"-207"0"0,0-1 0 0 0,-1 1 0 0 0,1 0 0 0 0,0 0-1 0 0,0 0 1 0 0,0 0 0 0 0,0 0 0 0 0,-1 0 0 0 0,1-1-1 0 0,0 1 1 0 0,0 0 0 0 0,0 0 0 0 0,0 0 0 0 0,0-1-1 0 0,-1 1 1 0 0,1 0 0 0 0,0 0 0 0 0,0 0 0 0 0,0-1-1 0 0,0 1 1 0 0,0 0 0 0 0,0 0 0 0 0,0 0-1 0 0,0-1 1 0 0,0 1 0 0 0,0 0 0 0 0,0 0 0 0 0,0-1-1 0 0,0 1 1 0 0,0 0 0 0 0,0 0 0 0 0,0 0 0 0 0,0-1-1 0 0,0 1 1 0 0,0 0 0 0 0,0 0 0 0 0,0-1 0 0 0,1 1-1 0 0,-1 0 1 0 0,0 0 0 0 0,0 0 0 0 0,0-1 0 0 0,3 0 2 0 0,1-1 1 0 0,-1 1 0 0 0,0 0 0 0 0,1 0-1 0 0,-1 0 1 0 0,0 0 0 0 0,1 0 0 0 0,-1 1-1 0 0,1 0 1 0 0,-1-1 0 0 0,1 1 0 0 0,4 1-1 0 0,11-2 57 0 0,169-18 1482 0 0,-30 0 165 0 0,-43 7-825 0 0,342-31 1859 0 0,-227 30-1676 0 0,232 14 515 0 0,-247 2-852 0 0,530-27 269 0 0,-466-10-971 0 0,23-1 222 0 0,187 2 219 0 0,-184 19-89 0 0,-303 14-377 0 0,70-1 117 0 0,108-17 0 0 0,-91 3-5 0 0,167-54 1 0 0,-216 57-54 0 0,-29 8-21 0 0,1 1 0 0 0,18-10 0 0 0,7-2 272 0 0,-19 15-357 0 0,-14 4 46 0 0,0-1-1 0 0,0 1 1 0 0,0 0-1 0 0,-1 1 1 0 0,0-1 0 0 0,0 0-1 0 0,0 1 1 0 0,0 0-1 0 0,-1-1 1 0 0,3 7 0 0 0,-1-2 13 0 0,5 9-3 0 0,-1 1-1 0 0,-1 0 0 0 0,9 36 0 0 0,5 66 40 0 0,-8-45-77 0 0,1 23 82 0 0,4 129-1 0 0,-16 109 194 0 0,-3-287-207 0 0,-12 254 171 0 0,3-157-186 0 0,16 239 0 0 0,-4-367-7 0 0,0 10 6 0 0,1 0-1 0 0,1 0 0 0 0,2-1 1 0 0,10 30-1 0 0,-11-42 576 0 0,-8-16-528 0 0,-198 12 2006 0 0,82-2-2056 0 0,-161 10 35 0 0,-159 9 46 0 0,405-27-97 0 0,-179 12 9 0 0,-567 101-6 0 0,734-107 5 0 0,-197 28 1062 0 0,-391 6 1 0 0,472-42-531 0 0,-208 6 481 0 0,304-1-827 0 0,-98 21-1 0 0,76-11-64 0 0,-28-3 272 0 0,-6 1-145 0 0,36 5-44 0 0,53-9-85 0 0,0-3 0 0 0,-1 0 0 0 0,-41 0 0 0 0,79 0-1738 0 0,32 46-7373 0 0,7 18 573 0 0,-11-12 2831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6:41.344"/>
    </inkml:context>
    <inkml:brush xml:id="br0">
      <inkml:brushProperty name="width" value="0.1" units="cm"/>
      <inkml:brushProperty name="height" value="0.1" units="cm"/>
      <inkml:brushProperty name="color" value="#66CC00"/>
    </inkml:brush>
  </inkml:definitions>
  <inkml:trace contextRef="#ctx0" brushRef="#br0">1800 66 1136 0 0,'28'-7'12901'0'0,"-49"10"-11176"0"0,-3-1-1190 0 0,0 0 1 0 0,-26-3 0 0 0,-4 1-214 0 0,3 2-176 0 0,-98-11 0 0 0,4-2-22 0 0,78 8-144 0 0,-47-1 116 0 0,-24-2 5 0 0,-98-11-353 0 0,176 11 152 0 0,17 1 105 0 0,-44 1 0 0 0,46 4-55 0 0,13-2 146 0 0,1 2 0 0 0,0 1 0 0 0,-1 2-1 0 0,1 0 1 0 0,-49 13 0 0 0,49-7-63 0 0,1 1 0 0 0,0 2 0 0 0,1 0-1 0 0,-31 20 1 0 0,45-24-34 0 0,0 0 0 0 0,0 1 0 0 0,1 0 0 0 0,0 1 0 0 0,0 0 0 0 0,1 1 0 0 0,1 0 0 0 0,0 0 0 0 0,0 1 0 0 0,-11 23 0 0 0,12-16 32 0 0,0 1-1 0 0,1-1 1 0 0,2 1-1 0 0,0 0 0 0 0,-3 37 1 0 0,6 105 142 0 0,2-89-133 0 0,-1-24 72 0 0,1 1 0 0 0,2-1 0 0 0,17 81 0 0 0,35 62 251 0 0,-36-148-324 0 0,2-1 1 0 0,3-1-1 0 0,1-1 1 0 0,31 39-1 0 0,-32-50 19 0 0,1-2 1 0 0,2 0-1 0 0,49 40 0 0 0,-60-55-32 0 0,6 4 72 0 0,1-1 1 0 0,0-1 0 0 0,2-1-1 0 0,-1-1 1 0 0,2-2 0 0 0,-1 0-1 0 0,47 12 1 0 0,-3-6 14 0 0,129 15-1 0 0,-80-22 40 0 0,0-5 0 0 0,0-5-1 0 0,145-20 1 0 0,-127 1-4 0 0,-1-6 1 0 0,198-64-1 0 0,-232 53-52 0 0,-1-5-1 0 0,95-54 0 0 0,173-125 91 0 0,-253 141 72 0 0,-100 66-132 0 0,0 0 0 0 0,0-1 0 0 0,-1 0 0 0 0,20-29 0 0 0,-28 33-91 0 0,0 1 0 0 0,-2-1 0 0 0,1-1 0 0 0,-1 1 0 0 0,0-1 0 0 0,-1 1 0 0 0,-1-1 0 0 0,3-19 0 0 0,-3 7 21 0 0,0 0-1 0 0,-2 0 0 0 0,-3-28 0 0 0,1 39-38 0 0,0 1 0 0 0,-1-1 0 0 0,0 0 1 0 0,-1 1-1 0 0,0 0 0 0 0,-1 0 0 0 0,0 0 0 0 0,-1 0 0 0 0,0 1 0 0 0,-1 0 1 0 0,0 0-1 0 0,0 1 0 0 0,-1 0 0 0 0,0 0 0 0 0,-1 1 0 0 0,-9-8 0 0 0,-8-4-12 0 0,-1 2 0 0 0,-1 1-1 0 0,0 0 1 0 0,-56-21 0 0 0,-354-105 178 0 0,340 116-152 0 0,-40-8-68 0 0,-2 6 0 0 0,-1 7 1 0 0,-185-7-1 0 0,-433 31 758 0 0,638 1-482 0 0,-241 15 15 0 0,315-10-2030 0 0,30 1-1815 0 0,31 40-16875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7:25.189"/>
    </inkml:context>
    <inkml:brush xml:id="br0">
      <inkml:brushProperty name="width" value="0.1" units="cm"/>
      <inkml:brushProperty name="height" value="0.1" units="cm"/>
      <inkml:brushProperty name="color" value="#66CC00"/>
    </inkml:brush>
  </inkml:definitions>
  <inkml:trace contextRef="#ctx0" brushRef="#br0">200 168 1072 0 0,'-12'0'789'0'0,"9"-1"-454"0"0,0 1-1 0 0,-1-1 0 0 0,1 1 0 0 0,0 0 0 0 0,0 0 0 0 0,0 1 1 0 0,0-1-1 0 0,-23 3 9776 0 0,26-21-7843 0 0,3-22-1904 0 0,0 6 412 0 0,-4 4 86 0 0,0 28-809 0 0,1 0 0 0 0,-1 1 0 0 0,1-1 0 0 0,-1 1 0 0 0,0-1 1 0 0,0 1-1 0 0,0 0 0 0 0,0-1 0 0 0,0 1 0 0 0,0 0 1 0 0,0 0-1 0 0,-1-1 0 0 0,1 1 0 0 0,0 0 0 0 0,-1 0 1 0 0,1 0-1 0 0,-1 1 0 0 0,1-1 0 0 0,-1 0 0 0 0,1 0 1 0 0,-1 1-1 0 0,1-1 0 0 0,-1 1 0 0 0,0 0 0 0 0,1-1 1 0 0,-1 1-1 0 0,0 0 0 0 0,1 0 0 0 0,-1 0 0 0 0,0 0 1 0 0,-2 0-1 0 0,0 1-16 0 0,1-1-1 0 0,-1 1 1 0 0,0 0 0 0 0,1-1-1 0 0,-1 2 1 0 0,0-1 0 0 0,1 0 0 0 0,0 1-1 0 0,-1-1 1 0 0,1 1 0 0 0,0 0 0 0 0,-6 5-1 0 0,4-3 4 0 0,1 1 0 0 0,0 0-1 0 0,0 0 1 0 0,0 1 0 0 0,1-1 0 0 0,-1 1-1 0 0,1 0 1 0 0,0 0 0 0 0,-3 12 0 0 0,5-16-35 0 0,1 0 1 0 0,-1 0-1 0 0,1 0 1 0 0,-1 1 0 0 0,1-1-1 0 0,0 0 1 0 0,0 0 0 0 0,0 1-1 0 0,0-1 1 0 0,0 0 0 0 0,1 0-1 0 0,-1 1 1 0 0,1-1 0 0 0,0 0-1 0 0,-1 0 1 0 0,1 0 0 0 0,0 0-1 0 0,0 0 1 0 0,0 0 0 0 0,0 0-1 0 0,1 0 1 0 0,-1 0-1 0 0,0 0 1 0 0,1-1 0 0 0,0 1-1 0 0,-1 0 1 0 0,1-1 0 0 0,0 1-1 0 0,-1-1 1 0 0,1 0 0 0 0,4 2-1 0 0,0 0 10 0 0,-1 0 0 0 0,1-1-1 0 0,1 0 1 0 0,-1 0 0 0 0,0 0-1 0 0,0-1 1 0 0,1 0 0 0 0,-1 0-1 0 0,1-1 1 0 0,-1 0 0 0 0,1 0-1 0 0,-1 0 1 0 0,9-2 0 0 0,-6 0 16 0 0,0-1 0 0 0,0 1 0 0 0,-1-1 0 0 0,1-1 0 0 0,-1 0 0 0 0,1 0 0 0 0,-1-1 0 0 0,10-7 0 0 0,-15 9-13 0 0,0 1 1 0 0,0-1 0 0 0,-1 0 0 0 0,1 0 0 0 0,-1 0-1 0 0,1 0 1 0 0,-1 0 0 0 0,0-1 0 0 0,-1 1-1 0 0,1-1 1 0 0,0 1 0 0 0,-1-1 0 0 0,0 0-1 0 0,0 0 1 0 0,0 0 0 0 0,0 1 0 0 0,-1-1 0 0 0,0 0-1 0 0,1 0 1 0 0,-1 0 0 0 0,-1-6 0 0 0,1 7-19 0 0,-1 0 0 0 0,1 1 0 0 0,0-1 1 0 0,-1 0-1 0 0,0 0 0 0 0,0 1 0 0 0,1-1 1 0 0,-2 1-1 0 0,1-1 0 0 0,0 1 0 0 0,0-1 1 0 0,-1 1-1 0 0,0 0 0 0 0,1-1 0 0 0,-1 1 1 0 0,0 0-1 0 0,0 0 0 0 0,0 0 0 0 0,0 0 1 0 0,0 1-1 0 0,-1-1 0 0 0,1 1 0 0 0,0-1 1 0 0,-1 1-1 0 0,1 0 0 0 0,-1 0 1 0 0,0 0-1 0 0,-4-1 0 0 0,-3 0-27 0 0,-1 1-1 0 0,1 0 1 0 0,-17 2 0 0 0,23-1 9 0 0,1 0 1 0 0,0 1-1 0 0,0-1 1 0 0,-1 1-1 0 0,1 0 1 0 0,0 0-1 0 0,0 0 1 0 0,0 0-1 0 0,0 1 1 0 0,0-1-1 0 0,0 1 1 0 0,0 0-1 0 0,0 0 1 0 0,1 0-1 0 0,-5 4 1 0 0,4-2-5 0 0,0-1 0 0 0,1 1 0 0 0,-1 0 0 0 0,1 0 1 0 0,0 0-1 0 0,-3 9 0 0 0,4-12 16 0 0,1 1 0 0 0,0-1 0 0 0,-1 0 0 0 0,1 0 0 0 0,0 1 0 0 0,0-1 0 0 0,-1 0 0 0 0,1 1 0 0 0,0-1 0 0 0,0 0 0 0 0,1 0 0 0 0,-1 1 0 0 0,0-1 0 0 0,0 0 0 0 0,1 1 0 0 0,-1-1 0 0 0,0 0 0 0 0,1 0 0 0 0,0 0 0 0 0,-1 0 0 0 0,1 1 0 0 0,-1-1-1 0 0,1 0 1 0 0,0 0 0 0 0,0 0 0 0 0,0 0 0 0 0,0 0 0 0 0,0 0 0 0 0,0-1 0 0 0,2 2 0 0 0,2 0-19 0 0,1 0-1 0 0,-1 0 1 0 0,1-1 0 0 0,-1 0-1 0 0,11 0 1 0 0,8-2-41 0 0,-23 1 65 0 0,-1 0 1 0 0,1 0-1 0 0,0 0 1 0 0,-1 0 0 0 0,1 0-1 0 0,-1-1 1 0 0,1 1 0 0 0,-1 0-1 0 0,1 0 1 0 0,0-1 0 0 0,-1 1-1 0 0,1 0 1 0 0,-1-1-1 0 0,1 1 1 0 0,-1 0 0 0 0,0-1-1 0 0,1 1 1 0 0,-1-1 0 0 0,1 1-1 0 0,-1 0 1 0 0,0-1-1 0 0,1 1 1 0 0,-1-1 0 0 0,1 0-1 0 0,-2 0 4 0 0,1 0 0 0 0,0 0 0 0 0,0 1 0 0 0,0-1-1 0 0,0 0 1 0 0,-1 1 0 0 0,1-1 0 0 0,0 0 0 0 0,0 0 0 0 0,-1 1-1 0 0,1-1 1 0 0,-1 1 0 0 0,1-1 0 0 0,-1 0 0 0 0,1 1-1 0 0,-1-1 1 0 0,1 1 0 0 0,-1-1 0 0 0,1 1 0 0 0,-1-1 0 0 0,0 1-1 0 0,1-1 1 0 0,-1 1 0 0 0,0 0 0 0 0,1-1 0 0 0,-1 1-1 0 0,0 0 1 0 0,0 0 0 0 0,-22-7-69 0 0,19 7 41 0 0,0 0 1 0 0,0 0-1 0 0,0 0 1 0 0,0 0 0 0 0,0 1-1 0 0,0 0 1 0 0,0 0-1 0 0,0 0 1 0 0,0 0 0 0 0,0 1-1 0 0,0-1 1 0 0,1 1-1 0 0,-1 0 1 0 0,1 0-1 0 0,-1 0 1 0 0,1 1 0 0 0,0-1-1 0 0,0 1 1 0 0,0 0-1 0 0,0 0 1 0 0,0 0-1 0 0,-2 4 1 0 0,1-2 7 0 0,0 1 0 0 0,0 0 0 0 0,1-1 0 0 0,-1 2 1 0 0,1-1-1 0 0,1 0 0 0 0,-1 0 0 0 0,1 1 0 0 0,0 0 0 0 0,1-1 0 0 0,0 1 0 0 0,-1 13 0 0 0,2-11-3 0 0,-1-4-12 0 0,1-1 1 0 0,0 1 0 0 0,1-1-1 0 0,-1 0 1 0 0,1 1 0 0 0,1 4-1 0 0,-2-8 25 0 0,1 1-1 0 0,-1-1 1 0 0,1 0 0 0 0,0 0-1 0 0,-1 0 1 0 0,1 0-1 0 0,0 0 1 0 0,0 0 0 0 0,0 0-1 0 0,0 0 1 0 0,0 0 0 0 0,0 0-1 0 0,0 0 1 0 0,0 0-1 0 0,0-1 1 0 0,0 1 0 0 0,0 0-1 0 0,0-1 1 0 0,1 1-1 0 0,-1-1 1 0 0,0 0 0 0 0,0 1-1 0 0,1-1 1 0 0,-1 0-1 0 0,0 0 1 0 0,2 1 0 0 0,-3-1 6 0 0,7 1-10 0 0,0 0-1 0 0,0-1 1 0 0,0 0 0 0 0,1 0-1 0 0,-1 0 1 0 0,12-3 0 0 0,-18-4 113 0 0,-2 5-91 0 0,1 1 0 0 0,-1 0 0 0 0,0 0 1 0 0,0 0-1 0 0,0 0 0 0 0,0 0 0 0 0,0 0 0 0 0,0 0 0 0 0,-1 0 1 0 0,1 0-1 0 0,0 0 0 0 0,0 1 0 0 0,-1-1 0 0 0,1 1 0 0 0,-1-1 0 0 0,1 1 1 0 0,0-1-1 0 0,-1 1 0 0 0,1 0 0 0 0,-1-1 0 0 0,1 1 0 0 0,-1 0 0 0 0,1 0 1 0 0,-3 0-1 0 0,-2 0-34 0 0,0 0 1 0 0,0 0-1 0 0,0 1 1 0 0,-11 1-1 0 0,16-1 11 0 0,0 0 0 0 0,-1-1-1 0 0,1 1 1 0 0,0 0 0 0 0,-1 0 0 0 0,1 0 0 0 0,0 0 0 0 0,0 0-1 0 0,0 0 1 0 0,0 0 0 0 0,0 0 0 0 0,0 1 0 0 0,0-1-1 0 0,0 0 1 0 0,1 0 0 0 0,-1 1 0 0 0,0-1 0 0 0,1 0-1 0 0,-1 1 1 0 0,1-1 0 0 0,0 1 0 0 0,-1 2 0 0 0,1-3 0 0 0,-1 0 1 0 0,1 1-1 0 0,0-1 0 0 0,0 0 1 0 0,0 0-1 0 0,0 0 1 0 0,0 0-1 0 0,0 1 0 0 0,0-1 1 0 0,0 0-1 0 0,1 0 1 0 0,-1 0-1 0 0,0 0 1 0 0,1 0-1 0 0,-1 0 0 0 0,1 0 1 0 0,-1 0-1 0 0,1 0 1 0 0,0 0-1 0 0,-1 0 0 0 0,1 0 1 0 0,0 0-1 0 0,0 0 1 0 0,-1 0-1 0 0,1 0 1 0 0,0-1-1 0 0,0 1 0 0 0,0 0 1 0 0,0-1-1 0 0,1 2 1 0 0,0-2 13 0 0,0 1 1 0 0,-1 0-1 0 0,1-1 0 0 0,0 1 1 0 0,0-1-1 0 0,-1 1 1 0 0,1-1-1 0 0,0 0 1 0 0,0 0-1 0 0,0 0 1 0 0,0 0-1 0 0,-1 0 1 0 0,1 0-1 0 0,0 0 0 0 0,0-1 1 0 0,0 1-1 0 0,-1-1 1 0 0,1 1-1 0 0,0-1 1 0 0,-1 0-1 0 0,4-1 1 0 0,34 37-17434 0 0,-31-29 15325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7:26.623"/>
    </inkml:context>
    <inkml:brush xml:id="br0">
      <inkml:brushProperty name="width" value="0.1" units="cm"/>
      <inkml:brushProperty name="height" value="0.1" units="cm"/>
      <inkml:brushProperty name="color" value="#66CC00"/>
    </inkml:brush>
  </inkml:definitions>
  <inkml:trace contextRef="#ctx0" brushRef="#br0">118 793 824 0 0,'0'0'91'0'0,"0"0"0"0"0,-1 0 0 0 0,1 0 0 0 0,0 0 0 0 0,-1 0 0 0 0,1 0 0 0 0,-1 0 0 0 0,1 0 0 0 0,0 0 0 0 0,-1 0 0 0 0,1 0 0 0 0,0 0 0 0 0,-1 0 0 0 0,1-1 0 0 0,0 1-1 0 0,-1 0 1 0 0,1 0 0 0 0,0 0 0 0 0,0 0 0 0 0,-1-1 0 0 0,1 1 0 0 0,0 0 0 0 0,-1 0 0 0 0,1-1 0 0 0,0 1 0 0 0,0 0 0 0 0,-1 0 0 0 0,1-1 0 0 0,0 0-83 0 0,1 1 0 0 0,-1-1 1 0 0,1 1-1 0 0,-1-1 0 0 0,0 1 0 0 0,1-1 0 0 0,-1 1 0 0 0,1-1 0 0 0,0 1 1 0 0,-1-1-1 0 0,1 1 0 0 0,-1-1 0 0 0,1 1 0 0 0,0 0 0 0 0,-1 0 1 0 0,1-1-1 0 0,0 1 0 0 0,-1 0 0 0 0,1 0 0 0 0,1-1 0 0 0,13-5 162 0 0,1-1 1 0 0,-1-1-1 0 0,-1-1 0 0 0,26-18 0 0 0,51-51 489 0 0,-72 61-480 0 0,-3 3-62 0 0,-1 0 0 0 0,0-2 0 0 0,-1 0-1 0 0,-1 0 1 0 0,0-1 0 0 0,-1-1 0 0 0,-1 0-1 0 0,15-34 1 0 0,-21 39 15 0 0,-1 0 1 0 0,5-24-1 0 0,-7 26-6 0 0,0 0 0 0 0,0-1-1 0 0,-1 1 1 0 0,-1 0-1 0 0,-1-18 1 0 0,1 27-105 0 0,-1 0 0 0 0,1-1 0 0 0,-1 1 0 0 0,1 0 0 0 0,-1-1 0 0 0,0 1 0 0 0,0 0 0 0 0,0 0 0 0 0,0 0 0 0 0,0 0 0 0 0,0 0 0 0 0,-1 0 0 0 0,1 0 0 0 0,-1 0 0 0 0,1 1 0 0 0,-1-1 0 0 0,0 0 0 0 0,0 1 0 0 0,0 0 0 0 0,0-1 0 0 0,0 1 0 0 0,0 0 0 0 0,0 0 0 0 0,0 0 0 0 0,0 0 0 0 0,0 0 0 0 0,-1 1 0 0 0,1-1 0 0 0,0 0 0 0 0,-1 1 0 0 0,1 0 0 0 0,-3 0 0 0 0,-2 0-22 0 0,1 0 0 0 0,-1 0 0 0 0,1 1 0 0 0,-1 0 0 0 0,1 1-1 0 0,0-1 1 0 0,-1 1 0 0 0,1 1 0 0 0,0-1 0 0 0,0 1 0 0 0,1 0 0 0 0,-11 7 0 0 0,-2 3 233 0 0,0 0 0 0 0,-21 23-1 0 0,4 0-72 0 0,1 1-1 0 0,1 2 0 0 0,-34 55 0 0 0,52-68 32 0 0,2 1 0 0 0,0 1 1 0 0,2 1-1 0 0,0-1 0 0 0,2 2 0 0 0,-5 35 0 0 0,8-41-57 0 0,2 1-1 0 0,2 0 1 0 0,0 0-1 0 0,1 0 1 0 0,1 0 0 0 0,5 30-1 0 0,-2-36-94 0 0,1-1-1 0 0,1-1 1 0 0,0 1 0 0 0,1-1-1 0 0,1 0 1 0 0,1 0-1 0 0,0-1 1 0 0,1 0-1 0 0,18 23 1 0 0,-11-19-40 0 0,2 0-1 0 0,0-2 1 0 0,1 0 0 0 0,1-1-1 0 0,0-1 1 0 0,1-1 0 0 0,40 22-1 0 0,-47-29 2 0 0,1-1-1 0 0,0 0 0 0 0,1-1 0 0 0,-1-1 0 0 0,1 0 1 0 0,0-1-1 0 0,1-1 0 0 0,-1 0 0 0 0,0-1 0 0 0,1-1 0 0 0,0-1 1 0 0,-1 0-1 0 0,25-4 0 0 0,-28 0 21 0 0,-1 1 0 0 0,0-2 0 0 0,0 0 0 0 0,0 0 0 0 0,-1-1-1 0 0,1-1 1 0 0,-1 0 0 0 0,-1 0 0 0 0,0-1 0 0 0,14-13 0 0 0,-14 9 16 0 0,0 1 1 0 0,-1-2-1 0 0,0 1 1 0 0,-1-1-1 0 0,0-1 0 0 0,-1 1 1 0 0,0-1-1 0 0,-2-1 1 0 0,6-18-1 0 0,-7 22-12 0 0,16-55 157 0 0,-4-1 0 0 0,10-73 0 0 0,-18 87-85 0 0,0 7-17 0 0,38-179 355 0 0,-39 201-366 0 0,1 1 0 0 0,1 0 0 0 0,0 0 1 0 0,2 1-1 0 0,1 0 0 0 0,28-39 0 0 0,-36 56-52 0 0,-1 0 0 0 0,1 1 1 0 0,1-1-1 0 0,-1 1 0 0 0,1 0 0 0 0,-1 0 0 0 0,1 1 1 0 0,0 0-1 0 0,0-1 0 0 0,1 1 0 0 0,-1 1 1 0 0,1-1-1 0 0,-1 1 0 0 0,1 0 0 0 0,0 1 0 0 0,0-1 1 0 0,0 1-1 0 0,0 0 0 0 0,0 0 0 0 0,0 1 0 0 0,10 0 1 0 0,-11 1-8 0 0,-1 0 0 0 0,1 0 1 0 0,-1 1-1 0 0,1-1 0 0 0,-1 1 1 0 0,0 0-1 0 0,0 0 0 0 0,0 1 1 0 0,0-1-1 0 0,0 1 0 0 0,-1 0 1 0 0,1 0-1 0 0,-1 0 1 0 0,0 0-1 0 0,0 0 0 0 0,0 1 1 0 0,0 0-1 0 0,4 7 0 0 0,3 7 32 0 0,0 0-1 0 0,13 38 0 0 0,-20-47-25 0 0,13 38 66 0 0,-2 1-1 0 0,14 88 0 0 0,-3 102 223 0 0,-17 33 668 0 0,-7-265-458 0 0,0-11-292 0 0,3-17 62 0 0,6-49 57 0 0,2-1 1 0 0,31-96-1 0 0,-31 130-286 0 0,71-201 180 0 0,-72 213-216 0 0,1 1 0 0 0,1 1 0 0 0,1 0 0 0 0,1 0 0 0 0,1 2 0 0 0,1 0 0 0 0,23-22 0 0 0,-37 41-15 0 0,0-1 0 0 0,1 1 0 0 0,0 0-1 0 0,-1 1 1 0 0,1-1 0 0 0,0 1 0 0 0,0 0 0 0 0,1 0 0 0 0,-1 0 0 0 0,6-2-1 0 0,-7 4 0 0 0,-1 0 0 0 0,0-1 0 0 0,0 1 0 0 0,1 1 0 0 0,-1-1 0 0 0,0 0 0 0 0,0 0 0 0 0,1 1 0 0 0,-1-1 0 0 0,0 1 0 0 0,0 0 0 0 0,0 0 0 0 0,0 0 0 0 0,0 0 0 0 0,0 0-1 0 0,0 0 1 0 0,0 0 0 0 0,0 1 0 0 0,0-1 0 0 0,-1 1 0 0 0,1-1 0 0 0,-1 1 0 0 0,1 0 0 0 0,1 2 0 0 0,14 18 4 0 0,-2 0-1 0 0,0 1 1 0 0,-1 1-1 0 0,-2 1 1 0 0,10 25 0 0 0,41 139 54 0 0,-8-23 45 0 0,-48-148-85 0 0,1 0 0 0 0,0-1 0 0 0,2 0 0 0 0,0-1 0 0 0,16 20 0 0 0,-21-29-13 0 0,1 0 0 0 0,0-1 0 0 0,0 0 0 0 0,0 0 0 0 0,1-1 0 0 0,0 1 0 0 0,0-2 0 0 0,1 1 0 0 0,-1-1-1 0 0,1 0 1 0 0,0 0 0 0 0,0-1 0 0 0,16 4 0 0 0,-21-6-20 0 0,0-1 0 0 0,1 1-1 0 0,-1-1 1 0 0,1 0 0 0 0,-1 0 0 0 0,0 0-1 0 0,1 0 1 0 0,-1-1 0 0 0,1 0 0 0 0,-1 1-1 0 0,0-1 1 0 0,0 0 0 0 0,1-1 0 0 0,-1 1-1 0 0,0 0 1 0 0,0-1 0 0 0,0 0 0 0 0,0 0-1 0 0,2-2 1 0 0,4-4-122 0 0,-1 0-1 0 0,0-1 0 0 0,-1 0 1 0 0,9-14-1 0 0,-6 10-36 0 0,0-2-58 0 0,0 0 1 0 0,0-1-1 0 0,-2 0 0 0 0,0-1 1 0 0,-1 1-1 0 0,-1-1 0 0 0,8-33 1 0 0,-3-17-863 0 0,2-103 0 0 0,-12 150 932 0 0,-1-19-133 0 0,-1 0 0 0 0,-8-41 0 0 0,4 48 385 0 0,2 12 585 0 0,-2-38 0 0 0,16 71 760 0 0,5 18-1036 0 0,-1 2 0 0 0,19 62 0 0 0,-9-23-36 0 0,31 111 366 0 0,3 7-25 0 0,-46-154-481 0 0,2-1-1 0 0,1 0 1 0 0,22 33-1 0 0,-33-60-142 0 0,0 0 0 0 0,0-1 0 0 0,1 0 0 0 0,0 0 0 0 0,1 0 0 0 0,-1 0 0 0 0,10 6 0 0 0,-12-11-55 0 0,-1 0 0 0 0,1 0 1 0 0,0 0-1 0 0,-1 0 0 0 0,1-1 0 0 0,0 0 1 0 0,0 1-1 0 0,0-1 0 0 0,0-1 1 0 0,0 1-1 0 0,1 0 0 0 0,-1-1 0 0 0,0 0 1 0 0,0 0-1 0 0,7-1 0 0 0,-8 0-10 0 0,0 1-1 0 0,-1-1 1 0 0,1 1-1 0 0,-1-1 1 0 0,1 0-1 0 0,-1 0 1 0 0,1 0-1 0 0,-1 0 1 0 0,0-1-1 0 0,1 1 0 0 0,-1-1 1 0 0,0 1-1 0 0,0-1 1 0 0,0 0-1 0 0,0 0 1 0 0,0 0-1 0 0,-1 0 1 0 0,1 0-1 0 0,-1 0 1 0 0,1 0-1 0 0,1-3 1 0 0,0-4 31 0 0,1 0 1 0 0,-1-1 0 0 0,-1 1-1 0 0,3-16 1 0 0,-2 11-4 0 0,34-227 449 0 0,19-225 229 0 0,-55 448-653 0 0,1 0 0 0 0,1 1 0 0 0,1-1 0 0 0,1 1 0 0 0,0 0 0 0 0,1 1 0 0 0,1-1 0 0 0,16-28 0 0 0,-6 20 65 0 0,-4 6 58 0 0,17-32 1 0 0,-27 43-131 0 0,0 1 1 0 0,0 0-1 0 0,-1-1 0 0 0,0 1 1 0 0,0-1-1 0 0,-1 0 0 0 0,0 0 0 0 0,0-10 1 0 0,-1 18-59 0 0,0 0 1 0 0,0 0-1 0 0,0 0 1 0 0,0 0-1 0 0,0 1 1 0 0,0-1-1 0 0,0 0 1 0 0,1 0-1 0 0,-1 0 1 0 0,0 0-1 0 0,0 0 1 0 0,0-1-1 0 0,0 1 1 0 0,0 0 0 0 0,0 0-1 0 0,0 0 1 0 0,0 0-1 0 0,0 0 1 0 0,0 0-1 0 0,1 0 1 0 0,-1 0-1 0 0,0 0 1 0 0,0 0-1 0 0,0 0 1 0 0,0 0-1 0 0,0 0 1 0 0,0 0-1 0 0,0 0 1 0 0,0 0-1 0 0,0 0 1 0 0,6 16-296 0 0,-4-8 127 0 0,15 48-1301 0 0,-12-32 557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7:44.369"/>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534 482 712 0 0,'-82'-48'316'0'0,"-2"-2"-221"0"0,79 47-75 0 0,-1 0 0 0 0,1 0 0 0 0,-1 1 0 0 0,0 0 0 0 0,0 0 0 0 0,-10-2 0 0 0,9 3 75 0 0,1-1 1 0 0,0 1-1 0 0,0-1 1 0 0,-10-6-1 0 0,-16-12 2563 0 0,32 20-2649 0 0,0 0 1 0 0,0-1 0 0 0,0 1-1 0 0,0 0 1 0 0,0 0 0 0 0,0 0-1 0 0,0-1 1 0 0,0 1 0 0 0,0 0-1 0 0,0 0 1 0 0,1-1 0 0 0,-1 1-1 0 0,0 0 1 0 0,0 0 0 0 0,0 0-1 0 0,0 0 1 0 0,0-1 0 0 0,0 1-1 0 0,1 0 1 0 0,-1 0 0 0 0,0 0-1 0 0,0 0 1 0 0,0-1 0 0 0,0 1-1 0 0,1 0 1 0 0,-1 0 0 0 0,0 0-1 0 0,0 0 1 0 0,0 0 0 0 0,1 0-1 0 0,-1 0 1 0 0,0 0 0 0 0,0 0-1 0 0,1 0 1 0 0,-1-1 0 0 0,0 1-1 0 0,1 0 1 0 0,9-1 103 0 0,0 1 1 0 0,20 0-1 0 0,-3 1 88 0 0,68 4 364 0 0,1 6 0 0 0,100 23 0 0 0,30 5-116 0 0,128 0 292 0 0,192-7 1063 0 0,-94-29-577 0 0,-22-8-220 0 0,-105 14-527 0 0,106 0-235 0 0,-353-13-206 0 0,0-4-1 0 0,147-33 1 0 0,-55 8-7 0 0,54 4 148 0 0,68 20-136 0 0,-75 8-163 0 0,-166 1 99 0 0,-20 2 9 0 0,0-3-1 0 0,1 0 0 0 0,38-8 1 0 0,-19 3 45 0 0,-40 5-55 0 0,0 0 0 0 0,-1-1 0 0 0,18-4 0 0 0,-4 2-66 0 0,-22 3 50 0 0,1 1 0 0 0,-1 0-1 0 0,1-1 1 0 0,-1 1 0 0 0,1-1-1 0 0,-1 1 1 0 0,1-1 0 0 0,-1 0 0 0 0,1 0-1 0 0,3-3 1 0 0,-5 3-80 0 0,-20-9-339 0 0,-5 2 339 0 0,-2 1 0 0 0,1 1 0 0 0,-51-4 0 0 0,49 6 89 0 0,-81-7-410 0 0,-178 3 0 0 0,-131 35-870 0 0,-1 13 793 0 0,-8 2 275 0 0,159-16 234 0 0,-563 39-114 0 0,654-59 53 0 0,-298-30 0 0 0,60-22 134 0 0,164 20-14 0 0,186 19-137 0 0,0-3 0 0 0,-119-34 0 0 0,110 24-143 0 0,50 14 202 0 0,0 0 0 0 0,-30-13 0 0 0,44 15 28 0 0,-12-7-8 0 0,21 11-4 0 0,0 0 1 0 0,0 0-1 0 0,0 0 0 0 0,0 0 0 0 0,0 0 0 0 0,0 0 0 0 0,0 0 0 0 0,0-1 0 0 0,-1 1 0 0 0,1 0 1 0 0,0 0-1 0 0,0 0 0 0 0,0 0 0 0 0,0 0 0 0 0,0 0 0 0 0,0-1 0 0 0,0 1 0 0 0,0 0 0 0 0,0 0 1 0 0,0 0-1 0 0,0 0 0 0 0,0 0 0 0 0,0 0 0 0 0,0-1 0 0 0,0 1 0 0 0,0 0 0 0 0,0 0 0 0 0,0 0 1 0 0,1 0-1 0 0,-1 0 0 0 0,0 0 0 0 0,0 0 0 0 0,0-1 0 0 0,0 1 0 0 0,0 0 0 0 0,0 0 0 0 0,0 0 1 0 0,0 0-1 0 0,0 0 0 0 0,0 0 0 0 0,1 0 0 0 0,-1 0 0 0 0,0 0 0 0 0,0 0 0 0 0,0 0 0 0 0,0 0 1 0 0,0-1-1 0 0,3 1-194 0 0,0-1 0 0 0,1 0 0 0 0,-1 1 1 0 0,0-1-1 0 0,0 1 0 0 0,0 0 0 0 0,5 0 1 0 0,15 0 25 0 0,246-38 242 0 0,-9 0 154 0 0,-96 26 96 0 0,169 10 0 0 0,169 38 38 0 0,-290-17-139 0 0,223-8 1 0 0,-7-38 382 0 0,-212 19-389 0 0,254 23-1 0 0,-431-11-196 0 0,176 12-42 0 0,-170-15 69 0 0,1-2-1 0 0,78-13 1 0 0,-80 6 17 0 0,126-17-42 0 0,-151 22-34 0 0,-11 2 19 0 0,0 0 0 0 0,0 0 0 0 0,0 0 0 0 0,8 2 1 0 0,-99-4 85 0 0,-403 16-820 0 0,368-5 621 0 0,-883 39-1337 0 0,130 3 248 0 0,-85-1 1587 0 0,690-48-298 0 0,253-1-60 0 0,-1-1 0 0 0,0 0 0 0 0,0-1 0 0 0,1-1 0 0 0,-1 0 1 0 0,1 0-1 0 0,0-2 0 0 0,0 1 0 0 0,0-2 0 0 0,-20-11 0 0 0,31 17-11 0 0,1-1 0 0 0,0 0 1 0 0,0 1-1 0 0,0-1 0 0 0,0 0 0 0 0,1 1 1 0 0,-1-1-1 0 0,0 0 0 0 0,0 0 0 0 0,0 0 1 0 0,1 0-1 0 0,-1 0 0 0 0,0 0 0 0 0,1 0 1 0 0,-1 0-1 0 0,0-2 0 0 0,1 3-15 0 0,0-1-1 0 0,0 1 1 0 0,0 0-1 0 0,1-1 1 0 0,-1 1-1 0 0,0-1 1 0 0,0 1-1 0 0,0-1 1 0 0,0 1 0 0 0,1 0-1 0 0,-1-1 1 0 0,0 1-1 0 0,1-1 1 0 0,-1 1-1 0 0,0 0 1 0 0,0-1-1 0 0,1 1 1 0 0,-1 0-1 0 0,1-1 1 0 0,-1 1 0 0 0,0 0-1 0 0,1 0 1 0 0,-1 0-1 0 0,1-1 1 0 0,-1 1-1 0 0,0 0 1 0 0,1 0-1 0 0,6-2-63 0 0,0 0-1 0 0,0 0 0 0 0,0 1 1 0 0,8 0-1 0 0,-8 0 42 0 0,256-12-404 0 0,-121 10 214 0 0,111-1-15 0 0,36-2 104 0 0,5-15 155 0 0,-245 16-6 0 0,13-1 28 0 0,1-2 0 0 0,-2-3 1 0 0,80-25-1 0 0,-135 34-13 0 0,0 0 0 0 0,-1 1 0 0 0,1-2 0 0 0,0 1 0 0 0,0-1 0 0 0,-1 0 0 0 0,0 0 0 0 0,9-6 0 0 0,-13 8-35 0 0,-1 1-1 0 0,0 0 1 0 0,0 0 0 0 0,0 0 0 0 0,0-1 0 0 0,0 1 0 0 0,1 0-1 0 0,-1 0 1 0 0,0 0 0 0 0,0-1 0 0 0,0 1 0 0 0,0 0 0 0 0,0 0-1 0 0,0 0 1 0 0,0-1 0 0 0,0 1 0 0 0,0 0 0 0 0,0 0 0 0 0,0-1-1 0 0,0 1 1 0 0,0 0 0 0 0,0 0 0 0 0,0-1 0 0 0,0 1 0 0 0,0 0-1 0 0,0 0 1 0 0,0 0 0 0 0,0-1 0 0 0,0 1 0 0 0,-1 0 0 0 0,1 0-1 0 0,0 0 1 0 0,0-1 0 0 0,0 1 0 0 0,0 0 0 0 0,0 0 0 0 0,-1 0-1 0 0,1 0 1 0 0,0-1 0 0 0,0 1 0 0 0,0 0 0 0 0,-1 0 0 0 0,1 0-1 0 0,0 0 1 0 0,0 0 0 0 0,0 0 0 0 0,-1-1 0 0 0,-6-3-42 0 0,0 1 1 0 0,0-1 0 0 0,-1 1 0 0 0,1 1 0 0 0,-1-1-1 0 0,1 1 1 0 0,-1 0 0 0 0,-14-1 0 0 0,3 0-27 0 0,-89-11-105 0 0,-175-1 0 0 0,261 14 156 0 0,-366-1-8 0 0,277 6 69 0 0,-196 31 1 0 0,235-20-56 0 0,1 2 0 0 0,1 4-1 0 0,-106 46 1 0 0,165-62 15 0 0,0 0 0 0 0,1 1 0 0 0,-1 0 0 0 0,2 1 0 0 0,-18 14 0 0 0,24-18 3 0 0,1-1 0 0 0,0 1 0 0 0,-1-1 0 0 0,1 1 1 0 0,0 0-1 0 0,0-1 0 0 0,1 1 0 0 0,-1 0 0 0 0,1 0 0 0 0,-1 1 1 0 0,1-1-1 0 0,0 0 0 0 0,0 0 0 0 0,0 1 0 0 0,1-1 1 0 0,-1 0-1 0 0,1 1 0 0 0,0-1 0 0 0,0 0 0 0 0,0 1 0 0 0,0-1 1 0 0,0 1-1 0 0,2 4 0 0 0,0-2 15 0 0,0 0-1 0 0,1 0 1 0 0,-1 0 0 0 0,1-1 0 0 0,0 1-1 0 0,1-1 1 0 0,0 0 0 0 0,5 7-1 0 0,40 35 88 0 0,-46-44-108 0 0,13 11-5 0 0,1-2 0 0 0,0 0-1 0 0,1-1 1 0 0,0 0 0 0 0,1-2 0 0 0,0 0-1 0 0,0-1 1 0 0,1-1 0 0 0,-1-1-1 0 0,2-1 1 0 0,39 6 0 0 0,-36-9-28 0 0,1-1 0 0 0,-1 0 0 0 0,0-2 0 0 0,1-1 0 0 0,-1-1 0 0 0,0-1 0 0 0,0-1 1 0 0,0-2-1 0 0,45-17 0 0 0,-49 16-3 0 0,0-1 1 0 0,-1-1 0 0 0,0-1 0 0 0,-1 0 0 0 0,20-17-1 0 0,-34 24 38 0 0,0 1-1 0 0,0 0 1 0 0,-1-1-1 0 0,1 0 1 0 0,-1 0-1 0 0,0 0 0 0 0,0 0 1 0 0,0 0-1 0 0,-1-1 1 0 0,0 1-1 0 0,0-1 1 0 0,0 0-1 0 0,0 1 0 0 0,-1-1 1 0 0,1 0-1 0 0,-1 0 1 0 0,-1 0-1 0 0,1 0 1 0 0,-1 0-1 0 0,0 0 1 0 0,0-1-1 0 0,0 1 0 0 0,0 0 1 0 0,-1 0-1 0 0,0 0 1 0 0,0 0-1 0 0,-1 1 1 0 0,-2-9-1 0 0,-1 5 0 0 0,0-1 0 0 0,0 1 1 0 0,0 1-1 0 0,-1-1 0 0 0,0 1 0 0 0,-1 0 1 0 0,0 0-1 0 0,0 1 0 0 0,0-1 0 0 0,-1 2 1 0 0,0-1-1 0 0,0 1 0 0 0,-12-6 0 0 0,-8-3-61 0 0,-1 2 1 0 0,-51-16-1 0 0,46 19 7 0 0,0 1 1 0 0,0 1-1 0 0,0 2 1 0 0,0 2 0 0 0,-1 1-1 0 0,0 2 1 0 0,-48 5-1 0 0,40 2 34 0 0,1 1 0 0 0,0 2 0 0 0,1 2 0 0 0,0 1 0 0 0,-57 28 0 0 0,80-33 44 0 0,0 1 1 0 0,1 0-1 0 0,0 1 0 0 0,1 1 0 0 0,0 0 0 0 0,-27 27 1 0 0,40-36-21 0 0,1 1 0 0 0,0-1 1 0 0,0 1-1 0 0,0-1 0 0 0,1 1 1 0 0,-1 0-1 0 0,0-1 0 0 0,1 1 1 0 0,0 0-1 0 0,-1 0 1 0 0,1 0-1 0 0,1 0 0 0 0,-1 0 1 0 0,0 0-1 0 0,1 0 0 0 0,-1 1 1 0 0,1-1-1 0 0,0 0 0 0 0,0 0 1 0 0,0 0-1 0 0,1 0 0 0 0,-1 1 1 0 0,1-1-1 0 0,-1 0 0 0 0,1 0 1 0 0,0 0-1 0 0,2 3 0 0 0,1 0 27 0 0,0 0 0 0 0,0 0 0 0 0,1 0-1 0 0,-1-1 1 0 0,2 1 0 0 0,-1-1 0 0 0,0-1-1 0 0,1 1 1 0 0,12 6 0 0 0,7 4 58 0 0,1-1 0 0 0,1-1-1 0 0,1-1 1 0 0,0-2 0 0 0,0-1 0 0 0,0-1-1 0 0,1-2 1 0 0,31 4 0 0 0,-27-6-65 0 0,1-2 0 0 0,-1-1 0 0 0,0-2 0 0 0,1-1 0 0 0,-1-2 0 0 0,0-1 0 0 0,35-10 0 0 0,-45 8-3 0 0,-1 0-1 0 0,0-1 0 0 0,-1-2 0 0 0,41-23 1 0 0,-54 27-2 0 0,1 1 1 0 0,-2-1-1 0 0,1-1 1 0 0,-1 1-1 0 0,0-1 1 0 0,0-1 0 0 0,-1 1-1 0 0,0-1 1 0 0,0 0-1 0 0,-1-1 1 0 0,0 1-1 0 0,0-1 1 0 0,-1 0-1 0 0,5-15 1 0 0,-8 18-2 0 0,1 2-6 0 0,0 0 1 0 0,-1-1-1 0 0,0 1 0 0 0,0-1 1 0 0,0 1-1 0 0,-1-1 0 0 0,1 1 1 0 0,-1-1-1 0 0,0 1 0 0 0,0-1 0 0 0,-1 1 1 0 0,0-1-1 0 0,1 1 0 0 0,-1-1 1 0 0,-1 1-1 0 0,1-1 0 0 0,-1 1 1 0 0,-3-8-1 0 0,-1 5-40 0 0,-1 0 0 0 0,1 0 0 0 0,-1 1 0 0 0,0-1 0 0 0,-1 2 0 0 0,1-1 0 0 0,-1 1 0 0 0,0 0 1 0 0,-1 1-1 0 0,1 0 0 0 0,-1 0 0 0 0,0 1 0 0 0,1 0 0 0 0,-2 1 0 0 0,1 0 0 0 0,-14-2 0 0 0,-3 1-54 0 0,-1 1 1 0 0,1 1-1 0 0,-1 2 1 0 0,1 0-1 0 0,-28 6 0 0 0,26-2 63 0 0,0 2 0 0 0,0 0 0 0 0,0 2 0 0 0,1 1 0 0 0,0 2 0 0 0,1 0 0 0 0,0 2 0 0 0,-37 26 0 0 0,56-35 9 0 0,1 1-1 0 0,0 1 1 0 0,0-1 0 0 0,0 1-1 0 0,0 0 1 0 0,1 0-1 0 0,1 1 1 0 0,-1-1 0 0 0,1 1-1 0 0,0 0 1 0 0,1 1 0 0 0,0-1-1 0 0,0 0 1 0 0,1 1-1 0 0,-2 12 1 0 0,3-16-4 0 0,1 0-1 0 0,-1 0 1 0 0,1 0-1 0 0,0 0 1 0 0,1 0 0 0 0,0 0-1 0 0,-1 0 1 0 0,1 0-1 0 0,1 0 1 0 0,-1 0-1 0 0,1 0 1 0 0,0 0 0 0 0,0-1-1 0 0,0 1 1 0 0,1 0-1 0 0,-1-1 1 0 0,1 0-1 0 0,0 0 1 0 0,1 0 0 0 0,-1 0-1 0 0,1 0 1 0 0,-1-1-1 0 0,1 0 1 0 0,0 1 0 0 0,0-1-1 0 0,7 3 1 0 0,-3-2 17 0 0,1 0 1 0 0,-1-1-1 0 0,1 0 1 0 0,0-1-1 0 0,0 1 0 0 0,0-2 1 0 0,0 1-1 0 0,0-1 1 0 0,0-1-1 0 0,0 0 1 0 0,0 0-1 0 0,1 0 1 0 0,-1-1-1 0 0,0-1 1 0 0,0 0-1 0 0,0 0 1 0 0,8-4-1 0 0,8-3 14 0 0,-1-1 0 0 0,0-1 0 0 0,-1-2 0 0 0,27-18 0 0 0,-37 22 1 0 0,0 1 0 0 0,-1-2 0 0 0,0 1 0 0 0,-1-2 0 0 0,0 0-1 0 0,-1 0 1 0 0,14-20 0 0 0,-20 24-5 0 0,0 1-1 0 0,0-1 0 0 0,-1 0 1 0 0,0 0-1 0 0,-1 0 0 0 0,0 0 0 0 0,0 0 1 0 0,0-1-1 0 0,-1 1 0 0 0,0 0 1 0 0,0-1-1 0 0,-1 0 0 0 0,0 1 1 0 0,0-1-1 0 0,-1 1 0 0 0,-3-14 1 0 0,1 11-20 0 0,0 0 0 0 0,-2 1 1 0 0,1-1-1 0 0,-1 0 0 0 0,0 1 1 0 0,-1 0-1 0 0,0 1 1 0 0,0-1-1 0 0,-1 1 0 0 0,0 0 1 0 0,-1 1-1 0 0,0-1 0 0 0,0 2 1 0 0,0-1-1 0 0,-1 1 0 0 0,-18-10 1 0 0,7 6-19 0 0,0 0 1 0 0,-1 1-1 0 0,0 1 1 0 0,-1 1 0 0 0,0 1-1 0 0,-42-6 1 0 0,34 8 10 0 0,-1 3 0 0 0,1 0 0 0 0,0 2 0 0 0,-1 1 0 0 0,1 2 0 0 0,0 1 0 0 0,0 1 0 0 0,1 1 0 0 0,0 2 1 0 0,0 1-1 0 0,1 1 0 0 0,0 2 0 0 0,1 1 0 0 0,-32 20 0 0 0,50-28 1 0 0,0 1 0 0 0,1 0 0 0 0,-1 1 0 0 0,1-1 0 0 0,1 2 0 0 0,-1-1 0 0 0,2 1 0 0 0,-1 0 1 0 0,1 0-1 0 0,0 1 0 0 0,-5 11 0 0 0,9-15 10 0 0,0-1 0 0 0,0 1 0 0 0,0 0 1 0 0,1 0-1 0 0,0 0 0 0 0,0 0 0 0 0,0 0 0 0 0,1 0 1 0 0,-1 0-1 0 0,2 0 0 0 0,-1 0 0 0 0,1 0 0 0 0,0 0 1 0 0,0 0-1 0 0,0 0 0 0 0,1 0 0 0 0,0 0 0 0 0,0-1 1 0 0,1 1-1 0 0,4 8 0 0 0,-1-6 12 0 0,1 0 0 0 0,0-1 0 0 0,0 0 0 0 0,0 0 0 0 0,0 0 0 0 0,1-1 0 0 0,11 6 0 0 0,16 10 29 0 0,1-1 1 0 0,0-2-1 0 0,2-2 0 0 0,0-1 1 0 0,57 15-1 0 0,-47-19-25 0 0,1-2 0 0 0,-1-3 0 0 0,1-1 0 0 0,66-1 0 0 0,-89-5-18 0 0,0-1 0 0 0,0-1 0 0 0,-1-2-1 0 0,1 0 1 0 0,-1-2 0 0 0,0-1 0 0 0,0-1-1 0 0,35-16 1 0 0,30-24 42 0 0,-79 42-21 0 0,-1-1 0 0 0,0-1 0 0 0,0 1 0 0 0,-1-2 0 0 0,17-17 0 0 0,-21 20-7 0 0,-1-1 1 0 0,1 0-1 0 0,-1 0 1 0 0,0 0 0 0 0,-1 0-1 0 0,0 0 1 0 0,0-1-1 0 0,0 1 1 0 0,-1-1 0 0 0,0 0-1 0 0,-1 0 1 0 0,0 0-1 0 0,0 0 1 0 0,0 0 0 0 0,-1 0-1 0 0,-1 0 1 0 0,1 0-1 0 0,-1 0 1 0 0,0 1-1 0 0,-1-1 1 0 0,0 0 0 0 0,0 0-1 0 0,-1 1 1 0 0,0-1-1 0 0,-7-13 1 0 0,-1 7-36 0 0,1 0 0 0 0,-2 1 0 0 0,0 0 0 0 0,-1 1 0 0 0,0 0-1 0 0,0 1 1 0 0,-1 0 0 0 0,-1 1 0 0 0,0 1 0 0 0,0 0 0 0 0,-26-10 0 0 0,8 6-11 0 0,-1 2 0 0 0,0 0 0 0 0,0 3 0 0 0,-66-8 0 0 0,68 13 21 0 0,0 1 1 0 0,0 2-1 0 0,0 1 0 0 0,0 2 1 0 0,-41 8-1 0 0,51-6 8 0 0,0 1 1 0 0,0 1-1 0 0,1 1 0 0 0,0 1 1 0 0,1 0-1 0 0,-1 2 0 0 0,2 0 0 0 0,-20 15 1 0 0,34-23 4 0 0,1 1 1 0 0,0-1-1 0 0,0 1 0 0 0,0-1 1 0 0,1 1-1 0 0,-1 0 1 0 0,1 1-1 0 0,0-1 0 0 0,0 1 1 0 0,0-1-1 0 0,1 1 1 0 0,-3 5-1 0 0,5-7 6 0 0,-1 0-1 0 0,1 0 1 0 0,0 0-1 0 0,-1 0 1 0 0,1 0-1 0 0,1 0 1 0 0,-1 0-1 0 0,0 0 1 0 0,1 0-1 0 0,-1 0 1 0 0,1 0 0 0 0,0 0-1 0 0,0-1 1 0 0,0 1-1 0 0,1 0 1 0 0,-1 0-1 0 0,1-1 1 0 0,-1 1-1 0 0,1-1 1 0 0,0 1-1 0 0,0-1 1 0 0,0 0-1 0 0,3 3 1 0 0,4 4 43 0 0,1 0-1 0 0,1-1 1 0 0,-1 0-1 0 0,2-1 1 0 0,-1 0-1 0 0,13 5 1 0 0,81 32 284 0 0,-34-18-252 0 0,0-4-1 0 0,2-3 1 0 0,0-3-1 0 0,129 11 1 0 0,-136-24-81 0 0,0-2 0 0 0,0-4 1 0 0,0-2-1 0 0,-1-3 0 0 0,107-27 1 0 0,12-20-10 0 0,-153 44 49 0 0,-1-2 0 0 0,0-1 0 0 0,43-26 0 0 0,-66 36-29 0 0,-1-1-1 0 0,0 0 0 0 0,0-1 1 0 0,0 1-1 0 0,0-1 1 0 0,-1 0-1 0 0,0 0 0 0 0,5-8 1 0 0,-9 12-16 0 0,0 0 1 0 0,0 0 0 0 0,0 1 0 0 0,0-1-1 0 0,0-1 1 0 0,0 1 0 0 0,-1 0 0 0 0,1 0-1 0 0,-1 0 1 0 0,1 0 0 0 0,-1 0 0 0 0,0-1-1 0 0,0 1 1 0 0,0 0 0 0 0,0 0 0 0 0,0 0-1 0 0,-1-1 1 0 0,1 1 0 0 0,0 0 0 0 0,-1 0-1 0 0,0 0 1 0 0,1 0 0 0 0,-1 0-1 0 0,0 0 1 0 0,0 0 0 0 0,0 0 0 0 0,-1 0-1 0 0,1 0 1 0 0,0 0 0 0 0,-3-2 0 0 0,-3-2-40 0 0,-1 0 0 0 0,1 0 0 0 0,-1 1 0 0 0,0 0 0 0 0,0 1 0 0 0,-1-1 0 0 0,-11-3 0 0 0,-10-2-96 0 0,-36-8 0 0 0,-17 1 116 0 0,-1 4 0 0 0,-105-3-1 0 0,-179 14 123 0 0,345 2-103 0 0,-149 3 24 0 0,0 7 0 0 0,-204 39-1 0 0,362-47 15 0 0,-3 2-136 0 0,37 2-24 0 0,22 0 182 0 0,77 1-1 0 0,-60-5-25 0 0,604 14 293 0 0,162 16-103 0 0,-167-3-56 0 0,-6-43-108 0 0,28-48 7 0 0,-274 15 167 0 0,-474 47-56 0 0,-87 13-244 0 0,57-3 50 0 0,-140 6-19 0 0,98-8 0 0 0,-44 3-10 0 0,-522 34-553 0 0,391-21 194 0 0,-863 41-965 0 0,1092-64 1397 0 0,-253-4 248 0 0,93-17 330 0 0,202 12-277 0 0,35 2-72 0 0,14-1-170 0 0,25-2-69 0 0,72-4-74 0 0,6-1 60 0 0,121-14 18 0 0,469 16-35 0 0,-499 13 79 0 0,-68-1-12 0 0,632-5 117 0 0,-8-30-133 0 0,1-37 139 0 0,-634 60 82 0 0,-189 11 575 0 0,-249 17-1001 0 0,-573 50-527 0 0,570-48 411 0 0,-93 6 25 0 0,271-15 170 0 0,-673 27-208 0 0,733-36 320 0 0,-61 1 162 0 0,-157-20 0 0 0,230 5 97 0 0,41 7-72 0 0,27 5-187 0 0,7-3-36 0 0,19-4-46 0 0,111-4-142 0 0,-41 7 149 0 0,93-12 46 0 0,594-5 176 0 0,-509 20-132 0 0,205 7 20 0 0,47-2-100 0 0,-476-3 93 0 0,1-3 0 0 0,-1-1 0 0 0,92-23 0 0 0,-125 22 90 0 0,-16 4-11 0 0,-13 1 97 0 0,-615 28-1149 0 0,613-25 892 0 0,-778 56-1342 0 0,-171-46 1703 0 0,946-12-252 0 0,0 0 0 0 0,0-1 0 0 0,-1-1 0 0 0,-32-8 0 0 0,50 10-70 0 0,0 0-1 0 0,1 0 1 0 0,-1 0-1 0 0,0-1 1 0 0,1 1-1 0 0,-1 0 1 0 0,1 0 0 0 0,-1 0-1 0 0,0-1 1 0 0,1 1-1 0 0,-1-1 1 0 0,1 1-1 0 0,-1 0 1 0 0,1-1-1 0 0,-1 1 1 0 0,1-1-1 0 0,-1 1 1 0 0,1-1-1 0 0,-1 1 1 0 0,1-1-1 0 0,0 1 1 0 0,-1-2-1 0 0,1 2-8 0 0,0-1 0 0 0,0 1-1 0 0,0 0 1 0 0,0-1-1 0 0,1 1 1 0 0,-1 0-1 0 0,0-1 1 0 0,0 1 0 0 0,0 0-1 0 0,1-1 1 0 0,-1 1-1 0 0,0 0 1 0 0,0-1-1 0 0,1 1 1 0 0,-1 0 0 0 0,0 0-1 0 0,1-1 1 0 0,-1 1-1 0 0,0 0 1 0 0,1 0-1 0 0,-1 0 1 0 0,1 0 0 0 0,-1-1-1 0 0,0 1 1 0 0,1 0-1 0 0,46-5-134 0 0,26-4 101 0 0,99-9 109 0 0,554 7 833 0 0,-534 12-714 0 0,-183-1-184 0 0,886 13 623 0 0,-663 0-528 0 0,433 12 460 0 0,199-25 273 0 0,-853 1-768 0 0,0-2 0 0 0,0 1 0 0 0,0-2 0 0 0,1 0 1 0 0,-2 0-1 0 0,1 0 0 0 0,0-2 0 0 0,12-4 0 0 0,1-4-62 0 0,2 1 1 0 0,-1 1 0 0 0,1 1 0 0 0,1 2 0 0 0,-1 0 0 0 0,35-3-1 0 0,-53 9-15 0 0,0 0 0 0 0,0 0 0 0 0,0 1 0 0 0,0 0 0 0 0,0 0 0 0 0,0 1 0 0 0,0 0 0 0 0,0 0 0 0 0,0 1 0 0 0,11 4 0 0 0,-18-5 5 0 0,0-1-1 0 0,0 1 1 0 0,0-1-1 0 0,0 1 1 0 0,0-1-1 0 0,0 1 1 0 0,-1 0-1 0 0,1-1 0 0 0,0 1 1 0 0,0 0-1 0 0,-1 0 1 0 0,1 0-1 0 0,0-1 1 0 0,-1 1-1 0 0,1 0 1 0 0,-1 0-1 0 0,0 0 1 0 0,1 0-1 0 0,-1 0 1 0 0,0 0-1 0 0,1 0 0 0 0,-1 0 1 0 0,0 0-1 0 0,0 0 1 0 0,0 0-1 0 0,0 0 1 0 0,0 2-1 0 0,-1 1 17 0 0,1 1-1 0 0,-2-1 0 0 0,1 1 1 0 0,0-1-1 0 0,-3 6 0 0 0,-4 12-47 0 0,4-1 21 0 0,1 1 0 0 0,0 36 0 0 0,2-29 35 0 0,-6 36-1 0 0,2-37 4 0 0,-1 1 0 0 0,-2-1 0 0 0,-13 31 0 0 0,19-51-16 0 0,-1 0 0 0 0,1 1 1 0 0,0-1-1 0 0,1 0 0 0 0,-1 14 0 0 0,2-20-12 0 0,0-1 0 0 0,0 1 0 0 0,0 0 0 0 0,0-1 0 0 0,1 1 0 0 0,-1-1 0 0 0,0 1 0 0 0,1-1 0 0 0,-1 1 0 0 0,1 0 0 0 0,0-1-1 0 0,-1 0 1 0 0,1 1 0 0 0,0-1 0 0 0,2 3 0 0 0,-3-4 0 0 0,1 1-1 0 0,0-1 1 0 0,0 1 0 0 0,0-1-1 0 0,0 1 1 0 0,1-1 0 0 0,-1 0-1 0 0,0 1 1 0 0,0-1 0 0 0,0 0-1 0 0,0 0 1 0 0,0 0 0 0 0,0 0-1 0 0,0 0 1 0 0,0 0 0 0 0,1 0-1 0 0,-1 0 1 0 0,0-1-1 0 0,0 1 1 0 0,0 0 0 0 0,0-1-1 0 0,0 1 1 0 0,0 0 0 0 0,0-1-1 0 0,0 0 1 0 0,1 0 0 0 0,2-1-8 0 0,-1 0 1 0 0,1 0-1 0 0,-1 0 1 0 0,0-1-1 0 0,1 0 0 0 0,-1 1 1 0 0,0-1-1 0 0,-1 0 1 0 0,1 0-1 0 0,0-1 1 0 0,-1 1-1 0 0,0-1 1 0 0,0 1-1 0 0,0-1 1 0 0,0 0-1 0 0,2-5 1 0 0,-1-3-54 0 0,0 1 0 0 0,0-1 0 0 0,-1 0 0 0 0,1-17 1 0 0,-3 24 20 0 0,0 0 1 0 0,-1 0-1 0 0,1 0 0 0 0,-1 0 1 0 0,0 1-1 0 0,0-1 1 0 0,-1 0-1 0 0,1 1 0 0 0,-1-1 1 0 0,0 1-1 0 0,0-1 1 0 0,-1 1-1 0 0,1 0 1 0 0,-1 0-1 0 0,0 0 0 0 0,0 0 1 0 0,0 1-1 0 0,-1-1 1 0 0,1 1-1 0 0,-1 0 1 0 0,0 0-1 0 0,0 0 0 0 0,0 0 1 0 0,0 1-1 0 0,0 0 1 0 0,-7-3-1 0 0,1 0 48 0 0,1 2 0 0 0,-1-1 0 0 0,1 1 0 0 0,-1 1 0 0 0,0 0 0 0 0,0 0 0 0 0,0 1 0 0 0,0 0 1 0 0,0 1-1 0 0,-1 0 0 0 0,-15 3 0 0 0,24-3-4 0 0,-1 1 1 0 0,1-1-1 0 0,0 1 1 0 0,0 0-1 0 0,0 0 1 0 0,0 0-1 0 0,0 0 1 0 0,0 0-1 0 0,1 0 1 0 0,-1 1-1 0 0,0-1 1 0 0,0 1 0 0 0,1-1-1 0 0,-1 1 1 0 0,1 0-1 0 0,0-1 1 0 0,-1 1-1 0 0,1 0 1 0 0,0 0-1 0 0,0 0 1 0 0,0 0-1 0 0,-1 3 1 0 0,1-1 2 0 0,0-1 0 0 0,0 1 1 0 0,0 0-1 0 0,0 0 0 0 0,1 0 1 0 0,0 0-1 0 0,0 0 0 0 0,0 0 1 0 0,0 0-1 0 0,1 0 0 0 0,0 5 1 0 0,1-3 10 0 0,0 0 0 0 0,1 0-1 0 0,0 0 1 0 0,0 0 0 0 0,0-1 0 0 0,1 1 0 0 0,-1-1 0 0 0,1 0 0 0 0,0 0 0 0 0,1 0 0 0 0,-1 0 0 0 0,1-1 0 0 0,0 0 0 0 0,0 0 0 0 0,1 0 0 0 0,-1-1 0 0 0,9 4 0 0 0,1 1 25 0 0,0-2 1 0 0,0 0 0 0 0,1 0 0 0 0,0-2-1 0 0,23 5 1 0 0,-27-8 1 0 0,0 1 1 0 0,0-1-1 0 0,0-1 0 0 0,0 0 1 0 0,19-3-1 0 0,-24 2-13 0 0,-1-1 0 0 0,0 1 0 0 0,0-1 1 0 0,0 0-1 0 0,0-1 0 0 0,-1 1 0 0 0,1-1 0 0 0,-1-1 0 0 0,1 1 0 0 0,-1-1 0 0 0,8-7 0 0 0,-9 6 0 0 0,1-1 0 0 0,-2 0-1 0 0,1 0 1 0 0,-1 0-1 0 0,0 0 1 0 0,0-1 0 0 0,0 1-1 0 0,-1-1 1 0 0,0 0 0 0 0,0 1-1 0 0,-1-1 1 0 0,0 0-1 0 0,0-8 1 0 0,1-3-4 0 0,-1 0 0 0 0,0 0 1 0 0,-2 0-1 0 0,0 0 0 0 0,-6-28 0 0 0,6 42-26 0 0,0-1 0 0 0,-1 1-1 0 0,0 0 1 0 0,0 0-1 0 0,0 0 1 0 0,-1 1 0 0 0,1-1-1 0 0,-1 0 1 0 0,0 1-1 0 0,0 0 1 0 0,0-1 0 0 0,0 1-1 0 0,0 0 1 0 0,-1 1-1 0 0,0-1 1 0 0,1 1 0 0 0,-1-1-1 0 0,0 1 1 0 0,-7-3-1 0 0,9 5 2 0 0,-2-3-5 0 0,0 2-1 0 0,0-1 1 0 0,0 0-1 0 0,0 1 1 0 0,-1 0-1 0 0,1 0 1 0 0,0 0-1 0 0,-1 0 1 0 0,1 1 0 0 0,0-1-1 0 0,-1 1 1 0 0,1 0-1 0 0,-1 1 1 0 0,1-1-1 0 0,0 1 1 0 0,-1 0-1 0 0,1 0 1 0 0,0 0 0 0 0,0 1-1 0 0,-6 2 1 0 0,6-2 1 0 0,0 1 1 0 0,1 0-1 0 0,-1 0 1 0 0,1 0 0 0 0,0 0-1 0 0,0 0 1 0 0,0 1 0 0 0,0-1-1 0 0,1 1 1 0 0,0 0-1 0 0,-1 0 1 0 0,1 0 0 0 0,1 0-1 0 0,-1 0 1 0 0,0 0-1 0 0,1 0 1 0 0,0 0 0 0 0,0 1-1 0 0,0-1 1 0 0,1 1-1 0 0,-1 5 1 0 0,1-1 1 0 0,0 0 1 0 0,0 0-1 0 0,1 0 0 0 0,0 1 1 0 0,1-1-1 0 0,0 0 0 0 0,0 0 1 0 0,1-1-1 0 0,0 1 0 0 0,1 0 1 0 0,0-1-1 0 0,0 0 0 0 0,1 0 1 0 0,0 0-1 0 0,0-1 0 0 0,1 1 1 0 0,0-1-1 0 0,0-1 0 0 0,11 10 1 0 0,-8-10 0 0 0,0 0 0 0 0,1 0 0 0 0,-1-1 1 0 0,1-1-1 0 0,1 0 0 0 0,-1 0 0 0 0,1-1 0 0 0,-1 0 1 0 0,1 0-1 0 0,0-1 0 0 0,17 0 0 0 0,-26-2 10 0 0,1 0 0 0 0,-1 0 0 0 0,1-1 0 0 0,-1 1 0 0 0,1-1 1 0 0,-1 0-1 0 0,1 0 0 0 0,-1 0 0 0 0,1 0 0 0 0,-1 0 0 0 0,0 0 0 0 0,0-1 0 0 0,1 1 0 0 0,-1-1 0 0 0,0 1 0 0 0,0-1 0 0 0,-1 0 0 0 0,1 0 0 0 0,0 0 0 0 0,0 0 0 0 0,-1 0 0 0 0,0 0 0 0 0,1-1 0 0 0,-1 1 0 0 0,0 0 0 0 0,0-1 0 0 0,0 1 0 0 0,0-3 0 0 0,2-5 10 0 0,0 0 0 0 0,-1 0 0 0 0,0 0 0 0 0,-1 0 1 0 0,0-17-1 0 0,-1 19-22 0 0,0 1 1 0 0,0-1-1 0 0,0 0 1 0 0,-1 0-1 0 0,-1 1 1 0 0,1-1 0 0 0,-1 1-1 0 0,0-1 1 0 0,-1 1-1 0 0,0 0 1 0 0,0-1-1 0 0,0 2 1 0 0,-1-1 0 0 0,0 0-1 0 0,0 1 1 0 0,-1-1-1 0 0,0 1 1 0 0,-6-5-1 0 0,2 3-17 0 0,-1 0-1 0 0,-15-10 0 0 0,22 17 15 0 0,0-1 1 0 0,0 0-1 0 0,0 1 1 0 0,0-1-1 0 0,0 1 0 0 0,-1 0 1 0 0,1 0-1 0 0,0 1 1 0 0,-1-1-1 0 0,1 1 0 0 0,-1-1 1 0 0,1 1-1 0 0,-5 0 1 0 0,2 1-21 0 0,6-2 18 0 0,-1 1-1 0 0,0 0 0 0 0,1 0 0 0 0,-1 0 0 0 0,1 0 1 0 0,-1 0-1 0 0,0 0 0 0 0,1 0 0 0 0,-1 0 0 0 0,1 1 1 0 0,-1-1-1 0 0,1 0 0 0 0,-1 0 0 0 0,0 0 1 0 0,1 1-1 0 0,-1-1 0 0 0,1 0 0 0 0,-1 0 0 0 0,1 1 1 0 0,-1-1-1 0 0,1 1 0 0 0,0-1 0 0 0,-1 0 0 0 0,1 1 1 0 0,-1-1-1 0 0,1 1 0 0 0,0-1 0 0 0,-1 1 0 0 0,1-1 1 0 0,0 1-1 0 0,-1-1 0 0 0,1 2 0 0 0,3 21-148 0 0,-3-22 163 0 0,8 22 15 0 0,1 0-1 0 0,1-1 0 0 0,1 0 0 0 0,1 0 1 0 0,1-1-1 0 0,22 28 0 0 0,-32-45 5 0 0,10 8 199 0 0,-17-12-189 0 0,1 0 0 0 0,-1 0 0 0 0,0 0 1 0 0,1 1-1 0 0,-1-1 0 0 0,1 1 0 0 0,-7 1 0 0 0,2 0-13 0 0,-15 4-18 0 0,0 1-1 0 0,0 0 0 0 0,-25 14 1 0 0,-36 12 6 0 0,34-20 21 0 0,-102 13 0 0 0,86-17-21 0 0,-524 43 230 0 0,223-23-270 0 0,107-7 15 0 0,128-13 26 0 0,-669 33-9 0 0,19-57-29 0 0,460-7-46 0 0,-554-59-229 0 0,830 76 285 0 0,-77 2 1 0 0,13 1 17 0 0,-210 4-125 0 0,295-2 138 0 0,-14 2-34 0 0,-72 14 1 0 0,162-15-162 0 0,200 7 182 0 0,-102-1-37 0 0,198-3 194 0 0,-14 0 41 0 0,-253-2-184 0 0,487 5 208 0 0,9-48-17 0 0,-381 11-118 0 0,310-35 123 0 0,150 41-133 0 0,-526 21-60 0 0,164-16 223 0 0,-222 10-193 0 0,-1-4-1 0 0,71-22 1 0 0,-106 24-26 0 0,67-22-13 0 0,-88 27 5 0 0,0 0 1 0 0,-1-1 0 0 0,1 0-1 0 0,22-18 1 0 0,-33 22 10 0 0,-1 1 0 0 0,0-1 1 0 0,0 1-1 0 0,-1-1 0 0 0,1 0 0 0 0,0 0 1 0 0,-1 1-1 0 0,0-1 0 0 0,0 0 0 0 0,0-1 1 0 0,0 1-1 0 0,1-6 0 0 0,8-19-174 0 0,15-13-502 0 0,-24 41 646 0 0,-1 0 0 0 0,0-1-1 0 0,0 1 1 0 0,0 0 0 0 0,0-1-1 0 0,0 1 1 0 0,0 0 0 0 0,0-1-1 0 0,0 1 1 0 0,0 0 0 0 0,0-1-1 0 0,0 1 1 0 0,0-1 0 0 0,0 1-1 0 0,0 0 1 0 0,0-1 0 0 0,0 1-1 0 0,0 0 1 0 0,0-1 0 0 0,0 1-1 0 0,-1 0 1 0 0,1 0 0 0 0,0-1-1 0 0,0 1 1 0 0,0 0 0 0 0,-1-1-1 0 0,1 1 1 0 0,0 0 0 0 0,0 0-1 0 0,-1-1 1 0 0,1 1 0 0 0,-6-4-36 0 0,1 1 0 0 0,-1-1 1 0 0,1 1-1 0 0,-1 1 1 0 0,0-1-1 0 0,0 1 0 0 0,-1 0 1 0 0,1 0-1 0 0,0 1 0 0 0,-9-1 1 0 0,4-1 13 0 0,-36-6-21 0 0,-91-5-1 0 0,-51 14-48 0 0,177 1 86 0 0,-415 36-520 0 0,-266 44-185 0 0,508-60 619 0 0,-468 63-47 0 0,611-78 141 0 0,-488 58-68 0 0,420-59 129 0 0,-213-19-1 0 0,158-11 127 0 0,134 18-269 0 0,0-2 0 0 0,-50-23 0 0 0,57 23-2094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8:44.484"/>
    </inkml:context>
    <inkml:brush xml:id="br0">
      <inkml:brushProperty name="width" value="0.05" units="cm"/>
      <inkml:brushProperty name="height" value="0.05" units="cm"/>
      <inkml:brushProperty name="color" value="#CC0066"/>
    </inkml:brush>
  </inkml:definitions>
  <inkml:trace contextRef="#ctx0" brushRef="#br0">745 0 1008 0 0,'2'1'-8'0'0,"9"1"2747"0"0,-19 0 3937 0 0,-10 1-6009 0 0,-13-3-106 0 0,-2 5-197 0 0,-401 121 4077 0 0,428-124-4391 0 0,-10 2 32 0 0,0 1-1 0 0,0 1 0 0 0,0 0 0 0 0,1 1 1 0 0,0 1-1 0 0,0 0 0 0 0,1 1 0 0 0,-22 18 1 0 0,27-18-78 0 0,7-8 13 0 0,0 0-1 0 0,0 1 1 0 0,0 0-1 0 0,1-1 1 0 0,-1 1-1 0 0,1 0 1 0 0,-1 0-1 0 0,1 0 1 0 0,-1 2-1 0 0,-4 8 61 0 0,2-5-4 0 0,0 1-1 0 0,0 0 0 0 0,1 0 1 0 0,1 1-1 0 0,-1-1 1 0 0,-1 10-1 0 0,-4 62 659 0 0,4 133 0 0 0,4-136-451 0 0,2-1 197 0 0,16 97 0 0 0,10-12 159 0 0,-14-90-49 0 0,-3 1 1 0 0,3 132 0 0 0,-6-102-104 0 0,0 5-48 0 0,-6-57-95 0 0,12 65-1 0 0,-7-64-56 0 0,2 69 1 0 0,-2 136 223 0 0,2-35 229 0 0,-8-195-687 0 0,1-1 0 0 0,6 26 0 0 0,-2-20 104 0 0,-4-22-85 0 0,0 0 1 0 0,1 0-1 0 0,6 15 0 0 0,-2-17 21 0 0,-6-7-72 0 0,0 1 0 0 0,0 0 1 0 0,0 0-1 0 0,0-1 1 0 0,0 1-1 0 0,0-1 1 0 0,0 1-1 0 0,0-1 0 0 0,0 0 1 0 0,0 1-1 0 0,0-1 1 0 0,1 0-1 0 0,-1 0 0 0 0,0 0 1 0 0,0 0-1 0 0,0 0 1 0 0,1 0-1 0 0,-1 0 0 0 0,0 0 1 0 0,2-1-1 0 0,4 0 14 0 0,12 0 20 0 0,0-1-1 0 0,-1-1 0 0 0,34-10 1 0 0,-26 6-50 0 0,29-4 0 0 0,65 3-99 0 0,125 8-1 0 0,-176 2 67 0 0,-22-2 30 0 0,537 3 86 0 0,331-62 21 0 0,-827 52-106 0 0,507-21-9 0 0,5-1 28 0 0,-424 11 1 0 0,216-12 24 0 0,118 20-18 0 0,173-6-94 0 0,-25-39-7 0 0,-474 35 58 0 0,239-3-22 0 0,-298 19 26 0 0,415-10-99 0 0,-123-19-58 0 0,-400 31 205 0 0,-1-2 0 0 0,1 0 0 0 0,-1-1 1 0 0,0-1-1 0 0,-1 0 0 0 0,28-16 0 0 0,-30 17 67 0 0,-11 4-65 0 0,0 0-1 0 0,1 0 1 0 0,-1 0-1 0 0,0 0 0 0 0,0 0 1 0 0,0-1-1 0 0,0 1 1 0 0,0-1-1 0 0,0 1 0 0 0,-1-1 1 0 0,4-3-1 0 0,-5 5-87 0 0,6-12 473 0 0,-5 11-442 0 0,-1 1 0 0 0,0 0 0 0 0,0 0 1 0 0,0-1-1 0 0,0 1 0 0 0,0 0 1 0 0,0-1-1 0 0,0 1 0 0 0,0 0 0 0 0,0-1 1 0 0,0 1-1 0 0,0 0 0 0 0,0-1 0 0 0,0 1 1 0 0,0 0-1 0 0,0-1 0 0 0,0 1 0 0 0,0 0 1 0 0,0 0-1 0 0,0-1 0 0 0,0 1 1 0 0,0 0-1 0 0,0-1 0 0 0,-1 1 0 0 0,1 0 1 0 0,0 0-1 0 0,0-1 0 0 0,0 1 0 0 0,-1 0 1 0 0,1 0-1 0 0,0-1 0 0 0,0 1 0 0 0,0 0 1 0 0,-1 0-1 0 0,1 0 0 0 0,0-1 1 0 0,-1 1-1 0 0,1 0 0 0 0,0 0 0 0 0,0 0 1 0 0,-1 0-1 0 0,1 0 0 0 0,0 0 0 0 0,-1 0 1 0 0,1 0-1 0 0,0-1 0 0 0,-1 1 0 0 0,1 0 1 0 0,0 0-1 0 0,-1 0 0 0 0,1 1 1 0 0,-1-1-1 0 0,-13 0-1994 0 0,-2 0-224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8:45.948"/>
    </inkml:context>
    <inkml:brush xml:id="br0">
      <inkml:brushProperty name="width" value="0.05" units="cm"/>
      <inkml:brushProperty name="height" value="0.05" units="cm"/>
      <inkml:brushProperty name="color" value="#CC0066"/>
    </inkml:brush>
  </inkml:definitions>
  <inkml:trace contextRef="#ctx0" brushRef="#br0">13 27 872 0 0,'-12'6'1269'0'0,"23"-5"2441"0"0,7 0-2533 0 0,45 2 1594 0 0,24 3-780 0 0,-8 7-888 0 0,440 31 702 0 0,12-42-1312 0 0,-356-3-134 0 0,288-10 271 0 0,-55 0-74 0 0,-54 8-126 0 0,210-3 231 0 0,716-48 799 0 0,87 37-82 0 0,-844 29-805 0 0,-16-1-40 0 0,-278-7-220 0 0,-83-4 139 0 0,-142 0-447 0 0,1 0 1 0 0,-1 1-1 0 0,1-1 1 0 0,-1 1-1 0 0,1 0 1 0 0,-1 1-1 0 0,6 1 1 0 0,-6-1-4 0 0,0 0 0 0 0,0 1 0 0 0,0-1 0 0 0,0 1 0 0 0,0 0 0 0 0,0 0 0 0 0,-1 0 0 0 0,1 0 0 0 0,-1 1 0 0 0,4 5 0 0 0,-3-3-6 0 0,0 0-1 0 0,0 1 1 0 0,-1-1-1 0 0,0 1 1 0 0,0 0-1 0 0,-1 0 1 0 0,0 0-1 0 0,0 0 1 0 0,-1 0-1 0 0,0 1 1 0 0,0-1-1 0 0,0 10 1 0 0,-17 183-25 0 0,0-29 39 0 0,13-87 5 0 0,-5 105 26 0 0,-22 145 82 0 0,20-75 158 0 0,2-170 170 0 0,-5 0 0 0 0,-26 99 0 0 0,21-104-61 0 0,1 16 789 0 0,-6 142 1 0 0,23-240-1167 0 0,-2 98 774 0 0,3-32 1159 0 0,-2-68-1967 0 0,1 0 1 0 0,0 1-1 0 0,0-1 0 0 0,-1 0 1 0 0,1 1-1 0 0,0-1 1 0 0,-1 0-1 0 0,1 1 1 0 0,0-1-1 0 0,-1 0 1 0 0,1 0-1 0 0,0 1 0 0 0,-1-1 1 0 0,1 0-1 0 0,-1 0 1 0 0,1 0-1 0 0,0 0 1 0 0,-1 0-1 0 0,1 1 1 0 0,-1-1-1 0 0,1 0 0 0 0,-1 0 1 0 0,1 0-1 0 0,-1 0 1 0 0,1 0-1 0 0,0 0 1 0 0,-1 0-1 0 0,1 0 1 0 0,-1-1-1 0 0,1 1 0 0 0,-1 0 1 0 0,1 0-1 0 0,0 0 1 0 0,-1 0-1 0 0,1 0 1 0 0,-1-1-1 0 0,1 1 1 0 0,0 0-1 0 0,-1 0 0 0 0,0-1 1 0 0,-15-14-1626 0 0,-8-10-541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8:47.942"/>
    </inkml:context>
    <inkml:brush xml:id="br0">
      <inkml:brushProperty name="width" value="0.05" units="cm"/>
      <inkml:brushProperty name="height" value="0.05" units="cm"/>
      <inkml:brushProperty name="color" value="#CC0066"/>
    </inkml:brush>
  </inkml:definitions>
  <inkml:trace contextRef="#ctx0" brushRef="#br0">136 102 376 0 0,'-13'-1'89'0'0,"7"1"-69"0"0,0 0 0 0 0,0 0-1 0 0,0 0 1 0 0,0 1 0 0 0,0 0 0 0 0,0 0-1 0 0,0 0 1 0 0,0 1 0 0 0,1 0 0 0 0,-8 3 0 0 0,-4 2-3 0 0,14-6-3 0 0,-1 0 1 0 0,1 0-1 0 0,0 0 0 0 0,0 1 0 0 0,0-1 0 0 0,0 1 1 0 0,1 0-1 0 0,-4 2 0 0 0,5-3 17 0 0,1-1-1 0 0,0 1 1 0 0,-1-1-1 0 0,1 1 1 0 0,0-1-1 0 0,-1 1 1 0 0,1-1-1 0 0,0 1 1 0 0,0-1-1 0 0,0 1 1 0 0,-1-1-1 0 0,1 1 1 0 0,0-1-1 0 0,0 1 1 0 0,0 0-1 0 0,0-1 1 0 0,0 1-1 0 0,0-1 1 0 0,0 1-1 0 0,0-1 1 0 0,0 1-1 0 0,0 0 1 0 0,1-1-1 0 0,-1 1 1 0 0,0 0-1 0 0,1 1 542 0 0,-2 1-174 0 0,1 1 0 0 0,0-1 0 0 0,0 0 0 0 0,1 0 0 0 0,-1 0 0 0 0,1 0 0 0 0,-1 0 0 0 0,2 3 0 0 0,0-4-228 0 0,-1 0 0 0 0,1 0 0 0 0,0 0 0 0 0,0-1 0 0 0,0 1 0 0 0,0 0 0 0 0,0-1 0 0 0,0 0 0 0 0,3 2 0 0 0,-3-2-21 0 0,3 2 105 0 0,1 0 0 0 0,0-1 0 0 0,-1 0 0 0 0,1 0 0 0 0,0 0 0 0 0,0-1 0 0 0,11 2 0 0 0,51 0 184 0 0,-21-1-331 0 0,475 7 1336 0 0,-499-9-1398 0 0,120-7 617 0 0,211-40 0 0 0,-82 8 234 0 0,89 6 366 0 0,102-13 439 0 0,-433 42-1592 0 0,386-45 1459 0 0,-289 40-984 0 0,173 10 0 0 0,245 78 280 0 0,-330-33-457 0 0,35 6-123 0 0,-172-40-191 0 0,97 4-1 0 0,-90-13-37 0 0,33 2 76 0 0,141-13-1 0 0,-120-17 79 0 0,-98 16 57 0 0,80-7 1 0 0,-96 14-102 0 0,-1-1 1 0 0,1-1 0 0 0,28-9-1 0 0,-6 6 179 0 0,-37 6-239 0 0,0 0 0 0 0,-1-1 1 0 0,11-3-1 0 0,-26 7-267 0 0,0 1-1 0 0,1-1 0 0 0,-1 1 0 0 0,1 0 1 0 0,-1 1-1 0 0,1-1 0 0 0,0 1 0 0 0,0 0 1 0 0,-7 8-1 0 0,-7 6-346 0 0,-49 41-877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06.545"/>
    </inkml:context>
    <inkml:brush xml:id="br0">
      <inkml:brushProperty name="width" value="0.05" units="cm"/>
      <inkml:brushProperty name="height" value="0.05" units="cm"/>
      <inkml:brushProperty name="color" value="#66CC00"/>
    </inkml:brush>
  </inkml:definitions>
  <inkml:trace contextRef="#ctx0" brushRef="#br0">331 233 248 0 0,'-15'-1'35'0'0,"-1"-1"0"0"0,0 0 0 0 0,1-1 1 0 0,0-1-1 0 0,-16-6 0 0 0,-36-8 202 0 0,39 14 443 0 0,-37 0 0 0 0,10 3 3024 0 0,48 1-2646 0 0,620-6 2873 0 0,178-1-2950 0 0,149 26-125 0 0,-623 0-649 0 0,2-25-14 0 0,-277 1-97 0 0,52-12-1 0 0,96-39 210 0 0,-91 24-205 0 0,-12 3-5 0 0,-48 15-102 0 0,1 1 0 0 0,71-12 1 0 0,-59 19-6 0 0,56 0 0 0 0,-151 30-506 0 0,16-14 525 0 0,-33 8-1 0 0,4-1-23 0 0,-29 13-28 0 0,-50 17 29 0 0,-499 92-73 0 0,28-55 111 0 0,-8-47 177 0 0,192-32 93 0 0,-16 1 61 0 0,87-11 19 0 0,336 4-341 0 0,11 2-24 0 0,1-1 1 0 0,0 0-1 0 0,-1-1 1 0 0,1 1-1 0 0,-1 0 1 0 0,1-1-1 0 0,0 0 1 0 0,-1 0-1 0 0,1 0 1 0 0,0 0-1 0 0,0 0 1 0 0,-5-3-1 0 0,8 4-9 0 0,0 0 1 0 0,0 0-1 0 0,0 0 1 0 0,0 0-1 0 0,0-1 1 0 0,0 1-1 0 0,0 0 1 0 0,0 0-1 0 0,0 0 1 0 0,0 0-1 0 0,0 0 1 0 0,-1 0-1 0 0,1 0 1 0 0,0-1-1 0 0,0 1 1 0 0,0 0-1 0 0,0 0 1 0 0,0 0-1 0 0,0 0 1 0 0,0 0-1 0 0,0 0 1 0 0,0-1-1 0 0,0 1 1 0 0,0 0-1 0 0,0 0 1 0 0,0 0-1 0 0,1 0 0 0 0,-1 0 1 0 0,0-1-1 0 0,0 1 1 0 0,0 0-1 0 0,0 0 1 0 0,0 0-1 0 0,0 0 1 0 0,0 0-1 0 0,0 0 1 0 0,0 0-1 0 0,0 0 1 0 0,0-1-1 0 0,1 1 1 0 0,-1 0-1 0 0,0 0 1 0 0,0 0-1 0 0,0 0 1 0 0,0 0-1 0 0,0 0 1 0 0,0 0-1 0 0,0 0 1 0 0,1 0-1 0 0,-1 0 1 0 0,0 0-1 0 0,0 0 1 0 0,0 0-1 0 0,0 0 0 0 0,0 0 1 0 0,0 0-1 0 0,1 0 1 0 0,-1 0-1 0 0,0 0 1 0 0,0 0-1 0 0,0 0 1 0 0,13-1-40 0 0,277-9 260 0 0,869-36-135 0 0,-485 57-51 0 0,-367-3 1 0 0,-80-7 249 0 0,0-10 1 0 0,-1-10 0 0 0,253-54-1 0 0,-347 52 22 0 0,-60 11 26 0 0,-57 9 89 0 0,-73-8 698 0 0,-2 7-1254 0 0,-43 2-695 0 0,88 1-510 0 0,0 1 0 0 0,-20 4-1 0 0,27-4-54 0 0,1 1 0 0 0,-1 0 0 0 0,0 0 0 0 0,-9 6-1 0 0,-29 23-4493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24.385"/>
    </inkml:context>
    <inkml:brush xml:id="br0">
      <inkml:brushProperty name="width" value="0.05" units="cm"/>
      <inkml:brushProperty name="height" value="0.05" units="cm"/>
    </inkml:brush>
  </inkml:definitions>
  <inkml:trace contextRef="#ctx0" brushRef="#br0">222 375 1040 0 0,'-19'0'181'0'0,"6"1"5"0"0,1 1 0 0 0,0 0-1 0 0,0 1 1 0 0,0 1-1 0 0,0 0 1 0 0,-12 6-1 0 0,8-4 1239 0 0,-16 9 3476 0 0,-2 8-1907 0 0,11-6-1813 0 0,23-17-1157 0 0,0 0 1 0 0,0 0 0 0 0,0 0 0 0 0,1 1-1 0 0,-1-1 1 0 0,0 0 0 0 0,0 0 0 0 0,1 0-1 0 0,-1 0 1 0 0,0 0 0 0 0,0 0 0 0 0,0 0 0 0 0,1 0-1 0 0,-1 1 1 0 0,0-1 0 0 0,0 0 0 0 0,0 0-1 0 0,0 0 1 0 0,0 0 0 0 0,1 1 0 0 0,-1-1-1 0 0,0 0 1 0 0,0 0 0 0 0,0 0 0 0 0,0 1-1 0 0,0-1 1 0 0,0 0 0 0 0,0 0 0 0 0,0 1-1 0 0,0-1 1 0 0,0 0 0 0 0,1 0 0 0 0,-1 0-1 0 0,0 1 1 0 0,0-1 0 0 0,-1 0 0 0 0,1 0-1 0 0,0 1 1 0 0,0-1 0 0 0,0 0 0 0 0,0 0-1 0 0,0 0 1 0 0,0 1 0 0 0,0-1 0 0 0,0 0-1 0 0,0 0 1 0 0,0 0 0 0 0,0 1 0 0 0,-1-1-1 0 0,1 0 1 0 0,0 0 0 0 0,0 0 0 0 0,0 0 0 0 0,0 1-1 0 0,-1-1 1 0 0,1 0 0 0 0,0 0 0 0 0,0 0-1 0 0,0 0 1 0 0,-1 0 0 0 0,1 0 0 0 0,0 1-1 0 0,0-1 1 0 0,0 0 0 0 0,-1 0 0 0 0,1 0-1 0 0,0 0 1 0 0,-1 0 0 0 0,22 4 376 0 0,38-1 384 0 0,92-8-1 0 0,69-18-163 0 0,-145 14-417 0 0,684-92 759 0 0,-724 95-925 0 0,805-127 917 0 0,2 35 156 0 0,35 11 392 0 0,-841 86-1393 0 0,4-2 162 0 0,-29-2-154 0 0,-9 4-65 0 0,-1 0-1 0 0,0 0 1 0 0,1 0-1 0 0,-1 0 1 0 0,1 0 0 0 0,-1 1-1 0 0,1-1 1 0 0,-1 1-1 0 0,1-1 1 0 0,-1 1-1 0 0,1 0 1 0 0,2-1 0 0 0,3 5-59 0 0,-7-4 2 0 0,1 1 0 0 0,0 0 0 0 0,0-1 0 0 0,0 1 0 0 0,-1 0 0 0 0,1 0 0 0 0,0 0 1 0 0,-1 0-1 0 0,1 0 0 0 0,-1 0 0 0 0,1 0 0 0 0,-1 0 0 0 0,1 0 0 0 0,-1 0 0 0 0,0 0 0 0 0,1 0 0 0 0,-1 0 0 0 0,0 0 0 0 0,0 0 0 0 0,0 0 0 0 0,0 0 1 0 0,0 0-1 0 0,0 0 0 0 0,0 2 0 0 0,0 6-43 0 0,1-7 24 0 0,0 0 0 0 0,0 0 0 0 0,0 0 0 0 0,-1 0 0 0 0,1 0 0 0 0,-1 0 0 0 0,0 0 0 0 0,1 0 0 0 0,-1 0 0 0 0,0 0 0 0 0,0 1 0 0 0,-1 2 0 0 0,1-2-24 0 0,1-1 49 0 0,-1 0 0 0 0,1 0 0 0 0,0-1 0 0 0,0 1 0 0 0,-1 0 0 0 0,1 0 0 0 0,0-1 0 0 0,1 1-1 0 0,-1-1 1 0 0,0 1 0 0 0,0-1 0 0 0,1 1 0 0 0,-1-1 0 0 0,1 0 0 0 0,-1 0 0 0 0,1 0 0 0 0,-1 0 0 0 0,1 0-1 0 0,0 0 1 0 0,0 0 0 0 0,3 1 0 0 0,46 17 22 0 0,-42-16-23 0 0,0-1-4 0 0,0 0-1 0 0,1 0 1 0 0,0-1-1 0 0,-1 0 1 0 0,12-1 0 0 0,10 2-6 0 0,462 13 14 0 0,-491-15-5 0 0,0 0-1 0 0,0 0 1 0 0,0 0 0 0 0,0 0-1 0 0,0-1 1 0 0,1 1 0 0 0,-1-1-1 0 0,0 1 1 0 0,0-1 0 0 0,0 1-1 0 0,0-1 1 0 0,2-2 0 0 0,3 2 33 0 0,-6 1-28 0 0,-1-2-1489 0 0,-4-9-7347 0 0,1 6 4558 0 0,-1 4 1654 0 0,-9-3-2832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24.703"/>
    </inkml:context>
    <inkml:brush xml:id="br0">
      <inkml:brushProperty name="width" value="0.05" units="cm"/>
      <inkml:brushProperty name="height" value="0.05" units="cm"/>
    </inkml:brush>
  </inkml:definitions>
  <inkml:trace contextRef="#ctx0" brushRef="#br0">198 31 1760 0 0,'0'0'11'0'0,"-3"-3"34"0"0,1 1-1 0 0,0-1 0 0 0,-1 1 1 0 0,1 0-1 0 0,-1 0 1 0 0,0 0-1 0 0,0 0 1 0 0,0 0-1 0 0,0 0 1 0 0,0 1-1 0 0,0-1 0 0 0,0 1 1 0 0,0 0-1 0 0,-1 0 1 0 0,1 0-1 0 0,-6 0 1 0 0,17 1 439 0 0,0 1 0 0 0,0 0 0 0 0,-1 1 0 0 0,1 0-1 0 0,-1 0 1 0 0,1 1 0 0 0,-1-1 0 0 0,14 9 0 0 0,205 94 1219 0 0,-143-70-1189 0 0,-64-27-402 0 0,-1 1 0 0 0,1 1 0 0 0,-2 0 0 0 0,0 1 0 0 0,27 22 1 0 0,-41-30-57 0 0,0 0 1 0 0,0 0-1 0 0,0 1 1 0 0,0-1 0 0 0,-1 1-1 0 0,1 0 1 0 0,-1-1-1 0 0,0 1 1 0 0,0 0 0 0 0,-1 0-1 0 0,1 0 1 0 0,-1 1-1 0 0,0-1 1 0 0,1 7 0 0 0,-2-7 42 0 0,0 0 0 0 0,0 0 0 0 0,-1 0 0 0 0,0 0 0 0 0,0 0 1 0 0,0 0-1 0 0,0 0 0 0 0,-1 0 0 0 0,1 0 0 0 0,-1 0 0 0 0,0-1 1 0 0,0 1-1 0 0,-1 0 0 0 0,1-1 0 0 0,-1 0 0 0 0,1 0 0 0 0,-1 0 1 0 0,-5 4-1 0 0,-9 9 172 0 0,-2-2 0 0 0,1 0 0 0 0,-2-2 0 0 0,1 0 0 0 0,-30 13 1 0 0,-115 42 446 0 0,155-64-690 0 0,-69 26-386 0 0,-128 29 0 0 0,167-52-4001 0 0,17-4-2726 0 0,16-2 4375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25.243"/>
    </inkml:context>
    <inkml:brush xml:id="br0">
      <inkml:brushProperty name="width" value="0.05" units="cm"/>
      <inkml:brushProperty name="height" value="0.05" units="cm"/>
    </inkml:brush>
  </inkml:definitions>
  <inkml:trace contextRef="#ctx0" brushRef="#br0">6 255 1712 0 0,'4'0'195'0'0,"102"-3"1131"0"0,-1-1 3254 0 0,-81 4-3804 0 0,25 1 88 0 0,1-2 0 0 0,0-2 1 0 0,93-18-1 0 0,-46-8-524 0 0,-14-4-132 0 0,-62 23-106 0 0,37-23 0 0 0,-51 27-64 0 0,0 1 1 0 0,0-1 0 0 0,0 0 0 0 0,-1 0-1 0 0,0-1 1 0 0,0 0 0 0 0,7-11-1 0 0,-12 17-26 0 0,-1 0 0 0 0,1 0 0 0 0,-1 0 1 0 0,1 0-1 0 0,-1 0 0 0 0,1 0 0 0 0,-1 1 0 0 0,1-1 0 0 0,-1 0 0 0 0,0 0 0 0 0,0 0 0 0 0,0 0 0 0 0,1-1 0 0 0,-1 1 0 0 0,0 0 0 0 0,0 0 0 0 0,0 0 0 0 0,0 0 0 0 0,-1 0 0 0 0,1 0 0 0 0,0 0 0 0 0,0 0 0 0 0,-1 0 1 0 0,1 0-1 0 0,0 0 0 0 0,-1 0 0 0 0,1 1 0 0 0,-1-1 0 0 0,1 0 0 0 0,-1 0 0 0 0,0 0 0 0 0,1 0 0 0 0,-1 1 0 0 0,0-1 0 0 0,0 0 0 0 0,1 1 0 0 0,-1-1 0 0 0,0 0 0 0 0,0 1 0 0 0,0-1 0 0 0,0 1 0 0 0,0-1 1 0 0,-2 1-1 0 0,-4-3 16 0 0,-1 0 1 0 0,0 1-1 0 0,1 0 1 0 0,-1 1-1 0 0,-11-1 1 0 0,-31-3 2 0 0,0 3 1 0 0,-61 5 0 0 0,78 0-23 0 0,0 2 0 0 0,0 1 1 0 0,0 2-1 0 0,-50 18 0 0 0,13 3 185 0 0,-72 43 0 0 0,129-65-111 0 0,-1 1 0 0 0,2 1 0 0 0,-1 0 0 0 0,1 0 0 0 0,1 2 0 0 0,-1-1 1 0 0,-17 23-1 0 0,25-27-26 0 0,0 0 1 0 0,1 0-1 0 0,0 0 0 0 0,0 0 1 0 0,0 1-1 0 0,0-1 1 0 0,1 1-1 0 0,0 0 0 0 0,1-1 1 0 0,-1 1-1 0 0,1 0 1 0 0,1 0-1 0 0,-1 0 0 0 0,1 0 1 0 0,0 0-1 0 0,1 0 1 0 0,0 0-1 0 0,0 0 1 0 0,0 0-1 0 0,5 12 0 0 0,-2-9 30 0 0,0-1-1 0 0,1 1 1 0 0,0 0-1 0 0,0-1 1 0 0,1 0-1 0 0,0 0 1 0 0,1-1-1 0 0,0 0 1 0 0,0 0-1 0 0,1 0 1 0 0,0-1-1 0 0,0 0 1 0 0,0-1-1 0 0,11 6 1 0 0,3 4 15 0 0,0-1 1 0 0,1-2-1 0 0,1 0 1 0 0,0-1-1 0 0,1-2 1 0 0,31 10-1 0 0,-6-9-74 0 0,1-2 0 0 0,0-2 0 0 0,1-2 0 0 0,90-4 0 0 0,-118-2-128 0 0,-1 0 0 0 0,1-2 0 0 0,24-6 0 0 0,-37 6-395 0 0,-1-1-1 0 0,1 0 1 0 0,-1 0-1 0 0,0-1 1 0 0,0-1-1 0 0,0 0 1 0 0,0 0-1 0 0,12-11 1 0 0,-8 5-1623 0 0,-1 0 0 0 0,0-1 1 0 0,-1-1-1 0 0,13-16 0 0 0,-4-9 354 0 0,-13 23 621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26.059"/>
    </inkml:context>
    <inkml:brush xml:id="br0">
      <inkml:brushProperty name="width" value="0.05" units="cm"/>
      <inkml:brushProperty name="height" value="0.05" units="cm"/>
    </inkml:brush>
  </inkml:definitions>
  <inkml:trace contextRef="#ctx0" brushRef="#br0">46 0 1464 0 0,'-2'87'1539'0'0,"-14"95"1"0"0,6-63 2107 0 0,7 166 0 0 0,5-150-713 0 0,-2-103-1641 0 0,-2-21 232 0 0,-1-12-249 0 0,-2-21-52 0 0,0-31-824 0 0,4-71-1 0 0,3 82-428 0 0,2 0-1 0 0,2 1 0 0 0,2-1 1 0 0,20-62-1 0 0,-22 87-55 0 0,2 0 0 0 0,0 1 0 0 0,1-1 0 0 0,1 2 1 0 0,0-1-1 0 0,1 2 0 0 0,24-26 0 0 0,-27 31-37 0 0,1 1 0 0 0,0 0-1 0 0,1 0 1 0 0,0 1 0 0 0,0 0 0 0 0,0 0 0 0 0,1 1-1 0 0,0 1 1 0 0,0 0 0 0 0,1 0 0 0 0,-1 1 0 0 0,24-4 0 0 0,-29 7 95 0 0,0 1 1 0 0,0 0-1 0 0,0 0 1 0 0,0 0-1 0 0,0 1 1 0 0,-1 0 0 0 0,1 0-1 0 0,0 1 1 0 0,0 0-1 0 0,-1 0 1 0 0,1 0 0 0 0,0 0-1 0 0,-1 1 1 0 0,0 0-1 0 0,0 0 1 0 0,0 0 0 0 0,0 1-1 0 0,0 0 1 0 0,-1 0-1 0 0,0 0 1 0 0,0 0 0 0 0,0 1-1 0 0,0 0 1 0 0,5 8-1 0 0,0 3 9 0 0,0 0-1 0 0,-1 1 0 0 0,0 0 1 0 0,-2 0-1 0 0,0 1 0 0 0,6 31 1 0 0,-5-13 97 0 0,-1 0 1 0 0,-2 0 0 0 0,-2 1-1 0 0,-1-1 1 0 0,-2 1-1 0 0,-7 48 1 0 0,6-77 92 0 0,0 0-1 0 0,-1 0 1 0 0,-5 11 0 0 0,8-17-93 0 0,-1-1 1 0 0,0 0 0 0 0,1 0 0 0 0,-1 1-1 0 0,0-1 1 0 0,0 0 0 0 0,0 0-1 0 0,0 0 1 0 0,0 0 0 0 0,0 0-1 0 0,-2 2 1 0 0,2-3-23 0 0,1 0 0 0 0,-1 0 0 0 0,1 0 1 0 0,-1 0-1 0 0,1 0 0 0 0,-1 0 0 0 0,1 0 0 0 0,-1 0 0 0 0,1 0 0 0 0,-1 0 0 0 0,1 0 1 0 0,-1 0-1 0 0,1 0 0 0 0,-1 0 0 0 0,1 0 0 0 0,-1-1 0 0 0,1 1 0 0 0,-1 0 0 0 0,1 0 0 0 0,-1 0 1 0 0,1-1-1 0 0,0 1 0 0 0,-1 0 0 0 0,1-1 0 0 0,-1 1 0 0 0,1 0 0 0 0,0-1 0 0 0,-1 1 0 0 0,1-1 1 0 0,0 1-1 0 0,0 0 0 0 0,-1-1 0 0 0,1 0 0 0 0,-2-3-2 0 0,0 0 0 0 0,0 0 0 0 0,0-1-1 0 0,0 1 1 0 0,1-1 0 0 0,0 1 0 0 0,0-1 0 0 0,0 1 0 0 0,1-1 0 0 0,-1 1-1 0 0,1-1 1 0 0,0 0 0 0 0,2-8 0 0 0,-1-9 25 0 0,-1 5-109 0 0,1 0-1 0 0,1 0 1 0 0,1 1-1 0 0,0-1 1 0 0,2 1-1 0 0,-1 0 1 0 0,2 0 0 0 0,0 0-1 0 0,1 1 1 0 0,1 0-1 0 0,0 0 1 0 0,1 1 0 0 0,0 0-1 0 0,16-17 1 0 0,-5 7-292 0 0,2 1 0 0 0,0 1 0 0 0,2 2 0 0 0,0 0 1 0 0,1 1-1 0 0,1 2 0 0 0,30-16 0 0 0,-45 28 248 0 0,0 0 0 0 0,1 0 0 0 0,0 1 0 0 0,0 1 0 0 0,0 0 0 0 0,1 0 0 0 0,-1 1 0 0 0,19 0 0 0 0,-25 2 52 0 0,0 0 1 0 0,0 1-1 0 0,0-1 1 0 0,1 1 0 0 0,-1 1-1 0 0,0-1 1 0 0,0 1-1 0 0,-1 0 1 0 0,1 0 0 0 0,0 1-1 0 0,-1-1 1 0 0,1 1 0 0 0,-1 1-1 0 0,0-1 1 0 0,0 1-1 0 0,0 0 1 0 0,0 0 0 0 0,5 7-1 0 0,0 2 7 0 0,-1 1 0 0 0,0 0 0 0 0,-1 1 0 0 0,-1-1-1 0 0,0 2 1 0 0,-1-1 0 0 0,-1 1 0 0 0,0 0 0 0 0,-1 0-1 0 0,-1 0 1 0 0,-1 0 0 0 0,1 27 0 0 0,-2-26 39 0 0,3 111 39 0 0,-5-113 8 0 0,0 1 1 0 0,-1 0-1 0 0,-1-1 1 0 0,0 1-1 0 0,-10 26 1 0 0,7-30 626 0 0,5-26 440 0 0,2 2-1120 0 0,0-1-1 0 0,1 1 0 0 0,0 0 0 0 0,1 0 0 0 0,1 0 0 0 0,0 0 0 0 0,6-12 1 0 0,1-3-42 0 0,1 1 1 0 0,2 0 0 0 0,0 1 0 0 0,2 0-1 0 0,1 1 1 0 0,32-35 0 0 0,-26 35-162 0 0,0 2 1 0 0,2 0-1 0 0,31-21 1 0 0,-46 36 156 0 0,1 1 0 0 0,0 0 0 0 0,0 0 1 0 0,1 1-1 0 0,-1 1 0 0 0,1 0 1 0 0,0 0-1 0 0,0 1 0 0 0,0 1 0 0 0,1 0 1 0 0,17-1-1 0 0,-27 3 25 0 0,1 0 1 0 0,-1 0-1 0 0,1 0 1 0 0,0 0-1 0 0,-1 0 1 0 0,1 1-1 0 0,-1-1 1 0 0,1 1-1 0 0,-1 0 1 0 0,0 0-1 0 0,1 1 1 0 0,-1-1-1 0 0,0 0 1 0 0,0 1-1 0 0,0 0 1 0 0,0 0-1 0 0,0 0 1 0 0,0 0-1 0 0,0 1 1 0 0,-1-1-1 0 0,1 1 1 0 0,-1-1-1 0 0,0 1 1 0 0,0 0-1 0 0,0 0 1 0 0,0 0-1 0 0,0 0 1 0 0,2 5-1 0 0,1 6-4 0 0,0 1 0 0 0,0 0 0 0 0,-2-1 0 0 0,0 1 0 0 0,2 24 0 0 0,-2 85-4 0 0,-3-95 0 0 0,-10 208-1402 0 0,10-234 1482 0 0,0 6-1281 0 0,0 1-1 0 0,0 0 1 0 0,1-1 0 0 0,2 11 0 0 0,-3-18 775 0 0,1 0-1 0 0,-1 0 1 0 0,1 0-1 0 0,0 0 1 0 0,0 1-1 0 0,0-1 1 0 0,0-1-1 0 0,0 1 1 0 0,0 0-1 0 0,0 0 1 0 0,1 0-1 0 0,-1-1 1 0 0,1 1-1 0 0,-1 0 1 0 0,1-1 0 0 0,0 1-1 0 0,0-1 1 0 0,0 0-1 0 0,-1 0 1 0 0,1 0-1 0 0,0 0 1 0 0,0 0-1 0 0,3 1 1 0 0,9 0-1315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26.551"/>
    </inkml:context>
    <inkml:brush xml:id="br0">
      <inkml:brushProperty name="width" value="0.05" units="cm"/>
      <inkml:brushProperty name="height" value="0.05" units="cm"/>
    </inkml:brush>
  </inkml:definitions>
  <inkml:trace contextRef="#ctx0" brushRef="#br0">698 171 1176 0 0,'-1'0'131'0'0,"1"0"-1"0"0,-1 0 1 0 0,0 0 0 0 0,1-1-1 0 0,-1 1 1 0 0,0 0 0 0 0,0 0 0 0 0,1-1-1 0 0,-1 1 1 0 0,1 0 0 0 0,-1-1-1 0 0,0 1 1 0 0,1 0 0 0 0,-1-1-1 0 0,1 1 1 0 0,-1-1 0 0 0,1 1-1 0 0,-1-1 1 0 0,1 1 0 0 0,-1-1 0 0 0,1 1-1 0 0,0-1 1 0 0,-1 0 0 0 0,0 0-1 0 0,-6-22 2411 0 0,1 3-482 0 0,1 11-1751 0 0,-1 1 0 0 0,0 0 1 0 0,0 1-1 0 0,0-1 0 0 0,-1 1 1 0 0,0 0-1 0 0,0 1 0 0 0,-1 0 1 0 0,0 0-1 0 0,0 1 0 0 0,0-1 1 0 0,-1 2-1 0 0,0-1 1 0 0,0 1-1 0 0,0 1 0 0 0,0 0 1 0 0,-1 0-1 0 0,1 1 0 0 0,-17-3 1 0 0,4 2 16 0 0,0 1-1 0 0,-25 1 1 0 0,30 3-199 0 0,0 0-1 0 0,-1 1 0 0 0,1 0 1 0 0,1 1-1 0 0,-1 1 0 0 0,0 1 1 0 0,1 1-1 0 0,0 0 0 0 0,-22 14 1 0 0,26-15-40 0 0,1 1 1 0 0,-1 0 0 0 0,1 1-1 0 0,0 0 1 0 0,1 1 0 0 0,0 0-1 0 0,0 1 1 0 0,1 0 0 0 0,0 0-1 0 0,1 1 1 0 0,0 0 0 0 0,-9 19 0 0 0,3-5 12 0 0,1 0 0 0 0,1 1 1 0 0,1 1-1 0 0,-9 37 1 0 0,17-54-80 0 0,1 0 0 0 0,0 0 0 0 0,1 0 0 0 0,0 1 0 0 0,1-1 0 0 0,0 0 0 0 0,0 0 0 0 0,1 1 0 0 0,1-1 0 0 0,0 0 0 0 0,0 0 0 0 0,1 0 1 0 0,0 0-1 0 0,0-1 0 0 0,9 17 0 0 0,-8-21 1 0 0,0 1-1 0 0,0-1 1 0 0,0 0 0 0 0,0 0 0 0 0,1 0 0 0 0,0 0 0 0 0,0-1-1 0 0,0 0 1 0 0,1 0 0 0 0,6 3 0 0 0,1 0 40 0 0,-1-1 0 0 0,1-1 0 0 0,17 4 0 0 0,-21-5-26 0 0,1-2 1 0 0,0 1-1 0 0,0-2 1 0 0,1 1-1 0 0,-1-1 1 0 0,0-1-1 0 0,0 0 1 0 0,1 0-1 0 0,-1-1 1 0 0,0 0-1 0 0,0-1 1 0 0,12-3-1 0 0,-13 2-2 0 0,0-1 0 0 0,0-1 0 0 0,-1 1 0 0 0,0-1 0 0 0,0-1 0 0 0,0 1 0 0 0,0-1 1 0 0,-1-1-1 0 0,0 0 0 0 0,0 0 0 0 0,-1 0 0 0 0,8-11 0 0 0,3-6 11 0 0,-2 0 0 0 0,-1-1 0 0 0,-1 0 0 0 0,-1-1 1 0 0,-2 0-1 0 0,14-49 0 0 0,-17 38-3 0 0,0 0 0 0 0,-3-1 0 0 0,0-62 0 0 0,-4 85-154 0 0,0 15 111 0 0,0 0 0 0 0,0 0 1 0 0,0 0-1 0 0,0 0 0 0 0,0 0 0 0 0,0 0 1 0 0,0 0-1 0 0,0 0 0 0 0,-1 0 0 0 0,1 0 1 0 0,0 0-1 0 0,0 0 0 0 0,0 0 0 0 0,0 0 1 0 0,0 0-1 0 0,0 0 0 0 0,0 0 0 0 0,0 0 1 0 0,0 0-1 0 0,0 0 0 0 0,0 0 1 0 0,0 0-1 0 0,0 0 0 0 0,0 0 0 0 0,0 0 1 0 0,0 0-1 0 0,0 0 0 0 0,0 0 0 0 0,0 0 1 0 0,0 0-1 0 0,0 0 0 0 0,0 0 0 0 0,0 0 1 0 0,-1 0-1 0 0,1 0 0 0 0,0 0 0 0 0,0 0 1 0 0,0 0-1 0 0,0 0 0 0 0,0 0 1 0 0,0 0-1 0 0,0-1 0 0 0,-4 21-94 0 0,4-16 67 0 0,-6 44 26 0 0,2-1 0 0 0,2 1 1 0 0,5 53-1 0 0,-2-82-128 0 0,0 0 1 0 0,2 0-1 0 0,0-1 0 0 0,1 1 1 0 0,1-1-1 0 0,1 0 0 0 0,0 0 1 0 0,2-1-1 0 0,0 0 0 0 0,10 17 1 0 0,-15-30-508 0 0,0 0 1 0 0,1 0 0 0 0,-1 0 0 0 0,1-1 0 0 0,0 0 0 0 0,0 0 0 0 0,0 0 0 0 0,0 0 0 0 0,0 0 0 0 0,1-1 0 0 0,-1 0 0 0 0,1 0 0 0 0,0 0 0 0 0,8 2 0 0 0,-2-2-717 0 0,-1 0 0 0 0,0-1 0 0 0,0 0 0 0 0,1-1 0 0 0,16-1 0 0 0,13-6-417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26.886"/>
    </inkml:context>
    <inkml:brush xml:id="br0">
      <inkml:brushProperty name="width" value="0.05" units="cm"/>
      <inkml:brushProperty name="height" value="0.05" units="cm"/>
    </inkml:brush>
  </inkml:definitions>
  <inkml:trace contextRef="#ctx0" brushRef="#br0">105 187 1384 0 0,'-5'32'99'0'0,"2"-20"-93"0"0,2 1 0 0 0,-1 0 1 0 0,2 17-1 0 0,0-26 68 0 0,1 1 1 0 0,-1-1-1 0 0,1 0 0 0 0,0 0 0 0 0,0 0 0 0 0,1 0 1 0 0,-1 0-1 0 0,1 0 0 0 0,0-1 0 0 0,0 1 0 0 0,0 0 1 0 0,1-1-1 0 0,-1 0 0 0 0,4 5 0 0 0,1-2 320 0 0,-1 0-1 0 0,1 0 1 0 0,0-1-1 0 0,1 1 0 0 0,-1-2 1 0 0,1 1-1 0 0,0-1 0 0 0,0 0 1 0 0,0 0-1 0 0,1-1 1 0 0,-1-1-1 0 0,14 4 0 0 0,-17-6-347 0 0,-1 1 0 0 0,0-1 0 0 0,1 1-1 0 0,-1-1 1 0 0,0 0 0 0 0,1-1 0 0 0,-1 1-1 0 0,0-1 1 0 0,0 0 0 0 0,1 0-1 0 0,-1 0 1 0 0,0 0 0 0 0,0-1 0 0 0,0 0-1 0 0,0 0 1 0 0,0 0 0 0 0,0 0 0 0 0,-1 0-1 0 0,1-1 1 0 0,-1 0 0 0 0,0 0-1 0 0,0 0 1 0 0,0 0 0 0 0,0 0 0 0 0,0 0-1 0 0,0-1 1 0 0,3-6 0 0 0,-2 1 60 0 0,0 1-1 0 0,-1-1 1 0 0,0 0 0 0 0,4-17 0 0 0,1-40 514 0 0,-7 51-410 0 0,-1 0 0 0 0,0 0 0 0 0,-1 1 1 0 0,-1-1-1 0 0,0 0 0 0 0,-8-24 0 0 0,9 33-131 0 0,-2 1 0 0 0,1-1 0 0 0,-1 1 0 0 0,0-1-1 0 0,0 1 1 0 0,0 0 0 0 0,0 0 0 0 0,-1 0 0 0 0,0 1-1 0 0,0 0 1 0 0,-1-1 0 0 0,1 1 0 0 0,-1 1 0 0 0,0-1 0 0 0,0 1-1 0 0,0-1 1 0 0,0 1 0 0 0,0 1 0 0 0,-12-5 0 0 0,7 4 40 0 0,0 0 0 0 0,-1 1 0 0 0,0 0 0 0 0,1 1 1 0 0,-1 0-1 0 0,-21 1 0 0 0,26 0-65 0 0,0 1-1 0 0,0-1 1 0 0,1 2-1 0 0,-1-1 1 0 0,0 1 0 0 0,1-1-1 0 0,-1 2 1 0 0,1-1-1 0 0,0 0 1 0 0,0 1-1 0 0,0 0 1 0 0,0 1 0 0 0,0-1-1 0 0,0 1 1 0 0,-7 7-1 0 0,4-1-56 0 0,1 0-1 0 0,0 1 1 0 0,1-1 0 0 0,0 1-1 0 0,1 0 1 0 0,0 1-1 0 0,-6 19 1 0 0,4-2-2219 0 0,0 0 0 0 0,-2 35 1 0 0,7-34 465 0 0,2 0 1 0 0,1-1-1 0 0,6 41 0 0 0,-2-33 575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27.284"/>
    </inkml:context>
    <inkml:brush xml:id="br0">
      <inkml:brushProperty name="width" value="0.05" units="cm"/>
      <inkml:brushProperty name="height" value="0.05" units="cm"/>
    </inkml:brush>
  </inkml:definitions>
  <inkml:trace contextRef="#ctx0" brushRef="#br0">33 721 1288 0 0,'-13'-64'5631'0'0,"9"70"-4399"0"0,-1 12-361 0 0,1 0 1 0 0,1 0 0 0 0,1 0 0 0 0,0 1 0 0 0,3 34 0 0 0,-1-30-301 0 0,0 14 40 0 0,1 1 0 0 0,2-1-1 0 0,10 50 1 0 0,-5-59-263 0 0,17 42-1 0 0,-19-56-247 0 0,0-1 0 0 0,0 0 0 0 0,1 0 0 0 0,1 0 0 0 0,0-1 0 0 0,1 0 0 0 0,0-1 0 0 0,1 0 0 0 0,0 0 0 0 0,1-1 0 0 0,14 11 0 0 0,-10-10 23 0 0,0-1-1 0 0,1-1 0 0 0,0 0 1 0 0,28 11-1 0 0,-33-16-102 0 0,1-1 0 0 0,0 0 0 0 0,0 0 0 0 0,0-1 0 0 0,0-1 0 0 0,1 0 0 0 0,-1-1 0 0 0,18-2 0 0 0,-8-1-6 0 0,-1-1 0 0 0,0-1 0 0 0,-1-1 1 0 0,1-1-1 0 0,-1 0 0 0 0,-1-2 0 0 0,36-21 1 0 0,-12 3-12 0 0,-1-3-1 0 0,51-47 1 0 0,-52 39 5 0 0,-2-1 0 0 0,-2-3 0 0 0,-1-1 0 0 0,-2-1 0 0 0,-3-2-1 0 0,-1-2 1 0 0,-2 0 0 0 0,30-74 0 0 0,-31 47 33 0 0,-3-2 1 0 0,-3 0-1 0 0,-4-1 0 0 0,10-113 1 0 0,-26 179-34 0 0,0-1 0 0 0,-1 0 0 0 0,-1 0 0 0 0,0 0 0 0 0,-5-18 1 0 0,5 26-8 0 0,-1 1 0 0 0,1 0 0 0 0,-1 0 0 0 0,0-1 0 0 0,0 1 0 0 0,0 0 0 0 0,-1 1 1 0 0,0-1-1 0 0,1 0 0 0 0,-1 1 0 0 0,-1 0 0 0 0,1-1 0 0 0,0 1 0 0 0,-1 0 0 0 0,1 1 1 0 0,-9-5-1 0 0,6 3-5 0 0,-1 1 1 0 0,0 1 0 0 0,0-1-1 0 0,0 1 1 0 0,0 0 0 0 0,0 0 0 0 0,0 1-1 0 0,-1 0 1 0 0,1 1 0 0 0,-1-1-1 0 0,1 1 1 0 0,0 1 0 0 0,-1-1-1 0 0,1 1 1 0 0,0 1 0 0 0,-1-1 0 0 0,1 1-1 0 0,0 0 1 0 0,0 1 0 0 0,-9 5-1 0 0,-4 4-4 0 0,1 1-1 0 0,1 0 1 0 0,0 2-1 0 0,1 0 0 0 0,0 1 1 0 0,2 1-1 0 0,-27 35 1 0 0,16-15 66 0 0,2 1 1 0 0,1 1-1 0 0,-21 49 1 0 0,29-49 68 0 0,2-1 1 0 0,-9 45-1 0 0,16-57-65 0 0,-6 18 96 0 0,3 0-1 0 0,1 1 0 0 0,2 0 0 0 0,3 1 0 0 0,1 54 1 0 0,4-72-50 0 0,2 0 0 0 0,0-1 0 0 0,2 1 0 0 0,0-1 0 0 0,19 46 0 0 0,-17-55-55 0 0,0-1 1 0 0,2 1 0 0 0,0-2-1 0 0,1 1 1 0 0,0-1-1 0 0,1-1 1 0 0,1 0-1 0 0,1-1 1 0 0,26 22 0 0 0,-8-15-165 0 0,0 0 1 0 0,2-3-1 0 0,1 0 1 0 0,0-3-1 0 0,1 0 1 0 0,44 10-1 0 0,35 0-1378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43.005"/>
    </inkml:context>
    <inkml:brush xml:id="br0">
      <inkml:brushProperty name="width" value="0.05" units="cm"/>
      <inkml:brushProperty name="height" value="0.05" units="cm"/>
      <inkml:brushProperty name="color" value="#CC0066"/>
    </inkml:brush>
  </inkml:definitions>
  <inkml:trace contextRef="#ctx0" brushRef="#br0">0 71 1960 0 0,'0'-29'888'0'0,"25"-12"1929"0"0,-18 41-2553 0 0,3 0-592 0 0,3 0-1129 0 0,11 0-63 0 0,-13 16 64 0 0,-4-6 296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47.833"/>
    </inkml:context>
    <inkml:brush xml:id="br0">
      <inkml:brushProperty name="width" value="0.05" units="cm"/>
      <inkml:brushProperty name="height" value="0.05" units="cm"/>
      <inkml:brushProperty name="color" value="#CC0066"/>
    </inkml:brush>
  </inkml:definitions>
  <inkml:trace contextRef="#ctx0" brushRef="#br0">622 262 784 0 0,'0'-1'16'0'0,"1"0"0"0"0,-1 1 0 0 0,0-1 1 0 0,0 0-1 0 0,0 0 0 0 0,0 0 0 0 0,0 0 0 0 0,0 1 0 0 0,0-1 0 0 0,0 0 1 0 0,-1 0-1 0 0,1 0 0 0 0,0 1 0 0 0,0-1 0 0 0,-1 0 0 0 0,1 0 1 0 0,0 0-1 0 0,-1 1 0 0 0,1-1 0 0 0,-1 0 0 0 0,1 1 0 0 0,-1-1 0 0 0,1 0 1 0 0,-1 1-1 0 0,0-1 0 0 0,1 1 0 0 0,-2-2 0 0 0,-2-1 47 0 0,1-2 207 0 0,-5-2 470 0 0,-14-1 2841 0 0,21 9-3520 0 0,0-1-1 0 0,0 1 0 0 0,0 0 0 0 0,0 0 1 0 0,0 0-1 0 0,0 1 0 0 0,0-1 1 0 0,0 0-1 0 0,1 0 0 0 0,-1 0 0 0 0,0 0 1 0 0,1 1-1 0 0,-1-1 0 0 0,1 0 0 0 0,0 1 1 0 0,-1-1-1 0 0,1 0 0 0 0,0 3 0 0 0,-1 2 189 0 0,-4 14 225 0 0,1-1 0 0 0,0 1 1 0 0,0 34-1 0 0,4 67 939 0 0,1-61-828 0 0,-1-10-64 0 0,10 293 2234 0 0,-6-301-2431 0 0,5 102 451 0 0,6 261 1543 0 0,-9-212-1442 0 0,5 48 171 0 0,5 49 770 0 0,-18-98-838 0 0,0-160-760 0 0,-2 1 0 0 0,-10 41 0 0 0,-3 26 205 0 0,3 157 117 0 0,14-124 902 0 0,0-262-661 0 0,0 72-1019 0 0,0-198 613 0 0,-6-159-1833 0 0,8 353 786 0 0,0 44 599 0 0,-1 1-1 0 0,-1-1 0 0 0,0 1 0 0 0,-2 0 0 0 0,1-1 0 0 0,-2 1 0 0 0,-4-16 0 0 0,2 14 29 0 0,5 16 44 0 0,-1 1 0 0 0,1-1 1 0 0,0 0-1 0 0,-1 0 0 0 0,1 0 1 0 0,-1 1-1 0 0,0-1 0 0 0,0 0 0 0 0,1 1 1 0 0,-1-1-1 0 0,0 1 0 0 0,0-1 1 0 0,-1 1-1 0 0,1-1 0 0 0,0 1 1 0 0,0 0-1 0 0,-1-1 0 0 0,1 1 0 0 0,-3-2 1 0 0,1 2 4 0 0,0-1 0 0 0,0 0 1 0 0,1 0-1 0 0,-1-1 0 0 0,0 1 1 0 0,1-1-1 0 0,0 1 0 0 0,-1-1 1 0 0,1 0-1 0 0,0 0 0 0 0,1 0 1 0 0,-1 0-1 0 0,0 0 0 0 0,-1-4 1 0 0,-2-7 22 0 0,1 0 0 0 0,-4-17 0 0 0,-2-12 17 0 0,2 18 1 0 0,-8-43 1 0 0,1-4-63 0 0,9 48 21 0 0,2-1 0 0 0,1 0 0 0 0,1-38 0 0 0,1 32 36 0 0,-8-54 0 0 0,-2 23-34 0 0,3-1 0 0 0,1-89 0 0 0,6 98-16 0 0,-2 0 1 0 0,-3 0-1 0 0,-14-61 0 0 0,7 8 35 0 0,11 85-25 0 0,-20-148-106 0 0,14 123 144 0 0,-2-24-261 0 0,6-119 105 0 0,5 152 77 0 0,-2 32 8 0 0,0-1 33 0 0,-1 0 1 0 0,2 0-1 0 0,-1 0 1 0 0,1 0 0 0 0,0-1-1 0 0,1-7 1 0 0,0-4-1 0 0,6-17-33 0 0,-7 34 28 0 0,0 0 1 0 0,1 0 0 0 0,-1 0 0 0 0,0 0 0 0 0,1 1 0 0 0,0-1-1 0 0,-1 0 1 0 0,1 0 0 0 0,0 0 0 0 0,0 1 0 0 0,0-1-1 0 0,0 0 1 0 0,0 1 0 0 0,1-1 0 0 0,-1 1 0 0 0,0-1 0 0 0,1 1-1 0 0,-1 0 1 0 0,1-1 0 0 0,0 1 0 0 0,-1 0 0 0 0,1 0-1 0 0,2-1 1 0 0,1 0-6 0 0,0-1 0 0 0,0 1-1 0 0,1 0 1 0 0,-1 1 0 0 0,0 0 0 0 0,7-2-1 0 0,25 1-12 0 0,42 3-1 0 0,-48-1 46 0 0,-3 2 4 0 0,1 2 0 0 0,41 9 0 0 0,-41-6-20 0 0,77 22-115 0 0,-68-17 94 0 0,47 9 0 0 0,70 18 105 0 0,-102-24-41 0 0,61 10-1 0 0,-80-22 64 0 0,0 0 0 0 0,66-5 0 0 0,65-17-3 0 0,47-3-85 0 0,-160 18 40 0 0,-1-2 0 0 0,61-16 1 0 0,-57 10-23 0 0,68-6 0 0 0,-28 9 8 0 0,28 2-36 0 0,-32 2-25 0 0,-13 1 28 0 0,193-15 99 0 0,2-2-56 0 0,-271 21-60 0 0,218-7 149 0 0,-23-3-160 0 0,-63 5 57 0 0,225 2 196 0 0,-195 5-164 0 0,274 18 202 0 0,-423-18-271 0 0,541 48 332 0 0,-112-47-60 0 0,-312-3-267 0 0,174 23 97 0 0,-61 0 383 0 0,255 3-132 0 0,-434-20-321 0 0,-1 3 0 0 0,0 2 0 0 0,66 21 0 0 0,131 35 40 0 0,-234-62-43 0 0,-22-4-40 0 0,-1-1-1 0 0,1 1 1 0 0,-1 1-1 0 0,1-1 1 0 0,-1 1-1 0 0,1 0 1 0 0,-1 1-1 0 0,8 4 1 0 0,-3-1-28 0 0,-1 1 0 0 0,0 0 0 0 0,15 14 0 0 0,-21-18 53 0 0,1 2-11 0 0,0-1 0 0 0,1 1 0 0 0,0-1 0 0 0,-1-1-1 0 0,1 1 1 0 0,10 5 0 0 0,-2-7-27 0 0,-1 3-107 0 0,-13-2 108 0 0,1-2 8 0 0,23 29 78 0 0,-4 0 27 0 0,-7-12-69 0 0,14 32 0 0 0,22 79 6 0 0,-38-106-44 0 0,-1 0 1 0 0,-1 1-1 0 0,9 47 0 0 0,1 21 14 0 0,4 33-3 0 0,-11-5 59 0 0,-5-38-57 0 0,4 0 0 0 0,37 150 0 0 0,71 78 307 0 0,-109-287-330 0 0,19 51-101 0 0,26 54 90 0 0,-52-124 34 0 0,0 1 0 0 0,0-1 1 0 0,-1 1-1 0 0,1 0 0 0 0,-1-1 1 0 0,0 1-1 0 0,0 6 0 0 0,3 11-11 0 0,-2-9 11 0 0,-1-1 0 0 0,0 1 0 0 0,-1-1 1 0 0,-1 18-1 0 0,-1 6-1 0 0,2-24-5 0 0,1 5-46 0 0,-2 0 0 0 0,-4 30 0 0 0,4-41 43 0 0,-1-1 1 0 0,1 1-1 0 0,-1 0 0 0 0,-1-1 0 0 0,1 1 0 0 0,-1-1 0 0 0,0 0 0 0 0,0 0 0 0 0,-1 0 0 0 0,1 0 0 0 0,-7 6 0 0 0,1-1-40 0 0,0-1 1 0 0,-1 0 0 0 0,0-1 0 0 0,0 0 0 0 0,-1-1-1 0 0,0 0 1 0 0,0 0 0 0 0,-1-1 0 0 0,0 0-1 0 0,0-1 1 0 0,-21 5 0 0 0,-24 7 24 0 0,32-10 24 0 0,1 0-1 0 0,-30 4 1 0 0,-86 4-33 0 0,-49 0 27 0 0,48-5 59 0 0,-292 5-75 0 0,223-3 53 0 0,27-1-62 0 0,87-11 23 0 0,-143 8-230 0 0,-24 21-10 0 0,105-17 380 0 0,-163 21-98 0 0,34-1-53 0 0,138-16 59 0 0,-119 5 21 0 0,130-20-122 0 0,-164-4 109 0 0,172-12 16 0 0,32 2-75 0 0,19 12-8 0 0,57 2 42 0 0,-40-5-1 0 0,30-1-22 0 0,17 2-13 0 0,-1 0 0 0 0,-21 1-1 0 0,-10 2-209 0 0,-68-9 0 0 0,28 0 407 0 0,0 4 1 0 0,-93 6-1 0 0,58 1-363 0 0,27 3 194 0 0,-181 31 0 0 0,169-18 7 0 0,-199 36-14 0 0,42-7-178 0 0,196-37 103 0 0,-118 1 0 0 0,179-10 77 0 0,1-1 0 0 0,0 0 1 0 0,-1-1-1 0 0,1 1 0 0 0,0-1 0 0 0,0-1 1 0 0,0 1-1 0 0,0-1 0 0 0,0 0 1 0 0,0 0-1 0 0,0-1 0 0 0,0 0 1 0 0,1 0-1 0 0,-1 0 0 0 0,1-1 0 0 0,0 1 1 0 0,-6-7-1 0 0,8 7-15 0 0,0 1 0 0 0,1-1 0 0 0,-1 1 0 0 0,0 0 0 0 0,-1 0 0 0 0,1 0 0 0 0,0 1 0 0 0,0-1 0 0 0,-1 1 0 0 0,-6-2 0 0 0,8 3 0 0 0,0-1 1 0 0,0 1-1 0 0,1-1 1 0 0,-1 0-1 0 0,0 0 1 0 0,1 1-1 0 0,-1-1 1 0 0,0 0-1 0 0,1-1 1 0 0,-1 1 0 0 0,1 0-1 0 0,-3-3 1 0 0,3 3-5 0 0,0 0 0 0 0,0 1 0 0 0,0-1 0 0 0,0 0 0 0 0,0 0 0 0 0,0 0 0 0 0,0 1 0 0 0,0-1 0 0 0,0 1 0 0 0,0-1 0 0 0,0 1 0 0 0,-1-1 0 0 0,1 1 0 0 0,0-1 0 0 0,0 1 0 0 0,-1 0 0 0 0,1 0 0 0 0,0 0 0 0 0,-2 0 0 0 0,-29 1-89 0 0,0 3 0 0 0,-54 11 0 0 0,70-12 57 0 0,-16 9-45 0 0,28-10 56 0 0,-1 0 0 0 0,0 0 0 0 0,1 0 0 0 0,-1-1 0 0 0,-9 2 0 0 0,-2 1 125 0 0,13-3-99 0 0,1-1-1 0 0,-1 1 0 0 0,1-1 1 0 0,-1 1-1 0 0,1-1 1 0 0,-1 0-1 0 0,0 0 1 0 0,1 0-1 0 0,-1 0 1 0 0,1 0-1 0 0,-1-1 1 0 0,-4 0-1 0 0,-1-3 41 0 0,6 3-46 0 0,0 0 0 0 0,0 0 0 0 0,0 0-1 0 0,0 0 1 0 0,0 0 0 0 0,0 1 0 0 0,0-1 0 0 0,0 1 0 0 0,0 0 0 0 0,0-1-1 0 0,-1 1 1 0 0,1 0 0 0 0,-4 1 0 0 0,5-1-1 0 0,-12 2-49 0 0,-1 1 0 0 0,1 0 0 0 0,-20 8 0 0 0,14-3 70 0 0,0 0 0 0 0,0-1 0 0 0,-29 7 0 0 0,14-13-266 0 0,-3 2 264 0 0,26-1 70 0 0,0 0 1 0 0,0-1-1 0 0,-1 0 1 0 0,1-1-1 0 0,-20-2 1 0 0,-15 0-76 0 0,-84-6 30 0 0,85 4 2 0 0,4 0-48 0 0,18 1-2 0 0,-1 1 0 0 0,0 1 0 0 0,0 1 0 0 0,-41 6 0 0 0,-267 50 147 0 0,307-52-112 0 0,-9 2-33 0 0,-41 11-1 0 0,53-13 10 0 0,20-4-64 0 0,1 0-1 0 0,0 0 0 0 0,-1 0 0 0 0,1 1 1 0 0,0-1-1 0 0,-1 0 0 0 0,1 1 0 0 0,0-1 1 0 0,0 0-1 0 0,-1 1 0 0 0,1 0 0 0 0,0-1 1 0 0,0 1-1 0 0,-2 1 0 0 0,3-1-224 0 0,0 0 0 0 0,-1 0-1 0 0,1 0 1 0 0,0 1 0 0 0,0-1-1 0 0,0 0 1 0 0,0 0 0 0 0,0 1-1 0 0,0-1 1 0 0,0 0 0 0 0,0 0-1 0 0,0 1 1 0 0,1-1 0 0 0,-1 0-1 0 0,1 0 1 0 0,-1 0 0 0 0,1 1-1 0 0,-1-1 1 0 0,1 0 0 0 0,-1 0-1 0 0,2 1 1 0 0,27 48-10092 0 0,13 7 3183 0 0,-41-55 7004 0 0,0 0 0 0 0,0-1 0 0 0,0 1 0 0 0,0-1 1 0 0,1 1-1 0 0,-1-1 0 0 0,1 0 0 0 0,-1 0 1 0 0,1 0-1 0 0,2 2 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49.058"/>
    </inkml:context>
    <inkml:brush xml:id="br0">
      <inkml:brushProperty name="width" value="0.05" units="cm"/>
      <inkml:brushProperty name="height" value="0.05" units="cm"/>
      <inkml:brushProperty name="color" value="#CC0066"/>
    </inkml:brush>
  </inkml:definitions>
  <inkml:trace contextRef="#ctx0" brushRef="#br0">119 1204 1024 0 0,'-3'0'38'0'0,"0"-1"-1"0"0,0 0 1 0 0,0 0 0 0 0,0 0 0 0 0,1-1-1 0 0,-1 1 1 0 0,0 0 0 0 0,1-1-1 0 0,-1 0 1 0 0,1 0 0 0 0,-1 0-1 0 0,1 0 1 0 0,0 0 0 0 0,-3-3 0 0 0,-11-10 748 0 0,-23-18 5365 0 0,37 31-5638 0 0,0-1 0 0 0,0 1 0 0 0,0-1 0 0 0,0 1 0 0 0,0-1 0 0 0,1 1 0 0 0,0-1 0 0 0,-1 0 1 0 0,1 0-1 0 0,0 0 0 0 0,0 0 0 0 0,0 0 0 0 0,1 0 0 0 0,-2-5 0 0 0,5-1 431 0 0,14 3-699 0 0,53-2-125 0 0,66-3 127 0 0,64-8 193 0 0,84 2 62 0 0,58 0 73 0 0,71-5 12 0 0,489-8 689 0 0,-815 27-1193 0 0,283-14 234 0 0,-29-17 24 0 0,-197 18-176 0 0,306-30 369 0 0,235-67 75 0 0,-274 41-73 0 0,-142 34-142 0 0,447-75 932 0 0,-589 91-1062 0 0,59-5-34 0 0,46 3 50 0 0,-224 23-277 0 0,0-1-1 0 0,0 0 1 0 0,-1 0 0 0 0,10-5-1 0 0,26-7 19 0 0,141-17 73 0 0,187-19-136 0 0,-61 16 47 0 0,-269 29-9 0 0,29-5-34 0 0,142-12 28 0 0,-186 21-30 0 0,-6 2 46 0 0,1-2-1 0 0,-1 0 0 0 0,0-1 0 0 0,0-1 1 0 0,0-1-1 0 0,29-10 0 0 0,-46 13 1 0 0,1-1-1 0 0,-1 0 1 0 0,0-1 0 0 0,0 1-1 0 0,0 0 1 0 0,4-5-1 0 0,-5 4-23 0 0,1 1-1 0 0,-1 0 1 0 0,0 0 0 0 0,0 1-1 0 0,1-1 1 0 0,-1 0-1 0 0,1 1 1 0 0,4-3 0 0 0,3 1-38 0 0,-8 3 46 0 0,0 0-1 0 0,0-1 1 0 0,1 0 0 0 0,-1 0 0 0 0,0 1-1 0 0,0-1 1 0 0,0 0 0 0 0,0-1-1 0 0,-1 1 1 0 0,1 0 0 0 0,0-1 0 0 0,1-1-1 0 0,-30-4 18 0 0,24 7-20 0 0,0-1-1 0 0,1 0 1 0 0,-1 0 0 0 0,1 0-1 0 0,-1 0 1 0 0,0 0 0 0 0,1-1-1 0 0,0 1 1 0 0,-1-1 0 0 0,1 0-1 0 0,0 1 1 0 0,-3-4 0 0 0,1 1-24 0 0,0 1 1 0 0,0 0 0 0 0,0 0 0 0 0,0 0 0 0 0,-6-2-1 0 0,5 3 37 0 0,-18-8-41 0 0,0-2 1 0 0,0 0-1 0 0,-29-21 1 0 0,37 21 84 0 0,12 9-45 0 0,-1-1 0 0 0,0 1 0 0 0,0 0 0 0 0,0 0 0 0 0,0 1 0 0 0,0-1 0 0 0,-7-1 0 0 0,4 0 28 0 0,8 1-135 0 0,1 3 92 0 0,-1-1 1 0 0,0 1-1 0 0,0 0 1 0 0,0 0-1 0 0,0 0 1 0 0,1 0-1 0 0,-1 0 1 0 0,0 1-1 0 0,0-1 1 0 0,0 0-1 0 0,0 1 1 0 0,0-1-1 0 0,1 0 1 0 0,0 1-1 0 0,105 64-104 0 0,-66-44 153 0 0,-8-5-4 0 0,-2 1 1 0 0,0 1-1 0 0,33 26 1 0 0,74 78-7 0 0,-130-116-25 0 0,0 1 0 0 0,-1 0 0 0 0,0 0 0 0 0,0 0 0 0 0,-1 1 1 0 0,0 0-1 0 0,8 15 0 0 0,-12-20-28 0 0,0 1 0 0 0,-1-1 1 0 0,1 1-1 0 0,-1 0 0 0 0,0 0 0 0 0,0-1 1 0 0,0 1-1 0 0,-1 0 0 0 0,1 0 0 0 0,-1 0 1 0 0,0 0-1 0 0,0 0 0 0 0,0 0 0 0 0,-1 0 0 0 0,1 0 1 0 0,-1-1-1 0 0,0 1 0 0 0,0 0 0 0 0,-1 0 1 0 0,1-1-1 0 0,-4 8 0 0 0,-5 2-1178 0 0,0-1-1 0 0,-1 0 1 0 0,0 0-1 0 0,-1-1 1 0 0,0-1-1 0 0,-20 14 1 0 0,1 0-2241 0 0,-57 46-6075 0 0,60-48 6446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49.809"/>
    </inkml:context>
    <inkml:brush xml:id="br0">
      <inkml:brushProperty name="width" value="0.05" units="cm"/>
      <inkml:brushProperty name="height" value="0.05" units="cm"/>
      <inkml:brushProperty name="color" value="#CC0066"/>
    </inkml:brush>
  </inkml:definitions>
  <inkml:trace contextRef="#ctx0" brushRef="#br0">442 388 968 0 0,'54'-65'1286'0'0,"-27"34"-995"0"0,-23 25 5 0 0,0 1-1 0 0,0-1 1 0 0,0-1-1 0 0,-1 1 1 0 0,0 0-1 0 0,0-1 1 0 0,-1 0-1 0 0,0 1 1 0 0,0-1-1 0 0,0 0 1 0 0,-1 0-1 0 0,0 0 1 0 0,0-10-1 0 0,-1 10 33 0 0,0-1-1 0 0,0 1 1 0 0,-1-1 0 0 0,0 1-1 0 0,-1 0 1 0 0,1 0-1 0 0,-1-1 1 0 0,-1 1 0 0 0,0 0-1 0 0,0 0 1 0 0,0 1-1 0 0,0-1 1 0 0,-1 1 0 0 0,0 0-1 0 0,-1 0 1 0 0,1 0-1 0 0,-1 0 1 0 0,-1 1-1 0 0,-10-10 1 0 0,10 10-265 0 0,0 0-1 0 0,0 1 1 0 0,0 0-1 0 0,-1 0 1 0 0,1 0-1 0 0,-1 0 1 0 0,0 1-1 0 0,0 1 1 0 0,0-1-1 0 0,0 1 1 0 0,-1 0-1 0 0,-8-1 1 0 0,-3 1-9 0 0,0 1 1 0 0,0 1-1 0 0,-36 4 0 0 0,40-2-26 0 0,1 0 0 0 0,0 2 0 0 0,-25 7 0 0 0,28-6 35 0 0,0 0-1 0 0,0 0 1 0 0,1 1-1 0 0,0 0 1 0 0,0 1-1 0 0,1 0 1 0 0,0 1 0 0 0,0 0-1 0 0,0 0 1 0 0,1 1-1 0 0,-8 12 1 0 0,7-9 63 0 0,1 1 0 0 0,1 0 1 0 0,1 0-1 0 0,0 0 1 0 0,0 1-1 0 0,1 0 1 0 0,1 0-1 0 0,-4 26 0 0 0,-2 29 280 0 0,3 0 0 0 0,4 1 0 0 0,3-1 0 0 0,2 0 0 0 0,20 118 1 0 0,133 614 2909 0 0,-111-625-2677 0 0,5 31 605 0 0,-46-189-1277 0 0,-7-27-4089 0 0,-11-29-7393 0 0,-5 16 5315 0 0,-4-11 4178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0.314"/>
    </inkml:context>
    <inkml:brush xml:id="br0">
      <inkml:brushProperty name="width" value="0.05" units="cm"/>
      <inkml:brushProperty name="height" value="0.05" units="cm"/>
      <inkml:brushProperty name="color" value="#CC0066"/>
    </inkml:brush>
  </inkml:definitions>
  <inkml:trace contextRef="#ctx0" brushRef="#br0">137 624 3552 0 0,'-24'-22'2532'0'0,"-45"-30"0"0"0,65 48-2385 0 0,-1 1 1 0 0,0 0-1 0 0,0 0 1 0 0,0 1-1 0 0,-9-4 1 0 0,12 6-138 0 0,-2-2 9 0 0,9 0 73 0 0,28-4 339 0 0,0 0 1 0 0,36 0-1 0 0,-63 5-404 0 0,88-7 276 0 0,348-37 784 0 0,-217 13-525 0 0,-22-4-207 0 0,-121 21-233 0 0,106-24-52 0 0,-154 30-3 0 0,0-1 1 0 0,-2-2-1 0 0,41-20 1 0 0,-71 32-16 0 0,-1-1 1 0 0,0 1-1 0 0,1-1 1 0 0,-1 0-1 0 0,0 1 1 0 0,0-1 0 0 0,1 0-1 0 0,-1 0 1 0 0,0 0-1 0 0,0 0 1 0 0,0 0-1 0 0,0 0 1 0 0,0 0 0 0 0,0 0-1 0 0,0 0 1 0 0,-1-1-1 0 0,1 1 1 0 0,0 0-1 0 0,-1 0 1 0 0,1-1 0 0 0,-1 1-1 0 0,1 0 1 0 0,0-4-1 0 0,-2 4 56 0 0,1-1 0 0 0,-1 1 0 0 0,1-1 0 0 0,-1 1 0 0 0,0-1 0 0 0,1 1-1 0 0,-1-1 1 0 0,0 1 0 0 0,0-1 0 0 0,0 1 0 0 0,0 0 0 0 0,0 0 0 0 0,0-1 0 0 0,-1 1-1 0 0,1 0 1 0 0,0 0 0 0 0,-1 0 0 0 0,-1-1 0 0 0,2 1-75 0 0,-1 0 0 0 0,1 0-1 0 0,-1 0 1 0 0,1 0 0 0 0,-1 1 0 0 0,0-1 0 0 0,1 0 0 0 0,-1 1-1 0 0,0-1 1 0 0,0 1 0 0 0,0-1 0 0 0,1 1 0 0 0,-1 0 0 0 0,0 0-1 0 0,0 0 1 0 0,0 0 0 0 0,1 0 0 0 0,-1 0 0 0 0,0 1 0 0 0,0-1-1 0 0,0 1 1 0 0,1-1 0 0 0,-1 1 0 0 0,0-1 0 0 0,1 1 0 0 0,-1 0-1 0 0,0 0 1 0 0,-1 1 0 0 0,-1 1-23 0 0,1 0 0 0 0,0 0 0 0 0,0 0 0 0 0,0 0 0 0 0,1 1-1 0 0,-1-1 1 0 0,1 1 0 0 0,0-1 0 0 0,0 1 0 0 0,0 0 0 0 0,-2 6 0 0 0,-1 5 8 0 0,1 0 0 0 0,1 1 0 0 0,1-1 1 0 0,0 1-1 0 0,1-1 0 0 0,1 26 0 0 0,3-4 51 0 0,12 61 0 0 0,-11-77-45 0 0,2 0 1 0 0,0 0-1 0 0,1-1 0 0 0,2 0 0 0 0,0-1 1 0 0,0 1-1 0 0,2-2 0 0 0,1 1 1 0 0,15 18-1 0 0,-17-25 9 0 0,1 0 0 0 0,0-1 1 0 0,1 0-1 0 0,0-1 0 0 0,1 0 1 0 0,0-1-1 0 0,1-1 0 0 0,0 0 1 0 0,0 0-1 0 0,0-2 0 0 0,1 1 0 0 0,28 6 1 0 0,-29-9-6 0 0,1 0 1 0 0,-1-1 0 0 0,1 0 0 0 0,-1-2 0 0 0,1 1-1 0 0,0-2 1 0 0,-1 0 0 0 0,1-1 0 0 0,0 0-1 0 0,-1-1 1 0 0,21-6 0 0 0,-16 3 9 0 0,-1-1 0 0 0,0-1 0 0 0,0 0 0 0 0,-1-1 0 0 0,0-1 0 0 0,0-1 0 0 0,-1-1 0 0 0,0 0 0 0 0,-1-1 0 0 0,0 0 0 0 0,20-23 0 0 0,-22 21 13 0 0,-2 0-1 0 0,0-1 1 0 0,0 0-1 0 0,-1-1 1 0 0,-1 0-1 0 0,-1-1 1 0 0,-1 0-1 0 0,0 0 1 0 0,9-35-1 0 0,-10 23 19 0 0,-2 0 1 0 0,-1-1-1 0 0,-1-55 0 0 0,-2 68-34 0 0,-2 0 0 0 0,0-1-1 0 0,-1 1 1 0 0,-1 0 0 0 0,-1 0 0 0 0,0 1 0 0 0,-1-1 0 0 0,-12-23 0 0 0,8 25-4 0 0,1 1 0 0 0,-2 0 0 0 0,0 0 0 0 0,0 1 0 0 0,-2 1 1 0 0,1 0-1 0 0,-2 1 0 0 0,1 0 0 0 0,-1 1 0 0 0,-1 1 0 0 0,0 0 0 0 0,0 1 0 0 0,-1 0 0 0 0,0 2 0 0 0,-22-7 0 0 0,21 7-42 0 0,-1 2-1 0 0,0 0 1 0 0,0 1-1 0 0,0 1 1 0 0,0 1-1 0 0,0 0 0 0 0,-1 2 1 0 0,1 0-1 0 0,0 1 1 0 0,0 0-1 0 0,0 2 1 0 0,1 0-1 0 0,-1 1 1 0 0,-24 10-1 0 0,34-11-89 0 0,0 0 1 0 0,0 0-1 0 0,1 0 0 0 0,0 1 1 0 0,0 0-1 0 0,0 1 0 0 0,-6 6 1 0 0,9-8-233 0 0,1 0 1 0 0,0 0-1 0 0,0 0 0 0 0,1 1 1 0 0,-1-1-1 0 0,1 1 1 0 0,0-1-1 0 0,0 1 1 0 0,0 0-1 0 0,1 0 1 0 0,0 0-1 0 0,0 0 0 0 0,0 6 1 0 0,-1 13-3145 0 0,2 0 1 0 0,1 1 0 0 0,5 30-1 0 0,2-17 1596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1.143"/>
    </inkml:context>
    <inkml:brush xml:id="br0">
      <inkml:brushProperty name="width" value="0.05" units="cm"/>
      <inkml:brushProperty name="height" value="0.05" units="cm"/>
      <inkml:brushProperty name="color" value="#CC0066"/>
    </inkml:brush>
  </inkml:definitions>
  <inkml:trace contextRef="#ctx0" brushRef="#br0">0 1669 1168 0 0,'20'15'445'0'0,"1"-1"0"0"0,0-1 0 0 0,0-1 0 0 0,1 0 0 0 0,1-2 0 0 0,25 8 0 0 0,-38-15-40 0 0,-1 0-1 0 0,1-1 1 0 0,0 0 0 0 0,0-1-1 0 0,0 0 1 0 0,19-1 0 0 0,12-2 187 0 0,1-2 0 0 0,-1-2 0 0 0,1-1 0 0 0,-2-3 1 0 0,50-17-1 0 0,-45 9-455 0 0,0-2 1 0 0,-2-1 0 0 0,0-3-1 0 0,-2-2 1 0 0,0-1 0 0 0,47-42-1 0 0,-56 40 25 0 0,-1-2-1 0 0,-1-1 0 0 0,-2-1 1 0 0,-1-1-1 0 0,-2-2 1 0 0,-1 0-1 0 0,24-51 0 0 0,-34 55 149 0 0,-1 1 0 0 0,17-64 0 0 0,-19 36-83 0 0,-2 0 0 0 0,-2 0 0 0 0,-3-1 1 0 0,-3 1-1 0 0,-2-1 0 0 0,-14-93 0 0 0,10 123-193 0 0,-2 1 1 0 0,-1 1-1 0 0,-1 0 1 0 0,-1 0-1 0 0,-2 1 1 0 0,-23-42-1 0 0,32 65-29 0 0,0 0 0 0 0,1 0 0 0 0,-1 1 0 0 0,-1-1 0 0 0,1 1 0 0 0,0 0 1 0 0,-1 0-1 0 0,1 0 0 0 0,-1 0 0 0 0,0 1 0 0 0,0-1 0 0 0,-7-2 0 0 0,-1-1 14 0 0,-1 0 1 0 0,0 1-1 0 0,0 0 0 0 0,-1 1 1 0 0,-23-4-1 0 0,33 7-14 0 0,0 1 0 0 0,1 0-1 0 0,-1 0 1 0 0,0 0-1 0 0,0 0 1 0 0,1 0 0 0 0,-1 1-1 0 0,0-1 1 0 0,1 1-1 0 0,-1 0 1 0 0,1 0 0 0 0,-1 1-1 0 0,1-1 1 0 0,-1 1-1 0 0,1-1 1 0 0,0 1 0 0 0,0 0-1 0 0,0 0 1 0 0,0 1-1 0 0,0-1 1 0 0,0 1 0 0 0,1-1-1 0 0,-1 1 1 0 0,1 0-1 0 0,0 0 1 0 0,-1 0 0 0 0,1 0-1 0 0,1 0 1 0 0,-4 7-1 0 0,-5 21 27 0 0,2 0 0 0 0,1 0 0 0 0,1 1 0 0 0,-2 57 0 0 0,2 0 201 0 0,5-1 1 0 0,4 1-1 0 0,24 152 0 0 0,21-6 43 0 0,-39-199-189 0 0,3 0 0 0 0,1 0 0 0 0,2-1-1 0 0,25 44 1 0 0,-27-60 31 0 0,1 0-1 0 0,1 0 0 0 0,0-2 1 0 0,2 0-1 0 0,0 0 0 0 0,1-2 0 0 0,0 0 1 0 0,1-1-1 0 0,1-1 0 0 0,0-1 1 0 0,27 12-1 0 0,-30-17-66 0 0,1-1-1 0 0,-1 0 1 0 0,1-2 0 0 0,0 0 0 0 0,0-1-1 0 0,0 0 1 0 0,0-2 0 0 0,1 0 0 0 0,-1-1-1 0 0,0-1 1 0 0,0 0 0 0 0,1-2-1 0 0,-1 0 1 0 0,0-1 0 0 0,-1-1 0 0 0,24-9-1 0 0,-16 1 3 0 0,-1 0 0 0 0,25-18 0 0 0,-33 20-25 0 0,19-12 71 0 0,-2-2 1 0 0,46-43-1 0 0,-58 47-60 0 0,-2-1 1 0 0,0 0-1 0 0,-2-2 0 0 0,24-42 1 0 0,-9 6-52 0 0,-3-2 0 0 0,-2 0-1 0 0,-3-2 1 0 0,22-98 0 0 0,9-155-867 0 0,-46 245 573 0 0,0-125 0 0 0,-12 55 216 0 0,3 133 97 0 0,-1-1 1 0 0,0 1-1 0 0,0 0 0 0 0,-1 0 0 0 0,0 0 1 0 0,-1 0-1 0 0,0 0 0 0 0,0 0 1 0 0,-1 1-1 0 0,0-1 0 0 0,-1 1 0 0 0,0 0 1 0 0,-11-13-1 0 0,13 17-10 0 0,0 1 0 0 0,-1 0 0 0 0,1 0 0 0 0,-1 0 0 0 0,0 1 0 0 0,0-1 0 0 0,0 1 0 0 0,0 0 0 0 0,0 0 0 0 0,-1 0 0 0 0,1 1 0 0 0,0 0 0 0 0,-1 0 0 0 0,1 0 0 0 0,-1 0 0 0 0,0 0 0 0 0,1 1 0 0 0,-1 0 1 0 0,0 0-1 0 0,1 0 0 0 0,-1 1 0 0 0,1 0 0 0 0,-1 0 0 0 0,-8 2 0 0 0,4 0-20 0 0,0 0 0 0 0,-1 1 1 0 0,1 0-1 0 0,1 0 0 0 0,-1 1 0 0 0,1 0 1 0 0,-1 0-1 0 0,1 1 0 0 0,1 0 1 0 0,-10 10-1 0 0,7-3 11 0 0,0 0 0 0 0,1 1 0 0 0,1 0 0 0 0,-7 17 0 0 0,-10 19 75 0 0,2 1 0 0 0,3 2 0 0 0,1 0 0 0 0,4 0 1 0 0,-18 111-1 0 0,20-28 720 0 0,7 0 0 0 0,12 161 1 0 0,1-213-650 0 0,4-1 0 0 0,23 90 1 0 0,-29-150-103 0 0,2-1 0 0 0,0-1 0 0 0,1 1 0 0 0,1-1 1 0 0,1 0-1 0 0,0-1 0 0 0,24 32 0 0 0,-26-42 45 0 0,0-1 0 0 0,1 0 0 0 0,0 0 0 0 0,1-1 0 0 0,-1-1 0 0 0,1 0 0 0 0,1 0 0 0 0,-1 0 0 0 0,1-2 0 0 0,0 1 0 0 0,1-1 0 0 0,-1-1 0 0 0,1 0 0 0 0,0-1 0 0 0,15 3 0 0 0,-14-4 19 0 0,-1-1 1 0 0,0 0-1 0 0,1-1 0 0 0,-1 0 0 0 0,1-1 1 0 0,-1-1-1 0 0,0 0 0 0 0,0 0 0 0 0,0-1 1 0 0,0 0-1 0 0,0-1 0 0 0,0-1 0 0 0,-1 0 1 0 0,16-10-1 0 0,-3-1 15 0 0,0-2-1 0 0,25-24 1 0 0,-35 29-24 0 0,-9 9-21 0 0,0 0 1 0 0,0 0-1 0 0,-1 0 1 0 0,0-1-1 0 0,0 0 1 0 0,0 1-1 0 0,0-2 1 0 0,-1 1-1 0 0,0 0 1 0 0,0-1-1 0 0,0 1 1 0 0,-1-1-1 0 0,1 0 1 0 0,-2 0-1 0 0,3-6 1 0 0,-5 11-48 0 0,1 1 1 0 0,1-1 0 0 0,-1 0 0 0 0,0 0 0 0 0,0 1-1 0 0,0-1 1 0 0,0 0 0 0 0,0 1 0 0 0,1-1-1 0 0,-1 0 1 0 0,0 1 0 0 0,0-1 0 0 0,1 0 0 0 0,-1 1-1 0 0,1-1 1 0 0,-1 1 0 0 0,0-1 0 0 0,1 1-1 0 0,-1-1 1 0 0,1 1 0 0 0,-1-1 0 0 0,1 1 0 0 0,0-1-1 0 0,-1 1 1 0 0,1 0 0 0 0,-1-1 0 0 0,1 1-1 0 0,0 0 1 0 0,-1 0 0 0 0,1-1 0 0 0,0 1 0 0 0,-1 0-1 0 0,1 0 1 0 0,0 0 0 0 0,0 0 0 0 0,-1 0-1 0 0,1 0 1 0 0,0 0 0 0 0,-1 0 0 0 0,1 0 0 0 0,0 0-1 0 0,-1 0 1 0 0,1 0 0 0 0,0 1 0 0 0,0-1-1 0 0,11 0 61 0 0,12 0-316 0 0,0 1-1 0 0,0 1 0 0 0,-1 1 1 0 0,1 1-1 0 0,-1 1 0 0 0,0 1 1 0 0,23 9-1 0 0,16 17-1831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1.828"/>
    </inkml:context>
    <inkml:brush xml:id="br0">
      <inkml:brushProperty name="width" value="0.05" units="cm"/>
      <inkml:brushProperty name="height" value="0.05" units="cm"/>
      <inkml:brushProperty name="color" value="#CC0066"/>
    </inkml:brush>
  </inkml:definitions>
  <inkml:trace contextRef="#ctx0" brushRef="#br0">42 343 752 0 0,'-7'0'159'0'0,"6"0"-88"0"0,0 0 0 0 0,0-1 0 0 0,1 1-1 0 0,-1 0 1 0 0,0 0 0 0 0,0 0 0 0 0,0 0 0 0 0,0 0-1 0 0,0 0 1 0 0,0 1 0 0 0,0-1 0 0 0,0 0 0 0 0,0 0-1 0 0,0 1 1 0 0,0-1 0 0 0,0 0 0 0 0,0 1 0 0 0,0-1-1 0 0,1 1 1 0 0,-1-1 0 0 0,0 1 0 0 0,0 0 0 0 0,1-1-1 0 0,-1 1 1 0 0,0 0 0 0 0,1-1 0 0 0,-1 1 0 0 0,0 0-1 0 0,1 0 1 0 0,-1 0 0 0 0,1-1 0 0 0,0 1 0 0 0,-1 0-1 0 0,1 0 1 0 0,-1 0 0 0 0,1 0 0 0 0,0 2 0 0 0,-3 16 1274 0 0,1 1 1 0 0,0 0-1 0 0,4 37 1 0 0,-2-40-825 0 0,1 5-190 0 0,0-1 0 0 0,1 0 0 0 0,1 1 0 0 0,2-1 0 0 0,0-1 0 0 0,1 1 0 0 0,0-1 0 0 0,2 0 1 0 0,1 0-1 0 0,0-1 0 0 0,1 0 0 0 0,1-1 0 0 0,1 0 0 0 0,1-1 0 0 0,0 0 0 0 0,1-1 1 0 0,1-1-1 0 0,1 0 0 0 0,17 13 0 0 0,-16-14-240 0 0,1-1 1 0 0,1-1-1 0 0,0-1 0 0 0,0-1 0 0 0,1 0 1 0 0,1-1-1 0 0,-1-2 0 0 0,44 11 0 0 0,-45-15-30 0 0,1-1-1 0 0,0 0 0 0 0,0-2 0 0 0,36-3 1 0 0,-41 0-35 0 0,0 0 0 0 0,-1 0 1 0 0,1-2-1 0 0,-1 0 0 0 0,0 0 1 0 0,0-2-1 0 0,0 1 0 0 0,-1-2 0 0 0,0 0 1 0 0,-1 0-1 0 0,0-1 0 0 0,0-1 1 0 0,-1 0-1 0 0,0 0 0 0 0,0-1 1 0 0,-1-1-1 0 0,12-18 0 0 0,-9 10-25 0 0,-1-1-1 0 0,-1 0 1 0 0,-1-1-1 0 0,-1 0 1 0 0,0 0-1 0 0,-2-1 1 0 0,-1 0-1 0 0,-1-1 0 0 0,0 1 1 0 0,0-28-1 0 0,-3 23-36 0 0,-1-1 0 0 0,-2 1-1 0 0,-1 0 1 0 0,-1 0-1 0 0,-1 0 1 0 0,-1 1 0 0 0,-2 0-1 0 0,-1 0 1 0 0,-1 0 0 0 0,-1 1-1 0 0,-1 0 1 0 0,-2 1-1 0 0,-19-31 1 0 0,23 43 32 0 0,0 1-1 0 0,-1 0 1 0 0,0 1-1 0 0,0 0 1 0 0,-1 1 0 0 0,-1 0-1 0 0,0 1 1 0 0,0 0-1 0 0,0 0 1 0 0,-1 2 0 0 0,-1 0-1 0 0,1 0 1 0 0,-1 1-1 0 0,0 1 1 0 0,-1 0 0 0 0,1 1-1 0 0,-1 0 1 0 0,0 2-1 0 0,0-1 1 0 0,0 2-1 0 0,0 0 1 0 0,-22 2 0 0 0,23-1-35 0 0,0 1 0 0 0,0 0 0 0 0,0 1 0 0 0,-27 8 0 0 0,33-6 21 0 0,-1 0-1 0 0,1 0 0 0 0,-1 1 0 0 0,1 0 0 0 0,1 0 0 0 0,-1 1 1 0 0,1 0-1 0 0,0 0 0 0 0,0 1 0 0 0,-6 7 0 0 0,-2 3-391 0 0,1 2-1 0 0,1 0 0 0 0,0 0 0 0 0,1 1 1 0 0,-12 29-1 0 0,17-31-927 0 0,0 1-1 0 0,2 0 1 0 0,0 0-1 0 0,1 0 1 0 0,1 0-1 0 0,0 1 1 0 0,1 30-1 0 0,11 53-2197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2.527"/>
    </inkml:context>
    <inkml:brush xml:id="br0">
      <inkml:brushProperty name="width" value="0.05" units="cm"/>
      <inkml:brushProperty name="height" value="0.05" units="cm"/>
      <inkml:brushProperty name="color" value="#CC0066"/>
    </inkml:brush>
  </inkml:definitions>
  <inkml:trace contextRef="#ctx0" brushRef="#br0">11 182 624 0 0,'0'-3'1056'0'0,"0"-12"1854"0"0,-1 13-1381 0 0,0 11 240 0 0,-4 41-234 0 0,2 0 0 0 0,3 0 0 0 0,1 0-1 0 0,16 92 1 0 0,-11-117-1367 0 0,0 0 0 0 0,2 0 0 0 0,1-1 0 0 0,20 40 0 0 0,-20-48-59 0 0,0 0 0 0 0,2-1 0 0 0,-1-1 0 0 0,2 0 0 0 0,0 0 0 0 0,1-1 0 0 0,22 18 0 0 0,-24-23-9 0 0,0-1 0 0 0,0 0 0 0 0,1 0 1 0 0,24 9-1 0 0,-21-11-48 0 0,1 0 0 0 0,-1-2 1 0 0,1 1-1 0 0,0-2 0 0 0,0 0 0 0 0,0-1 0 0 0,0-1 1 0 0,0 0-1 0 0,0-1 0 0 0,18-3 0 0 0,-22 2-41 0 0,-1-1 0 0 0,-1 0-1 0 0,1 0 1 0 0,0-1 0 0 0,-1-1-1 0 0,0 1 1 0 0,0-2 0 0 0,0 1-1 0 0,0-1 1 0 0,-1-1 0 0 0,0 0 0 0 0,0 0-1 0 0,-1-1 1 0 0,13-15 0 0 0,-2-6-80 0 0,0-1 0 0 0,-3-1-1 0 0,19-45 1 0 0,-27 57-8 0 0,1 2-86 0 0,-2-1-1 0 0,0 0 1 0 0,0-1-1 0 0,-2 1 0 0 0,-1-1 1 0 0,0 0-1 0 0,-1 0 1 0 0,-1 0-1 0 0,0-22 0 0 0,-2 52 123 0 0,1 1-1 0 0,1 0 1 0 0,0-1-1 0 0,1 1 1 0 0,0-1-1 0 0,0 1 1 0 0,1-1-1 0 0,1 0 1 0 0,0-1-1 0 0,9 16 1 0 0,-5-14 52 0 0,-1 1 0 0 0,1-1 0 0 0,1-1 1 0 0,0 0-1 0 0,1 0 0 0 0,0-1 0 0 0,1-1 0 0 0,16 11 0 0 0,-5-6 19 0 0,2-1 0 0 0,-1-2-1 0 0,1 0 1 0 0,1-2 0 0 0,0-1-1 0 0,29 6 1 0 0,-13-7 9 0 0,-1-1-1 0 0,1-2 1 0 0,54-2 0 0 0,-73-2-31 0 0,1-1 0 0 0,-1-2 0 0 0,0 0 0 0 0,0-1 1 0 0,0-2-1 0 0,-1 0 0 0 0,0-2 0 0 0,0 0 0 0 0,-1-1 0 0 0,31-18 0 0 0,-43 21 23 0 0,0 0-1 0 0,0 0 0 0 0,-1-1 1 0 0,0 0-1 0 0,0-1 1 0 0,-1 0-1 0 0,0 0 0 0 0,-1 0 1 0 0,1-1-1 0 0,-2 0 0 0 0,1 0 1 0 0,5-14-1 0 0,-7 11-11 0 0,0 1-1 0 0,-2 0 0 0 0,1-1 0 0 0,-1 1 1 0 0,-1-1-1 0 0,0 0 0 0 0,-1 1 1 0 0,0-1-1 0 0,-1 0 0 0 0,0 0 1 0 0,-4-15-1 0 0,0 7 106 0 0,0 0 0 0 0,-2 1 0 0 0,0 0 0 0 0,-2 1 0 0 0,0-1 0 0 0,-1 2 0 0 0,0-1-1 0 0,-1 1 1 0 0,-2 1 0 0 0,1 0 0 0 0,-2 1 0 0 0,0 0 0 0 0,-1 1 0 0 0,-30-22 0 0 0,25 21-225 0 0,-1 2 1 0 0,0 0-1 0 0,-1 2 0 0 0,-1 0 1 0 0,-24-7-1 0 0,26 11-719 0 0,-1 1 1 0 0,1 1-1 0 0,-1 1 0 0 0,0 1 1 0 0,-39 0-1 0 0,54 3-798 0 0,0 0 0 0 0,1 0 1 0 0,-1 1-1 0 0,-8 2 0 0 0,14-3 1255 0 0,-1 1-1 0 0,1 0 1 0 0,0-1-1 0 0,0 1 1 0 0,0 0-1 0 0,0-1 1 0 0,-1 1-1 0 0,1 0 1 0 0,0 0-1 0 0,1 0 1 0 0,-1 0 0 0 0,0 0-1 0 0,0 0 1 0 0,-1 3-1 0 0,2-4 345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3.047"/>
    </inkml:context>
    <inkml:brush xml:id="br0">
      <inkml:brushProperty name="width" value="0.05" units="cm"/>
      <inkml:brushProperty name="height" value="0.05" units="cm"/>
      <inkml:brushProperty name="color" value="#CC0066"/>
    </inkml:brush>
  </inkml:definitions>
  <inkml:trace contextRef="#ctx0" brushRef="#br0">176 532 328 0 0,'2'0'93'0'0,"12"1"-80"0"0,-1 0 0 0 0,27 7 0 0 0,9 1 31 0 0,-29-8 132 0 0,0 0 0 0 0,0-1 1 0 0,30-5-1 0 0,-40 4 36 0 0,1-1 0 0 0,-1-1 0 0 0,0 0 0 0 0,0 0 0 0 0,0-1 0 0 0,0 0 0 0 0,16-11 0 0 0,-20 11-52 0 0,0-1 0 0 0,0 0 0 0 0,0 0 1 0 0,-1-1-1 0 0,0 1 0 0 0,0-1 0 0 0,0 0 0 0 0,-1-1 0 0 0,0 1 0 0 0,0-1 0 0 0,-1 0 0 0 0,0 0 0 0 0,0 0 0 0 0,0 0 0 0 0,2-14 0 0 0,-1-2 558 0 0,-1 0-1 0 0,-1 0 0 0 0,-1-40 1 0 0,-2 45-49 0 0,0 1 1 0 0,-5-31 0 0 0,4 38-542 0 0,-1 1 0 0 0,0-1 0 0 0,0 1 0 0 0,-1 0 0 0 0,0 0 1 0 0,-1 1-1 0 0,1-1 0 0 0,-2 1 0 0 0,1 0 0 0 0,-1 0 1 0 0,-1 0-1 0 0,1 1 0 0 0,-1 0 0 0 0,0 1 0 0 0,-1-1 1 0 0,0 1-1 0 0,0 1 0 0 0,0 0 0 0 0,0 0 0 0 0,-1 0 0 0 0,-16-5 1 0 0,11 5-122 0 0,0 1 1 0 0,0 1 0 0 0,-1 1 0 0 0,1 0-1 0 0,0 0 1 0 0,-1 2 0 0 0,1 0 0 0 0,-1 0-1 0 0,1 2 1 0 0,-1 0 0 0 0,1 0 0 0 0,0 1-1 0 0,0 1 1 0 0,0 0 0 0 0,-14 7 0 0 0,17-5-79 0 0,0 1 1 0 0,0 0-1 0 0,1 0 1 0 0,0 1 0 0 0,0 1-1 0 0,1 0 1 0 0,0 0-1 0 0,0 0 1 0 0,1 1 0 0 0,1 1-1 0 0,-1-1 1 0 0,2 1-1 0 0,-10 21 1 0 0,6-9-833 0 0,1 1 0 0 0,2 0 0 0 0,0 1 0 0 0,2-1 0 0 0,0 1 0 0 0,-1 32 0 0 0,3 65-3689 0 0,3-67 3210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3.335"/>
    </inkml:context>
    <inkml:brush xml:id="br0">
      <inkml:brushProperty name="width" value="0.05" units="cm"/>
      <inkml:brushProperty name="height" value="0.05" units="cm"/>
      <inkml:brushProperty name="color" value="#CC0066"/>
    </inkml:brush>
  </inkml:definitions>
  <inkml:trace contextRef="#ctx0" brushRef="#br0">8 64 1928 0 0,'-7'-59'5416'0'0,"7"54"-5058"0"0,1 10 307 0 0,20 73 5014 0 0,10 39-3747 0 0,-14-34-595 0 0,7 113-202 0 0,-17-105-912 0 0,-4-32-320 0 0,1 19-1469 0 0,0-29-3482 0 0,-4-46 4404 0 0,0-1 0 0 0,0 0 0 0 0,0 0 0 0 0,1 0 0 0 0,-1 0 0 0 0,0 0 0 0 0,1 0 0 0 0,0 0 0 0 0,0 0 0 0 0,-1 0 0 0 0,1 0-1 0 0,0 0 1 0 0,1 0 0 0 0,-1 0 0 0 0,0-1 0 0 0,3 4 0 0 0,3-3-361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3.876"/>
    </inkml:context>
    <inkml:brush xml:id="br0">
      <inkml:brushProperty name="width" value="0.05" units="cm"/>
      <inkml:brushProperty name="height" value="0.05" units="cm"/>
      <inkml:brushProperty name="color" value="#CC0066"/>
    </inkml:brush>
  </inkml:definitions>
  <inkml:trace contextRef="#ctx0" brushRef="#br0">14 170 328 0 0,'1'24'918'0'0,"5"30"0"0"0,0 4 1520 0 0,3 41-74 0 0,5 80-790 0 0,-11 42 785 0 0,-4-183-982 0 0,1-38-1278 0 0,0 1 1 0 0,0 0 0 0 0,0 0-1 0 0,0 0 1 0 0,-1 0 0 0 0,1 0-1 0 0,0 0 1 0 0,-1-1 0 0 0,1 1-1 0 0,0 0 1 0 0,-1 0 0 0 0,1 0-1 0 0,-1-1 1 0 0,1 1 0 0 0,-1 0-1 0 0,0-1 1 0 0,0 2 0 0 0,0-2-55 0 0,1 0 1 0 0,-1 0-1 0 0,1 0 1 0 0,0 0-1 0 0,-1 0 1 0 0,1 0 0 0 0,-1 0-1 0 0,1 0 1 0 0,-1 0-1 0 0,1 0 1 0 0,0 0-1 0 0,-1 0 1 0 0,1 0-1 0 0,-1 0 1 0 0,1 0 0 0 0,-1 0-1 0 0,1-1 1 0 0,0 1-1 0 0,-1 0 1 0 0,1 0-1 0 0,0 0 1 0 0,-1-1-1 0 0,1 1 1 0 0,0 0 0 0 0,-1-1-1 0 0,1 1 1 0 0,0 0-1 0 0,0-1 1 0 0,-1 1-1 0 0,1 0 1 0 0,0-1-1 0 0,0 1 1 0 0,-1-1 0 0 0,1 1-1 0 0,0-1 1 0 0,-5-11 177 0 0,0-1 0 0 0,1 1 0 0 0,0-1 0 0 0,1 0 0 0 0,1 0 0 0 0,-2-21 0 0 0,1 1-208 0 0,2 0 0 0 0,0-1 1 0 0,3 1-1 0 0,9-59 0 0 0,-3 56-568 0 0,1 1 1 0 0,1 0-1 0 0,2 1 0 0 0,2 0 0 0 0,1 1 1 0 0,1 0-1 0 0,2 1 0 0 0,1 2 1 0 0,2-1-1 0 0,1 2 0 0 0,1 1 1 0 0,42-39-1 0 0,-61 62 533 0 0,1 1 0 0 0,1-1 0 0 0,-1 2 0 0 0,1-1 0 0 0,-1 0 0 0 0,1 1 0 0 0,0 0 0 0 0,0 1 0 0 0,0-1-1 0 0,1 1 1 0 0,-1 0 0 0 0,1 1 0 0 0,-1-1 0 0 0,1 1 0 0 0,-1 1 0 0 0,8-1 0 0 0,-8 2 29 0 0,-1-1-1 0 0,1 1 0 0 0,0 1 1 0 0,0-1-1 0 0,-1 1 1 0 0,1 0-1 0 0,-1 0 0 0 0,0 0 1 0 0,1 1-1 0 0,-1 0 0 0 0,0 0 1 0 0,-1 0-1 0 0,1 1 1 0 0,0 0-1 0 0,-1-1 0 0 0,0 2 1 0 0,0-1-1 0 0,4 6 1 0 0,5 9 264 0 0,0 0 0 0 0,-1 1 1 0 0,-2 1-1 0 0,0 0 0 0 0,-1 0 0 0 0,-1 1 1 0 0,-1 0-1 0 0,5 30 0 0 0,21 192 4325 0 0,-29-196-3413 0 0,-4-56-663 0 0,1 1 1 0 0,0-1-1 0 0,1 0 0 0 0,0 1 0 0 0,4-13 0 0 0,22-51-561 0 0,-8 30-479 0 0,3 0-1 0 0,0 2 1 0 0,3 1-1 0 0,1 2 0 0 0,42-45 1 0 0,-47 56 380 0 0,1 0 1 0 0,1 2 0 0 0,30-22-1 0 0,-45 38 141 0 0,0 1-1 0 0,0 0 1 0 0,1 1-1 0 0,0 0 1 0 0,0 0-1 0 0,0 1 1 0 0,0 0-1 0 0,1 1 1 0 0,-1 0-1 0 0,1 1 1 0 0,0 0-1 0 0,0 1 1 0 0,19-1-1 0 0,-23 3 12 0 0,-1 0 0 0 0,0 0 0 0 0,1 0 0 0 0,-1 1 0 0 0,0 0-1 0 0,0 0 1 0 0,0 0 0 0 0,0 1 0 0 0,0 0 0 0 0,0 0 0 0 0,-1 1 0 0 0,0-1 0 0 0,1 1 0 0 0,-2 1 0 0 0,1-1 0 0 0,0 0-1 0 0,-1 1 1 0 0,0 0 0 0 0,0 0 0 0 0,0 1 0 0 0,0-1 0 0 0,-1 1 0 0 0,4 7 0 0 0,4 14-4 0 0,-1 0-1 0 0,0 1 1 0 0,-3 0 0 0 0,6 29 0 0 0,-1 0-749 0 0,-7-39-686 0 0,1-1-1 0 0,0 1 1 0 0,1-1 0 0 0,14 25-1 0 0,-15-33 424 0 0,0 1 0 0 0,1-1-1 0 0,0 0 1 0 0,0-1-1 0 0,1 0 1 0 0,0 0 0 0 0,0-1-1 0 0,20 13 1 0 0,-10-9 412 0 0,35 12 1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4.325"/>
    </inkml:context>
    <inkml:brush xml:id="br0">
      <inkml:brushProperty name="width" value="0.05" units="cm"/>
      <inkml:brushProperty name="height" value="0.05" units="cm"/>
      <inkml:brushProperty name="color" value="#CC0066"/>
    </inkml:brush>
  </inkml:definitions>
  <inkml:trace contextRef="#ctx0" brushRef="#br0">1407 344 384 0 0,'0'-1'-7'0'0,"-5"-127"2848"0"0,3 116-2037 0 0,0 0 1 0 0,0 0 0 0 0,-1 0-1 0 0,0 1 1 0 0,-1-1 0 0 0,0 1-1 0 0,-12-21 1 0 0,10 24-412 0 0,0 0-1 0 0,-1 1 1 0 0,1 0-1 0 0,-1 0 1 0 0,-1 0 0 0 0,1 1-1 0 0,-1 0 1 0 0,0 1-1 0 0,-1 0 1 0 0,1 0-1 0 0,-1 1 1 0 0,0 0 0 0 0,0 0-1 0 0,-1 1 1 0 0,-11-3-1 0 0,10 4-328 0 0,-1-1 0 0 0,1 2 0 0 0,0-1-1 0 0,0 2 1 0 0,-1-1 0 0 0,1 2-1 0 0,0 0 1 0 0,0 0 0 0 0,-1 1 0 0 0,1 0-1 0 0,0 0 1 0 0,0 2 0 0 0,1-1 0 0 0,-18 10-1 0 0,11-4-1 0 0,1 1-1 0 0,0 1 0 0 0,1 0 0 0 0,1 1 1 0 0,0 1-1 0 0,0 0 0 0 0,1 1 0 0 0,1 0 1 0 0,0 1-1 0 0,2 0 0 0 0,-1 1 0 0 0,2 0 1 0 0,0 1-1 0 0,-10 26 0 0 0,14-28-41 0 0,1 1 0 0 0,1 0 0 0 0,-3 27 0 0 0,5-32-119 0 0,0 0 0 0 0,1 1 0 0 0,1-1 0 0 0,0 0 0 0 0,0 0 0 0 0,1 0 0 0 0,1 0 0 0 0,0 0 0 0 0,5 13 0 0 0,-5-17-166 0 0,1 1 0 0 0,0-1 0 0 0,1 0 0 0 0,-1 0 1 0 0,1-1-1 0 0,1 1 0 0 0,-1-1 0 0 0,1 0 0 0 0,0-1 0 0 0,0 1 0 0 0,1-1 1 0 0,-1 0-1 0 0,13 6 0 0 0,-7-5-370 0 0,1 0 1 0 0,0-1-1 0 0,1 0 0 0 0,-1-1 1 0 0,1-1-1 0 0,0 0 0 0 0,0-1 1 0 0,0 0-1 0 0,17-1 1 0 0,-22-1 374 0 0,0 0 1 0 0,0-1 0 0 0,0 0 0 0 0,0 0 0 0 0,0-1 0 0 0,0 0 0 0 0,0-1 0 0 0,-1 0 0 0 0,1 0 0 0 0,-1-1 0 0 0,0 0 0 0 0,0-1 0 0 0,0 1-1 0 0,-1-1 1 0 0,9-7 0 0 0,-5 0 408 0 0,0 1 0 0 0,-1-2-1 0 0,0 1 1 0 0,-1-1 0 0 0,-1-1-1 0 0,0 1 1 0 0,-1-1 0 0 0,0-1-1 0 0,-1 1 1 0 0,0-1 0 0 0,-1-1-1 0 0,-1 1 1 0 0,-1 0 0 0 0,0-1-1 0 0,-1 0 1 0 0,0-31 0 0 0,-2 40 129 0 0,0 1 1 0 0,-1-1-1 0 0,0 1 1 0 0,0 0-1 0 0,-1 0 1 0 0,1-1-1 0 0,-5-8 1 0 0,6 14-220 0 0,-1 0 0 0 0,1 0 0 0 0,-1-1 0 0 0,0 1-1 0 0,1 0 1 0 0,-1 0 0 0 0,0 0 0 0 0,0 0 0 0 0,0 0 0 0 0,0 0 0 0 0,0 0 0 0 0,0 0 0 0 0,0 0 0 0 0,0 0 0 0 0,0 1 0 0 0,0-1 0 0 0,-1 0 0 0 0,1 1 0 0 0,0-1 0 0 0,0 1-1 0 0,-1-1 1 0 0,1 1 0 0 0,0-1 0 0 0,-1 1 0 0 0,1 0 0 0 0,0 0 0 0 0,-1 0 0 0 0,1 0 0 0 0,0 0 0 0 0,-1 0 0 0 0,1 0 0 0 0,-1 0 0 0 0,1 1 0 0 0,0-1 0 0 0,-1 0 0 0 0,1 1 0 0 0,0-1-1 0 0,0 1 1 0 0,-1 0 0 0 0,1-1 0 0 0,0 1 0 0 0,-1 1 0 0 0,-2 0 12 0 0,1 1 0 0 0,-1-1 0 0 0,1 1 0 0 0,0 0 0 0 0,0 0 0 0 0,0 0 0 0 0,0 1 0 0 0,1-1 0 0 0,-1 1 0 0 0,1-1 0 0 0,-3 8 0 0 0,-1 1 46 0 0,1 1 0 0 0,1 1 0 0 0,-3 13 0 0 0,-23 162 921 0 0,24-137-729 0 0,-41 333 1468 0 0,39-335-1579 0 0,-1 0 1 0 0,-3-1-1 0 0,-2-1 1 0 0,-2 0 0 0 0,-1 0-1 0 0,-3-2 1 0 0,-2-1-1 0 0,-2 0 1 0 0,-35 47-1 0 0,44-72-18 0 0,-1-1 1 0 0,0-1-1 0 0,-2 0 0 0 0,0-2 0 0 0,-1 0 0 0 0,-1-1 0 0 0,0 0 0 0 0,-1-2 1 0 0,0-1-1 0 0,-37 16 0 0 0,29-16 88 0 0,-1-2 0 0 0,0 0 0 0 0,-1-2 0 0 0,0-1 0 0 0,0-2-1 0 0,-1-1 1 0 0,-55 0 0 0 0,71-4-160 0 0,0-1-1 0 0,0 0 0 0 0,1-2 0 0 0,-1 1 1 0 0,0-2-1 0 0,1 0 0 0 0,0-1 0 0 0,0-1 1 0 0,1 0-1 0 0,-1 0 0 0 0,1-2 0 0 0,0 0 1 0 0,1 0-1 0 0,0-2 0 0 0,1 1 0 0 0,0-2 1 0 0,0 1-1 0 0,1-2 0 0 0,0 0 0 0 0,1 0 1 0 0,0 0-1 0 0,1-1 0 0 0,1-1 0 0 0,-10-19 1 0 0,8 7-127 0 0,0 0 0 0 0,1-1 0 0 0,-7-40 0 0 0,13 54-71 0 0,2 1 1 0 0,-1-1-1 0 0,2 0 0 0 0,-1 1 1 0 0,2-1-1 0 0,0 1 1 0 0,0-1-1 0 0,1 0 0 0 0,6-19 1 0 0,-2 17-386 0 0,0 0 1 0 0,1 0-1 0 0,0 1 1 0 0,1 0-1 0 0,16-20 1 0 0,-16 23-374 0 0,1 0-1 0 0,1 1 1 0 0,0 0 0 0 0,0 1 0 0 0,1 0 0 0 0,0 0 0 0 0,1 1 0 0 0,21-11 0 0 0,-7 7-1986 0 0,0 1 1 0 0,49-13 0 0 0,27-3-434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9:56.697"/>
    </inkml:context>
    <inkml:brush xml:id="br0">
      <inkml:brushProperty name="width" value="0.05" units="cm"/>
      <inkml:brushProperty name="height" value="0.05" units="cm"/>
      <inkml:brushProperty name="color" value="#CC0066"/>
    </inkml:brush>
  </inkml:definitions>
  <inkml:trace contextRef="#ctx0" brushRef="#br0">570 644 896 0 0,'3'2'71'0'0,"6"5"133"0"0,0 0 0 0 0,0-1 0 0 0,1 0 1 0 0,-1 0-1 0 0,2-1 0 0 0,-1-1 0 0 0,18 6 0 0 0,-22-8 168 0 0,0-1 0 0 0,0 0 0 0 0,0-1 0 0 0,0 1 0 0 0,0-1 0 0 0,0 0 0 0 0,0-1 0 0 0,0 1-1 0 0,0-1 1 0 0,-1 0 0 0 0,1-1 0 0 0,0 1 0 0 0,0-1 0 0 0,-1 0 0 0 0,1-1 0 0 0,9-5 0 0 0,-5 1-57 0 0,-1 0 0 0 0,0 0 0 0 0,-1 0 1 0 0,0-1-1 0 0,0-1 0 0 0,-1 1 1 0 0,0-1-1 0 0,0-1 0 0 0,-1 1 1 0 0,0-1-1 0 0,5-13 0 0 0,-3 3-13 0 0,0 1 0 0 0,-2-1-1 0 0,0 0 1 0 0,6-42 0 0 0,-11 51-142 0 0,0 1-1 0 0,0-1 1 0 0,-2 0 0 0 0,1 0 0 0 0,-4-17 0 0 0,2 17-38 0 0,-1 0 0 0 0,0 1 0 0 0,-1-1 0 0 0,0 1 0 0 0,0 0 0 0 0,-7-10 0 0 0,5 10-24 0 0,-1 1 0 0 0,-1-1 0 0 0,0 1 0 0 0,0 0-1 0 0,-1 1 1 0 0,0 0 0 0 0,0 0 0 0 0,-1 1-1 0 0,0 0 1 0 0,-1 1 0 0 0,-11-6 0 0 0,3 4-49 0 0,0 0 1 0 0,0 2-1 0 0,0 0 1 0 0,0 2-1 0 0,-35-5 1 0 0,34 7-55 0 0,1 2 0 0 0,0 0 0 0 0,0 0 0 0 0,0 2 0 0 0,0 1 0 0 0,0 0 1 0 0,0 1-1 0 0,-33 13 0 0 0,28-7 18 0 0,0 1 1 0 0,0 1 0 0 0,1 1 0 0 0,1 1 0 0 0,-35 29 0 0 0,38-26 39 0 0,0 1-1 0 0,1 1 1 0 0,1 1 0 0 0,1 0 0 0 0,1 1 0 0 0,1 1 0 0 0,1 0 0 0 0,0 1 0 0 0,-10 30 0 0 0,8-13-2 0 0,2 0 0 0 0,2 1 0 0 0,2 0 1 0 0,-7 72-1 0 0,13-88-40 0 0,2 0 0 0 0,1 0 0 0 0,1 0-1 0 0,1 0 1 0 0,2 0 0 0 0,0 0 0 0 0,13 39 0 0 0,-10-45-5 0 0,0 0 1 0 0,2-1 0 0 0,0 0-1 0 0,2 0 1 0 0,0-1 0 0 0,0-1-1 0 0,2 1 1 0 0,0-2 0 0 0,29 28-1 0 0,-25-29 2 0 0,1 0 0 0 0,0-1 0 0 0,1-1 0 0 0,0 0 0 0 0,1-2 0 0 0,41 16-1 0 0,-45-21 19 0 0,-1 0-1 0 0,1-1 0 0 0,0-1 0 0 0,0 0 0 0 0,0-2 0 0 0,0 0 0 0 0,0 0 0 0 0,0-1 1 0 0,0-2-1 0 0,23-3 0 0 0,-21 1-4 0 0,0-2-1 0 0,-1 0 1 0 0,0-1 0 0 0,0-1-1 0 0,0 0 1 0 0,-1-2 0 0 0,0 1-1 0 0,22-19 1 0 0,-15 8 17 0 0,0-1 0 0 0,-1-1 1 0 0,-2-1-1 0 0,28-38 0 0 0,-23 20 11 0 0,-1-1-1 0 0,-2 0 0 0 0,-2-2 1 0 0,-2-1-1 0 0,17-62 0 0 0,-12 18 38 0 0,20-149 0 0 0,-40 215-96 0 0,-1 1 1 0 0,-3-39 0 0 0,1 58 6 0 0,0-1 0 0 0,-1 1 0 0 0,1 0 0 0 0,-1 0 0 0 0,0-1 1 0 0,0 1-1 0 0,0 0 0 0 0,-1 0 0 0 0,1 0 0 0 0,-3-4 0 0 0,3 6 0 0 0,0 0 1 0 0,0 0-1 0 0,0 0 0 0 0,0 0 0 0 0,0 0 0 0 0,0 0 0 0 0,0 0 1 0 0,0 0-1 0 0,0 1 0 0 0,-1-1 0 0 0,1 0 0 0 0,0 1 1 0 0,0-1-1 0 0,-1 1 0 0 0,1-1 0 0 0,0 1 0 0 0,-3-1 0 0 0,2 1 2 0 0,1 0 0 0 0,0 0 1 0 0,0 0-1 0 0,-1 0 0 0 0,1 1 0 0 0,0-1 0 0 0,0 0 0 0 0,-1 1 0 0 0,1-1 0 0 0,0 1 0 0 0,0-1 0 0 0,0 1 0 0 0,0-1 0 0 0,-1 1 0 0 0,1 0 0 0 0,0 0 0 0 0,0-1 0 0 0,-1 3 0 0 0,0-1 7 0 0,1 0-1 0 0,-1 0 1 0 0,1 0 0 0 0,0 0-1 0 0,-1 1 1 0 0,1-1-1 0 0,0 1 1 0 0,0-1 0 0 0,0 1-1 0 0,1-1 1 0 0,-2 5-1 0 0,-1 32-37 0 0,1 0-1 0 0,6 60 1 0 0,-1-51 20 0 0,2-1 1 0 0,2 0-1 0 0,2-1 0 0 0,24 73 1 0 0,-23-93 2 0 0,0 0 1 0 0,2-1 0 0 0,1 0 0 0 0,1-1 0 0 0,1 0 0 0 0,1-2-1 0 0,1 1 1 0 0,1-2 0 0 0,36 34 0 0 0,-33-38 28 0 0,0 0 0 0 0,1-2 0 0 0,1-1 0 0 0,1 0 0 0 0,0-2-1 0 0,0-1 1 0 0,1 0 0 0 0,1-2 0 0 0,38 8 0 0 0,-42-12-12 0 0,1-2 1 0 0,-1 0-1 0 0,1-1 0 0 0,0-2 1 0 0,0 0-1 0 0,0-1 0 0 0,-1-2 0 0 0,1 0 1 0 0,-1-1-1 0 0,1-2 0 0 0,37-14 1 0 0,-35 8 2 0 0,0-1 0 0 0,-1-1 0 0 0,-1-1 0 0 0,0-1 1 0 0,-1-2-1 0 0,33-33 0 0 0,-25 20 5 0 0,-1-1 1 0 0,-2-2-1 0 0,30-46 1 0 0,-49 66-7 0 0,0-1 1 0 0,-1 1-1 0 0,-1-1 1 0 0,-1 0-1 0 0,0-1 1 0 0,4-21-1 0 0,-1-5 22 0 0,-1 1 0 0 0,-2-1-1 0 0,-2 0 1 0 0,-2 0 0 0 0,-8-68 0 0 0,5 96-34 0 0,-1 0 0 0 0,-1 0 0 0 0,-1 0 0 0 0,0 1 0 0 0,0 0 1 0 0,-1 0-1 0 0,-1 0 0 0 0,0 1 0 0 0,-13-16 0 0 0,17 24-4 0 0,0-1-1 0 0,-1 1 0 0 0,0 0 1 0 0,0 0-1 0 0,0 0 1 0 0,0 1-1 0 0,0 0 1 0 0,-1 0-1 0 0,0 0 0 0 0,1 0 1 0 0,-1 0-1 0 0,0 1 1 0 0,0 0-1 0 0,-1 0 1 0 0,1 1-1 0 0,0-1 1 0 0,-1 1-1 0 0,1 0 0 0 0,0 1 1 0 0,-1-1-1 0 0,1 1 1 0 0,-1 0-1 0 0,1 0 1 0 0,-11 2-1 0 0,13-1 6 0 0,0 0-1 0 0,0 0 1 0 0,0 1 0 0 0,0-1 0 0 0,0 0-1 0 0,0 1 1 0 0,1 0 0 0 0,-1 0-1 0 0,0 0 1 0 0,1 0 0 0 0,-1 0 0 0 0,1 0-1 0 0,0 1 1 0 0,0-1 0 0 0,0 1-1 0 0,0-1 1 0 0,0 1 0 0 0,0 0 0 0 0,1 0-1 0 0,0 0 1 0 0,-1 0 0 0 0,1 0-1 0 0,0 0 1 0 0,0 0 0 0 0,0 4 0 0 0,-1 3 7 0 0,1-1 1 0 0,0 1 0 0 0,1 0 0 0 0,0-1 0 0 0,1 1 0 0 0,1 10 0 0 0,0-8-16 0 0,1 0 0 0 0,1-1-1 0 0,0 1 1 0 0,0-1 0 0 0,1 0 0 0 0,1 0 0 0 0,-1 0 0 0 0,2-1 0 0 0,-1 0 0 0 0,2 0 0 0 0,-1-1 0 0 0,17 16 0 0 0,-3-6 6 0 0,1-1 1 0 0,0-1-1 0 0,46 27 1 0 0,-48-33 10 0 0,0-2 1 0 0,0 0-1 0 0,1-1 1 0 0,-1-1-1 0 0,2-1 1 0 0,-1-1-1 0 0,1-1 1 0 0,0-1-1 0 0,-1-1 1 0 0,1-1-1 0 0,0 0 1 0 0,29-4-1 0 0,-22-1 6 0 0,1-1-1 0 0,-1-1 1 0 0,-1-2-1 0 0,0-1 1 0 0,0-1-1 0 0,0-1 1 0 0,-1-2-1 0 0,37-23 1 0 0,-28 14 19 0 0,-1-2 0 0 0,50-45 1 0 0,-72 57-23 0 0,0-1 0 0 0,-1-1 0 0 0,-1 0 1 0 0,0-1-1 0 0,-1 0 0 0 0,0-1 0 0 0,-2 0 1 0 0,14-33-1 0 0,2-31-67 0 0,-15 31 181 0 0,-8 46-107 0 0,-1 0-1 0 0,0 0 0 0 0,0 0 1 0 0,-1 0-1 0 0,1 0 0 0 0,-1 0 1 0 0,1 0-1 0 0,-2-4 0 0 0,1 6-11 0 0,0 0-1 0 0,1 0 0 0 0,-1 0 1 0 0,0 0-1 0 0,1 0 0 0 0,-1 0 1 0 0,0 0-1 0 0,0 0 1 0 0,0 0-1 0 0,0 1 0 0 0,0-1 1 0 0,0 0-1 0 0,0 1 0 0 0,0-1 1 0 0,0 0-1 0 0,0 1 0 0 0,0-1 1 0 0,0 1-1 0 0,0 0 1 0 0,-1-1-1 0 0,1 1 0 0 0,0 0 1 0 0,0 0-1 0 0,0 0 0 0 0,-1 0 1 0 0,1 0-1 0 0,0 0 0 0 0,0 0 1 0 0,-1 0-1 0 0,1 0 0 0 0,0 1 1 0 0,0-1-1 0 0,0 1 1 0 0,0-1-1 0 0,0 0 0 0 0,-1 1 1 0 0,1 0-1 0 0,0-1 0 0 0,0 1 1 0 0,0 0-1 0 0,0-1 0 0 0,1 1 1 0 0,-1 0-1 0 0,0 0 0 0 0,0 0 1 0 0,0 0-1 0 0,1 0 1 0 0,-1 0-1 0 0,0 0 0 0 0,0 2 1 0 0,-4 16-1 0 0,1 1 0 0 0,1 0 0 0 0,1 0 0 0 0,0 0 0 0 0,2 21 0 0 0,-1-2 35 0 0,3 122-103 0 0,0-135 51 0 0,2 0 0 0 0,1-1 0 0 0,1 0-1 0 0,18 49 1 0 0,-12-46 16 0 0,1 0 0 0 0,2-1 0 0 0,0-1 0 0 0,2 0 0 0 0,1-1 0 0 0,38 41 0 0 0,-42-52 3 0 0,0-1 1 0 0,1-1-1 0 0,0 0 0 0 0,1 0 0 0 0,0-2 1 0 0,1 0-1 0 0,0-1 0 0 0,1-1 0 0 0,0 0 1 0 0,0-2-1 0 0,0 0 0 0 0,1-1 0 0 0,24 4 1 0 0,-19-6-1 0 0,-1-1 1 0 0,0-1-1 0 0,1-1 1 0 0,-1-1-1 0 0,0-1 1 0 0,0-1-1 0 0,0-2 1 0 0,0 0-1 0 0,0-1 1 0 0,33-14-1 0 0,-30 7 1 0 0,-2-2-1 0 0,0-1 0 0 0,-1 0 1 0 0,0-2-1 0 0,-1-1 0 0 0,-1 0 1 0 0,-1-2-1 0 0,-1 0 0 0 0,18-27 1 0 0,-18 23 41 0 0,-1-1 1 0 0,16-30 0 0 0,-25 38-15 0 0,-2 0 0 0 0,0 0 0 0 0,-1 0 0 0 0,-1-1-1 0 0,4-21 1 0 0,-4 6-16 0 0,0 0-1 0 0,-3 0 1 0 0,-1 0-1 0 0,-3-42 1 0 0,1 62-19 0 0,-1 1 0 0 0,0 0 0 0 0,-1 0 0 0 0,0-1 0 0 0,-1 2 0 0 0,-1-1 0 0 0,0 0 0 0 0,0 1 0 0 0,-2 0 0 0 0,1 0-1 0 0,-1 1 1 0 0,-1 0 0 0 0,0 0 0 0 0,-10-10 0 0 0,10 14-2 0 0,-1 0 0 0 0,1 1 0 0 0,-2-1 0 0 0,1 2 0 0 0,0-1 0 0 0,-1 1 0 0 0,0 1-1 0 0,-1 0 1 0 0,-18-5 0 0 0,21 7 5 0 0,1 0 0 0 0,-1 1 0 0 0,0 0 0 0 0,0 1 0 0 0,1-1 0 0 0,-1 1 0 0 0,0 1 0 0 0,0 0 0 0 0,1 0-1 0 0,-1 0 1 0 0,0 1 0 0 0,1 0 0 0 0,0 0 0 0 0,-13 6 0 0 0,15-5-3 0 0,1 0 0 0 0,0 0 0 0 0,-1 0 0 0 0,1 0 0 0 0,0 1 0 0 0,1 0 0 0 0,-1-1 0 0 0,1 1 0 0 0,-1 1 0 0 0,1-1-1 0 0,1 0 1 0 0,-1 1 0 0 0,0-1 0 0 0,1 1 0 0 0,0 0 0 0 0,0 0 0 0 0,1 0 0 0 0,-1 0 0 0 0,1 0 0 0 0,0 0 0 0 0,0 1 0 0 0,1-1 0 0 0,0 0 0 0 0,0 0 0 0 0,1 10 0 0 0,0-1-10 0 0,1-1 0 0 0,1 1 0 0 0,0 0 0 0 0,1-1 0 0 0,1 0 0 0 0,0 0 0 0 0,11 22 0 0 0,-6-20-68 0 0,0 0 0 0 0,0 0 0 0 0,2-1 0 0 0,0-1 0 0 0,0 0 0 0 0,22 18 0 0 0,-10-13 60 0 0,-1 0-1 0 0,2-2 1 0 0,0-1-1 0 0,1 0 1 0 0,1-2-1 0 0,0-1 0 0 0,1-2 1 0 0,0 0-1 0 0,0-2 1 0 0,1-1-1 0 0,46 5 1 0 0,-30-8 2 0 0,0-2-1 0 0,0-2 1 0 0,59-7 0 0 0,-72 2-5 0 0,0 0 1 0 0,-1-2-1 0 0,0-2 0 0 0,0-1 0 0 0,43-20 0 0 0,-47 17 16 0 0,-1-2-1 0 0,-1-1 0 0 0,0-1 1 0 0,-1-1-1 0 0,-1-1 0 0 0,22-24 1 0 0,-30 27 11 0 0,-1 0 1 0 0,0-1-1 0 0,-2-1 1 0 0,0 0 0 0 0,-1-1-1 0 0,0 0 1 0 0,-2-1 0 0 0,14-41-1 0 0,-17 38 42 0 0,-1 0-1 0 0,-2 0 0 0 0,2-32 1 0 0,-5 51-22 0 0,0 0 0 0 0,0 0 0 0 0,0-1 0 0 0,-1 1 1 0 0,0 0-1 0 0,1-1 0 0 0,-3-4 0 0 0,2 7-3 0 0,1 1-1 0 0,-1 0 1 0 0,0-1-1 0 0,1 1 1 0 0,-1 0 0 0 0,0 0-1 0 0,0 0 1 0 0,0-1-1 0 0,0 1 1 0 0,0 0-1 0 0,0 0 1 0 0,0 0-1 0 0,0 1 1 0 0,0-1 0 0 0,0 0-1 0 0,0 0 1 0 0,-1 0-1 0 0,1 1 1 0 0,0-1-1 0 0,-1 1 1 0 0,1-1-1 0 0,0 1 1 0 0,-1 0 0 0 0,1-1-1 0 0,-2 1 1 0 0,2 0-12 0 0,0 0 0 0 0,1 0 0 0 0,-1 0 0 0 0,0 0 1 0 0,1 0-1 0 0,-1 0 0 0 0,0 0 0 0 0,1 1 0 0 0,-1-1 0 0 0,0 0 1 0 0,1 0-1 0 0,-1 1 0 0 0,0-1 0 0 0,1 0 0 0 0,-1 1 0 0 0,1-1 1 0 0,-1 1-1 0 0,0-1 0 0 0,1 1 0 0 0,-1-1 0 0 0,1 1 0 0 0,0-1 1 0 0,-1 1-1 0 0,1-1 0 0 0,-1 1 0 0 0,1-1 0 0 0,0 1 1 0 0,-1 0-1 0 0,-4 14 60 0 0,0-1 0 0 0,0 1 0 0 0,2 0 0 0 0,-1 0 1 0 0,2 0-1 0 0,-1 30 0 0 0,1-20-12 0 0,-6 84 149 0 0,5 0 1 0 0,11 115-1 0 0,-6-200-161 0 0,2 1 0 0 0,1-1-1 0 0,0-1 1 0 0,2 1 0 0 0,1-1-1 0 0,14 30 1 0 0,-16-39-94 0 0,2-1 0 0 0,0 0 0 0 0,0 0 1 0 0,1-1-1 0 0,1-1 0 0 0,0 1 0 0 0,1-1 0 0 0,0-1 0 0 0,0 0 0 0 0,1-1 0 0 0,22 14 0 0 0,-9-11-162 0 0,-1-1-1 0 0,1-2 0 0 0,1 0 0 0 0,0-2 0 0 0,0-1 1 0 0,0-1-1 0 0,1-1 0 0 0,-1-1 0 0 0,1-1 0 0 0,36-3 0 0 0,-13-2-56 0 0,0-2 0 0 0,0-2-1 0 0,0-2 1 0 0,72-24-1 0 0,-77 17 217 0 0,0-1 0 0 0,-1-2 0 0 0,76-47 1 0 0,-94 49 92 0 0,-1-2 0 0 0,0 0 1 0 0,-2-2-1 0 0,0-1 1 0 0,-1-1-1 0 0,29-40 0 0 0,-37 43 35 0 0,-1 0 1 0 0,-1-1-1 0 0,-1 0 0 0 0,-1-1 0 0 0,-1 0 0 0 0,-1-1 0 0 0,0 1 0 0 0,-2-2 1 0 0,-1 1-1 0 0,-1 0 0 0 0,-1-1 0 0 0,-1 0 0 0 0,-1 0 0 0 0,-1 0 0 0 0,-1 0 0 0 0,-1 0 1 0 0,-1 1-1 0 0,-1-1 0 0 0,-14-43 0 0 0,14 56-15 0 0,0 0 0 0 0,-1 0 1 0 0,-1 0-1 0 0,0 1 0 0 0,-12-17 0 0 0,14 22-27 0 0,0 0-1 0 0,-1 1 1 0 0,0-1-1 0 0,0 1 1 0 0,0 0-1 0 0,-1 0 0 0 0,1 1 1 0 0,-1-1-1 0 0,0 1 1 0 0,0 0-1 0 0,0 1 1 0 0,-9-3-1 0 0,-2 1 21 0 0,0 0 0 0 0,0 2 1 0 0,0 0-1 0 0,-1 1 0 0 0,1 0 0 0 0,-1 2 0 0 0,1 0 1 0 0,0 1-1 0 0,-1 1 0 0 0,1 0 0 0 0,0 1 1 0 0,1 1-1 0 0,-1 1 0 0 0,1 0 0 0 0,0 1 0 0 0,0 1 1 0 0,1 0-1 0 0,-26 20 0 0 0,17-10 4 0 0,2 2 0 0 0,0 1 0 0 0,1 0 1 0 0,1 2-1 0 0,1 0 0 0 0,1 1 0 0 0,1 1 0 0 0,1 1 0 0 0,2 0 0 0 0,0 1 0 0 0,-19 56 0 0 0,24-55-6 0 0,1 0 0 0 0,2 0-1 0 0,1 1 1 0 0,-3 49 0 0 0,8-63-39 0 0,0-1 1 0 0,1 1 0 0 0,1 0 0 0 0,0-1 0 0 0,1 0-1 0 0,1 1 1 0 0,0-1 0 0 0,1 0 0 0 0,1-1 0 0 0,13 25-1 0 0,-12-25-250 0 0,2-1 0 0 0,-1 0 0 0 0,2 0 0 0 0,-1-1 0 0 0,2 0 0 0 0,-1-1 0 0 0,1 0 0 0 0,1-1 0 0 0,0 0 0 0 0,0-1 0 0 0,1 0 0 0 0,0-1 0 0 0,0 0 0 0 0,1-1 0 0 0,-1-1 0 0 0,1 0 0 0 0,1-1 0 0 0,-1 0 0 0 0,1-1 0 0 0,-1-1 0 0 0,1 0 0 0 0,0-1 0 0 0,0-1 0 0 0,-1 0 0 0 0,1-1 0 0 0,15-3 0 0 0,-18 2 145 0 0,-1-1 0 0 0,0-1 0 0 0,1 0 0 0 0,-1 0 0 0 0,0-1 0 0 0,-1-1 0 0 0,1 1 0 0 0,-1-2 0 0 0,0 0 0 0 0,13-11 0 0 0,-11 6 56 0 0,0-1 0 0 0,0 0 1 0 0,-1-1-1 0 0,-1 0 0 0 0,0-1 0 0 0,11-22 0 0 0,-4-2 639 0 0,-1-2 0 0 0,-2 0 0 0 0,-1 0 0 0 0,12-82 0 0 0,-12 27 2494 0 0,-14 86-2678 0 0,1 10-395 0 0,0 0-1 0 0,0 1 1 0 0,0-1-1 0 0,0 0 1 0 0,0 0-1 0 0,0 0 1 0 0,0 0-1 0 0,0 0 1 0 0,0 0-1 0 0,0 0 1 0 0,0 0-1 0 0,0 0 1 0 0,0 0 0 0 0,0 0-1 0 0,0 0 1 0 0,0 0-1 0 0,0 0 1 0 0,-1 0-1 0 0,1 0 1 0 0,0 0-1 0 0,0 1 1 0 0,0-1-1 0 0,0 0 1 0 0,0 0-1 0 0,0 0 1 0 0,0 0-1 0 0,0 0 1 0 0,0 0 0 0 0,0 0-1 0 0,0 0 1 0 0,0 0-1 0 0,0 0 1 0 0,0 0-1 0 0,-1 0 1 0 0,1 0-1 0 0,0 0 1 0 0,-1 19 24 0 0,1 1 1 0 0,0 0 0 0 0,2 0-1 0 0,0 0 1 0 0,1-1 0 0 0,1 1-1 0 0,1-1 1 0 0,13 35 0 0 0,-8-28-77 0 0,2-1 0 0 0,0-1 1 0 0,2 0-1 0 0,0 0 0 0 0,36 41 0 0 0,-38-52-59 0 0,0 0-1 0 0,1-2 1 0 0,1 0-1 0 0,0 0 1 0 0,0-1 0 0 0,1-1-1 0 0,0 0 1 0 0,1-1-1 0 0,31 11 1 0 0,-26-13-236 0 0,-1 0 0 0 0,1-2 0 0 0,0 0 1 0 0,0-1-1 0 0,0-2 0 0 0,0 0 0 0 0,37-3 0 0 0,-50 1 170 0 0,1 0-1 0 0,-1 0 1 0 0,0-1-1 0 0,1 0 1 0 0,-1-1-1 0 0,0 0 1 0 0,0 0-1 0 0,-1-1 1 0 0,1 0-1 0 0,-1 0 1 0 0,14-10-1 0 0,-12 6 63 0 0,-1-1 1 0 0,0 0-1 0 0,-1 0 0 0 0,0 0 0 0 0,0-1 1 0 0,-1 0-1 0 0,0 0 0 0 0,7-18 0 0 0,-2 1 115 0 0,-1 0 0 0 0,-2 0 0 0 0,10-54 0 0 0,0-91 353 0 0,-11 5-53 0 0,-7 130 22 0 0,0 35-152 0 0,0 5 1 0 0,0 22 113 0 0,1 257 342 0 0,-1-267-622 0 0,1 0 1 0 0,1 0-1 0 0,0 0 0 0 0,0 0 1 0 0,2 0-1 0 0,0-1 0 0 0,10 25 1 0 0,-10-31-28 0 0,1 0 1 0 0,0-1 0 0 0,0 1 0 0 0,1-1 0 0 0,0 0-1 0 0,0 0 1 0 0,0-1 0 0 0,1 0 0 0 0,0 0 0 0 0,0 0 0 0 0,1-1-1 0 0,0 0 1 0 0,14 7 0 0 0,1-2-372 0 0,1-1-1 0 0,0-1 1 0 0,1-1 0 0 0,0-1 0 0 0,0-1-1 0 0,0-1 1 0 0,1-2 0 0 0,25 0-1 0 0,-9-2-802 0 0,0-3 0 0 0,-1-1-1 0 0,0-2 1 0 0,45-13 0 0 0,-70 15 446 0 0,1-1 0 0 0,-1-1 0 0 0,0-1 0 0 0,0 0 0 0 0,-1-1 0 0 0,0-1 0 0 0,-1 0 0 0 0,0-1 0 0 0,0-1 0 0 0,13-14 0 0 0,-12 10 231 0 0,-1 0 0 0 0,-1-1 1 0 0,-1-1-1 0 0,15-26 0 0 0,-18 25 469 0 0,0-1-1 0 0,-1-1 1 0 0,-1 0-1 0 0,-1 0 1 0 0,0 0-1 0 0,-2-1 1 0 0,3-32-1 0 0,-5 37 17 0 0,0 6 28 0 0,2-18-7 0 0,-1 1-1 0 0,-2-41 0 0 0,0 63 42 0 0,-2 0 0 0 0,1 0 0 0 0,-1 0 0 0 0,1 0 0 0 0,-2 0 0 0 0,1 0 0 0 0,0 0 0 0 0,-1 0 0 0 0,0 0 0 0 0,0 0 0 0 0,0 1 0 0 0,-1-1 0 0 0,0 1 0 0 0,0 0 0 0 0,0 0 0 0 0,0 0 0 0 0,0 0 0 0 0,-1 0 0 0 0,-4-3 0 0 0,7 6-25 0 0,1 1-1 0 0,-1-1 1 0 0,1 1-1 0 0,-1 0 1 0 0,1-1-1 0 0,-1 1 1 0 0,1 0-1 0 0,-1-1 1 0 0,0 1-1 0 0,1 0 1 0 0,-1 0-1 0 0,1-1 1 0 0,-1 1-1 0 0,0 0 0 0 0,1 0 1 0 0,-1 0-1 0 0,0 0 1 0 0,1 0-1 0 0,-1 0 1 0 0,0 0-1 0 0,1 0 1 0 0,-1 0-1 0 0,0 0 1 0 0,1 0-1 0 0,-1 0 1 0 0,1 1-1 0 0,-1-1 1 0 0,0 0-1 0 0,1 0 1 0 0,-1 1-1 0 0,1-1 1 0 0,-1 0-1 0 0,1 1 1 0 0,-1-1-1 0 0,1 1 0 0 0,-1-1 1 0 0,1 1-1 0 0,-1-1 1 0 0,1 1-1 0 0,-1-1 1 0 0,1 1-1 0 0,0-1 1 0 0,-1 1-1 0 0,1-1 1 0 0,0 1-1 0 0,-1 0 1 0 0,1-1-1 0 0,0 1 1 0 0,0-1-1 0 0,0 1 1 0 0,0 0-1 0 0,0-1 1 0 0,0 1-1 0 0,0 0 1 0 0,0 0-1 0 0,-4 28 527 0 0,2-1 0 0 0,2 38 0 0 0,0-29-170 0 0,0 39 555 0 0,3 0-1 0 0,4 0 0 0 0,26 124 1 0 0,-12-116-161 0 0,-4 1 0 0 0,-4 1 1 0 0,3 124-1 0 0,-16-175-563 0 0,-2 0 0 0 0,0-1 0 0 0,-3 1 0 0 0,-1-1 0 0 0,-1 0 0 0 0,-2 0 0 0 0,-2-1 0 0 0,0 0 0 0 0,-3-1 1 0 0,0-1-1 0 0,-29 47 0 0 0,22-47 77 0 0,-2 0 1 0 0,-29 33-1 0 0,35-48-150 0 0,1-1-1 0 0,-2 0 1 0 0,0-1-1 0 0,-1-1 1 0 0,0-1-1 0 0,-22 10 1 0 0,-13 4 133 0 0,-1-3-1 0 0,-1-3 1 0 0,-1-2 0 0 0,-1-2 0 0 0,-84 11 0 0 0,-105-2 409 0 0,206-23-524 0 0,-1-3-1 0 0,1-1 1 0 0,-1-2 0 0 0,-60-14-1 0 0,74 10-37 0 0,1-1-1 0 0,1-1 1 0 0,0-1 0 0 0,0-2-1 0 0,-28-18 1 0 0,41 23-30 0 0,-1-1 1 0 0,2 0 0 0 0,-1-1-1 0 0,1-1 1 0 0,1 0 0 0 0,-20-24 0 0 0,26 27-43 0 0,0 0 1 0 0,1 0 0 0 0,0-1 0 0 0,0 1 0 0 0,1-1 0 0 0,0 0 0 0 0,1 0 0 0 0,-1 0 0 0 0,2 0-1 0 0,-1 0 1 0 0,1 0 0 0 0,1-1 0 0 0,0-12 0 0 0,1 6 19 0 0,0 0-1 0 0,2 0 1 0 0,-1 0-1 0 0,2 0 1 0 0,0 0-1 0 0,1 1 1 0 0,10-23-1 0 0,-5 21-3 0 0,-1 0 0 0 0,2 1 0 0 0,0 0 0 0 0,1 1-1 0 0,1 0 1 0 0,0 1 0 0 0,30-25 0 0 0,2 4 29 0 0,2 2 0 0 0,1 3 0 0 0,75-37 1 0 0,10 4-242 0 0,153-49 1 0 0,298-43-4616 0 0,198 8-5600 0 0,-246 58 2190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0:12.897"/>
    </inkml:context>
    <inkml:brush xml:id="br0">
      <inkml:brushProperty name="width" value="0.05" units="cm"/>
      <inkml:brushProperty name="height" value="0.3" units="cm"/>
      <inkml:brushProperty name="color" value="#FFC114"/>
      <inkml:brushProperty name="inkEffects" value="pencil"/>
    </inkml:brush>
  </inkml:definitions>
  <inkml:trace contextRef="#ctx0" brushRef="#br0">53 482 960 262012 57885,'0'-2'112'0'0,"0"-1"-112"0"0,0 0 48 297-980,0 1-96-594 1960,0 1 48 297-980,0 3 6233-1234-1029,0 2-3744 1234 1029,-1 0-89 0 0,0-1-2400 0 0,0-4 4033 663-1944,3-10-2481-663 1944,3-4-1048 0 0,4-3 137 0 0,6-1 55 0 0,8-3-320 0 0,10 0 80 0 0,9-1-136 0 0,14 1-176 296-971,13-2 88-296 971,12-1-80-2733-61,9-1-80 2733 61,3 1 64 0 0,7 0 56 0 0,3 3 32 0 0,0 4-176 0 0,-5 5-64 0 0,-1 4 24 0 0,-2 5 144 0 0,-1 2-72 0 0,0 2 56 0 0,-1 2-40 0 0,1 1-24 0 0,1 1 40 0 0,2 1 8 0 0,1 0 128 0 0,0 0 0 0 0,-2-2 89 0 0,0 0-193 0 0,13-2 112 0 0,3 0-56 3024-917,-1 0-128-3024 917,-6-1-48 0 0,-5-1 136 0 0,-5 2-112 0 0,0 2-64 0 0,-2 2 232 0 0,-4 2-240 0 0,-7 1 56 0 0,-2 2 40 0 0,-5 2-160 0 0,-6 1 160 0 0,-7 2-120 0 0,-7 2 96 0 0,-7 3 24 0 0,-6 4-88 0 0,-5 1-16 0 0,-2 1 48 0 0,-2 2 16 0 0,-1 5-32 0 0,1 2-64 0 0,-1 3 72 0 0,0 3-56-291 978,-1 0 112 291-978,-1 0-168 0 0,0-1 232 1377 21,3 3-248-1377-21,-3-2 120 0 0,-5-1-80 0 0,-6-4 112 0 0,-7-4-40 0 0,-7-1 88-247 982,-7 1-200 247-982,-5 0 248 0 0,-4-1-112 0 0,-8 0-104 0 0,-7 0 120 0 0,-11 0-32 0 0,-12-1-160 0 0,-10-1 104 0 0,-10-2-40 0 0,-8-1 184 0 0,-7-2-128 0 0,-21 0 32 0 0,-7-2 0 0 0,-20-4-96 0 0,-3-3 216 0 0,7-3-184 0 0,8-2-32 0 0,13-2 184 0 0,7 0-128 0 0,5 0 48 0 0,-13 0-88 0 0,-6 0 104 0 0,2-1 96 0 0,4-2-80 0 0,-12-1 152 0 0,-6-1-208 0 0,0-1 136 0 0,3 0-72 0 0,-9-1-112 0 0,5-2 32-1426-32,16-4 184 1426 32,4-7-352 0 0,11-4 448 0 0,12-2-336 0 0,2-5 72 0 0,6-4-32 0 0,5-2 56 0 0,5 2 80-2837-75,-7-5-104 2837 75,0-2 80 0 0,4-1-240 2837 75,4-2 120-2837-75,4-1 232 0 0,5-2-24 0 0,4-3-128 0 0,3-3-48 0 0,6-1-48 0 0,6 1 40 0 0,11-1 40 0 0,9-4-152 0 0,11-4 176 0 0,11-1-216 0 0,29-17 40 0 0,23-4 200 0 0,20 1-160 0 0,44-1 176 296-971,29 7-8-296 971,13 10-144-2733-61,8 11 120 2733 61,7 10-304 0 0,1 10 352 2733 61,-4 9-64-2733-61,-8 7-104 0 0,-13 6 64 0 0,-16 5 104 0 0,-6 2-64 0 0,-18 1-24 0 0,-25 1-120 0 0,-28-1 128 0 0,-27-1-12659 0 0,-28-5 1569 0 0,-15-1 11090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0:19.273"/>
    </inkml:context>
    <inkml:brush xml:id="br0">
      <inkml:brushProperty name="width" value="0.05" units="cm"/>
      <inkml:brushProperty name="height" value="0.3" units="cm"/>
      <inkml:brushProperty name="color" value="#FF0066"/>
      <inkml:brushProperty name="inkEffects" value="pencil"/>
    </inkml:brush>
  </inkml:definitions>
  <inkml:trace contextRef="#ctx0" brushRef="#br0">70 78 1152 252281 60247,'-3'0'104'0'0,"-10"10"-72"0"0,-5 6 0 0 0,1 2 160 1292-1831,4 1 1152-1292 1831,8-1 360 0 0,9-3 513 0 0,11-3-977 0 0,7 0-440 0 0,20 3 1641 594-924,33 1-1281-594 924,27-2-472 1546 104,18-4-40-1546-104,12-6-167 0 0,7-7-161 0 0,2-3 208 0 0,-1-3-232 0 0,-2 1 40 0 0,-4 1-136 0 0,-2 0 8 1564 92,-3 1-24-1564-92,-5-1-96 0 0,9 1 256 461-947,-4 0-296-461 947,6 2 80 0 0,-4 1-64 0 0,-6 2-16 0 0,-5 2 0 0 0,-4 1-128 0 0,-4-1 136 0 0,-4 1-88 0 0,11 1 0 3040 115,6 2-80-3040-115,-13 3-16 0 0,-19 1 80 0 0,-26-1 48 0 0,-24-2 0 0 0,-21-2 120 0 0,-19-1-88 0 0,-17-4-40 0 0,-20 0 96 0 0,-15-2-136 0 0,-14-1-8 0 0,-28-1 152 0 0,-20-3-32 0 0,-11-2-104 0 0,-10 1 48 0 0,-35-1-72 0 0,-18 1 8 0 0,-6 1 192 0 0,-27 4-192 0 0,-3 4 32 0 0,14 2 32 0 0,22 1-16 0 0,26-1 32 0 0,26-1-72 0 0,24-2 56 0 0,23-1 16 0 0,23 0-8 0 0,23 0-8 0 0,17 0 16 0 0,22 0-40 0 0,31 2 112 0 0,36-1-24 0 0,80-4-56 0 0,57-4-64 0 0,38-2 96 0 0,66-2-64 0 0,24-2-56 0 0,-8-5 48 0 0,-27 0 24 0 0,-41-1-160 1531 49,-49 4 96-1531-49,-52 3 80 0 0,-52 6-128 0 0,-44 3 56 0 0,-59 3 192 0 0,-51 4-56 0 0,-47 4-8 0 0,-40 1-104 0 0,-28 2 56 0 0,-24 0-32 0 0,-60 2 40-297 980,-17-1-16 594-1960,-2 1-16-297 980,4 2-16-297 980,33 1 40 594-1960,51 0-32-297 980,56-1-128 0 0,79-3 304 0 0,75-2-120 0 0,61-3-32 0 0,65-3 24 0 0,54-2-104 0 0,40-3 88 0 0,24-2-56 0 0,10-1-88 0 0,0-2 160 0 0,-14-1-184 0 0,-23-3 224 0 0,-30-4-40 0 0,-33 0 8 1538 36,-39 2-56-1538-36,-40 3-48 0 0,-37 4 56 0 0,-32 3 0 0 0,-29 3 56 0 0,-31 4-56 0 0,-32 6 16 0 0,-31 2-8 3069 42,-30 2-40-3191 961,-29-2 176-2825-2048,-23-2-48 2947 1045,-16-3-96 0 0,-12-2-32 0 0,2 0 80 0 0,6 0-64 0 0,11 2 168 0 0,36 0-136 0 0,45-1 0-1538-36,58 0 72 1538 36,104-1-56 0 0,83-1 8 0 0,62-4-72 0 0,48-1-176 0 0,27 0 312 1538 36,10-1-136-1538-36,1 0 104 0 0,-11-1-40 0 0,-21-1-56 0 0,-33-3 24 0 0,-45 0-24 0 0,-47 0 80 0 0,-48 0-32 0 0,-47 2 72 0 0,-47 2-136-248 984,-50 5 56 248-984,-84 9 24 3317-942,-56 6-72-3317 942,-31 4 32 0 0,-26 0-176 0 0,14 0 248 0 0,38-5-128 0 0,58-3 200 0 0,73-5-64 0 0,76-2-24 0 0,75-5 40 0 0,65-7 40 0 0,54-6-152 0 0,35-5 16 0 0,16-3-24 0 0,1-4 40 0 0,-16 0 8 0 0,-24 3-120 0 0,-27 4 144 0 0,-44 5-48 0 0,-51 3 120 0 0,-56 5 24 0 0,-94 8 0 0 0,-78 9-64-122 1003,-60 8-64 122-1003,-92 12-24 122-1003,-39 7 32 1418 1015,6 0 72-3080-24,36-2 8 1540 12,57-6-80 0 0,63-8-8 0 0,66-7 209 0 0,70-6-185 0 0,72-6 56 0 0,69-5-48 0 0,61-7 16 0 0,45-4-24 1540 12,33-4 24-1540-12,13-3-56-1540-12,25-4-32 1540 12,-19-2 24 0 0,-46 2-48 0 0,-59 6 144 0 0,-77 4 40 1540 12,-76 6 0-1540-12,-111 10 40-1540-12,-82 6-136 1540 12,-52 6-8 1540 12,-23 5-8-1540-12,6 2 176 0 0,27 2-48 0 0,42-2-216 0 0,49-1 0 0 0,54-5 136 0 0,60-2 120 0 0,67-2 32 0 0,67-5-272 0 0,61-7 120 0 0,51-7-80 0 0,31-8 32 0 0,8-5 0 0 0,-2-4 24 0 0,-14 0-136 0 0,-9 1 184 0 0,-34 4-96 0 0,-47 4-48 0 0,-50 6 32 0 0,-44 3 16 0 0,-32 4 0 0 0,-23 1 0 0 0,-12 2 0 0 0,-3 4-88-1662 991,4 4 240 1662-991,8 2-128 0 0,6 1 8 0 0,4 0 40 0 0,3-2-40 0 0,1 0-24 0 0,2-2 0 0 0,-2-1-16 0 0,-5-1-16 0 0,-5-2 72 1601 13,-6-1-16-1601-13,-4-1-24 0 0,-2-2 80 0 0,-1 0-88 0 0,0 0 0 0 0,-1 0 0 0 0,1 0 0 0 0,-3-1 160-1601-13,-2 2-152 1601 13,0 1-56 0 0,0 1-40 0 0,2 1 120 0 0,1 3-88 0 0,2 10 72 0 0,0 11-40 0 0,3 23 8 0 0,10 37 8 1662-991,5 16 56-1662 991,6 5-80 0 0,-1-15 152 0 0,-4-22-96 0 0,-4-24 360 0 0,-4-34 0 0 0,-2-33-352 0 0,-1-20-80 0 0,-2-12 56 0 0,-1-2-56 0 0,-2 1 152 0 0,-2 4-224 104-1999,-8-3 0-208 3998,-5 2-16 104-1999,-5 3-184 0 0,-3 4 120 0 0,1 8 248 0 0,2 7 56 0 0,4 6-168 0 0,3 5 48 0 0,4 4 56 0 0,2 2-56 0 0,1 2-192 0 0,1 3 208 0 0,3 18-536 0 0,5 22 648 0 0,5 22-208 0 0,5 30 248 0 0,3 19-144 0 0,-1 7 120 0 0,0 2-112 0 0,-1-7 24 0 0,-1-11 40 0 0,-2-17-48 0 0,-3-20 224 0 0,-2-24 552 0 0,-4-33-672 0 0,-1-34-128 0 0,-2-32 120 0 0,-1-29-80 0 0,-2-24-8 0 0,-2-19-112 0 0,-2-11-8 0 0,-2 0 120 0 0,1 7-168 0 0,2 26 232-61 1004,2 33-104 61-1004,2 35-672 0 0,8 55 600 0 0,10 49 136 0 0,9 37-176 0 0,5 26 120 61-1004,3 13 32-61 1004,-2 0 8 0 0,-5-8-72 0 0,-8-19 184 0 0,-4-22-24 0 0,-6-26 56 0 0,-4-23 520 0 0,-6-36-480 0 0,-4-23-144 0 0,-4-12-200 0 0,1 0 16 0 0,0 10 8 0 0,-1 31 184 0 0,1 30 32 0 0,1 24 56 0 0,2 15-120-61 1004,1 9 64 61-1004,2 4 56 0 0,2-2-31 0 0,-1 0-201 0 0,2-6 16 0 0,-1-9 152 0 0,2-11-88 0 0,0-14-313 0 0,0-12-2703 0 0,-3-10-8147 0 0,-8-10 1914 0 0,-2-7 9217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0:25.975"/>
    </inkml:context>
    <inkml:brush xml:id="br0">
      <inkml:brushProperty name="width" value="0.05" units="cm"/>
      <inkml:brushProperty name="height" value="0.3" units="cm"/>
      <inkml:brushProperty name="color" value="#FF0066"/>
      <inkml:brushProperty name="inkEffects" value="pencil"/>
    </inkml:brush>
  </inkml:definitions>
  <inkml:trace contextRef="#ctx0" brushRef="#br0">450 66 1040 255172 58531,'5'0'120'0'0,"20"1"-120"0"0,12 1-32 0 0,7-1 80 0 0,2-2 16 0 0,-4 1 64 0 0,-7-3 280 0 0,-7 1 624 0 0,-9 0-1032 0 0,-8 0 0 0 0,-7 1 3625 0 0,-9 1-3145 0 0,-17-1 376 0 0,-11 4-280 0 0,-23 8 1489 0 0,-17 7-1009 0 0,-3 4-216 0 0,-1 4-368 0 0,3 2-184 0 0,7-1-168 541-935,10-2 136-541 935,11-3-88 0 0,13-4-192 0 0,12-2 144 0 0,13-3 128 0 0,15-3 17 0 0,20-4-177 0 0,29-4-88 511-932,31-9-24-511 932,56-14-176 0 0,31-7 232 1514 77,11-4 8-1975 870,-6-2 72 461-947,-11-1 64 0 0,-31 4 16 0 0,-40 8 48 0 0,-44 6-112 0 0,-47 6-88 0 0,-44 8 112 0 0,-40 9 32 0 0,-35 9-48 0 0,-26 8 448 0 0,-16 7-56 0 0,-10 6 168 0 0,2 3-392 0 0,15-1 48 461-947,27-4-96-461 947,35-9-328 0 0,38-9 24 0 0,40-12-88 0 0,38-11-48 0 0,27-8 56 0 0,12-3-128 0 0,1 0-24 0 0,-10 3 208 0 0,-15 3 40 0 0,-15 3-184 0 0,-16 3 32 0 0,-16 3 264 0 0,-15 1-160 0 0,-11 0 48 0 0,-8 2 56 0 0,-2 3-88 0 0,0 2 72 0 0,4 4 48 0 0,1 3-120 0 0,2 4 88 0 0,-3 7 184 0 0,2 5-192 0 0,0 8 40 0 0,2 21 80 866-1904,2 12 0-866 1904,5 9-136 0 0,7 6 136-1424-55,7 5 72 1424 55,3 4 48 0 0,6 2-72 0 0,3-3-32 0 0,3-8-136 0 0,1-9 48 0 0,0-12-32 0 0,0-16 561 0 0,0-17-105 0 0,0-25-288 0 0,2-28-80 0 0,2-32-152 0 0,0-31 32 0 0,0-28-40 0 0,-1-23 56 0 0,0-10-8 0 0,-2 6-136 0 0,-2 18 136 0 0,-4 29-72 0 0,-3 30-56 0 0,-2 26-168 0 0,-3 27 232 0 0,-2 30-24 0 0,0 34 48 0 0,1 29 8 0 0,2 27 8 445-944,-1 48 288-890 1888,-2 21 24 445-944,-2-2-88 0 0,0-24-48 0 0,1-34 304 0 0,3-37-464 0 0,4-40 1680 0 0,6-40-1432 0 0,2-39-168 0 0,3-36 48 0 0,-1-30-96 0 0,-9-50 112 0 0,-8-21-296 0 0,-6 6 280 0 0,-3 25-192 0 0,1 35-32 0 0,0 36-88 0 0,2 38-32 445-944,1 39 24-445 944,3 44 216 0 0,5 40 120 0 0,6 33-24 0 0,6 28 112 0 0,4 19 80 0 0,1 13-88 0 0,-2 19 144 0 0,-2-17-136 0 0,-2-31 209 0 0,-4-34-57 0 0,-1-33-200-445 944,-1-25-72 445-944,-1-21-192 0 0,1-17 192 0 0,0-13-224 0 0,0-7 504 0 0,1-4-784 0 0,8 1 760 0 0,13 4-304 0 0,21 1 0 0 0,22 2 16 0 0,23 1-64 0 0,53 1 40 0 0,34 2 104 0 0,22 2-152 0 0,47 1-8 1424 55,30-3 48-1424-55,-1-3-80 0 0,-10-7 88 0 0,-11-4-104 0 0,-27-1-16 0 0,-48 2 40 0 0,-47 6 112 0 0,-44 6-344 0 0,-36 2 248 0 0,-30 1-80 2837 75,-27 2 144-2837-75,-28 2-200 0 0,-20-1 144 0 0,-17 1 48 0 0,-13-2-168 0 0,-8-5 96 0 0,-10-6-24 0 0,-12-4-48 0 0,-17-7 8 0 0,-15-4-96 0 0,-53-2 64 0 0,-27 0-24 0 0,-42 6 32 0 0,-2 5 216 0 0,17 3-16 0 0,46 1-120 0 0,60 1-96 0 0,72 0 88 0 0,72-1-152 0 0,67 0 184 0 0,65 0 64 0 0,56-1 8 0 0,40 1-64 0 0,30-1-96 0 0,26 0 208 0 0,11-3-152 0 0,-3-1 80 0 0,-20 2-120 0 0,-32-1 64 0 0,-34-3 40 0 0,-52-2-24 0 0,-61 3 64 1426 32,-87 2-96-1426-32,-76 3 88 0 0,-112 3-8-1426-32,-77 3-144 2852 64,-46 2 56-1426-32,-59 1 40 0 0,2-1-128-1426-32,47-1 168 1426 32,68-1-72 0 0,80-2 40 0 0,116-5 56 0 0,105-4-40 0 0,85-3 88 0 0,113-9-144 1426 32,77-2 32-1426-32,40 5-40 0 0,16 4 8 0 0,-3 4-72 0 0,-20 6 80 0 0,-20 6 224 0 0,-60 4-136 1422 20,-76 0-40-1422-20,-90 1 16 0 0,-83-1-24 0 0,-70-2-32 0 0,-53-2 40 2850 29,-43-4 128-2850-29,-35-5-104-2850-29,-27-7 0 2850 29,-21-2-216 0 0,-57 3 352 0 0,-15 3-352 0 0,23 3 272 0 0,43 2-120 0 0,54 3-64 0 0,55 0 8 0 0,53 2-104 205-986,55 1 240-205 986,57 3-8 0 0,56 0-96 0 0,64-1 16 0 0,110-2-32 0 0,66-3 16 0 0,31-1-120-205 986,2-2 192 205-986,27-4-16 2953-969,-21-6-80-3056 1967,-59-4 144 103-998,-65-1-56 0 0,-79 3-16 0 0,-71 3 40 0 0,-87 3-96-2850-29,-79 4 64 2850 29,-99 2-88 2850 29,-71 3 128-2850-29,-43 3-192 0 0,-20 4 360 0 0,-39 5-256 0 0,15 4 80 0 0,52 0-72 0 0,70-4 32-2850-29,76-3-16 2850 29,116-5-112 0 0,102-5 248 0 0,83-6-384 0 0,62-6 176 0 0,29-5 15 2850 29,29-2 170-2850-29,5 0-137 0 0,-13 2 40 0 0,-28 2 0 0 0,-44 2 88 0 0,-53 2-232 0 0,-59 2 336 0 0,-65 1-104 0 0,-67 3-176 0 0,-63 4 144 0 0,-51 6-136 0 0,-47 9 104 0 0,-63 13-88 0 0,-13 5 96 0 0,24-4-56 0 0,47-5 80 0 0,74-7-72 0 0,83-6 200 1421 3,77-8-296-1421-3,136-13 48 0 0,69-11 0 0 0,43-6 104 0 0,1-3-40 0 0,-26 3-48 0 0,-46 5 16 0 0,-58 4 0 0 0,-57 6 32 0 0,-77 5 56 0 0,-72 5-128 0 0,-66 6 208 0 0,-60 10-152-1421-3,-42 10 64 1421 3,-17 4-64 0 0,3 3-16 1421 3,36-2 112-1421-3,53-6-8 0 0,105-5-112 0 0,102-8 24 0 0,83-11-72 0 0,60-9 56 0 0,32-12 16 0 0,10-6 32 0 0,-8-2-152 0 0,-28 1 280 0 0,-36 3-152 0 0,-46 4-32 0 0,-49 7 88 0 0,-52 5-144 0 0,-83 11 96 0 0,-68 10 96 0 0,-48 12-128 0 0,-33 12 16 0 0,8 3 32 0 0,33-2-24 0 0,45-7-88 0 0,56-6 176 0 0,58-8-144 0 0,52-9 16 0 0,45-9 200 0 0,27-8-264 0 0,13-3 112 0 0,-6-4-8-1421-3,-21-4 32 1198 1993,-29 1-24 223-1990,-36 2 80 0 0,-40 5-144 0 0,-32 6 48 0 0,-21 5 32 0 0,-13 10 176 0 0,0 4-168 0 0,8 0-32 0 0,17-2-184 0 0,25-6 208 0 0,22-8-8 0 0,17-8 0 0 0,11-7 8 0 0,2-7 0 0 0,-3-2 16 0 0,-7-3 40 0 0,-8-2-88 0 0,-9-1 24 0 0,-2-1 16 0 0,-7-3-24 0 0,-2-7 32 0 0,-1-5 200 0 0,-3-1-352 0 0,-2 1 144 0 0,-1 2-64 0 0,4-5 104 0 0,2 0-80 0 0,1 1 8 0 0,1 4-16 0 0,-1 4 80 0 0,-1 5-88-122 1003,-2 2 24 122-1003,-1 5 24 0 0,-1 1-16 0 0,-3-1 40 0 0,1-5-56 0 0,-2-5-72 1601 13,-1-2 136-1540-1017,-3-3-88-61 1004,-3-1 0 0 0,-3-3 104 0 0,-5-14-8 0 0,0-9-104 0 0,-3-5 80 0 0,3-3 16 0 0,2-1-24 0 0,2 6-24 0 0,3 7-40 0 0,2 8 144 0 0,-3 12-296 0 0,-3 11 192 0 0,-7 10-48 0 0,-9 9 8 0 0,-9 6-112 0 0,-14 3 136 0 0,-12 0 16-1540-12,-10-3 0 1540 12,-8-3-8 1540 12,-13 0 8-1601 992,-11 2-32 61-1004,-11 2 8 0 0,-32 3 144 0 0,-17 3-128 0 0,-11 2-32-1601-13,-42 2 16 3202 26,-13 2 128-1601-13,4 2-224 0 0,15 2 120 0 0,15 3-48 0 0,13 5-24 0 0,12 3 128 0 0,9 2-16-1601-13,7-1 24 1601 13,5-1 80 0 0,4-4-144 0 0,5-3-24 0 0,-9-2 56 0 0,5-3-72 0 0,10 0 128-3195-61,12-1-104 3195 61,-2 1 88 0 0,5 0-48 0 0,7 1-136 0 0,-8 5 112 248-984,6 3-32-248 984,7 2 32 0 0,16 0-112 0 0,10 0 296 0 0,9 0-288 0 0,6-1 80 0 0,4-2 56 0 0,1-1-72-1538-36,-1-2 24 1538 36,-1-1-40 0 0,1-1 56 0 0,7 2 8 0 0,10-2 16 0 0,12 1 16 0 0,19-3 48 0 0,24-3-120 0 0,28-3-16 0 0,29-4 152 0 0,30-2-136 0 0,34 1 0 0 0,36-2 96 0 0,35-1-64 0 0,28-1-56 0 0,18-1 56 0 0,10 0-72 0 0,47 3-168 0 0,12 3 256 0 0,-14 6 56 0 0,-28 4-176 1538 36,-35 6 208-1538-36,-30 2-24 0 0,-26 2-136 0 0,-17-3 24 0 0,-15-1 24 0 0,-9-4 8 0 0,-7-1-32 0 0,17-2-24 0 0,4 1 56 3069 42,-6-2-160-3069-42,-10 2 288 0 0,-15 0-160 0 0,-17 0 8 0 0,-19-1 56 0 0,-18 0-24 0 0,-18-1 0 0 0,-18 1-80 0 0,-15-1 128 0 0,-14 0-104 0 0,-16 0-72 0 0,-15-2 160 0 0,-19-1-72 0 0,-22-1 32 0 0,-24 0 56 0 0,-61 0-64 0 0,-56 1 24 0 0,-48 3-32 0 0,-109 11-112 0 0,-58 11 24 0 0,-21 6 360 0 0,7 7-224 0 0,27 3 32 0 0,41-1 48 0 0,52-6-256 0 0,62-7 280 0 0,65-13-96 223-1990,70-11-56-223 1990,68-8 80 0 0,57-6-112 0 0,57-2 16 0 0,45-1 16-2850-29,35 1 0 2850 29,34 3-64 0 0,26 2 96 0 0,17 4-120 0 0,16 1-128 0 0,10 0 328 0 0,41-6 72 2850 29,5-6-112-2850-29,-12-4-160 0 0,-25-3 176 0 0,-29-1-88 0 0,-31 3 8 0 0,-27 1 80 0 0,-27 4-88 0 0,-23 5-80 0 0,-17 4 56 0 0,-9 5 152 0 0,-7 2-312-223 1990,-5 1 336 223-1990,-4 2-216 1540 12,-4 0 56-1540-12,-5 0 16-1540-12,-6-2 8 1540 12,-6-3-32 0 0,-11-1-80 0 0,-13 1 104 0 0,-13-1-920-122 1003,-9 1 920 122-1003,-8 5-881 0 0,-6 8 841 0 0,-1 5 48 0 0,-1 5 32 0 0,1 3-96 0 0,1 5 88 0 0,3 8-96 0 0,7 6 40 0 0,6 6 56 0 0,9 3-64 0 0,12 4 24 0 0,14 13-32 0 0,6 3 144 122-1003,-3 2-88-122 1003,-3 1 16 0 0,-7-6-56 0 0,-5-5 104 0 0,-6-4-96 0 0,-4-5 48 1540 12,-1-2-24-1540-12,-3-1 104 0 0,-2-2-168 0 0,-1-1 160 0 0,3 4-232 0 0,2 2 184 0 0,6 4-56-61 1004,3-2-48 61-1004,-2-5 72 0 0,-3-2-24 0 0,-6-1-24 0 0,-4-1 96 0 0,-1 11-248 0 0,-1 4 160 1601 0,-1-3 32-1601 0,-2-8 8 0 0,-1-7-64 0 0,-3-5 24 0 0,-3-3 128 0 0,-3-1-88 0-1000,-3 0 24 0 1000,-3 6-40 0 0,-2-3 32 0 0,0-8 265 0 0,1-9-113 0 0,2-20-96 0 0,1-21-96 0 0,2-24 56 0 0,0-25-104 0 0,-9-53 112 0 0,-10-35-136 0 1000,-10-18-240 0-1000,-6-7-81 0-1000,-10-8 417 0 1000,-2 15-104 0 0,2 28 208 0 0,5 33-136 0 0,8 35-168 0 0,7 30 88 0 0,8 26-328 0 0,6 24 472 0 0,5 25-128 0 0,3 24 192 0 0,2 19-216 0 0,1 30 176 0 0,1 11-120 0 0,-1-5 80 0 0,0-16 96 0 0,0-24 464 0 0,1-29-447 0 0,2-51 79 0 0,-1-46-272 0 0,-1-37 72 0 0,-11-45 80 0 0,-13-13-512 0 0,-2 24 279-1540-4,1 53 49 1540 4,5 65 40 0 0,6 59 96 0 0,8 48 0 0 0,3 55-16 0 0,5 15-168 0 0,3-11 281 0 0,3-29 47 0 0,0-37 232 0 0,1-60-336 0 0,-1-57 0 0 0,-3-43-80 0 0,-3-36 120 0 0,-7-19-232 0 0,-8-3 80 0 0,-3 18-112 0 0,2 30-216 0 0,1 35 232 0 0,4 45-16 0 0,4 50 136 0 0,4 46-32 0 0,1 39 40 0 0,1 29-120 0 0,0 15 176 0 0,-3 2-264 0 0,-4 2 88 0 0,-3-27 192 0 0,-2-36 80 0 0,-1-35-232 0 0,-2-28 48 0 0,-2-19 72 0 0,-2-11-72 0 0,-1-6-48 0 0,-1-3 160 0 0,0-2 16 0 0,0-3 16 0 0,0-4-168 0 0,2-1 112 0 0,3-2-80 0 0,4-1 120-1540-12,4-2-88 1540 12,6-3-88 0 0,14-6 48 0 0,15-7 8 0 0,30-9-16 0 0,17-2-8 0 0,4 4 64 1540 12,-6 5-152-1540-12,-15 7 112 0 0,-37 13 352 0 0,-40 13-256 0 0,-34 13 168 0 0,-26 10-136 0 0,-9 4 16 0 0,5-2 112 0 0,15-7-256 0 0,32-13-16-1662 991,38-19-16 1784-1994,37-22-128 1418 1015,30-18-144-1540-12,18-11 72-61 1004,3-7 336 61-1004,-7 2-16 0 0,-19 8 32 0 0,-22 13-152 0 0,-27 13-112 0 0,-30 14 200 0 0,-52 25 160 0 0,-26 14-96 0 0,-13 9 104 0 0,11-2-112 0 0,21-8-96 0 0,30-18-8 0 0,37-24-88 0 0,28-22 376 0 0,20-14-280 0 0,10-7 80 0 0,-4 4-152 0 0,-10 10 56 0 0,-14 16-136 0 0,-17 21 288 0 0,-20 32-328 0 0,-14 24 232 0 0,-7 15-128 0 0,-2 7 112 0 0,6 0-56 0 0,7-5-1912-1601-13,8-11-8707 1601 13,10-15-1567 0 0,8-13 11466 0 0,2-13 736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0:41.203"/>
    </inkml:context>
    <inkml:brush xml:id="br0">
      <inkml:brushProperty name="width" value="0.05" units="cm"/>
      <inkml:brushProperty name="height" value="0.3" units="cm"/>
      <inkml:brushProperty name="color" value="#FF0066"/>
      <inkml:brushProperty name="inkEffects" value="pencil"/>
    </inkml:brush>
  </inkml:definitions>
  <inkml:trace contextRef="#ctx0" brushRef="#br0">2106 238 416 242825 57154,'0'0'0'0'0,"2"-3"16"0"0,6-2 8 0 0,3-3 16 0 0,6-2 32 0 0,4-2 16 0 0,2 2 152 0 0,6 2 112 0 0,4 6 136 0 0,7 10 1264 1474 229,1 6-848-1474-229,-6 0-904 0 0,-8 0 689 0 0,-9-2 839 0 0,-6-3-1528 0 0,-7-3 2464 0 0,-8-7-2031 0 0,-10-9-313 0 0,-13-8 32 0 0,-31-18-136 0 0,-22-8-16 0 0,-22-3-112 857-809,-20 5 248-857 809,-16 9-120 0 0,-11 12-64 0 0,-11 17 8 0 0,-9 17 40 0 0,-1 16-8 0 0,6 14-24 0 0,17 12 248 0 0,23 6-176 0 0,26 4-112 0 0,26 1 8 0 0,24-2 0-1444-209,20 1 144 1444 209,17 0-16 0 0,13-4 56 0 0,9-7-88 0 0,3-11 48 0 0,-1-10 0 0 0,-2-12 144 0 0,-4-8-224 0 0,-5-6 752-2325 540,-9-7-720 2325-540,-11-2-24 0 0,-16-1 16 0 0,-14 4 40 0 0,-11 10 112 0 0,-12 16-136 0 0,-15 29 208 0 0,-1 24-232 0 0,7 20-8 1438 249,16 19-16-1438-249,16 14 216 0 0,18 4 24 0 0,19-2-144 887-789,20-8 120-887 789,20-11 64 834-788,15-13-64-834 788,13-16 48 0 0,6-17 16 0 0,1-19-160 0 0,0-15 96 0 0,-6-12-144 0 0,-7-9 65 1586-1599,-10-7-81-1586 1599,-10-5 56 0 0,-11-2-104 0 0,-9 1-40 0 0,-6 4 136 0 0,1 8-337-1338-160,9 19 386 1338 160,13 18-81 0 0,36 26-56 0 0,44 12 232 1338 160,27-7-24-1338-160,28-23 32 0 0,6-32-160 0 0,-15-33-16 0 0,-18-24 32 0 0,-27-19 0 0 0,-29-8 24 0 0,-27 3 0 0 0,-24 9-56 0 0,-16 12-72 0 0,-11 12 0 0 0,0 20-320 0 0,10 25 432 0 0,18 21-128 0 0,22 17 88 0 0,32 8 104 0 0,59-2-368 0 0,34-14 176 0 0,13-23-88 743-807,20-37 128 569 932,-9-31 48-1312-125,-24-21-280 2663 207,-37-8 360-2663-207,-37 1-96 0 0,-33 10 32 0 0,-29 14-216 734 975,-21 12 32-734-975,-11 14 0 0 0,-1 13 128 0 0,13 16 8 1395 93,27 17-8-826-993,35 12 72-569 900,39 3-176 0 0,36-9-24 0 0,27-18 8 0 0,11-23-152 0 0,39-32-224 2713 122,-1-21 352-3201 808,-18-13 200 488-930,-36-3 8 0 0,-40 4 104 0 0,-43 15-344 0 0,-34 16 72 0 0,-23 17 144 0 0,-2 18-40-1055 1851,13 15 32 1055-1851,20 8 96 0 0,26-1-16 1506 90,62-13 0-1506-90,35-19-56 0 0,15-22 40 0 0,1-21-40 0 0,-13-18 56 956-1882,-24-12-360-1912 3764,-29-14 144 956-1882,-35-14 112 1514 77,-35-3 32-1514-77,-39-4-128 0 0,-41 2 104 0 0,-35 12 24 0 0,-22 14-184 0 0,-8 19 96 0 0,-2 15 8 0 0,7 16 16 0 0,12 11-96 0 0,14 5 152 0 0,14 0-184 0 0,11-9 96 0 0,8-30-320-461 947,-1-19 200 3608-805,-11-6 8-3147-142,-24-2 120 0 0,-33 0-224 0 0,-82-4-81 0 0,-61 15 169-3147-142,-42 23-56 3147 142,-26 29 64 0 0,-6 36 536 0 0,15 28-368 3501-832,31 19 8-3501 832,43 16 24 0 0,45 6-136 0 0,45 1 56 0 0,40-10 24 0 0,33-14 136 0 0,29-16 49 0 0,21-13 135 0 0,16-18-240 0 0,14-26-144 0 0,-2-19 128 0 0,-15-17-80 0 0,-30-9-40 0 0,-36-4 56 0 0,-40-1 72 0 0,-42 3-40 0 0,-36 11-168 0 0,-25 15 64 0 0,-9 22 56 0 0,10 20-104 0 0,13 17 152-3040-115,34 6 16 3040 115,41 0 248 0 0,36-7-296 0 0,29-10 32 0 0,18-20-96 0 0,2-16-88 0 0,-12-9 48 0 0,-28 0-96-1514-77,-34 11 280 1514 77,-33 16-104 0 0,-29 20 56 0 0,-21 17-136-1506-90,-8 12-113 1506 90,2 9 313 0 0,8 5-144 0 0,15 3 0 0 0,25-1-40-2972-217,29-5-240 2972 217,32-6-1744 0 0,32-2-4954 0 0,41 5 2610-1466-126,18-6 4416 1466 126</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0:51.661"/>
    </inkml:context>
    <inkml:brush xml:id="br0">
      <inkml:brushProperty name="width" value="0.05" units="cm"/>
      <inkml:brushProperty name="height" value="0.05" units="cm"/>
      <inkml:brushProperty name="color" value="#CC0066"/>
    </inkml:brush>
  </inkml:definitions>
  <inkml:trace contextRef="#ctx0" brushRef="#br0">139 702 416 0 0,'-30'-4'87'0'0,"-1"0"-27"0"0,-29-4 72 0 0,59 8-126 0 0,0 0-2 0 0,0 1 0 0 0,0-1 0 0 0,1 0 1 0 0,-1 0-1 0 0,0 0 0 0 0,0 0 0 0 0,0 0 0 0 0,0 0 0 0 0,0 0 0 0 0,1 0 0 0 0,-1-1 0 0 0,0 1 0 0 0,0 0 0 0 0,0 0 0 0 0,1-1 1 0 0,-1 1-1 0 0,-1-1 0 0 0,2 0 8 0 0,0 1 0 0 0,0-1 0 0 0,0 1 0 0 0,0-1 0 0 0,0 1 0 0 0,0-1 0 0 0,0 1 0 0 0,0-1 1 0 0,0 0-1 0 0,0 1 0 0 0,0-1 0 0 0,1 1 0 0 0,-1 0 0 0 0,0-1 0 0 0,0 1 0 0 0,1-1 0 0 0,-1 1 0 0 0,0-1 0 0 0,1 1 1 0 0,-1 0-1 0 0,0-1 0 0 0,1 1 0 0 0,-1-1 0 0 0,1 1 0 0 0,-1 0 0 0 0,1 0 0 0 0,-1-1 0 0 0,0 1 0 0 0,1 0 1 0 0,-1 0-1 0 0,1-1 0 0 0,-1 1 0 0 0,1 0 0 0 0,-1 0 0 0 0,1 0 0 0 0,0 0 0 0 0,-1 0 0 0 0,1 0 0 0 0,-1 0 0 0 0,1 0 1 0 0,0 0-1 0 0,25 1 320 0 0,-14-1 5 0 0,0 1 0 0 0,-1-2-1 0 0,1 1 1 0 0,0-2 0 0 0,-1 1 0 0 0,16-6 0 0 0,-6 1 54 0 0,30-5 0 0 0,19-5 87 0 0,-27 4-238 0 0,0 2-1 0 0,46-3 1 0 0,93-3 75 0 0,-92 10-101 0 0,115-22-1 0 0,156-58 55 0 0,-327 80-235 0 0,0 1-1 0 0,67-1 0 0 0,15-1-17 0 0,6-4-64 0 0,-16-8 118 0 0,-13-1 102 0 0,-58 11-126 0 0,1 2 1 0 0,-1 1-1 0 0,49-1 0 0 0,154-1-49 0 0,-10 1 43 0 0,-102 1 82 0 0,-68 2-45 0 0,150-17 23 0 0,-106 17-58 0 0,211-19 61 0 0,-141 0-25 0 0,133-24 127 0 0,-275 40-208 0 0,94-19-43 0 0,132-12-1 0 0,42 23-86 0 0,98 7-192 0 0,-366 8 251 0 0,5 0 65 0 0,0-1 0 0 0,0-1 0 0 0,68-14-1 0 0,-92 14 29 0 0,290-55 147 0 0,-58 25-62 0 0,-196 28-101 0 0,51 2 1 0 0,-42 3-6 0 0,-25-1 1 0 0,1-1-8 0 0,-1 1 0 0 0,63 10 0 0 0,-41 3 10 0 0,-14-3 16 0 0,45 4 0 0 0,120 4 74 0 0,-89-14-62 0 0,-64-4-19 0 0,2 1 13 0 0,83-9-1 0 0,-112 7-17 0 0,-23 1-9 0 0,0-1-1 0 0,0 1 0 0 0,0 0 0 0 0,0 0 0 0 0,0 0 0 0 0,0 0 0 0 0,0 0 0 0 0,0 0 0 0 0,1 1 0 0 0,-1-1 0 0 0,0 0 0 0 0,0 1 0 0 0,0-1 0 0 0,0 0 1 0 0,0 1-1 0 0,1 0 0 0 0,1 4-26 0 0,-3-5 32 0 0,1 0 0 0 0,-1 1 0 0 0,0-1 0 0 0,1 1 0 0 0,-1-1 0 0 0,0 0 0 0 0,1 1 0 0 0,-1-1 0 0 0,0 1 0 0 0,1-1 1 0 0,-1 1-1 0 0,0-1 0 0 0,0 1 0 0 0,0-1 0 0 0,0 1 0 0 0,0-1 0 0 0,1 1 0 0 0,-1-1 0 0 0,0 1 0 0 0,0 1 0 0 0,0-2 0 0 0,-8 3 0 0 0,8-3-125 0 0,0 0 0 0 0,-1 1 0 0 0,1-1 0 0 0,0 0 0 0 0,-1 0 0 0 0,1 0-1 0 0,0 0 1 0 0,0 1 0 0 0,-1-1 0 0 0,1 0 0 0 0,0 0 0 0 0,0 1 0 0 0,-1-1 0 0 0,1 0 0 0 0,0 0 0 0 0,0 1 0 0 0,0-1 0 0 0,0 0 0 0 0,-1 1-1 0 0,1-1 1 0 0,0 0 0 0 0,0 0 0 0 0,0 1 0 0 0,0-1 0 0 0,0 0 0 0 0,0 1 0 0 0,0-1 0 0 0,0 0 0 0 0,0 1 0 0 0,0-1 0 0 0,0 0 0 0 0,0 1-1 0 0,0-1 1 0 0,0 0 0 0 0,0 1 0 0 0,0-1 0 0 0,0 0 0 0 0,0 1 0 0 0,1-1 0 0 0,-1 0 0 0 0,0 0 0 0 0,0 1 0 0 0,0-1 0 0 0,1 1 0 0 0,-1 0-411 0 0,8 18-1149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0:53.869"/>
    </inkml:context>
    <inkml:brush xml:id="br0">
      <inkml:brushProperty name="width" value="0.05" units="cm"/>
      <inkml:brushProperty name="height" value="0.05" units="cm"/>
      <inkml:brushProperty name="color" value="#CC0066"/>
    </inkml:brush>
  </inkml:definitions>
  <inkml:trace contextRef="#ctx0" brushRef="#br0">631 646 336 0 0,'0'1'8'0'0,"0"0"-1"0"0,-1 0 1 0 0,1 0 0 0 0,-1 0 0 0 0,1 0-1 0 0,-1 0 1 0 0,0 0 0 0 0,1 0-1 0 0,-1 0 1 0 0,0-1 0 0 0,0 1 0 0 0,1 0-1 0 0,-1 0 1 0 0,0-1 0 0 0,0 1 0 0 0,0 0-1 0 0,0-1 1 0 0,0 1 0 0 0,0-1-1 0 0,0 0 1 0 0,0 1 0 0 0,0-1 0 0 0,-2 1-1 0 0,-16 6 24 0 0,11-6-26 0 0,-1 0 1 0 0,1 1-1 0 0,0 0 0 0 0,0 1 1 0 0,1 0-1 0 0,-1 0 0 0 0,-8 4 1 0 0,-18 9 15 0 0,24-15-20 0 0,-3 1 1 0 0,-18 10 8 0 0,0 2 1 0 0,-43 27 0 0 0,38-21-6 0 0,-14 6 7 0 0,26-14 16 0 0,1 0 0 0 0,-39 28 0 0 0,54-32-23 0 0,0 0 0 0 0,1 0 0 0 0,0 0-1 0 0,0 1 1 0 0,1-1 0 0 0,0 2 0 0 0,0-1 0 0 0,1 1 0 0 0,1 0 0 0 0,0 0-1 0 0,0 0 1 0 0,-3 16 0 0 0,-2 13 118 0 0,3 1 0 0 0,-2 41-1 0 0,3-31 118 0 0,0-2 22 0 0,-12 163 789 0 0,15-154-761 0 0,1 138 979 0 0,5-146-958 0 0,2 1 1 0 0,3-1-1 0 0,25 85 1 0 0,29 87 440 0 0,-53-181-705 0 0,-6-26 12 0 0,-1 1 0 0 0,2-1 0 0 0,11 25 0 0 0,45 54 477 0 0,-50-78-478 0 0,-4-5-7 0 0,1-1-1 0 0,1 0 1 0 0,-1 0 0 0 0,1-1-1 0 0,16 11 1 0 0,-9-6 27 0 0,11 7 81 0 0,1-1 1 0 0,0-2-1 0 0,2 0 0 0 0,-1-3 1 0 0,45 17-1 0 0,164 37 878 0 0,-171-54-715 0 0,110 9 0 0 0,75-11-58 0 0,-164-9-191 0 0,428 0 180 0 0,-279-5-242 0 0,450 10-214 0 0,-605-8 192 0 0,187-4 166 0 0,-110-5-92 0 0,107-5-39 0 0,460 11-9 0 0,-195-18-249 0 0,-129 4-238 0 0,866 9 1007 0 0,-197-11-431 0 0,-971 15-103 0 0,423-6 269 0 0,-191 5-78 0 0,-56 2 6 0 0,124-3 61 0 0,573-66-44 0 0,-147 12-123 0 0,-269 25-37 0 0,-5-28-62 0 0,149-36-133 0 0,-249 36 134 0 0,-214 31 23 0 0,75-10 20 0 0,-14-19 0 0 0,-108 12-102 0 0,-173 43 85 0 0,0 0 1 0 0,-1-1 0 0 0,0-1 0 0 0,-1-1 0 0 0,0 0-1 0 0,0-1 1 0 0,-1-1 0 0 0,0 0 0 0 0,-1-1-1 0 0,0-1 1 0 0,23-27 0 0 0,-31 31 12 0 0,0 1 1 0 0,0-1-1 0 0,-1 0 1 0 0,0 0-1 0 0,-1 0 1 0 0,0-1-1 0 0,0 0 1 0 0,-1 0-1 0 0,-1 0 1 0 0,3-13-1 0 0,-2-8-18 0 0,0-65 1 0 0,-3 67-10 0 0,-16-283-60 0 0,-8 123 104 0 0,17 151-63 0 0,-2 1 1 0 0,-2 1 0 0 0,-17-40 0 0 0,3 25-4 0 0,-2 1 1 0 0,-3 2-1 0 0,-1 1 0 0 0,-3 1 0 0 0,-1 2 1 0 0,-2 1-1 0 0,-3 3 0 0 0,-77-64 1 0 0,65 64 20 0 0,-2 3 0 0 0,-104-55 0 0 0,58 45 1 0 0,-107-34 1 0 0,103 45-15 0 0,-158-33 1 0 0,66 37-14 0 0,-278-12 1 0 0,105 41 69 0 0,244 4-25 0 0,-701 0-37 0 0,-153 35 187 0 0,92-1-10 0 0,440-19-198 0 0,-124 2-41 0 0,545-18 69 0 0,-609-21-167 0 0,258-18 269 0 0,-80-1 56 0 0,86 29-165 0 0,87-13 136 0 0,142 10-153 0 0,115 12-302 0 0,0 1-1 0 0,0 1 0 0 0,-30 4 1 0 0,54-4 46 0 0,0 1 1 0 0,0 0-1 0 0,0 0 1 0 0,0 1-1 0 0,0-1 1 0 0,0 1 0 0 0,1-1-1 0 0,-1 1 1 0 0,1 0-1 0 0,-1 0 1 0 0,1 0 0 0 0,0 0-1 0 0,0 0 1 0 0,-1 1-1 0 0,2-1 1 0 0,-1 0-1 0 0,0 1 1 0 0,0 0 0 0 0,1-1-1 0 0,-1 1 1 0 0,1 0-1 0 0,0 0 1 0 0,-1 3 0 0 0,-1 5-648 0 0,0 1 0 0 0,0-1 0 0 0,-1 23 0 0 0,3-26 821 0 0,-1 8-647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1:18.66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857 613 1296 0 0,'-11'-5'30'0'0,"-1"1"0"0"0,1 0 0 0 0,-1 1 0 0 0,0 1 0 0 0,0 0 1 0 0,-24-2-1 0 0,23-1 971 0 0,26 2-381 0 0,79-6 920 0 0,104 3-1 0 0,-95 5-1010 0 0,96-8 104 0 0,384-50 26 0 0,-447 44-565 0 0,-14 1-31 0 0,297-37 41 0 0,-213 23-24 0 0,259-43 103 0 0,-330 47-118 0 0,126-29 170 0 0,-241 48-185 0 0,-3 0 65 0 0,0 1 0 0 0,1 1 0 0 0,27-2 0 0 0,-226 15 920 0 0,47 0-1214 0 0,-266-3-47 0 0,-42 3 180 0 0,425-9 48 0 0,-598 38 135 0 0,165 8-49 0 0,34-20 10 0 0,242-17-3 0 0,149-9-82 0 0,-199 16 137 0 0,165-9-101 0 0,-97 23 0 0 0,71-10-25 0 0,86-20-29 0 0,1-1 0 0 0,-1 0 0 0 0,0 0 0 0 0,0 0 0 0 0,0 0 0 0 0,0 1 0 0 0,0-1 0 0 0,1 0-1 0 0,-1 1 1 0 0,0-1 0 0 0,0 1 0 0 0,1-1 0 0 0,-1 1 0 0 0,0-1 0 0 0,0 1 0 0 0,1-1 0 0 0,-1 1 0 0 0,0 1 0 0 0,1-2 0 0 0,-1 1 1 0 0,1-1 0 0 0,0 1 0 0 0,0-1 0 0 0,0 1 0 0 0,0 0 0 0 0,0-1 0 0 0,0 1 0 0 0,0-1 0 0 0,0 1 0 0 0,0-1 0 0 0,1 1 0 0 0,-1-1 0 0 0,0 1 0 0 0,0-1 0 0 0,0 1 0 0 0,0-1 0 0 0,1 1 0 0 0,-1-1 0 0 0,0 1-1 0 0,1 0 1 0 0,3 3-7 0 0,0 1-1 0 0,0-1 1 0 0,1 0-1 0 0,6 4 0 0 0,-8-6 22 0 0,26 20-1 0 0,2-2 1 0 0,0-1-1 0 0,1-2 0 0 0,1-1 1 0 0,1-2-1 0 0,40 13 1 0 0,-11-10 4 0 0,1-3 1 0 0,110 11-1 0 0,-36-14-16 0 0,176-7 0 0 0,-235-9-10 0 0,0-3-1 0 0,0-3 0 0 0,135-39 0 0 0,58-56-31 0 0,-212 80 30 0 0,-32 14 32 0 0,-1 0 1 0 0,0-2-1 0 0,-1 0 1 0 0,0-2-1 0 0,-2-1 1 0 0,29-25-1 0 0,-48 38 8 0 0,0-1 1 0 0,0 0-1 0 0,-1 1 1 0 0,0-1-1 0 0,0-1 1 0 0,0 1-1 0 0,0 0 1 0 0,-1-1-1 0 0,0 0 1 0 0,0 0-1 0 0,-1 0 0 0 0,0 0 1 0 0,0 0-1 0 0,0-1 1 0 0,-1 1-1 0 0,1-1 1 0 0,-2 1-1 0 0,1-7 1 0 0,-1 10-10 0 0,0 0 1 0 0,0 0-1 0 0,0 0 1 0 0,-1 0-1 0 0,0 1 1 0 0,1-1-1 0 0,-1 0 1 0 0,0 0-1 0 0,0 1 1 0 0,-1-1-1 0 0,1 0 1 0 0,0 1-1 0 0,-1 0 1 0 0,0-1-1 0 0,1 1 1 0 0,-1 0-1 0 0,0 0 1 0 0,-4-4-1 0 0,-2 0 15 0 0,-1 0 0 0 0,0 1-1 0 0,0 0 1 0 0,-10-5-1 0 0,-13-3 21 0 0,1 0-1 0 0,-2 2 0 0 0,-59-12 0 0 0,-106-5 22 0 0,179 26-67 0 0,-130-12 28 0 0,0 6 0 0 0,0 7-1 0 0,-247 30 1 0 0,33 35 31 0 0,254-38 4 0 0,-127 48 1 0 0,222-69-70 0 0,0 1 0 0 0,0 0 0 0 0,0 1 1 0 0,1 1-1 0 0,0 0 0 0 0,0 1 0 0 0,-14 12 0 0 0,26-19-2 0 0,0-1-1 0 0,-1 0 0 0 0,1 1 0 0 0,0-1 0 0 0,0 1 1 0 0,0-1-1 0 0,0 1 0 0 0,0-1 0 0 0,0 1 0 0 0,0 0 0 0 0,1-1 1 0 0,-1 1-1 0 0,1 0 0 0 0,-1 0 0 0 0,1-1 0 0 0,0 1 1 0 0,-1 0-1 0 0,1 0 0 0 0,0 0 0 0 0,0 0 0 0 0,0-1 1 0 0,1 1-1 0 0,-1 0 0 0 0,0 0 0 0 0,1 0 0 0 0,-1-1 1 0 0,1 1-1 0 0,0 0 0 0 0,-1 0 0 0 0,1-1 0 0 0,0 1 1 0 0,0-1-1 0 0,0 1 0 0 0,0-1 0 0 0,0 1 0 0 0,0-1 1 0 0,1 1-1 0 0,2 1 0 0 0,4 4 7 0 0,0-1 0 0 0,1 0 0 0 0,0 0 0 0 0,1-1-1 0 0,12 6 1 0 0,63 22 72 0 0,-27-16-55 0 0,2-3 0 0 0,0-1 0 0 0,94 5 0 0 0,-43-12-13 0 0,118-10 0 0 0,-131-5-28 0 0,0-3 0 0 0,-1-6 0 0 0,137-41 0 0 0,-203 48 22 0 0,0-1-1 0 0,-1-1 1 0 0,0-1 0 0 0,38-26 0 0 0,-65 38 10 0 0,-1 1 0 0 0,1-1-1 0 0,-1 0 1 0 0,1 0 0 0 0,-1-1 0 0 0,1 1-1 0 0,-1 0 1 0 0,0-1 0 0 0,0 0 0 0 0,0 1-1 0 0,-1-1 1 0 0,1 0 0 0 0,-1 0 0 0 0,1 0-1 0 0,-1 0 1 0 0,0 0 0 0 0,1-4 0 0 0,-2 4-7 0 0,0 1 0 0 0,-1 0-1 0 0,1 0 1 0 0,0-1 0 0 0,-1 1 0 0 0,0 0 0 0 0,1 0 0 0 0,-1 0 0 0 0,0 0 0 0 0,0 0 0 0 0,0 0 0 0 0,0 0-1 0 0,-1 0 1 0 0,1 0 0 0 0,0 0 0 0 0,-1 1 0 0 0,1-1 0 0 0,-1 0 0 0 0,0 1 0 0 0,0-1 0 0 0,1 1 0 0 0,-1 0-1 0 0,-3-2 1 0 0,-7-4 1 0 0,-1 0 1 0 0,0 1-1 0 0,0 0 0 0 0,-24-6 0 0 0,-61-11 0 0 0,92 22-5 0 0,-122-20 32 0 0,-1 6-1 0 0,-159 3 1 0 0,163 11 45 0 0,-138 19 0 0 0,175-6 37 0 0,1 3 0 0 0,-117 37-1 0 0,191-48-108 0 0,-19 7 3 0 0,31-11-13 0 0,0 1 0 0 0,0-1-1 0 0,0 1 1 0 0,0-1 0 0 0,0 1-1 0 0,0 0 1 0 0,0-1 0 0 0,0 1-1 0 0,0 0 1 0 0,0 0 0 0 0,1-1-1 0 0,-1 1 1 0 0,0 0 0 0 0,1 0 0 0 0,-1 0-1 0 0,0 0 1 0 0,1 0 0 0 0,-1 0-1 0 0,1 0 1 0 0,0 0 0 0 0,-1 2-1 0 0,1-2 2 0 0,0 0 0 0 0,0 0 0 0 0,1 0 0 0 0,-1 0-1 0 0,0 0 1 0 0,1 0 0 0 0,-1 0 0 0 0,1 0 0 0 0,-1-1-1 0 0,1 1 1 0 0,-1 0 0 0 0,1 0 0 0 0,0 0 0 0 0,-1-1-1 0 0,1 1 1 0 0,0 0 0 0 0,0-1 0 0 0,0 1 0 0 0,-1-1-1 0 0,1 1 1 0 0,0-1 0 0 0,0 1 0 0 0,0-1 0 0 0,1 1-1 0 0,28 13 45 0 0,0-1 0 0 0,0-1 0 0 0,51 11 0 0 0,-17-7 14 0 0,2-3 0 0 0,86 6 0 0 0,145-8-2 0 0,-146-9-106 0 0,0-8 0 0 0,279-45 0 0 0,-39-50-104 0 0,-364 92 148 0 0,-5 4 12 0 0,1-2 0 0 0,-1-1 0 0 0,-1-1 0 0 0,0 0 0 0 0,0-2 0 0 0,26-17 0 0 0,-42 24 13 0 0,1-1 1 0 0,-2 1-1 0 0,1 0 1 0 0,0-1 0 0 0,-1 0-1 0 0,5-7 1 0 0,-9 11-14 0 0,1 0 1 0 0,-1 1-1 0 0,1-1 0 0 0,-1 0 1 0 0,0 1-1 0 0,1-1 1 0 0,-1 0-1 0 0,0 0 1 0 0,1 1-1 0 0,-1-1 1 0 0,0 0-1 0 0,0 0 1 0 0,0 0-1 0 0,0 1 0 0 0,0-1 1 0 0,0 0-1 0 0,0 0 1 0 0,0 0-1 0 0,0 0 1 0 0,-1 1-1 0 0,1-1 1 0 0,0 0-1 0 0,0 0 1 0 0,-1 1-1 0 0,1-1 0 0 0,0 0 1 0 0,-1 0-1 0 0,1 1 1 0 0,-1-1-1 0 0,1 0 1 0 0,-1 1-1 0 0,1-1 1 0 0,-1 1-1 0 0,1-1 1 0 0,-1 1-1 0 0,0-1 0 0 0,1 1 1 0 0,-2-1-1 0 0,-8-6 6 0 0,0 1-1 0 0,0 0 1 0 0,-1 0 0 0 0,0 1-1 0 0,-18-6 1 0 0,-71-16 18 0 0,40 15-21 0 0,0 3-1 0 0,-65-1 1 0 0,-128 8 7 0 0,154 3-18 0 0,-81 2 59 0 0,-202 30 0 0 0,-365 118 140 0 0,682-134-183 0 0,0 3 1 0 0,-64 30-1 0 0,92-30-67 0 0,35-16 2 0 0,13 0 20 0 0,33 4 97 0 0,1-1 0 0 0,0-3 0 0 0,47-1 0 0 0,-86-3-59 0 0,220 3 83 0 0,62-5 9 0 0,565-22-86 0 0,-602 15-73 0 0,887-60-43 0 0,-790 30 181 0 0,-51-4-28 0 0,-51 10-14 0 0,66 9-5 0 0,-242 22-46 0 0,-31 2 55 0 0,-345-16 539 0 0,118 3-667 0 0,-643-11-271 0 0,-11 74 260 0 0,550-9 172 0 0,56-4-16 0 0,-61 23 19 0 0,239-46-49 0 0,53-11 86 0 0,16-1-73 0 0,36-1-7 0 0,100-3 34 0 0,83-9 0 0 0,69 0-40 0 0,859-24 48 0 0,-776 22-53 0 0,46-1 13 0 0,-72 7 11 0 0,-60 6-42 0 0,387 1 888 0 0,-874-13-560 0 0,49 1-282 0 0,-815-34 6 0 0,763 48-36 0 0,-1 8-1 0 0,-374 69 1 0 0,524-69-42 0 0,33-6 26 0 0,22-3-30 0 0,10 2 11 0 0,276 24 196 0 0,14-23-42 0 0,-222-3-115 0 0,-45-1-10 0 0,395-1 43 0 0,-2-20 8 0 0,-379 16-41 0 0,219-29 392 0 0,-236 18 1733 0 0,-54 14-1657 0 0,10 2-360 0 0,-29-4 19 0 0,-66 0 0 0 0,93 4-151 0 0,5 0-11 0 0,-5-1 9 0 0,-5 17-108 0 0,9-6-92 0 0,7 11 2480 0 0,-6-26-1935 0 0,-6 3-28 0 0,2 4-270 0 0,-3 0-55 0 0,0 2 0 0 0,0-1 0 0 0,0 1 0 0 0,0 0 0 0 0,1 1 0 0 0,-1 0 0 0 0,1 0 0 0 0,-10 9 0 0 0,-14 10 66 0 0,24-18-104 0 0,5-5 56 0 0,1 0 0 0 0,0 0 0 0 0,0 0 0 0 0,0-1 0 0 0,-1 1 1 0 0,1 0-1 0 0,0 0 0 0 0,-1-1 0 0 0,1 1 0 0 0,0-1 0 0 0,-1 1 0 0 0,1-1 1 0 0,-1 0-1 0 0,1 1 0 0 0,-3-1 0 0 0,-8 4-126 0 0,8 0 6 0 0,-12 0 1879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1:21.26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41 222 752 0 0,'2'0'49'0'0,"1"-1"1"0"0,0 0-1 0 0,0 1 0 0 0,0-1 1 0 0,0 0-1 0 0,-1 0 0 0 0,1-1 1 0 0,0 1-1 0 0,3-3 0 0 0,-6 4-47 0 0,0 0 0 0 0,0 0-1 0 0,1 0 1 0 0,-1 0 0 0 0,0 0-1 0 0,0-1 1 0 0,0 1-1 0 0,0 0 1 0 0,0 0 0 0 0,0 0-1 0 0,0 0 1 0 0,0 0 0 0 0,0 0-1 0 0,0 0 1 0 0,0 0-1 0 0,0 0 1 0 0,0-1 0 0 0,0 1-1 0 0,0 0 1 0 0,0 0 0 0 0,0 0-1 0 0,0 0 1 0 0,0 0 0 0 0,0 0-1 0 0,0 0 1 0 0,0 0-1 0 0,0 0 1 0 0,0 0 0 0 0,0-1-1 0 0,0 1 1 0 0,0 0 0 0 0,0 0-1 0 0,0 0 1 0 0,-1 0 0 0 0,1 0-1 0 0,0 0 1 0 0,0 0-1 0 0,0 0 1 0 0,0 0 0 0 0,0 0-1 0 0,0 0 1 0 0,0 0 0 0 0,0 0-1 0 0,0 0 1 0 0,0-1 0 0 0,0 1-1 0 0,0 0 1 0 0,-1 0-1 0 0,1 0 1 0 0,0 0 0 0 0,0 0-1 0 0,0 0 1 0 0,0 0 0 0 0,0 0-1 0 0,0 0 1 0 0,0 0 0 0 0,0 0-1 0 0,0 0 1 0 0,-1 0-1 0 0,1 0 1 0 0,0 0 0 0 0,0 0-1 0 0,0 0 1 0 0,0 0 0 0 0,0 1-1 0 0,0-1 1 0 0,-7-1 27 0 0,5 3 0 0 0,-1 0 0 0 0,0-1 0 0 0,1 1 1 0 0,0 0-1 0 0,-1 0 0 0 0,1 0 0 0 0,0 0 0 0 0,0 1 0 0 0,0-1 0 0 0,0 1 1 0 0,1-1-1 0 0,-1 1 0 0 0,-1 3 0 0 0,-11 32 458 0 0,8-15-205 0 0,2 0 0 0 0,1 1 0 0 0,0-1 0 0 0,2 1 0 0 0,1 0 0 0 0,1-1 0 0 0,4 32 1 0 0,-2-40-181 0 0,0 0 0 0 0,1 0 0 0 0,0 0 0 0 0,2-1 0 0 0,-1 0 1 0 0,2 0-1 0 0,0 0 0 0 0,0 0 0 0 0,1-1 0 0 0,1-1 0 0 0,0 0 1 0 0,16 17-1 0 0,-11-16-1 0 0,1-2 0 0 0,1 1 1 0 0,-1-2-1 0 0,1 0 0 0 0,1-1 1 0 0,0 0-1 0 0,0-2 0 0 0,1 0 1 0 0,0-1-1 0 0,0-1 0 0 0,24 4 1 0 0,7-1 21 0 0,0-2 0 0 0,0-3 0 0 0,53-3 0 0 0,-55-2-71 0 0,0-2 1 0 0,0-2 0 0 0,-1-2 0 0 0,89-28 0 0 0,61-39-40 0 0,-160 59 10 0 0,0-2 1 0 0,-1-1-1 0 0,33-24 0 0 0,-57 34 3 0 0,0 0-1 0 0,-1-1 0 0 0,0 1 0 0 0,-1-2 0 0 0,0 0 1 0 0,0 0-1 0 0,-1 0 0 0 0,-1-1 0 0 0,0 0 0 0 0,5-13 1 0 0,-11 21-8 0 0,1 1 1 0 0,-1 0-1 0 0,0-1 1 0 0,-1 1-1 0 0,1 0 1 0 0,-1-1 0 0 0,1 1-1 0 0,-1-1 1 0 0,0 1-1 0 0,0-1 1 0 0,0 1-1 0 0,-1-1 1 0 0,1 1-1 0 0,-1-1 1 0 0,0 1 0 0 0,0 0-1 0 0,0-1 1 0 0,0 1-1 0 0,-1 0 1 0 0,0 0-1 0 0,1 0 1 0 0,-1 0-1 0 0,-4-6 1 0 0,1 5 6 0 0,1-1 0 0 0,-1 1 0 0 0,0 0-1 0 0,0 0 1 0 0,0 0 0 0 0,0 1 0 0 0,0 0 0 0 0,-1 0 0 0 0,0 0-1 0 0,-10-3 1 0 0,3 3 5 0 0,0 0-1 0 0,0 1 1 0 0,0 0-1 0 0,0 1 1 0 0,-19 1-1 0 0,-57 10 56 0 0,65-5-36 0 0,-35 12 0 0 0,44-12-23 0 0,-20 5 41 0 0,6-2 108 0 0,0 2 1 0 0,0 0-1 0 0,-40 23 1 0 0,64-31-128 0 0,0 1-10 0 0,0 0 1 0 0,1 0-1 0 0,-1 0 0 0 0,-6 7 0 0 0,10-10-36 0 0,1 1 1 0 0,-1-1 0 0 0,0 1 0 0 0,1 0-1 0 0,-1 0 1 0 0,1-1 0 0 0,-1 1-1 0 0,1 0 1 0 0,-1 0 0 0 0,1 0 0 0 0,0-1-1 0 0,-1 1 1 0 0,1 0 0 0 0,0 0 0 0 0,0 0-1 0 0,0 0 1 0 0,-1 0 0 0 0,1 0 0 0 0,0-1-1 0 0,0 1 1 0 0,0 0 0 0 0,1 0 0 0 0,-1 0-1 0 0,0 0 1 0 0,0 0 0 0 0,0 0-1 0 0,1 0 1 0 0,-1-1 0 0 0,0 1 0 0 0,1 0-1 0 0,-1 0 1 0 0,1 0 0 0 0,-1-1 0 0 0,2 2-1 0 0,2 3 30 0 0,1-1 0 0 0,0 0 0 0 0,0 0 0 0 0,0 0 0 0 0,0-1 0 0 0,12 6 0 0 0,29 11 63 0 0,1-1-1 0 0,0-3 0 0 0,2-1 1 0 0,-1-3-1 0 0,79 9 0 0 0,245 8-133 0 0,194-27-109 0 0,5-53 160 0 0,-334 11 33 0 0,131-61 22 0 0,-353 94 123 0 0,-15 7-187 0 0,0-1-1 0 0,0 1 1 0 0,0 0-1 0 0,0 0 1 0 0,0 0-1 0 0,0-1 1 0 0,0 1-1 0 0,0 0 1 0 0,0 0-1 0 0,0 0 1 0 0,-1 0-1 0 0,1 0 1 0 0,0-1-1 0 0,0 1 1 0 0,0 0-1 0 0,0 0 1 0 0,0 0-1 0 0,0 0 1 0 0,-1 0-1 0 0,1 0 1 0 0,0-1-1 0 0,0 1 1 0 0,0 0-1 0 0,0 0 1 0 0,-1 0-1 0 0,1 0 1 0 0,0 0-1 0 0,0 0 0 0 0,0 0 1 0 0,0 0-1 0 0,-1 0 1 0 0,1 0-1 0 0,0 0 1 0 0,0 0-1 0 0,0 0 1 0 0,-1 0-1 0 0,1 0 1 0 0,0 0-1 0 0,0 0 1 0 0,-1 0-1 0 0,-34 0 103 0 0,28 0-61 0 0,-437 32 32 0 0,47 17-125 0 0,13 10 364 0 0,365-56-254 0 0,-19 4 168 0 0,33-3-140 0 0,12 0-15 0 0,22-1 25 0 0,-1 0 1 0 0,47-2-1 0 0,-19-1-2 0 0,553-8 311 0 0,-283 0-348 0 0,188-16 52 0 0,-285 2-114 0 0,17 12-16 0 0,-43 2 52 0 0,-149 4 68 0 0,-44 2 52 0 0,-13 0-14 0 0,-23 0 97 0 0,-644 35-24 0 0,460-18-211 0 0,46-4 47 0 0,-216 42-1 0 0,370-51-46 0 0,-1 0-3 0 0,1-1-1 0 0,0 2 1 0 0,0-1 0 0 0,0 2 0 0 0,1-1 0 0 0,-1 1-1 0 0,1 1 1 0 0,-13 7 0 0 0,20-7-18 0 0,12 0 33 0 0,45 7 165 0 0,85 10 0 0 0,44-10-48 0 0,53-18-75 0 0,280-44 0 0 0,-170 9-88 0 0,126-20-41 0 0,-315 30 127 0 0,68-8 108 0 0,-166 32-129 0 0,-31 2-19 0 0,40 0 0 0 0,11 6 7 0 0,158-7 103 0 0,-184 1-118 0 0,304-43-61 0 0,-328 40 30 0 0,35-14-1 0 0,-51 16 44 0 0,-13 6-19 0 0,0 0 1 0 0,0 0-1 0 0,0-1 0 0 0,1 1 1 0 0,-1 0-1 0 0,0-1 1 0 0,0 1-1 0 0,0-1 0 0 0,0 0 1 0 0,0 1-1 0 0,0-1 1 0 0,0 0-1 0 0,0 1 0 0 0,-1-1 1 0 0,1 0-1 0 0,0 0 1 0 0,0 0-1 0 0,-1 0 1 0 0,1 0-1 0 0,0 0 0 0 0,-1 0 1 0 0,1 0-1 0 0,-1 0 1 0 0,1 0-1 0 0,-1 0 0 0 0,0 0 1 0 0,1-2-1 0 0,-1 0-22 0 0,-1 1-1 0 0,0-1 1 0 0,0 1-1 0 0,0-1 1 0 0,0 1-1 0 0,0-1 1 0 0,0 1-1 0 0,-1 0 1 0 0,1 0-1 0 0,-1 0 1 0 0,-2-3-1 0 0,-26-36-172 0 0,24 30 169 0 0,-1 1 1 0 0,-1 0-1 0 0,1 1 0 0 0,-1-1 1 0 0,-1 1-1 0 0,0 1 0 0 0,0 0 1 0 0,-1 0-1 0 0,-13-8 0 0 0,1 5-17 0 0,-1 2 0 0 0,0 1 0 0 0,0 0 0 0 0,-1 2 0 0 0,0 1 0 0 0,0 1 0 0 0,0 1 0 0 0,-1 1-1 0 0,-35 1 1 0 0,-104 1-32 0 0,-610 19-13 0 0,29 56 818 0 0,697-68-625 0 0,76-8-93 0 0,37 0 19 0 0,113-5-150 0 0,314-51-1 0 0,161-58-114 0 0,-507 90 227 0 0,194-8-1 0 0,-252 32 26 0 0,-83 1-12 0 0,0 0 0 0 0,0 0 0 0 0,0 1-1 0 0,0 0 1 0 0,-1 0 0 0 0,1 0 0 0 0,0 0 0 0 0,7 3-1 0 0,-11-3 1 0 0,0 0 0 0 0,1 0-1 0 0,-1 0 1 0 0,0 1 0 0 0,1-1-1 0 0,-1 0 1 0 0,0 0 0 0 0,0 1-1 0 0,0-1 1 0 0,0 1 0 0 0,0-1-1 0 0,-1 1 1 0 0,1-1 0 0 0,0 1-1 0 0,-1-1 1 0 0,1 1-1 0 0,-1 0 1 0 0,1-1 0 0 0,-1 1-1 0 0,0 0 1 0 0,0-1 0 0 0,1 1-1 0 0,-1 0 1 0 0,-1-1 0 0 0,1 3-1 0 0,-1-1 14 0 0,1 1 0 0 0,-1-1 0 0 0,0 1 0 0 0,0-1 0 0 0,-1 0 0 0 0,1 0-1 0 0,-1 1 1 0 0,0-1 0 0 0,0 0 0 0 0,0 0 0 0 0,0-1 0 0 0,0 1 0 0 0,-1 0 0 0 0,1-1-1 0 0,-1 1 1 0 0,1-1 0 0 0,-1 0 0 0 0,0 0 0 0 0,0 0 0 0 0,-5 2 0 0 0,-12 7 43 0 0,1-2 1 0 0,-26 9-1 0 0,20-9-27 0 0,-17 8 3 0 0,-1-2 0 0 0,-1-2 0 0 0,0-2 0 0 0,-1-1 0 0 0,0-3 1 0 0,-84 3-1 0 0,-13-10-37 0 0,1-6 1 0 0,1-6 0 0 0,-155-33-1 0 0,57 7 155 0 0,111 22-14 0 0,127 16-138 0 0,0 0 0 0 0,0 0 0 0 0,0 0 0 0 0,1 0 0 0 0,-1 0 0 0 0,0-1 0 0 0,0 1 0 0 0,0 0 0 0 0,0 0 0 0 0,0 0-1 0 0,0 0 1 0 0,0 0 0 0 0,0-1 0 0 0,0 1 0 0 0,0 0 0 0 0,0 0 0 0 0,0 0 0 0 0,0 0 0 0 0,0-1 0 0 0,0 1 0 0 0,0 0 0 0 0,0 0 0 0 0,0 0-1 0 0,0 0 1 0 0,0-1 0 0 0,0 1 0 0 0,0 0 0 0 0,0 0 0 0 0,0 0 0 0 0,0 0 0 0 0,0-1 0 0 0,0 1 0 0 0,0 0 0 0 0,0 0 0 0 0,0 0 0 0 0,-1 0-1 0 0,1 0 1 0 0,0 0 0 0 0,0-1 0 0 0,0 1 0 0 0,0 0 0 0 0,0 0 0 0 0,-1 0 0 0 0,1 0 0 0 0,0 0 0 0 0,0 0 0 0 0,0 0 0 0 0,0 0 0 0 0,0 0-1 0 0,-1 0 1 0 0,1 0 0 0 0,0-1 0 0 0,0 1 0 0 0,22-7-19 0 0,140-18-181 0 0,-113 19 183 0 0,59-6 22 0 0,1 4-1 0 0,206 13 1 0 0,-244 1-20 0 0,80 17 0 0 0,-120-16 12 0 0,-1 1 0 0 0,-1 1-1 0 0,0 2 1 0 0,0 1 0 0 0,39 21-1 0 0,-55-25 4 0 0,-1 0 0 0 0,1 1 0 0 0,-1 0 0 0 0,-1 1 0 0 0,0 0 0 0 0,0 1 0 0 0,-1 0 0 0 0,0 0 0 0 0,-1 1 0 0 0,8 14-1 0 0,-10-13-7 0 0,-1 0 0 0 0,-1 1-1 0 0,0 0 1 0 0,-1 0 0 0 0,0 0-1 0 0,-1 1 1 0 0,-1-1 0 0 0,0 1-1 0 0,-1-1 1 0 0,-1 18 0 0 0,0-20 12 0 0,1-2-4 0 0,-1 0-1 0 0,0-1 1 0 0,-1 1-1 0 0,0-1 1 0 0,0 1-1 0 0,-1 0 1 0 0,0-1-1 0 0,-1 0 1 0 0,0 0-1 0 0,0 0 1 0 0,-1 0-1 0 0,0 0 1 0 0,-8 11-1 0 0,3-10 19 0 0,0 1 0 0 0,-1-1 0 0 0,-1-1-1 0 0,0 0 1 0 0,0 0 0 0 0,-1-1 0 0 0,0-1 0 0 0,0 0-1 0 0,0 0 1 0 0,-1-2 0 0 0,0 1 0 0 0,-1-2-1 0 0,1 1 1 0 0,-18 2 0 0 0,-8 0 50 0 0,-1-2-1 0 0,1-1 1 0 0,-76-4 0 0 0,79-2-48 0 0,-1-3 0 0 0,-68-17 0 0 0,5-1 37 0 0,69 19-25 0 0,20 3 2 0 0,0-1-1 0 0,0 0 1 0 0,0 0-1 0 0,-17-7 1 0 0,28 9-37 0 0,0 0 0 0 0,0 0 0 0 0,0 0 0 0 0,0 0 0 0 0,0-1 0 0 0,-1 1 0 0 0,1 0 0 0 0,0 0 0 0 0,0 0 0 0 0,0-1 0 0 0,0 1 0 0 0,0 0 0 0 0,0 0 0 0 0,0 0 0 0 0,0-1 0 0 0,0 1 0 0 0,0 0 0 0 0,0 0 0 0 0,0-1 0 0 0,0 1 0 0 0,0 0 0 0 0,0 0 0 0 0,0 0 0 0 0,0-1 0 0 0,0 1 0 0 0,0 0 0 0 0,0 0 0 0 0,0 0 0 0 0,0-1 0 0 0,0 1 0 0 0,0 0 0 0 0,0 0 0 0 0,1 0 0 0 0,-1-1 0 0 0,0 1 0 0 0,0 0 0 0 0,0 0 0 0 0,0 0 0 0 0,0 0 0 0 0,1-1 0 0 0,-1 1 0 0 0,0 0 0 0 0,0 0 0 0 0,0 0 0 0 0,1 0 0 0 0,-1 0 0 0 0,0 0 0 0 0,1 0 0 0 0,4-4-18 0 0,0 0 0 0 0,0 0 0 0 0,1 1 1 0 0,-1 0-1 0 0,1 0 0 0 0,0 1 0 0 0,0-1 1 0 0,0 1-1 0 0,11-2 0 0 0,4-2-47 0 0,118-38-1824 0 0,-132 42 887 0 0,1-1 0 0 0,-1 1 0 0 0,0-1 0 0 0,0 0 0 0 0,42-34-5010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1:24.35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43 514 896 0 0,'-34'4'522'0'0,"26"-4"630"0"0,24-2 215 0 0,22-2-323 0 0,45 1 0 0 0,324 25 1886 0 0,-98-2-1306 0 0,-32-11-604 0 0,333-7 432 0 0,-359-3-1176 0 0,516 1 268 0 0,-583 1-510 0 0,490-14 403 0 0,-523-6-320 0 0,-141 18-82 0 0,-9 1-24 0 0,-1 0 0 0 0,1 0 0 0 0,0 0 0 0 0,0 0 0 0 0,0 0 0 0 0,0 0 0 0 0,0 0-1 0 0,0-1 1 0 0,0 1 0 0 0,0 0 0 0 0,0 0 0 0 0,-1-1 0 0 0,1 1 0 0 0,0 0 0 0 0,0-1 0 0 0,0 1 0 0 0,-1-1 0 0 0,1 1 0 0 0,0-1 0 0 0,0 0 0 0 0,-1 1 0 0 0,1-1 0 0 0,0 0 0 0 0,-1 1 0 0 0,1-1-1 0 0,-1 0 1 0 0,1-1 0 0 0,-1 2-1 0 0,0 0 0 0 0,0-1 1 0 0,0 1-1 0 0,0 0 0 0 0,0-1 0 0 0,0 1 0 0 0,0 0 0 0 0,0 0 0 0 0,0-1 0 0 0,0 1 0 0 0,0 0 0 0 0,0-1 0 0 0,0 1 0 0 0,0 0 0 0 0,0 0 0 0 0,-1-1 0 0 0,1 1 0 0 0,0 0 0 0 0,0 0 0 0 0,0 0 1 0 0,0-1-1 0 0,-1 1 0 0 0,1 0 0 0 0,0 0 0 0 0,0 0 0 0 0,-1-1 0 0 0,1 1 0 0 0,0 0 0 0 0,0 0 0 0 0,-1 0 0 0 0,1 0 0 0 0,0 0 0 0 0,0 0 0 0 0,-1-1 0 0 0,-8-2 42 0 0,0 1-1 0 0,0-1 0 0 0,-1 1 1 0 0,1 1-1 0 0,-12-1 1 0 0,-5-1-22 0 0,-190-18-66 0 0,33 4-75 0 0,156 14 100 0 0,-159-15-36 0 0,-103 11-8 0 0,49 1 26 0 0,-49-8 99 0 0,-249-8-98 0 0,70 21-23 0 0,-153-2 173 0 0,264-23 33 0 0,182 10 43 0 0,173 16-181 0 0,-23-3 96 0 0,24 3-110 0 0,1 0 1 0 0,0 0 0 0 0,-1 0 0 0 0,1 0-1 0 0,0 0 1 0 0,-1 0 0 0 0,1 0-1 0 0,0 0 1 0 0,-1 0 0 0 0,1 0 0 0 0,0 0-1 0 0,-1-1 1 0 0,1 1 0 0 0,0 0-1 0 0,0 0 1 0 0,-1 0 0 0 0,1 0-1 0 0,0 0 1 0 0,-1-1 0 0 0,1 1 0 0 0,0 0-1 0 0,0 0 1 0 0,0 0 0 0 0,-1-1-1 0 0,1 1 1 0 0,0 0 0 0 0,0 0 0 0 0,0-1-1 0 0,-1 1 1 0 0,1 0 0 0 0,0-1-1 0 0,0 1 1 0 0,0 0 0 0 0,0 0 0 0 0,0-1-1 0 0,0 1 1 0 0,0 0 0 0 0,-1-1-1 0 0,1 1 1 0 0,0 0 0 0 0,0-1 0 0 0,0 1-1 0 0,0 0 1 0 0,0-1 0 0 0,1 1-1 0 0,-1 0 1 0 0,0-1 0 0 0,0 1 0 0 0,0 0-1 0 0,0-1 1 0 0,1 1-2 0 0,0-1 0 0 0,0 0 0 0 0,0 1 0 0 0,0-1 0 0 0,0 1 1 0 0,0-1-1 0 0,0 1 0 0 0,1-1 0 0 0,-1 1 0 0 0,0 0 0 0 0,0-1 0 0 0,0 1 0 0 0,2 0 0 0 0,63-8 13 0 0,250-9 97 0 0,517-6-49 0 0,924-129 131 0 0,-1504 113-102 0 0,-206 33-13 0 0,-42 3-65 0 0,-11-1 9 0 0,-10 0 1 0 0,1 1 0 0 0,-1 1 0 0 0,0 1 0 0 0,0 0 0 0 0,-29 3 0 0 0,-9-1-26 0 0,-129-1-38 0 0,-70 3 24 0 0,-385 38-73 0 0,610-39 86 0 0,-307 22-24 0 0,-79-7-34 0 0,62-14 103 0 0,75-11 12 0 0,254 7-54 0 0,-323-24-31 0 0,137-3 183 0 0,195 24-77 0 0,13 4-75 0 0,1 0 1 0 0,0 0-1 0 0,0 0 1 0 0,0 0-1 0 0,0 0 1 0 0,0 0-1 0 0,0 0 1 0 0,0-1-1 0 0,0 1 1 0 0,-1 0-1 0 0,1 0 1 0 0,0 0-1 0 0,0 0 1 0 0,0 0-1 0 0,0 0 1 0 0,0 0-1 0 0,0 0 1 0 0,0 0-1 0 0,0 0 1 0 0,0 0-1 0 0,0-1 1 0 0,0 1-1 0 0,0 0 1 0 0,0 0-1 0 0,0 0 1 0 0,0 0-1 0 0,0 0 1 0 0,0 0-1 0 0,0 0 1 0 0,0-1-1 0 0,0 1 1 0 0,0 0-1 0 0,0 0 1 0 0,0 0-1 0 0,0 0 1 0 0,0 0-1 0 0,0 0 1 0 0,0 0-1 0 0,0 0 1 0 0,0-1-1 0 0,0 1 1 0 0,0 0-1 0 0,0 0 1 0 0,0 0-1 0 0,0 0 1 0 0,0 0-1 0 0,0 0 1 0 0,0 0-1 0 0,0 0 1 0 0,1-1-1 0 0,1 0-3 0 0,0 0-1 0 0,1 0 0 0 0,-1 0 0 0 0,1 0 1 0 0,-1 1-1 0 0,1-1 0 0 0,5 0 1 0 0,631-46-9 0 0,-607 45 17 0 0,253-10-2 0 0,1110 3 98 0 0,-1032 13-117 0 0,608 6 49 0 0,-968-10-33 0 0,21 1-10 0 0,-24-1 11 0 0,0 0 0 0 0,0 0 0 0 0,0 0-1 0 0,0 0 1 0 0,0 0 0 0 0,0 0 0 0 0,0 0 0 0 0,0 0 0 0 0,0 0 0 0 0,0 0 0 0 0,0 0 0 0 0,0 0 0 0 0,0 0 0 0 0,0 0 0 0 0,0 0 0 0 0,0 0 0 0 0,0 0 0 0 0,0 0 0 0 0,0 0 0 0 0,0 0 0 0 0,0 0 0 0 0,0 0-1 0 0,0 0 1 0 0,0 0 0 0 0,0 1 0 0 0,0-1 0 0 0,0 0 0 0 0,0 0 0 0 0,0 0 0 0 0,0 0 0 0 0,0 0 0 0 0,0 0 0 0 0,0 0 0 0 0,0 0 0 0 0,0 0 0 0 0,0 0 0 0 0,0 0 0 0 0,-17 3 100 0 0,-161 12 61 0 0,100-11-152 0 0,-170 13 17 0 0,-76 7-77 0 0,-799 80 24 0 0,813-63-5 0 0,61 1 67 0 0,-22 25 39 0 0,259-63-78 0 0,-9 3-14 0 0,22-7 17 0 0,-1-1 0 0 0,0 1 0 0 0,0 0 0 0 0,0 0 0 0 0,0 0 0 0 0,0 0 0 0 0,0 0 0 0 0,0 0 0 0 0,0 0 0 0 0,0 0 0 0 0,0 1 0 0 0,0-1 0 0 0,0 0 0 0 0,0 0 0 0 0,0 0 0 0 0,0 0 0 0 0,0 0 0 0 0,0 0 0 0 0,1 0 0 0 0,-1 0 0 0 0,0 0 0 0 0,0 0 0 0 0,0 0 0 0 0,0 0 0 0 0,0 0 0 0 0,0 0 0 0 0,0 0 0 0 0,0 0 0 0 0,0 0 0 0 0,0 0 0 0 0,0 0 0 0 0,0 0 0 0 0,0 0 0 0 0,0 0 0 0 0,0 0 0 0 0,0 0 0 0 0,0 0 0 0 0,0 1 0 0 0,0-1 0 0 0,0 0 0 0 0,0 0 0 0 0,0 0 0 0 0,0 0 0 0 0,0 0 0 0 0,0 0 0 0 0,0 0 0 0 0,0 0 0 0 0,0 0 0 0 0,0 0 0 0 0,0 0 1 0 0,0 0-1 0 0,0 0 0 0 0,0 0 0 0 0,0 0 0 0 0,0 0 0 0 0,0 0 0 0 0,0 0 0 0 0,0 1 0 0 0,0-1 0 0 0,0 0 0 0 0,0 0 0 0 0,0 0 0 0 0,-1 0 0 0 0,16 1 19 0 0,524-25 227 0 0,-251 8-107 0 0,759-34 90 0 0,284 35-69 0 0,-639 82 235 0 0,-5 48-166 0 0,-525-90-248 0 0,1-7 0 0 0,195-4 0 0 0,-351-14 23 0 0,125 0 32 0 0,199-24-1 0 0,-270 16 1 0 0,-39 6-52 0 0,-1-1 1 0 0,1-1 0 0 0,-1-1 0 0 0,27-9 0 0 0,-36 10-19 0 0,-12 3 25 0 0,1 1 1 0 0,0 0 0 0 0,0 0-1 0 0,-1 0 1 0 0,1-1 0 0 0,0 1-1 0 0,-1 0 1 0 0,1-1-1 0 0,0 1 1 0 0,-1-1 0 0 0,1 1-1 0 0,-1-1 1 0 0,1 1 0 0 0,0-1-1 0 0,-1 1 1 0 0,1-1 0 0 0,-1 0-1 0 0,0 1 1 0 0,1-1 0 0 0,-1 0-1 0 0,1 1 1 0 0,-1-1 0 0 0,0 0-1 0 0,0 0 1 0 0,1 1-1 0 0,-1-1 1 0 0,0 0 0 0 0,0 0-1 0 0,0 1 1 0 0,0-1 0 0 0,0-1-1 0 0,46-148-2000 0 0,-44 146 1900 0 0,14-27-1024 0 0,-13 26 959 0 0,0 1-1 0 0,-1 0 1 0 0,1-1 0 0 0,-1 0-1 0 0,0 1 1 0 0,-1-1 0 0 0,3-7-1 0 0,-3 5 49 0 0,0 1 0 0 0,-1-1 0 0 0,0 0 0 0 0,0 1 0 0 0,-1-11 0 0 0,0 14 97 0 0,1 0 0 0 0,-1 0-1 0 0,0 0 1 0 0,0 0 0 0 0,0 0 0 0 0,0 0 0 0 0,-1 0 0 0 0,1 1-1 0 0,-1-1 1 0 0,1 1 0 0 0,-1-1 0 0 0,0 1 0 0 0,0-1 0 0 0,0 1 0 0 0,-3-2-1 0 0,-2-1 0 0 0,0 0 0 0 0,-1 1 0 0 0,1-1 0 0 0,-1 2 0 0 0,0-1 0 0 0,0 1 0 0 0,0 0 0 0 0,0 1 0 0 0,0 0 0 0 0,-11-2 0 0 0,-9 1-46 0 0,-52 2 0 0 0,50 1 22 0 0,-499 7 202 0 0,431-7-95 0 0,-297 8 8 0 0,139 13-17 0 0,199-16-36 0 0,-339 32 49 0 0,-73 12 306 0 0,-39 4 235 0 0,-113 12-99 0 0,493-57 82 0 0,138-8-425 0 0,0-1-1 0 0,0 0 1 0 0,12-4 0 0 0,19-3-122 0 0,106-13-43 0 0,69-4-52 0 0,653-41 466 0 0,443 20-296 0 0,-866 37-118 0 0,-423 8 11 0 0,38-1 26 0 0,95-15-1 0 0,-114 6 81 0 0,-35 6 105 0 0,-11 0-128 0 0,-29-3-44 0 0,-126-12-91 0 0,-224 0 0 0 0,-177 30 15 0 0,548-9 34 0 0,-964 39-92 0 0,736-26-19 0 0,155-7 26 0 0,-133 27 1 0 0,158-14 36 0 0,51-16 39 0 0,14-1 29 0 0,30 2 85 0 0,1-2 0 0 0,51-3 1 0 0,-10 0 3 0 0,175-1 176 0 0,489-20 154 0 0,-434 10-358 0 0,6 1-81 0 0,322-9-12 0 0,-212 11 71 0 0,-394 7-40 0 0,301 4 82 0 0,-328-3-101 0 0,-1 0-1 0 0,0 0 0 0 0,1 0 1 0 0,-1 0-1 0 0,1 0 0 0 0,-1 1 0 0 0,1-1 1 0 0,-1 0-1 0 0,0 1 0 0 0,1-1 1 0 0,-1 1-1 0 0,0-1 0 0 0,1 1 1 0 0,-1 0-1 0 0,0-1 0 0 0,0 1 1 0 0,1 0-1 0 0,-1 0 0 0 0,0 0 1 0 0,0 0-1 0 0,0 0 0 0 0,1 1 0 0 0,-1 1 6 0 0,-1-1 0 0 0,1 1 0 0 0,-1-1 0 0 0,0 1 0 0 0,1 0 0 0 0,-1-1 0 0 0,0 1-1 0 0,-1-1 1 0 0,1 1 0 0 0,-1 2 0 0 0,0 3 22 0 0,1 26-7 0 0,0-27 2 0 0,1 1 0 0 0,-2 0 0 0 0,1 0 0 0 0,-1-1 0 0 0,-3 15 0 0 0,-39 81 136 0 0,29-73-129 0 0,-9 15-21 0 0,18-36-1 0 0,0 0 0 0 0,0 0 1 0 0,1 1-1 0 0,0 0 0 0 0,0 0 0 0 0,1 0 1 0 0,1 0-1 0 0,0 0 0 0 0,-2 18 1 0 0,4-27-4 0 0,0 0 0 0 0,0 0 1 0 0,-1 0-1 0 0,1 0 0 0 0,-1 0 1 0 0,1 1-1 0 0,-1-1 0 0 0,1 0 0 0 0,-1 0 1 0 0,1-1-1 0 0,-1 1 0 0 0,0 0 1 0 0,1 0-1 0 0,-1 0 0 0 0,0 0 1 0 0,0-1-1 0 0,0 1 0 0 0,0 0 1 0 0,0 0-1 0 0,0-1 0 0 0,0 1 0 0 0,0-1 1 0 0,0 1-1 0 0,0-1 0 0 0,0 0 1 0 0,0 1-1 0 0,0-1 0 0 0,0 0 1 0 0,-2 1-1 0 0,-7 3 43 0 0,-18 6-5 0 0,0 0 1 0 0,0-2-1 0 0,-45 8 0 0 0,-97 3 0 0 0,121-15-18 0 0,-653 52 176 0 0,-7-43-187 0 0,-30-25-223 0 0,644 12 162 0 0,-466 21-243 0 0,456 1 368 0 0,85-16-75 0 0,7-4-32 0 0,5-1-48 0 0,20 3-13 0 0,58 8 100 0 0,117 5 1 0 0,76-15 69 0 0,-169-2-25 0 0,549 0 168 0 0,78-40-508 0 0,378-169-250 0 0,-1064 202 519 0 0,-1-2 1 0 0,-1-1-1 0 0,0-2 1 0 0,0-1-1 0 0,46-26 1 0 0,-64 31-89 0 0,0 0 0 0 0,0 1-1 0 0,1 0 1 0 0,0 1 0 0 0,0 1 0 0 0,1 1 0 0 0,-1 0 0 0 0,19-1 0 0 0,-28 4 104 0 0,0-1 0 0 0,-1 0 0 0 0,1 0 0 0 0,-1 0 1 0 0,0-1-1 0 0,7-3 0 0 0,-10 4 12 0 0,0 0 0 0 0,1 0 0 0 0,-1 0 1 0 0,0 0-1 0 0,0-1 0 0 0,0 1 0 0 0,-1-1 0 0 0,1 0 1 0 0,-1 0-1 0 0,1 0 0 0 0,3-7 0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2:17.88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63 1275 968 0 0,'-3'-9'16'0'0,"0"0"0"0"0,0 1 0 0 0,-1 0 0 0 0,0 0 0 0 0,-1 0-1 0 0,-6-9 1 0 0,-18-30 37 0 0,29 47-53 0 0,0 0-1 0 0,0-1 1 0 0,0 1 0 0 0,0 0 0 0 0,0 0-1 0 0,0 0 1 0 0,0 0 0 0 0,0 0 0 0 0,-1 0-1 0 0,1-1 1 0 0,0 1 0 0 0,0 0 0 0 0,0 0-1 0 0,0 0 1 0 0,0 0 0 0 0,0-1 0 0 0,0 1-1 0 0,0 0 1 0 0,0 0 0 0 0,0 0 0 0 0,0 0-1 0 0,0 0 1 0 0,0-1 0 0 0,0 1 0 0 0,0 0-1 0 0,1 0 1 0 0,-1 0 0 0 0,0 0-1 0 0,0 0 1 0 0,0-1 0 0 0,0 1 0 0 0,0 0-1 0 0,0 0 1 0 0,0 0 0 0 0,0 0 0 0 0,0 0-1 0 0,1 0 1 0 0,-1-1 0 0 0,0 1 0 0 0,0 0-1 0 0,0 0 1 0 0,0 0 0 0 0,0 0 0 0 0,0 0-1 0 0,1 0 1 0 0,-1 0 0 0 0,0 0 0 0 0,0 0-1 0 0,0 0 1 0 0,0 0 0 0 0,1 0 0 0 0,-1 0-1 0 0,0 0 1 0 0,0 0 0 0 0,0 0 0 0 0,0 0-1 0 0,0 0 1 0 0,1 0 0 0 0,-1 0-1 0 0,0 0 1 0 0,0 0 0 0 0,0 0 0 0 0,0 0-1 0 0,0 0 1 0 0,1 0 0 0 0,-1 0 0 0 0,19-3-8 0 0,1 1 1 0 0,-1 0-1 0 0,32 2 1 0 0,-22 0 3 0 0,616 16 201 0 0,-585-14-150 0 0,281 9 219 0 0,128 2-100 0 0,6-1-111 0 0,-353-10-54 0 0,454 3-43 0 0,-9-40 38 0 0,-243-16 21 0 0,-199 28-10 0 0,215-68-1 0 0,-318 83 5 0 0,0-1-1 0 0,-1-1 0 0 0,26-17 1 0 0,-43 25 3 0 0,-1 0 1 0 0,1-1 0 0 0,0 0 0 0 0,-1 1-1 0 0,0-1 1 0 0,1 0 0 0 0,-1-1 0 0 0,0 1-1 0 0,3-6 1 0 0,-5 7-4 0 0,-1 1-1 0 0,1-1 1 0 0,-1 0 0 0 0,0 1-1 0 0,1-1 1 0 0,-1 0 0 0 0,0 1-1 0 0,0-1 1 0 0,0 0-1 0 0,0 0 1 0 0,-1 1 0 0 0,1-1-1 0 0,0 1 1 0 0,-1-1 0 0 0,1 0-1 0 0,-1 1 1 0 0,0-1 0 0 0,1 1-1 0 0,-1-1 1 0 0,0 1-1 0 0,0-1 1 0 0,0 1 0 0 0,0 0-1 0 0,-2-3 1 0 0,-3-2 9 0 0,0-1-1 0 0,0 1 1 0 0,-1 1 0 0 0,1-1 0 0 0,-1 1-1 0 0,-1 0 1 0 0,1 0 0 0 0,-9-3-1 0 0,-41-19 0 0 0,-2 3 0 0 0,-1 2-1 0 0,-118-26 1 0 0,0 10-30 0 0,-267-21 1 0 0,-398 25 82 0 0,346 27 61 0 0,56 2 119 0 0,87 3 248 0 0,94 1 120 0 0,47 1 73 0 0,373 8-611 0 0,-49-1 7 0 0,566-2 44 0 0,-582-7-124 0 0,441-17-2 0 0,1249-125-3 0 0,-823 24-778 0 0,-528 47 232 0 0,-161 7 247 0 0,-267 64 290 0 0,9-2-6 0 0,113-33-7 0 0,-123 36 39 0 0,-1-1 0 0 0,1 0 0 0 0,0 0 0 0 0,-1 0 0 0 0,0 0 0 0 0,1-1 0 0 0,4-3 0 0 0,-9 5-17 0 0,0 1 1 0 0,0 0-1 0 0,0 0 1 0 0,0-1-1 0 0,1 1 1 0 0,-1 0-1 0 0,0 0 1 0 0,0-1 0 0 0,0 1-1 0 0,0 0 1 0 0,0-1-1 0 0,0 1 1 0 0,0 0-1 0 0,0 0 1 0 0,0-1-1 0 0,0 1 1 0 0,0 0-1 0 0,0-1 1 0 0,0 1-1 0 0,0 0 1 0 0,0 0-1 0 0,0-1 1 0 0,-1 1-1 0 0,1 0 1 0 0,0 0-1 0 0,0-1 1 0 0,0 1-1 0 0,0 0 1 0 0,0 0 0 0 0,-1-1-1 0 0,1 1 1 0 0,0 0-1 0 0,0 0 1 0 0,0 0-1 0 0,-1-1 1 0 0,1 1-1 0 0,0 0 1 0 0,0 0-1 0 0,-1 0 1 0 0,1 0-1 0 0,-28-11 244 0 0,-97-18-366 0 0,-93-1-130 0 0,-104 18 100 0 0,-88 17 12 0 0,-537 69-171 0 0,331 5 186 0 0,76-5 139 0 0,103-14 190 0 0,97-4 60 0 0,121-9-120 0 0,200-42-142 0 0,0 0 0 0 0,0 1 0 0 0,-24 12 0 0 0,42-17-11 0 0,-1-1-1 0 0,1 1 1 0 0,0 0-1 0 0,-1 0 1 0 0,1 0-1 0 0,0 0 1 0 0,0 0-1 0 0,0 0 1 0 0,0 0-1 0 0,0 0 1 0 0,0 0-1 0 0,-2 3 1 0 0,3-3 2 0 0,0-1 0 0 0,0 1 0 0 0,0-1 0 0 0,0 1 0 0 0,0 0 0 0 0,0-1 0 0 0,0 1 0 0 0,0-1 0 0 0,0 1 1 0 0,0 0-1 0 0,1-1 0 0 0,-1 1 0 0 0,0-1 0 0 0,0 1 0 0 0,1-1 0 0 0,-1 1 0 0 0,0-1 0 0 0,1 1 1 0 0,-1-1-1 0 0,0 1 0 0 0,1-1 0 0 0,-1 1 0 0 0,1-1 0 0 0,-1 0 0 0 0,1 1 0 0 0,-1-1 0 0 0,1 1 0 0 0,-1-1 1 0 0,1 1-1 0 0,13 6-9 0 0,0-1 0 0 0,0 0 0 0 0,0-1 1 0 0,1-1-1 0 0,17 4 0 0 0,31 5 17 0 0,77 7-1 0 0,172-5-60 0 0,102-23-106 0 0,67-22-30 0 0,231-40-326 0 0,-381 35 37 0 0,153-9-175 0 0,-74-6 452 0 0,-79 3 108 0 0,-92 8 48 0 0,-108 8 32 0 0,-109 20 16 0 0,-22 11 0 0 0,1 0 0 0 0,-1 0 0 0 0,0 0 0 0 0,0 0 0 0 0,0 0 0 0 0,0 0 0 0 0,0-1 0 0 0,0 1 0 0 0,1 0 0 0 0,-1 0 0 0 0,0 0 0 0 0,0 0 0 0 0,0-1 0 0 0,0 1-1 0 0,0 0 1 0 0,0 0 0 0 0,0 0 0 0 0,0 0 0 0 0,0-1 0 0 0,0 1 0 0 0,0 0 0 0 0,0 0 0 0 0,0 0 0 0 0,0-1 0 0 0,0 1 0 0 0,0 0 0 0 0,0 0 0 0 0,0 0 0 0 0,0-1 0 0 0,0 1 0 0 0,0 0 0 0 0,0 0 0 0 0,0 0 0 0 0,0 0 0 0 0,0-1 0 0 0,-1 1 0 0 0,1 0 0 0 0,0 0 0 0 0,0 0 0 0 0,0 0 0 0 0,0 0 0 0 0,0-1 0 0 0,-1 1 0 0 0,1 0 0 0 0,0 0 0 0 0,0 0 0 0 0,0 0 0 0 0,0 0 0 0 0,0 0 0 0 0,-1 0 0 0 0,1 0 0 0 0,-10-3-5 0 0,0 1 1 0 0,0 0-1 0 0,0 0 1 0 0,-12 1-1 0 0,-131-11-28 0 0,-98 5 45 0 0,-74 9 33 0 0,-61 17-13 0 0,-668 68-29 0 0,12 55 7 0 0,761-88 8 0 0,172-28-2 0 0,-119 47 0 0 0,224-72-16 0 0,-12 5-6 0 0,-32 15 1 0 0,46-20 4 0 0,1-1 1 0 0,0 1-1 0 0,0 0 1 0 0,1-1-1 0 0,-1 1 0 0 0,0 0 1 0 0,0-1-1 0 0,0 1 0 0 0,0 0 1 0 0,1 0-1 0 0,-1 0 1 0 0,0 0-1 0 0,0 0 0 0 0,1 0 1 0 0,-1 0-1 0 0,1 0 0 0 0,-1 0 1 0 0,1 1-1 0 0,0-1 1 0 0,0 0-1 0 0,0-1 1 0 0,0 1 0 0 0,0 0-1 0 0,0-1 1 0 0,0 1 0 0 0,1 0-1 0 0,-1-1 1 0 0,0 1 0 0 0,1-1-1 0 0,-1 1 1 0 0,0 0 0 0 0,1-1-1 0 0,-1 1 1 0 0,1-1 0 0 0,-1 1-1 0 0,1-1 1 0 0,-1 1 0 0 0,1-1-1 0 0,-1 0 1 0 0,1 1-1 0 0,0 0 1 0 0,5 1-1 0 0,-1 1-1 0 0,1-1 0 0 0,-1 0 1 0 0,1 0-1 0 0,0-1 1 0 0,7 2-1 0 0,89 6-12 0 0,-96-9 12 0 0,351 10-258 0 0,-147-10-481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2:28.1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2020 1707 896 0 0,'2'-22'23'0'0,"0"0"0"0"0,1 0 0 0 0,8-24 0 0 0,-6 23 13 0 0,5-40 0 0 0,-8 45-4 0 0,-1-1-1 0 0,-1 1 1 0 0,-5-32 0 0 0,4 45-8 0 0,0 0 0 0 0,0 0 0 0 0,-1 0 0 0 0,0 0-1 0 0,0 0 1 0 0,0 0 0 0 0,0 1 0 0 0,-1-1 0 0 0,0 1 0 0 0,0-1 0 0 0,0 1 0 0 0,0 0 0 0 0,-1 0 0 0 0,0 1 0 0 0,1-1 0 0 0,-1 1-1 0 0,-7-5 1 0 0,4 4 16 0 0,-1 0-1 0 0,0 0 1 0 0,0 1 0 0 0,0 0-1 0 0,-15-4 1 0 0,1 3 11 0 0,-1 1 0 0 0,-22-1 0 0 0,-3 5-52 0 0,0 2 0 0 0,0 2 0 0 0,0 2 0 0 0,1 2-1 0 0,-56 19 1 0 0,98-27 2 0 0,-20 6 21 0 0,0 1 0 0 0,1 1 1 0 0,-27 14-1 0 0,47-21-24 0 0,-10 7-11 0 0,13-4-42 0 0,10 1-63 0 0,15-1 116 0 0,0 0 1 0 0,1-2 0 0 0,0-1 0 0 0,25 0-1 0 0,-31-1 6 0 0,110 1-38 0 0,1-4 0 0 0,153-24 1 0 0,414-103 443 0 0,-629 110-242 0 0,-2-4-1 0 0,122-58 1 0 0,-68 13 81 0 0,-113 64-220 0 0,-2 0-1 0 0,1 0 0 0 0,0 0 0 0 0,-1-1 1 0 0,0 0-1 0 0,0 0 0 0 0,0 0 1 0 0,-1-1-1 0 0,1 0 0 0 0,-2 0 0 0 0,1 0 1 0 0,0 0-1 0 0,4-12 0 0 0,-8 14-15 0 0,1 0 1 0 0,-1-1-1 0 0,1 1 0 0 0,-1 0 0 0 0,0 0 0 0 0,-1-1 0 0 0,1 1 0 0 0,-1 0 0 0 0,0-1 0 0 0,0 1 1 0 0,0 0-1 0 0,0 0 0 0 0,-1 0 0 0 0,0 0 0 0 0,0 0 0 0 0,0 1 0 0 0,0-1 0 0 0,-1 0 0 0 0,1 1 1 0 0,-1-1-1 0 0,0 1 0 0 0,0 0 0 0 0,-4-3 0 0 0,-9-9-32 0 0,-2 0-1 0 0,0 1 1 0 0,0 1-1 0 0,-1 1 1 0 0,-1 1 0 0 0,0 1-1 0 0,0 0 1 0 0,-1 1-1 0 0,-26-6 1 0 0,-15-2 27 0 0,-2 3 0 0 0,-73-8-1 0 0,-15 8 33 0 0,-1 7 1 0 0,-301 24-1 0 0,236 9 57 0 0,-304 76 0 0 0,302-34 0 0 0,180-52-69 0 0,0 1 0 0 0,-48 30 0 0 0,78-41-40 0 0,0 0-1 0 0,1 1 1 0 0,-1 0 0 0 0,2 0-1 0 0,-1 1 1 0 0,1 1-1 0 0,0-1 1 0 0,1 1-1 0 0,0 0 1 0 0,0 1-1 0 0,-6 12 1 0 0,11-18-2 0 0,0 1-1 0 0,1-1 1 0 0,-1 1-1 0 0,1-1 1 0 0,0 1-1 0 0,1-1 1 0 0,-1 1-1 0 0,1 0 1 0 0,-1 0-1 0 0,2-1 1 0 0,-1 1-1 0 0,0 0 1 0 0,1-1-1 0 0,0 1 1 0 0,0 0 0 0 0,0-1-1 0 0,1 1 1 0 0,-1-1-1 0 0,1 0 1 0 0,0 1-1 0 0,0-1 1 0 0,1 0-1 0 0,-1 0 1 0 0,1 0-1 0 0,0-1 1 0 0,5 6-1 0 0,2 1 13 0 0,1-1 1 0 0,0 0-1 0 0,0-1 0 0 0,1 0 0 0 0,0 0 0 0 0,24 9 0 0 0,-3-2-4 0 0,1-3 0 0 0,0-1 0 0 0,55 11 0 0 0,117 4-41 0 0,-114-22 30 0 0,1-4 0 0 0,0-4 0 0 0,-1-4 0 0 0,139-30 0 0 0,-128 13 88 0 0,-2-4-1 0 0,-2-5 1 0 0,167-81 0 0 0,-114 30 76 0 0,-126 69-88 0 0,-2-1 1 0 0,-1-2-1 0 0,35-34 0 0 0,-58 53-58 0 0,11-11 56 0 0,0-1-1 0 0,-1-1 1 0 0,13-20 0 0 0,-21 29-30 0 0,1 0 0 0 0,-1 0 0 0 0,-1 0 0 0 0,1-1 0 0 0,-1 1 0 0 0,1-1 0 0 0,-1 1-1 0 0,0-1 1 0 0,-1 1 0 0 0,1-1 0 0 0,-1 0 0 0 0,0 0 0 0 0,0 1 0 0 0,-1-1 0 0 0,1 1 0 0 0,-3-9 0 0 0,1 7-11 0 0,0 0 1 0 0,-1 0-1 0 0,0 0 1 0 0,0 0-1 0 0,0 1 1 0 0,0-1-1 0 0,-1 1 1 0 0,0 0-1 0 0,0 0 0 0 0,-1 0 1 0 0,1 1-1 0 0,-1-1 1 0 0,-10-6-1 0 0,-2 0-9 0 0,-1 1 0 0 0,0 1 0 0 0,-33-12-1 0 0,4 4 15 0 0,0 3 0 0 0,-1 1 0 0 0,-1 3 0 0 0,-84-7 0 0 0,40 13-1 0 0,-157 13 1 0 0,124 5 36 0 0,-197 49 1 0 0,-112 70-77 0 0,356-103-18 0 0,-85 46 0 0 0,126-55 16 0 0,1 1 0 0 0,-56 44-1 0 0,81-56 1 0 0,0 0-1 0 0,1 1 1 0 0,0 0-1 0 0,0 0 1 0 0,1 1-1 0 0,1 1 0 0 0,0 0 1 0 0,1 0-1 0 0,-8 17 1 0 0,14-25 7 0 0,0 0 0 0 0,1 0 1 0 0,-1 1-1 0 0,1-1 1 0 0,0 0-1 0 0,1 1 0 0 0,-1-1 1 0 0,1 0-1 0 0,0 1 0 0 0,1-1 1 0 0,-1 0-1 0 0,3 8 0 0 0,-1-7 5 0 0,0 0 0 0 0,0 0 0 0 0,1 0 0 0 0,0 0 0 0 0,1 0 0 0 0,-1-1-1 0 0,1 0 1 0 0,0 1 0 0 0,0-1 0 0 0,1-1 0 0 0,-1 1 0 0 0,7 4 0 0 0,4 3 2 0 0,1 0 1 0 0,1-1 0 0 0,0-1-1 0 0,0 0 1 0 0,1-2 0 0 0,32 12-1 0 0,-8-7-13 0 0,1-2-1 0 0,53 7 0 0 0,4-7-27 0 0,1-4 1 0 0,-1-4-1 0 0,1-5 1 0 0,-1-4-1 0 0,197-38 1 0 0,-177 15 26 0 0,121-47 0 0 0,-158 45 89 0 0,-1-5-1 0 0,89-52 1 0 0,-131 64 23 0 0,-1-1 0 0 0,69-57 0 0 0,-98 73-53 0 0,0-1 1 0 0,-1 0 0 0 0,0 0 0 0 0,0-1 0 0 0,-1 0 0 0 0,-1 0 0 0 0,0-1 0 0 0,0 0-1 0 0,-1 0 1 0 0,-1-1 0 0 0,0 0 0 0 0,-1 0 0 0 0,0 0 0 0 0,2-16 0 0 0,-5 23-28 0 0,0 0 1 0 0,-1-1 0 0 0,0 1-1 0 0,0 0 1 0 0,-1-1 0 0 0,0 1-1 0 0,0 0 1 0 0,0-1 0 0 0,-1 1-1 0 0,0 0 1 0 0,0 0 0 0 0,-1 0-1 0 0,1 1 1 0 0,-1-1 0 0 0,-5-6-1 0 0,1 2-15 0 0,-1 1-1 0 0,1 1 0 0 0,-2 0 1 0 0,1 0-1 0 0,-1 0 0 0 0,-1 1 1 0 0,-13-8-1 0 0,1 3-12 0 0,0 0 0 0 0,-1 2 0 0 0,0 1 0 0 0,-44-12 0 0 0,11 8 11 0 0,-105-10 0 0 0,53 17 80 0 0,1 5 0 0 0,0 4 1 0 0,-202 33-1 0 0,145-3 169 0 0,-280 94 1 0 0,366-99-156 0 0,1 3 1 0 0,2 4-1 0 0,1 3 1 0 0,-126 87-1 0 0,175-106-47 0 0,1 1 0 0 0,0 0 1 0 0,2 2-1 0 0,-27 33 0 0 0,42-46-41 0 0,1 0 0 0 0,0 0 1 0 0,0 1-1 0 0,1-1 0 0 0,1 1 0 0 0,0 1 1 0 0,0-1-1 0 0,0 1 0 0 0,-1 11 0 0 0,4-16-7 0 0,0 0-1 0 0,1 1 0 0 0,0-1 0 0 0,0 0 1 0 0,1 1-1 0 0,-1-1 0 0 0,1 0 0 0 0,1 0 1 0 0,-1 0-1 0 0,1 0 0 0 0,0 0 0 0 0,0 0 0 0 0,1 0 1 0 0,0 0-1 0 0,0-1 0 0 0,5 7 0 0 0,0-2-11 0 0,1-1 0 0 0,-1 0 0 0 0,2 0 0 0 0,-1-1 0 0 0,1 0 0 0 0,1-1 0 0 0,-1 0-1 0 0,23 10 1 0 0,6 1-46 0 0,0-2 0 0 0,0-1 0 0 0,69 15 0 0 0,-40-17-4 0 0,117 8 0 0 0,-81-18 37 0 0,1-5 0 0 0,185-26 0 0 0,-193 10 40 0 0,-1-4 0 0 0,-1-4 1 0 0,-1-5-1 0 0,-2-3 1 0 0,-1-5-1 0 0,110-63 0 0 0,-157 75 55 0 0,-2-1 0 0 0,0-2 0 0 0,-2-2 0 0 0,-2-2 0 0 0,-1-1-1 0 0,58-71 1 0 0,-84 92-24 0 0,0-1-1 0 0,-1-1 1 0 0,-1 1 0 0 0,0-1-1 0 0,-1-1 1 0 0,-1 0-1 0 0,-1 0 1 0 0,0 0-1 0 0,6-35 1 0 0,-11 44-28 0 0,0-1 1 0 0,-1 1 0 0 0,0-1-1 0 0,0 1 1 0 0,-1-1-1 0 0,0 1 1 0 0,-1-1-1 0 0,0 1 1 0 0,0 0 0 0 0,-1 0-1 0 0,0 0 1 0 0,0 0-1 0 0,-1 0 1 0 0,0 0-1 0 0,0 1 1 0 0,-1 0 0 0 0,0 0-1 0 0,0 0 1 0 0,-1 1-1 0 0,0-1 1 0 0,-13-10-1 0 0,4 6-22 0 0,0 0 0 0 0,0 1 0 0 0,-1 1 0 0 0,-1 0 0 0 0,1 1 0 0 0,-2 1 0 0 0,-20-6-1 0 0,0 2-28 0 0,-1 2-1 0 0,-73-6 1 0 0,28 9 31 0 0,1 5 0 0 0,-1 3 0 0 0,-109 16 0 0 0,58 5-6 0 0,-197 60-1 0 0,-18 32-79 0 0,74 1-5 0 0,215-86 90 0 0,-70 47 0 0 0,116-67 10 0 0,1 0 0 0 0,0 1 0 0 0,0 1-1 0 0,1 0 1 0 0,-18 23 0 0 0,29-33-1 0 0,0 1 0 0 0,0-1 0 0 0,0 1 0 0 0,0-1 0 0 0,1 1 0 0 0,-1 0 0 0 0,1 0 0 0 0,0 0 0 0 0,0 0 0 0 0,0 0 0 0 0,0 0-1 0 0,1 0 1 0 0,-1 0 0 0 0,1 0 0 0 0,0 0 0 0 0,0 0 0 0 0,0 0 0 0 0,0 0 0 0 0,0 0 0 0 0,1 1 0 0 0,-1-1 0 0 0,1 0 0 0 0,0 0 0 0 0,0 0 0 0 0,2 4 0 0 0,1-1 2 0 0,1 0 0 0 0,0 0 0 0 0,0 0 0 0 0,1 0 0 0 0,-1-1 0 0 0,1 0 0 0 0,1 0 0 0 0,-1 0 0 0 0,14 7 0 0 0,9 3 21 0 0,0 0-1 0 0,2-2 1 0 0,-1-2 0 0 0,35 9 0 0 0,11-2 102 0 0,127 12 0 0 0,167-6 48 0 0,73-21-151 0 0,292-28-13 0 0,88-1-210 0 0,175 14-297 0 0,-643 2-104 0 0,470-74-1 0 0,-576 41 490 0 0,-97 9 68 0 0,-144 33 64 0 0,0-2 0 0 0,1 1 0 0 0,-1-1-1 0 0,0 0 1 0 0,13-9 0 0 0,-20 12-14 0 0,-1 0-1 0 0,0 0 1 0 0,1-1 0 0 0,-1 1-1 0 0,0 0 1 0 0,0 0 0 0 0,1 0-1 0 0,-1-1 1 0 0,0 1 0 0 0,0 0-1 0 0,0-1 1 0 0,1 1 0 0 0,-1 0-1 0 0,0 0 1 0 0,0-1 0 0 0,0 1-1 0 0,0 0 1 0 0,1-1 0 0 0,-1 1-1 0 0,0 0 1 0 0,0-1 0 0 0,0 1-1 0 0,0 0 1 0 0,0-1 0 0 0,0 1-1 0 0,0 0 1 0 0,0-1 0 0 0,0 1-1 0 0,0-1 1 0 0,0 1 0 0 0,-1-1 0 0 0,-14-10 26 0 0,0 4-116 0 0,-1 2-1 0 0,0-1 1 0 0,-1 2-1 0 0,-22-4 1 0 0,-186-16-364 0 0,-93 7 334 0 0,-75 9 85 0 0,-1017 28-89 0 0,19 110 739 0 0,1270-111-429 0 0,2 6 0 0 0,-190 64 0 0 0,290-83-191 0 0,1 1-1 0 0,0 1 1 0 0,1 1 0 0 0,0 0-1 0 0,-24 18 1 0 0,38-24-21 0 0,1-1 0 0 0,-1 0 0 0 0,1 0 0 0 0,0 1 0 0 0,0 0 0 0 0,0-1 0 0 0,0 1-1 0 0,0 0 1 0 0,1 0 0 0 0,-1 0 0 0 0,1 0 0 0 0,-2 5 0 0 0,3-6 3 0 0,0 0-1 0 0,-1 0 1 0 0,1 1-1 0 0,0-1 1 0 0,0 0-1 0 0,0 0 1 0 0,1 1-1 0 0,-1-1 1 0 0,0 0-1 0 0,1 0 1 0 0,0 1-1 0 0,-1-1 1 0 0,1 0-1 0 0,2 3 1 0 0,2 2-24 0 0,-1-1 0 0 0,1 1 0 0 0,1-1 0 0 0,-1-1 1 0 0,1 1-1 0 0,0-1 0 0 0,1 0 0 0 0,-1 0 0 0 0,13 6 1 0 0,9 3-8 0 0,1 0 1 0 0,1-1-1 0 0,0-2 1 0 0,33 7 0 0 0,227 39-157 0 0,87-17-3 0 0,1005-26-543 0 0,-548-90 489 0 0,-27-82 79 0 0,-546 78 265 0 0,-209 60-37 0 0,-1-2 0 0 0,51-31-1 0 0,-88 45-6 0 0,-2 0-1 0 0,1 0 1 0 0,-1-2-1 0 0,0 1 1 0 0,-1-2-1 0 0,0 1 1 0 0,14-20-1 0 0,-21 26-14 0 0,-1 0 1 0 0,-1 0-1 0 0,1-1 0 0 0,-1 1 0 0 0,0-1 0 0 0,0 1 0 0 0,0-1 0 0 0,0 1 0 0 0,-1-1 0 0 0,0 0 0 0 0,0 0 1 0 0,0 0-1 0 0,0 0 0 0 0,-1 0 0 0 0,0 0 0 0 0,-1-8 0 0 0,0 8-19 0 0,-1 0 1 0 0,0 0-1 0 0,0 0 0 0 0,0 0 0 0 0,-1 0 1 0 0,1 1-1 0 0,-1-1 0 0 0,0 1 0 0 0,0 0 1 0 0,-1 0-1 0 0,0 0 0 0 0,1 0 1 0 0,-1 0-1 0 0,0 1 0 0 0,-9-5 0 0 0,-6-4-45 0 0,-1 1-1 0 0,0 1 0 0 0,0 0 1 0 0,-1 2-1 0 0,-23-6 0 0 0,-18-3-10 0 0,-110-16 0 0 0,-140 9 198 0 0,54 23-39 0 0,-296 37-1 0 0,-249 90-281 0 0,447-48 136 0 0,79 0 194 0 0,87-14 50 0 0,178-59-192 0 0,0 0 0 0 0,0 1 0 0 0,1 1 0 0 0,-1-1 0 0 0,1 2 0 0 0,-14 12 0 0 0,24-19-17 0 0,-1 0 1 0 0,1 0-1 0 0,0 0 0 0 0,-1 1 0 0 0,1-1 0 0 0,0 0 0 0 0,0 1 0 0 0,0-1 0 0 0,0 1 1 0 0,0 0-1 0 0,0-1 0 0 0,0 1 0 0 0,1 0 0 0 0,-1-1 0 0 0,0 1 0 0 0,1 0 0 0 0,0 0 1 0 0,-1-1-1 0 0,1 1 0 0 0,0 0 0 0 0,0 0 0 0 0,0 0 0 0 0,0-1 0 0 0,0 1 0 0 0,0 0 0 0 0,1 0 1 0 0,-1 0-1 0 0,1-1 0 0 0,-1 1 0 0 0,1 0 0 0 0,0 0 0 0 0,-1-1 0 0 0,1 1 0 0 0,0-1 1 0 0,0 1-1 0 0,0-1 0 0 0,0 1 0 0 0,0-1 0 0 0,3 3 0 0 0,4 3 4 0 0,0-1 0 0 0,1 0-1 0 0,0 0 1 0 0,0-1 0 0 0,0 0 0 0 0,12 4-1 0 0,15 5 66 0 0,0-1 0 0 0,71 13 0 0 0,166 10 36 0 0,429-21-96 0 0,-204-43-16 0 0,-44-15-97 0 0,-64-10 10 0 0,50-8-101 0 0,-105 1-40 0 0,-89 0 99 0 0,-198 46 66 0 0,71-33 1 0 0,-109 43 54 0 0,1-2 0 0 0,-1 1 0 0 0,0-2 0 0 0,-1 1 0 0 0,0-1 0 0 0,10-10 0 0 0,-16 15 15 0 0,-1 0 0 0 0,0-1 0 0 0,0 1 0 0 0,0 0 0 0 0,-1-1 0 0 0,1 0 0 0 0,-1 1 0 0 0,1-1 0 0 0,-1 0 0 0 0,0 0 0 0 0,0 0 0 0 0,0 1 0 0 0,0-1 1 0 0,-1 0-1 0 0,1 0 0 0 0,-1-1 0 0 0,0 1 0 0 0,0 0 0 0 0,0 0 0 0 0,0 0 0 0 0,0 0 0 0 0,-1 0 0 0 0,0-4 0 0 0,-2 1-13 0 0,0 0 1 0 0,0 1-1 0 0,0 0 1 0 0,-1-1-1 0 0,0 1 1 0 0,0 1-1 0 0,0-1 1 0 0,0 0-1 0 0,-1 1 1 0 0,0 0-1 0 0,0 0 1 0 0,0 1-1 0 0,-7-5 1 0 0,-13-7-50 0 0,-1 2 1 0 0,0 0 0 0 0,-45-14-1 0 0,-154-34 1 0 0,52 28 233 0 0,-261-16 0 0 0,116 39 184 0 0,-91 19 80 0 0,223 6-341 0 0,-336 72 0 0 0,248-12-176 0 0,229-60 33 0 0,0 2 1 0 0,-56 32-1 0 0,87-42 25 0 0,1 1 1 0 0,0 1 0 0 0,1 0-1 0 0,0 1 1 0 0,0 0-1 0 0,-12 15 1 0 0,20-21 11 0 0,1 1 1 0 0,-1 0-1 0 0,1-1 1 0 0,0 1-1 0 0,1 1 1 0 0,-1-1-1 0 0,1 0 1 0 0,0 1-1 0 0,0-1 1 0 0,0 1-1 0 0,1-1 1 0 0,0 1-1 0 0,0 0 1 0 0,1 0-1 0 0,0-1 1 0 0,-1 1-1 0 0,2 0 1 0 0,0 7-1 0 0,1-5 8 0 0,0 0 1 0 0,1 0-1 0 0,0 0 1 0 0,0 0-1 0 0,1-1 0 0 0,0 1 1 0 0,0-1-1 0 0,1 0 1 0 0,0 0-1 0 0,0-1 1 0 0,1 1-1 0 0,9 8 0 0 0,5 3 9 0 0,1-2 1 0 0,0 0-1 0 0,1-1 0 0 0,1-2 0 0 0,26 12 0 0 0,18 6-20 0 0,112 33-1 0 0,-23-21-162 0 0,217 32 0 0 0,173-18-124 0 0,153-49 215 0 0,-538-19 89 0 0,-1-7 0 0 0,205-51 1 0 0,-273 44 22 0 0,-2-4-1 0 0,154-71 1 0 0,-214 86-11 0 0,-1-2-1 0 0,31-22 1 0 0,-51 31-4 0 0,-1 1 0 0 0,0-1 0 0 0,0-1 1 0 0,0 1-1 0 0,-1-1 0 0 0,-1-1 0 0 0,1 1 1 0 0,-1-1-1 0 0,8-16 0 0 0,-11 19 0 0 0,-1 0 1 0 0,0 0-1 0 0,0 0 0 0 0,0 1 1 0 0,-1-2-1 0 0,0 1 0 0 0,0 0 1 0 0,-1 0-1 0 0,0 0 0 0 0,0 0 1 0 0,0 0-1 0 0,-1-1 0 0 0,0 1 0 0 0,0 0 1 0 0,0 0-1 0 0,-1 0 0 0 0,0 0 1 0 0,0 1-1 0 0,0-1 0 0 0,-1 0 1 0 0,0 1-1 0 0,0 0 0 0 0,-1-1 1 0 0,1 1-1 0 0,-1 1 0 0 0,-8-9 1 0 0,0 1-15 0 0,-1 1 0 0 0,-1 0 0 0 0,0 1 0 0 0,0 1 0 0 0,-1 0 1 0 0,0 1-1 0 0,-17-7 0 0 0,-18-5-6 0 0,-55-13 0 0 0,21 11 10 0 0,-1 3 1 0 0,-100-8-1 0 0,-176 16 48 0 0,68 28 38 0 0,238-11-55 0 0,1 4 0 0 0,1 1 0 0 0,-72 26 0 0 0,115-34-42 0 0,0 1 0 0 0,1 0 1 0 0,-1 1-1 0 0,-17 11 0 0 0,26-15 8 0 0,-1 0 0 0 0,1 0 1 0 0,-1 0-1 0 0,1 1 0 0 0,0-1 0 0 0,-1 0 0 0 0,1 1 0 0 0,0-1 0 0 0,0 1 1 0 0,0-1-1 0 0,0 1 0 0 0,0 0 0 0 0,1-1 0 0 0,-1 1 0 0 0,0 0 0 0 0,1 0 1 0 0,-1-1-1 0 0,1 1 0 0 0,0 0 0 0 0,-1 0 0 0 0,1 0 0 0 0,0 0 0 0 0,0 0 1 0 0,0-1-1 0 0,1 1 0 0 0,-1 0 0 0 0,0 0 0 0 0,1 0 0 0 0,-1 0 0 0 0,1-1 1 0 0,-1 1-1 0 0,1 0 0 0 0,1 1 0 0 0,2 4 1 0 0,1 0 0 0 0,0-1 0 0 0,0 0 0 0 0,1 0 0 0 0,0 0 0 0 0,0 0 1 0 0,0-1-1 0 0,11 6 0 0 0,13 9 6 0 0,2-1 1 0 0,0-2 0 0 0,1-1-1 0 0,1-1 1 0 0,46 12 0 0 0,192 36-49 0 0,-149-44 52 0 0,2-5 0 0 0,168-2 0 0 0,-217-14-10 0 0,0-4-1 0 0,0-3 1 0 0,0-3 0 0 0,-1-3 0 0 0,75-26-1 0 0,-124 32 9 0 0,51-26-1 0 0,-69 31 4 0 0,0-1 1 0 0,0 0-1 0 0,0 0 1 0 0,-1-1-1 0 0,0 0 1 0 0,0 0-1 0 0,-1 0 1 0 0,12-16-1 0 0,-17 20-4 0 0,1 0 0 0 0,-1 0 0 0 0,0-1 0 0 0,0 1-1 0 0,0 0 1 0 0,0-1 0 0 0,0 0 0 0 0,0 1 0 0 0,-1-1-1 0 0,1 1 1 0 0,-1-1 0 0 0,0 0 0 0 0,1 1 0 0 0,-1-1 0 0 0,0 0-1 0 0,-1 1 1 0 0,1-1 0 0 0,0 1 0 0 0,-1-1 0 0 0,0 0-1 0 0,1 1 1 0 0,-1-1 0 0 0,0 1 0 0 0,-2-4 0 0 0,-1 1-4 0 0,1-1 1 0 0,-1 1-1 0 0,-1 1 1 0 0,1-1-1 0 0,-1 0 1 0 0,1 1 0 0 0,-1 0-1 0 0,0 0 1 0 0,-9-4-1 0 0,-3-2-4 0 0,-1 2-1 0 0,0 0 1 0 0,0 1-1 0 0,-31-8 1 0 0,-20 0 6 0 0,0 2-1 0 0,-97-5 1 0 0,68 14 46 0 0,-117 10 1 0 0,148 0 321 0 0,-123 27 0 0 0,159-25-172 0 0,0 1 0 0 0,1 2 0 0 0,0 1 1 0 0,1 1-1 0 0,-53 32 0 0 0,71-37-194 0 0,0 0-1 0 0,1 1 1 0 0,-1 0 0 0 0,2 0 0 0 0,-10 12-1 0 0,14-16-33 0 0,1 1 0 0 0,1 0-1 0 0,-1 0 1 0 0,1 0 0 0 0,0 0-1 0 0,0 0 1 0 0,1 1-1 0 0,0-1 1 0 0,0 1 0 0 0,-2 13-1 0 0,4-17 16 0 0,-1 1-1 0 0,1-1 1 0 0,0 1-1 0 0,0-1 1 0 0,1 1-1 0 0,-1-1 1 0 0,1 1-1 0 0,-1-1 1 0 0,1 0-1 0 0,0 1 1 0 0,1-1-1 0 0,-1 0 1 0 0,0 0-1 0 0,1 1 1 0 0,0-1-1 0 0,0 0 0 0 0,0-1 1 0 0,0 1-1 0 0,0 0 1 0 0,5 4-1 0 0,1-1-4 0 0,0 0 1 0 0,0-1-1 0 0,0 0 0 0 0,1 0 0 0 0,-1-1 0 0 0,14 4 0 0 0,2 0-5 0 0,-1-1 1 0 0,1-1-1 0 0,0-1 0 0 0,35 3 1 0 0,94-5-83 0 0,-83-6 55 0 0,-1-4 0 0 0,1-2 1 0 0,-2-4-1 0 0,0-2 0 0 0,-1-4 0 0 0,0-2 0 0 0,-2-3 0 0 0,121-64 1 0 0,-154 70 39 0 0,44-32 0 0 0,-66 43 10 0 0,0-2 0 0 0,-1 1 0 0 0,0-1 0 0 0,0-1 0 0 0,-1 0 0 0 0,0 0 0 0 0,7-13 0 0 0,-12 20 1 0 0,-1-1-1 0 0,0 1 0 0 0,0-1 0 0 0,-1 0 1 0 0,1 0-1 0 0,-1 0 0 0 0,0 1 0 0 0,0-2 1 0 0,0 1-1 0 0,0 0 0 0 0,-1 0 0 0 0,0 0 1 0 0,0 0-1 0 0,0 0 0 0 0,0 0 0 0 0,-1 0 1 0 0,1-1-1 0 0,-1 1 0 0 0,0 0 1 0 0,0 0-1 0 0,-1 1 0 0 0,1-1 0 0 0,-1 0 1 0 0,0 0-1 0 0,0 1 0 0 0,0-1 0 0 0,-4-4 1 0 0,0 1-3 0 0,-2 0 1 0 0,1 0-1 0 0,0 1 1 0 0,-1 0-1 0 0,-1 1 1 0 0,1-1-1 0 0,-1 2 1 0 0,1-1-1 0 0,-1 1 1 0 0,-17-5-1 0 0,-3 0 6 0 0,-1 2-1 0 0,1 1 0 0 0,-36-2 1 0 0,-109 1 15 0 0,90 8 48 0 0,-1 5 0 0 0,-123 22 0 0 0,169-20 60 0 0,0 2 0 0 0,1 1-1 0 0,0 1 1 0 0,1 3 0 0 0,1 1 0 0 0,0 2 0 0 0,-57 37-1 0 0,83-47-114 0 0,-1 0-1 0 0,2 1 1 0 0,-1 0-1 0 0,1 0 0 0 0,1 1 1 0 0,0 0-1 0 0,0 1 1 0 0,1 0-1 0 0,0 0 0 0 0,-6 16 1 0 0,10-20-27 0 0,0 0 1 0 0,1 0-1 0 0,0 0 0 0 0,0 0 1 0 0,1 1-1 0 0,0-1 1 0 0,0 0-1 0 0,1 1 1 0 0,0-1-1 0 0,0 1 1 0 0,1-1-1 0 0,0 0 0 0 0,0 1 1 0 0,1-1-1 0 0,0 0 1 0 0,0 0-1 0 0,0 0 1 0 0,6 10-1 0 0,-3-9-2 0 0,0 0 0 0 0,0 0-1 0 0,1-1 1 0 0,1 0 0 0 0,-1 0 0 0 0,1 0 0 0 0,0-1-1 0 0,1 0 1 0 0,-1 0 0 0 0,1 0 0 0 0,9 3-1 0 0,4 2-19 0 0,0-1 0 0 0,0-1 0 0 0,38 10 0 0 0,-4-6 13 0 0,0-3-1 0 0,0-2 1 0 0,1-3 0 0 0,1-2-1 0 0,-1-2 1 0 0,0-3-1 0 0,0-2 1 0 0,0-3-1 0 0,-1-2 1 0 0,81-24-1 0 0,-95 21-5 0 0,-1-3 0 0 0,68-33 0 0 0,-95 42 30 0 0,-2-1 0 0 0,1 0-1 0 0,-1-1 1 0 0,0-1 0 0 0,0 0 0 0 0,-1 0 0 0 0,-1-1 0 0 0,1 0 0 0 0,-2-1 0 0 0,1 0 0 0 0,-1 0-1 0 0,10-20 1 0 0,-15 24 4 0 0,0-1 0 0 0,0 1 0 0 0,-1-1 0 0 0,0 1 0 0 0,-1-1 0 0 0,1 0 0 0 0,-2 0 0 0 0,1 0 0 0 0,-1 0 0 0 0,0 1 0 0 0,0-1 0 0 0,-1 0 0 0 0,0 0 0 0 0,-1 0 0 0 0,0 0 0 0 0,0 1 0 0 0,0-1 0 0 0,-1 1 0 0 0,-6-11 0 0 0,1 3 0 0 0,-1 1-1 0 0,-1 0 1 0 0,-1 1-1 0 0,1 0 0 0 0,-2 1 1 0 0,0 0-1 0 0,0 0 0 0 0,-22-14 1 0 0,-1 3-1 0 0,-1 2 0 0 0,-1 1 1 0 0,-1 1-1 0 0,0 3 1 0 0,-1 1-1 0 0,-1 1 0 0 0,-1 3 1 0 0,-72-12-1 0 0,30 13 14 0 0,0 3-1 0 0,0 3 1 0 0,-122 11 0 0 0,126 1 118 0 0,1 4 0 0 0,0 3 0 0 0,1 3 0 0 0,-81 32 0 0 0,124-38-25 0 0,2 1-1 0 0,0 1 0 0 0,1 2 1 0 0,0 2-1 0 0,-54 40 0 0 0,76-50-109 0 0,0 0-1 0 0,1 0 1 0 0,0 1-1 0 0,1 0 0 0 0,-1 1 1 0 0,2 0-1 0 0,-1 0 1 0 0,-9 21-1 0 0,13-22-27 0 0,1-1 1 0 0,-1 1-1 0 0,1-1 0 0 0,1 1 0 0 0,0 0 1 0 0,0-1-1 0 0,1 1 0 0 0,0 0 0 0 0,0 0 1 0 0,1 0-1 0 0,0-1 0 0 0,0 1 0 0 0,4 12 1 0 0,-2-13 21 0 0,0 0-1 0 0,1 0 1 0 0,-1-1 0 0 0,1 1 0 0 0,1-1 0 0 0,0 0 0 0 0,0 0 0 0 0,0 0 0 0 0,1 0 0 0 0,0-1-1 0 0,11 10 1 0 0,1-2-28 0 0,0-1 0 0 0,1 0-1 0 0,0-2 1 0 0,1 0 0 0 0,0-1-1 0 0,33 11 1 0 0,-16-9-11 0 0,1-2 1 0 0,1-1-1 0 0,48 4 1 0 0,-17-7 19 0 0,1-4 0 0 0,0-3 0 0 0,123-17 0 0 0,-131 7 17 0 0,0-2 0 0 0,119-42-1 0 0,-141 39 15 0 0,-2-2-1 0 0,0-1 1 0 0,-2-2-1 0 0,0-2 0 0 0,36-29 1 0 0,-61 43 4 0 0,-1-1 0 0 0,0 0 0 0 0,-1 0 1 0 0,0-1-1 0 0,-1 0 0 0 0,0-1 0 0 0,-1 0 1 0 0,0 0-1 0 0,-1-1 0 0 0,0 0 0 0 0,5-16 1 0 0,-10 21-7 0 0,0 1 1 0 0,0-1-1 0 0,-1 1 1 0 0,0-1-1 0 0,0 0 1 0 0,-1 1-1 0 0,0-1 1 0 0,0 0-1 0 0,-1 1 1 0 0,0-1-1 0 0,0 0 1 0 0,-1 1-1 0 0,0-1 1 0 0,0 1-1 0 0,-1 0 1 0 0,0-1-1 0 0,0 1 1 0 0,-1 1-1 0 0,0-1 1 0 0,0 0-1 0 0,-8-9 1 0 0,1 4-12 0 0,-1 0 0 0 0,0 1 0 0 0,-1 0 0 0 0,0 1 0 0 0,0 0 1 0 0,-1 1-1 0 0,-21-10 0 0 0,-32-14-19 0 0,-1 3 0 0 0,-83-26 0 0 0,-168-24 20 0 0,-340-3 62 0 0,229 61-103 0 0,0 20 1 0 0,-717 87-1 0 0,875-44 75 0 0,212-29-17 0 0,-68 24 0 0 0,116-32-9 0 0,-1 0 0 0 0,1 1 0 0 0,0 1-1 0 0,0 0 1 0 0,0 1 0 0 0,-14 11 0 0 0,24-16 2 0 0,0 0-1 0 0,0-1 1 0 0,0 1-1 0 0,0 0 0 0 0,0 0 1 0 0,1 0-1 0 0,-1 0 0 0 0,1 1 1 0 0,0-1-1 0 0,0 0 1 0 0,-1 1-1 0 0,1-1 0 0 0,1 0 1 0 0,-2 4-1 0 0,2-4 1 0 0,0 0 0 0 0,0 0 0 0 0,0-1 0 0 0,0 1 0 0 0,0 0 0 0 0,1 0 0 0 0,-1 0 0 0 0,0-1-1 0 0,1 1 1 0 0,0 0 0 0 0,-1 0 0 0 0,1-1 0 0 0,0 1 0 0 0,0-1 0 0 0,0 1 0 0 0,1 1 0 0 0,4 4-2 0 0,0-1 1 0 0,1-1-1 0 0,0 1 1 0 0,-1-1-1 0 0,2 0 1 0 0,-1-1-1 0 0,1 1 1 0 0,8 3-1 0 0,21 7-2 0 0,1-1-1 0 0,62 15 1 0 0,165 19-20 0 0,278-3 55 0 0,-7-40 6 0 0,-190-25-70 0 0,61-28 38 0 0,-64-21 32 0 0,-72-8-18 0 0,-210 56-17 0 0,76-37 0 0 0,-114 46-2 0 0,-1 0 0 0 0,0-2 1 0 0,38-30-1 0 0,-56 40 2 0 0,1 0 0 0 0,0-1 0 0 0,-1 1-1 0 0,0-1 1 0 0,0 0 0 0 0,-1 0 0 0 0,1 0 0 0 0,-1-1 0 0 0,0 1 0 0 0,-1-1 0 0 0,1 0-1 0 0,3-11 1 0 0,-6 12 0 0 0,0 1 0 0 0,1-1 1 0 0,-2 1-1 0 0,1-1 0 0 0,0 1 0 0 0,-1-1 0 0 0,0 1 0 0 0,0-1 0 0 0,0 1 0 0 0,0 0 0 0 0,-1-1 0 0 0,0 1 0 0 0,0 0 0 0 0,0 0 0 0 0,0 0 1 0 0,-1 1-1 0 0,-5-8 0 0 0,-1 1 2 0 0,0 1 0 0 0,-1-1 1 0 0,0 1-1 0 0,0 1 0 0 0,-1 0 1 0 0,0 1-1 0 0,-24-12 0 0 0,-7 0 4 0 0,0 2 1 0 0,-64-16-1 0 0,-46-6-2 0 0,-261-31 0 0 0,-467 16 17 0 0,761 51-16 0 0,-584 3-144 0 0,236 18 102 0 0,77 7 33 0 0,64 4-2 0 0,175-15-8 0 0,-316 40 59 0 0,387-39-39 0 0,53-6-24 0 0,32-5 8 0 0,16 1 1 0 0,54 7-3 0 0,95 3-1 0 0,-144-13 10 0 0,219 15-7 0 0,938 90 59 0 0,134 10 46 0 0,-517-98-32 0 0,-726-19-56 0 0,125-16-1 0 0,-153 5 24 0 0,-46 10-29 0 0,0 1-1 0 0,-1 0 1 0 0,1 0 0 0 0,0 0 0 0 0,0 0 0 0 0,0 0 0 0 0,-1 0-1 0 0,1 0 1 0 0,0-1 0 0 0,0 1 0 0 0,0 0 0 0 0,-1 0 0 0 0,1 0-1 0 0,0 0 1 0 0,0-1 0 0 0,0 1 0 0 0,0 0 0 0 0,0 0 0 0 0,-1 0-1 0 0,1-1 1 0 0,0 1 0 0 0,0 0 0 0 0,0 0 0 0 0,0 0 0 0 0,0-1-1 0 0,0 1 1 0 0,0 0 0 0 0,0 0 0 0 0,0-1 0 0 0,0 1 0 0 0,0 0-1 0 0,0 0 1 0 0,0 0 0 0 0,0-1 0 0 0,0 1 0 0 0,0 0 0 0 0,0 0-1 0 0,0-1 1 0 0,0 1 0 0 0,0 0 0 0 0,1 0 0 0 0,-1 0 0 0 0,0-1-1 0 0,0 1 1 0 0,0 0 0 0 0,0 0 0 0 0,0 0 0 0 0,1-1 0 0 0,-1 1-1 0 0,0 0 1 0 0,0 0 0 0 0,0 0 0 0 0,0 0 0 0 0,1 0 0 0 0,-1-1-1 0 0,0 1 1 0 0,0 0 0 0 0,0 0 0 0 0,1 0 0 0 0,-1 0 0 0 0,0 0-1 0 0,0 0 1 0 0,1 0 0 0 0,-1 0 0 0 0,0 0 0 0 0,0 0 0 0 0,1 0-1 0 0,-1 0 1 0 0,0 0 0 0 0,-24-10 60 0 0,-44-7-59 0 0,-98-11 0 0 0,-312-9-131 0 0,-12 34 26 0 0,439 3 106 0 0,-857 33-179 0 0,505-13 134 0 0,-662 26 53 0 0,1054-46-12 0 0,-294 20 39 0 0,206-10-22 0 0,-96 24 1 0 0,186-32-19 0 0,-6 1-2 0 0,0 0-1 0 0,0 2 1 0 0,-26 11-1 0 0,36-12 1 0 0,9-1 6 0 0,17 0 11 0 0,-17-3-12 0 0,689 15 154 0 0,-519-16-57 0 0,2 0 12 0 0,1103 19 188 0 0,-870 5-371 0 0,691 29-282 0 0,-66-29 350 0 0,-906-21 24 0 0,117 5-11 0 0,-221-5-38 0 0,-23-1 13 0 0,-4-1 1 0 0,-37 1-16 0 0,-802-11-246 0 0,364-10 199 0 0,455 19 75 0 0,-1251-59-63 0 0,-1328-47 164 0 0,2528 104-93 0 0,-234 4-10 0 0,267 3 6 0 0,40-2-1 0 0,5 0 0 0 0,25 3 3 0 0,78 7 18 0 0,152-3 1 0 0,119-22-16 0 0,-332 11-9 0 0,112-5 5 0 0,1545-64 32 0 0,-714 31 45 0 0,-381 9-63 0 0,-517 26-23 0 0,-64-1 20 0 0,-23 2-3 0 0,-15-1-2 0 0,-69-8-1 0 0,-100-5-1 0 0,-96 10-30 0 0,228 7 19 0 0,-1033-3-25 0 0,762 5-77 0 0,226-1 99 0 0,-326 10 52 0 0,144 11-22 0 0,261-20-21 0 0,-244 26 9 0 0,23 18-23 0 0,204-34-2 0 0,23-6 6 0 0,15-2-5 0 0,242 7 18 0 0,-11-15 15 0 0,681-44-28 0 0,-677 30 97 0 0,311-66 1 0 0,-398 43-70 0 0,-62 10-5 0 0,-90 31-11 0 0,-1 0 0 0 0,0 0 0 0 0,0 0-1 0 0,0 0 1 0 0,0 0 0 0 0,0 0 0 0 0,0-1 0 0 0,0 1-1 0 0,0-1 1 0 0,-1 0 0 0 0,1 1 0 0 0,0-1-1 0 0,-1 0 1 0 0,2-3 0 0 0,-2 4-1 0 0,-1 1-1 0 0,0-1 1 0 0,0 0 0 0 0,0 1 0 0 0,0-1-1 0 0,0 1 1 0 0,0-1 0 0 0,0 0 0 0 0,0 1-1 0 0,0-1 1 0 0,0 0 0 0 0,0 1 0 0 0,0-1-1 0 0,-1 1 1 0 0,1-1 0 0 0,0 0 0 0 0,0 1-1 0 0,-1-1 1 0 0,1 1 0 0 0,0-1 0 0 0,-1 0-1 0 0,-18-13 42 0 0,3 7-37 0 0,1 1 0 0 0,-2 0 0 0 0,1 2 1 0 0,-31-6-1 0 0,-86-5 7 0 0,-86 6-12 0 0,-574 44-3 0 0,-5 55 294 0 0,324-34 21 0 0,170-23 132 0 0,194-22-298 0 0,-524 80-70 0 0,580-77-288 0 0,1 2 0 0 0,-95 43 0 0 0,138-54 153 0 0,1 1 1 0 0,-1 0-1 0 0,-13 10 0 0 0,-8 7-55 0 0,-27 10 147 0 0,-95 40 1 0 0,-17 7 160 0 0,148-68-184 0 0,-14 8-6 0 0,-37 26 0 0 0,63-39-23 0 0,1 0 0 0 0,1 0 0 0 0,-1 1 1 0 0,1 0-1 0 0,1 1 0 0 0,0 0 0 0 0,0 0 0 0 0,0 0 0 0 0,-5 11 1 0 0,11-16 7 0 0,-1 0 0 0 0,1 0 0 0 0,0 0 0 0 0,0 0 1 0 0,1 0-1 0 0,-1 0 0 0 0,1 0 0 0 0,0 0 0 0 0,0 0 0 0 0,0 0 1 0 0,0 0-1 0 0,1 1 0 0 0,-1-1 0 0 0,1 0 0 0 0,0 0 1 0 0,1-1-1 0 0,-1 1 0 0 0,1 0 0 0 0,-1 0 0 0 0,5 5 0 0 0,2 3 3 0 0,0 0 0 0 0,1 0 0 0 0,0-1-1 0 0,16 15 1 0 0,-1-4-15 0 0,1-2 0 0 0,1 0 0 0 0,1-2 0 0 0,0-1-1 0 0,1-1 1 0 0,1-1 0 0 0,1-2 0 0 0,0-1 0 0 0,44 12 0 0 0,-11-9-5 0 0,0-2 0 0 0,1-3 0 0 0,111 4 0 0 0,-113-14 28 0 0,-1-3 1 0 0,0-2 0 0 0,0-3 0 0 0,0-3-1 0 0,111-35 1 0 0,-106 22 16 0 0,-1-2 1 0 0,-1-3-1 0 0,-2-3 1 0 0,108-73-1 0 0,-140 83 28 0 0,37-35 0 0 0,-56 47-22 0 0,-1-1-1 0 0,0 0 0 0 0,-1 0 1 0 0,0-1-1 0 0,12-23 0 0 0,-18 30-12 0 0,-1 1-1 0 0,0-1 0 0 0,0 1 1 0 0,0-1-1 0 0,-1 0 0 0 0,0 0 1 0 0,0 1-1 0 0,0-1 0 0 0,0 0 1 0 0,-1 0-1 0 0,0 0 0 0 0,0 0 0 0 0,0 0 1 0 0,-1 0-1 0 0,1 0 0 0 0,-3-6 1 0 0,1 6-9 0 0,0 1 1 0 0,0 0-1 0 0,0 0 1 0 0,-1 0-1 0 0,1 0 1 0 0,-1 0 0 0 0,0 0-1 0 0,0 1 1 0 0,-1-1-1 0 0,1 1 1 0 0,-1 0-1 0 0,0 0 1 0 0,0 0-1 0 0,-4-2 1 0 0,-9-3-10 0 0,-1 0-1 0 0,1 1 1 0 0,-1 1 0 0 0,0 1 0 0 0,-1 1 0 0 0,1 0 0 0 0,-24-1-1 0 0,-8 1 14 0 0,1 3-1 0 0,-1 1 0 0 0,0 3 1 0 0,1 2-1 0 0,-83 19 0 0 0,41 0 15 0 0,1 4-1 0 0,-91 42 1 0 0,136-50-15 0 0,0 2 0 0 0,1 2-1 0 0,1 1 1 0 0,-78 63 0 0 0,107-76 2 0 0,0 1 1 0 0,1 0-1 0 0,0 1 0 0 0,1 1 1 0 0,1 0-1 0 0,0 0 0 0 0,2 1 1 0 0,-1 0-1 0 0,2 1 0 0 0,0 0 1 0 0,-10 32-1 0 0,16-41 3 0 0,0 1-1 0 0,1 0 1 0 0,0-1-1 0 0,0 1 1 0 0,1 0-1 0 0,0 0 1 0 0,0 0 0 0 0,1 0-1 0 0,0 0 1 0 0,1-1-1 0 0,5 18 1 0 0,-2-13 7 0 0,1-1 1 0 0,0 1-1 0 0,1-1 1 0 0,0 0-1 0 0,1-1 1 0 0,16 19-1 0 0,-6-12 23 0 0,-1-1 0 0 0,2 0 0 0 0,0-1 0 0 0,1-1 0 0 0,41 23 0 0 0,-23-18 49 0 0,1-2 0 0 0,77 24 0 0 0,-38-21 39 0 0,127 17 0 0 0,144-4 7 0 0,49-14-103 0 0,1224-60-916 0 0,-1234-2 713 0 0,-2-16 0 0 0,439-126 1 0 0,-601 116 214 0 0,-58 6-98 0 0,-150 55 35 0 0,-1 0 0 0 0,0-2 0 0 0,0 1 0 0 0,20-18-1 0 0,-33 25 15 0 0,0 0 0 0 0,0-1-1 0 0,0 1 1 0 0,0-1 0 0 0,-1 0-1 0 0,1 0 1 0 0,-1 1 0 0 0,1-1-1 0 0,-1 0 1 0 0,1 0 0 0 0,-1-1-1 0 0,0 1 1 0 0,0 0 0 0 0,0 0-1 0 0,-1 0 1 0 0,1-1 0 0 0,0 1-1 0 0,-1 0 1 0 0,1-5 0 0 0,-1 6 0 0 0,-1 0 0 0 0,1-1 0 0 0,-1 1 0 0 0,1 0 0 0 0,-1 0 0 0 0,1 0 1 0 0,-1-1-1 0 0,0 1 0 0 0,1 0 0 0 0,-1 0 0 0 0,0 0 0 0 0,0 0 0 0 0,0 0 1 0 0,-2-1-1 0 0,0-1-9 0 0,-1 0 0 0 0,0 1 0 0 0,0-1-1 0 0,0 1 1 0 0,-7-2 0 0 0,-16-5-25 0 0,0 1 0 0 0,-47-8 0 0 0,-151-8-20 0 0,-307 11 16 0 0,15 24 68 0 0,113 14 0 0 0,-44 20 36 0 0,46 8 190 0 0,65 1 221 0 0,79 1 100 0 0,98-6-203 0 0,153-47-373 0 0,0 0 0 0 0,1 1 0 0 0,-1 0 0 0 0,1 0 0 0 0,0 1 0 0 0,0-1 0 0 0,0 2 0 0 0,-9 6 0 0 0,15-10 0 0 0,-1-1-1 0 0,1 1 0 0 0,-1 0 1 0 0,1-1-1 0 0,0 1 0 0 0,-1-1 1 0 0,1 1-1 0 0,0 0 0 0 0,-1-1 1 0 0,1 1-1 0 0,0 0 0 0 0,0 0 1 0 0,0-1-1 0 0,0 1 0 0 0,0 0 1 0 0,0-1-1 0 0,0 1 0 0 0,0 0 1 0 0,0 0-1 0 0,0-1 0 0 0,0 1 1 0 0,0 0-1 0 0,1 0 0 0 0,0 1-1 0 0,0 0-1 0 0,0-1 0 0 0,0 1 1 0 0,0 0-1 0 0,0-1 0 0 0,1 1 1 0 0,-1-1-1 0 0,1 1 0 0 0,-1-1 1 0 0,1 0-1 0 0,2 1 0 0 0,10 7 26 0 0,1-1 1 0 0,0-1-1 0 0,0-1 0 0 0,1 0 0 0 0,23 5 0 0 0,179 27 208 0 0,94-9-205 0 0,59-8-171 0 0,1393-39-839 0 0,-1346-17 755 0 0,-47-10 133 0 0,-61-4 33 0 0,-193 28 52 0 0,188-60 1 0 0,-283 74 0 0 0,-1-1 1 0 0,0-1 0 0 0,21-13-1 0 0,-41 21 11 0 0,1 0 0 0 0,0 0 0 0 0,0 0-1 0 0,-1 0 1 0 0,1 0 0 0 0,-1 0 0 0 0,1 0-1 0 0,-1-1 1 0 0,0 1 0 0 0,1-1-1 0 0,-1 1 1 0 0,0-1 0 0 0,0 1 0 0 0,0-1-1 0 0,0 0 1 0 0,0 1 0 0 0,0-1 0 0 0,-1 0-1 0 0,1 0 1 0 0,-1 0 0 0 0,1 1 0 0 0,-1-1-1 0 0,1 0 1 0 0,-1 0 0 0 0,0-3 0 0 0,-1 3-1 0 0,0-1 1 0 0,0 0-1 0 0,0 1 1 0 0,-1-1-1 0 0,1 1 1 0 0,-1-1-1 0 0,1 1 1 0 0,-1 0-1 0 0,0 0 1 0 0,0 0 0 0 0,0 0-1 0 0,0 0 1 0 0,0 0-1 0 0,-1 0 1 0 0,-3-2-1 0 0,-8-4-9 0 0,1 0 0 0 0,-1 1 0 0 0,-1 1 0 0 0,1 1-1 0 0,-1 0 1 0 0,-24-5 0 0 0,-109-13-29 0 0,-332 3 63 0 0,-41 56 75 0 0,325 2 3 0 0,180-34-87 0 0,-8 2 30 0 0,-41 16 0 0 0,60-19-45 0 0,-1-1 1 0 0,1 1-1 0 0,0-1 1 0 0,0 2-1 0 0,1-1 0 0 0,-1 0 1 0 0,1 1-1 0 0,0 0 1 0 0,0 0-1 0 0,0 0 1 0 0,0 1-1 0 0,-5 7 0 0 0,8-11-1 0 0,0 1-1 0 0,1 0 1 0 0,-1-1-1 0 0,0 1 1 0 0,0 0-1 0 0,1 0 1 0 0,-1 0-1 0 0,1 0 1 0 0,0 0 0 0 0,-1 0-1 0 0,1 0 1 0 0,0-1-1 0 0,0 1 1 0 0,0 0-1 0 0,0 0 1 0 0,1 0-1 0 0,-1 0 1 0 0,1 0-1 0 0,-1 0 1 0 0,1 0-1 0 0,-1 0 1 0 0,1-1-1 0 0,0 1 1 0 0,0 0-1 0 0,0 0 1 0 0,0-1-1 0 0,0 1 1 0 0,0-1-1 0 0,1 1 1 0 0,2 2-1 0 0,3 2 2 0 0,0 0-1 0 0,0-1 1 0 0,1 0-1 0 0,0 0 1 0 0,14 6-1 0 0,1-1 0 0 0,1-1-1 0 0,-1-2 1 0 0,1 0 0 0 0,36 5-1 0 0,107 4-19 0 0,-72-14-4 0 0,0-4 1 0 0,168-26 0 0 0,181-75 7 0 0,-386 86 25 0 0,98-43 0 0 0,-141 53-3 0 0,1-1 1 0 0,-1-1 0 0 0,-1 0 0 0 0,1-1 0 0 0,-2 0-1 0 0,1-1 1 0 0,-2-1 0 0 0,1 0 0 0 0,-2 0 0 0 0,12-17-1 0 0,-20 26 0 0 0,-1-1-1 0 0,1 0 1 0 0,-1 0-1 0 0,0 0 1 0 0,-1 0-1 0 0,1 0 1 0 0,-1-1-1 0 0,1 1 1 0 0,-1-1-1 0 0,-1 1 1 0 0,1-1-1 0 0,-1 1 1 0 0,1-1-1 0 0,-1 1 0 0 0,-1-1 1 0 0,1 1-1 0 0,-1-1 1 0 0,0-4-1 0 0,-2 3 0 0 0,1-1 0 0 0,-1 1 0 0 0,0 0-1 0 0,0 0 1 0 0,-1 0 0 0 0,0 0-1 0 0,0 1 1 0 0,0-1 0 0 0,-1 1 0 0 0,-9-8-1 0 0,0 1-2 0 0,-1 1-1 0 0,-1 0 1 0 0,1 1-1 0 0,-2 1 0 0 0,1 1 1 0 0,-35-13-1 0 0,-117-27-32 0 0,168 48 35 0 0,-234-45-7 0 0,-380 3 47 0 0,-29 36 99 0 0,409 7 194 0 0,161 0-188 0 0,1 3 0 0 0,-74 15 0 0 0,139-18-161 0 0,1 0 0 0 0,0 1 0 0 0,0 0 0 0 0,0 0 0 0 0,-9 5 0 0 0,11-2-134 0 0,14 1-12 0 0,21 1 101 0 0,0-2 1 0 0,0 0-1 0 0,56-1 0 0 0,-72-3 57 0 0,104 3-71 0 0,156-14 0 0 0,538-117 64 0 0,-427 29-28 0 0,-275 64 2 0 0,-104 32 33 0 0,-1-1 0 0 0,1 0 0 0 0,-1 0 0 0 0,0 0 0 0 0,1-1 0 0 0,6-5 0 0 0,-13 9 4 0 0,0 0 1 0 0,1-1-1 0 0,-1 1 1 0 0,1 0-1 0 0,-1 0 0 0 0,0-1 1 0 0,1 1-1 0 0,-1-1 1 0 0,0 1-1 0 0,1 0 0 0 0,-1-1 1 0 0,0 1-1 0 0,1-1 0 0 0,-1 1 1 0 0,0-1-1 0 0,0 1 1 0 0,0 0-1 0 0,1-1 0 0 0,-1 1 1 0 0,0-1-1 0 0,0 1 1 0 0,0-1-1 0 0,0 1 0 0 0,0-1 1 0 0,0 1-1 0 0,0-1 1 0 0,0 1-1 0 0,0-1 0 0 0,0 1 1 0 0,0-1-1 0 0,-1 1 1 0 0,1-1-1 0 0,0 1 0 0 0,0-1 1 0 0,0 1-1 0 0,-1-1 1 0 0,1 1-1 0 0,0-1 0 0 0,0 1 1 0 0,-1 0-1 0 0,1-1 0 0 0,0 1 1 0 0,-1-1-1 0 0,1 1 1 0 0,0 0-1 0 0,-1-1 0 0 0,1 1 1 0 0,-1 0-1 0 0,1 0 1 0 0,-1-1-1 0 0,-7-2 5 0 0,1 0-1 0 0,-1 0 1 0 0,1 0 0 0 0,-1 1-1 0 0,-12-2 1 0 0,-31-3 3 0 0,0 3 0 0 0,0 1-1 0 0,-93 8 1 0 0,120-3-6 0 0,-338 26-8 0 0,25-1-15 0 0,8-22 95 0 0,296-6-15 0 0,20 1 41 0 0,-1-1-1 0 0,0 0 0 0 0,1 0 0 0 0,-1-2 0 0 0,-21-6 1 0 0,31 7 63 0 0,13 0-84 0 0,179 2-250 0 0,-168 1 161 0 0,259 13-234 0 0,-1 12-1 0 0,393 87 1 0 0,-573-89 245 0 0,97 37 0 0 0,-149-43-1 0 0,-1 2-1 0 0,-1 1 1 0 0,-1 3-1 0 0,44 32 1 0 0,-69-43-7 0 0,0 1 1 0 0,-1 1-1 0 0,-1 1 0 0 0,0 0 1 0 0,25 35-1 0 0,-34-41 4 0 0,0 1-1 0 0,-1 0 0 0 0,0 0 1 0 0,-1 1-1 0 0,-1-1 1 0 0,0 1-1 0 0,0 0 0 0 0,-1 0 1 0 0,-1 1-1 0 0,0-1 1 0 0,1 24-1 0 0,-3-28 4 0 0,-1 0-1 0 0,0 0 1 0 0,0 0 0 0 0,0 0-1 0 0,-1-1 1 0 0,0 1 0 0 0,-1-1 0 0 0,0 1-1 0 0,0-1 1 0 0,0 0 0 0 0,-1 0-1 0 0,-8 11 1 0 0,4-8 1 0 0,0 0 0 0 0,-1-1-1 0 0,-1 0 1 0 0,0 0 0 0 0,0-1 0 0 0,0 0 0 0 0,-13 7-1 0 0,-11 2 3 0 0,-1 0-1 0 0,0-2 0 0 0,-1-2 0 0 0,-52 12 0 0 0,-421 60 8 0 0,495-83-8 0 0,-111 12-4 0 0,-196-1 0 0 0,302-13 2 0 0,-1-2-1 0 0,1 0 0 0 0,-1-1 1 0 0,-27-8-1 0 0,42 10 0 0 0,-1-1 1 0 0,1 0-1 0 0,0 0 1 0 0,-1-1-1 0 0,1 0 1 0 0,0 0-1 0 0,0 0 0 0 0,1 0 1 0 0,-1-1-1 0 0,1 0 1 0 0,0 0-1 0 0,0 0 1 0 0,0 0-1 0 0,0-1 0 0 0,1 1 1 0 0,0-1-1 0 0,0 0 1 0 0,0 0-1 0 0,-3-9 1 0 0,4 11-2 0 0,1 0 0 0 0,0-1 1 0 0,1 1-1 0 0,-1-1 1 0 0,1 0-1 0 0,-1 1 0 0 0,1-1 1 0 0,0 0-1 0 0,0 1 0 0 0,1-1 1 0 0,-1 1-1 0 0,1-1 1 0 0,-1 0-1 0 0,4-5 0 0 0,-2 3 1 0 0,0 1-1 0 0,1 0 1 0 0,0 0 0 0 0,0 1-1 0 0,1-1 1 0 0,-1 1-1 0 0,1-1 1 0 0,0 1-1 0 0,7-5 1 0 0,1 0 0 0 0,0 0 0 0 0,1 1-1 0 0,0 0 1 0 0,0 1 0 0 0,1 1 0 0 0,16-5 0 0 0,10-2-2 0 0,47-8-1 0 0,15 3-3 0 0,1 5 0 0 0,0 4-1 0 0,149 7 1 0 0,310 47 44 0 0,-310-19 3 0 0,-204-22-40 0 0,-28-4 1 0 0,-1 2-1 0 0,1 1 1 0 0,38 9 0 0 0,-45-5 1 0 0,-16-3 7 0 0,-11-2 11 0 0,-157-2-38 0 0,1-6 1 0 0,-207-36-1 0 0,-336-109-8 0 0,300 26 62 0 0,324 92-13 0 0,2-4-1 0 0,-124-72 1 0 0,195 100-15 0 0,-1-1 1 0 0,2-1-1 0 0,0 0 1 0 0,0-1-1 0 0,-16-17 1 0 0,31 29-10 0 0,-1 0-1 0 0,1-1 1 0 0,0 1 0 0 0,0 0 0 0 0,-1 0 0 0 0,1 0 0 0 0,0-1 0 0 0,-1 1 0 0 0,1 0-1 0 0,0 0 1 0 0,0-1 0 0 0,0 1 0 0 0,-1 0 0 0 0,1 0 0 0 0,0-1 0 0 0,0 1 0 0 0,0 0 0 0 0,0-1-1 0 0,-1 1 1 0 0,1 0 0 0 0,0-1 0 0 0,0 1 0 0 0,0 0 0 0 0,0-1 0 0 0,0 1 0 0 0,0-1-1 0 0,0 1 1 0 0,0 0 0 0 0,0-1 0 0 0,0 1 0 0 0,0 0 0 0 0,0-1 0 0 0,0 1 0 0 0,1 0-1 0 0,-1-1 1 0 0,0 1 0 0 0,0 0 0 0 0,0-1 0 0 0,0 1 0 0 0,0 0 0 0 0,1 0 0 0 0,-1-1 0 0 0,0 1-1 0 0,0 0 1 0 0,1 0 0 0 0,-1-1 0 0 0,0 1 0 0 0,0 0 0 0 0,1-1 0 0 0,5-1-14 0 0,0 0 1 0 0,0 1 0 0 0,0-1 0 0 0,0 1 0 0 0,10 0-1 0 0,711-23 65 0 0,-534 31-94 0 0,332 55 1 0 0,-129 28 59 0 0,-292-55-28 0 0,-93-30-25 0 0,0 0 0 0 0,0 0 0 0 0,0 1 0 0 0,-1 1-1 0 0,0-1 1 0 0,10 11 0 0 0,-16-14-87 0 0,-1 1-1 0 0,0 0 1 0 0,1 0-1 0 0,-2 0 1 0 0,1 1-1 0 0,0-1 0 0 0,2 9 1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2:57.359"/>
    </inkml:context>
    <inkml:brush xml:id="br0">
      <inkml:brushProperty name="width" value="0.05" units="cm"/>
      <inkml:brushProperty name="height" value="0.05" units="cm"/>
      <inkml:brushProperty name="color" value="#CC0066"/>
    </inkml:brush>
  </inkml:definitions>
  <inkml:trace contextRef="#ctx0" brushRef="#br0">31 53 1616 0 0,'-28'-3'475'0'0,"28"3"-461"0"0,0 0 0 0 0,0 0 0 0 0,0 1 0 0 0,0-1 1 0 0,0 0-1 0 0,0 0 0 0 0,0 0 0 0 0,0 0 0 0 0,0 0 1 0 0,0 0-1 0 0,0 0 0 0 0,0 1 0 0 0,1-1 0 0 0,-1 0 1 0 0,0 0-1 0 0,0 0 0 0 0,0 0 0 0 0,0 0 0 0 0,0 0 0 0 0,0 0 1 0 0,0 1-1 0 0,0-1 0 0 0,0 0 0 0 0,0 0 0 0 0,0 0 1 0 0,0 0-1 0 0,-1 0 0 0 0,1 0 0 0 0,0 1 0 0 0,0-1 1 0 0,0 0-1 0 0,0 0 0 0 0,0 0 0 0 0,0 0 0 0 0,0 0 0 0 0,0 0 1 0 0,0 0-1 0 0,0 1 0 0 0,0-1 0 0 0,0 0 0 0 0,-1 0 1 0 0,1 0-1 0 0,0 0 0 0 0,0 0 0 0 0,0 0 0 0 0,0 0 1 0 0,0 0-1 0 0,0 0 0 0 0,0 0 0 0 0,-1 0 0 0 0,1 0 1 0 0,0 0-1 0 0,0 0 0 0 0,0 0 0 0 0,0 0 0 0 0,-1 0 0 0 0,14 7 1170 0 0,-7-4-769 0 0,36 7 1616 0 0,2-2-1026 0 0,-1-2-1 0 0,1-2 1 0 0,77-2-1 0 0,135-24 977 0 0,42-1-557 0 0,-261 23-1311 0 0,-1 1 102 0 0,57-7 0 0 0,-93 6-205 0 0,0 0 1 0 0,0 1-1 0 0,0-1 1 0 0,0 0-1 0 0,1 0 1 0 0,-1 0-1 0 0,0 0 1 0 0,0 0-1 0 0,0 0 1 0 0,0 0-1 0 0,0 0 1 0 0,1 0-1 0 0,-1 0 1 0 0,0 0-1 0 0,0 0 1 0 0,0 0-1 0 0,0 0 1 0 0,1 0-1 0 0,-1 0 1 0 0,0 0-1 0 0,0 0 1 0 0,0 0-1 0 0,0 0 1 0 0,0 0-1 0 0,1 0 1 0 0,-1 0-1 0 0,0 0 1 0 0,0 0-1 0 0,0-1 1 0 0,0 1-1 0 0,0 0 1 0 0,1 0-1 0 0,-1 0 1 0 0,0 0-1 0 0,0 0 1 0 0,0 0-1 0 0,0 0 1 0 0,0-1-1 0 0,0 1 1 0 0,0 0-1 0 0,0 0 1 0 0,0 0-1 0 0,1 0 1 0 0,-1 0-1 0 0,0-1 1 0 0,0 1-1 0 0,0 0 1 0 0,0 0-1 0 0,0 0 0 0 0,0 0 1 0 0,0 0-1 0 0,0-1 1 0 0,0 1-1 0 0,0 0 1 0 0,0 0-1 0 0,-4-2 230 0 0,-9-2-222 0 0,0 0 0 0 0,0 2 0 0 0,-1 0 0 0 0,1 0 0 0 0,-28 1 0 0 0,15 0-49 0 0,-150-5-205 0 0,1 7 0 0 0,-281 39 0 0 0,444-37 166 0 0,18 1 14 0 0,21 1 48 0 0,-26-5 17 0 0,102 9-18 0 0,144-4 1 0 0,-155-6 174 0 0,173-16 157 0 0,-63 0-170 0 0,-733 55-444 0 0,415-23 294 0 0,181-10 41 0 0,609-33 653 0 0,2 0-489 0 0,-611 28-363 0 0,95-2-760 0 0,-150-1 981 0 0,-11-2 6 0 0,-16-5-212 0 0,-8 5-91 0 0,1 1-1 0 0,-1 2 0 0 0,0 0 0 0 0,-42 3 0 0 0,33 0 108 0 0,-414 34-1086 0 0,409-30 1233 0 0,-53 13 0 0 0,92-18-22 0 0,0 0 1 0 0,0 0 0 0 0,0 0-1 0 0,0 0 1 0 0,0 0 0 0 0,-1 0-1 0 0,1 0 1 0 0,0 0 0 0 0,0 0 0 0 0,0 0-1 0 0,0 0 1 0 0,0 0 0 0 0,-1 0-1 0 0,1 0 1 0 0,0 0 0 0 0,0 0-1 0 0,0 0 1 0 0,0 0 0 0 0,0 0-1 0 0,-1 0 1 0 0,1 1 0 0 0,0-1-1 0 0,0 0 1 0 0,0 0 0 0 0,0 0-1 0 0,0 0 1 0 0,0 0 0 0 0,-1 0 0 0 0,1 0-1 0 0,0 0 1 0 0,0 1 0 0 0,0-1-1 0 0,0 0 1 0 0,0 0 0 0 0,0 0-1 0 0,0 0 1 0 0,0 0 0 0 0,0 0-1 0 0,0 1 1 0 0,0-1 0 0 0,0 0-1 0 0,0 0 1 0 0,0 0 0 0 0,0 0 0 0 0,0 1-1 0 0,0-1 1 0 0,0 0 0 0 0,0 0-1 0 0,0 0 1 0 0,0 0 0 0 0,12 4 136 0 0,18 0 167 0 0,53-2 0 0 0,430-31 991 0 0,-201 6-829 0 0,137 4 139 0 0,-426 17-557 0 0,-28 1 195 0 0,-38-1-11 0 0,-353 8-796 0 0,3 23-99 0 0,306-22 749 0 0,61-5-93 0 0,37 1-69 0 0,18 1 104 0 0,278-12 16 0 0,-171 2 10 0 0,678-34 90 0 0,-697 33 50 0 0,-46 0-5 0 0,-240 14-503 0 0,44 0 176 0 0,13-4-38 0 0,-701 40-1443 0 0,777-38 1604 0 0,24-2 38 0 0,15-1 93 0 0,110 1-79 0 0,65-10 137 0 0,-94 3-1 0 0,1165-30 489 0 0,-1763 45-683 0 0,233-3-216 0 0,169-5 128 0 0,-396 17-358 0 0,505-19 471 0 0,-19 1 5 0 0,40 1-16 0 0,456 0 569 0 0,-365-6-585 0 0,332-6 223 0 0,-125 3-30 0 0,-548 3 1425 0 0,-10 7-1846 0 0,-296 33 298 0 0,528-36-587 0 0,-22 4 703 0 0,18 0-3219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3:03.662"/>
    </inkml:context>
    <inkml:brush xml:id="br0">
      <inkml:brushProperty name="width" value="0.05" units="cm"/>
      <inkml:brushProperty name="height" value="0.05" units="cm"/>
      <inkml:brushProperty name="color" value="#CC0066"/>
    </inkml:brush>
  </inkml:definitions>
  <inkml:trace contextRef="#ctx0" brushRef="#br0">416 24 1272 0 0,'-15'-7'760'0'0,"-28"-1"-623"0"0,10 0-59 0 0,25 8-62 0 0,0 1 6 0 0,-14 0 177 0 0,1 1 0 0 0,-1 1 0 0 0,1 0-1 0 0,-33 11 1 0 0,44-11-17 0 0,0 1-1 0 0,1 0 1 0 0,-1 0 0 0 0,1 1-1 0 0,0 0 1 0 0,1 1-1 0 0,-1-1 1 0 0,1 2 0 0 0,0-1-1 0 0,1 1 1 0 0,-13 14-1 0 0,14-13-18 0 0,0 1 1 0 0,1-1-1 0 0,0 1 0 0 0,0 0 0 0 0,1 1 0 0 0,0-1 0 0 0,0 1 1 0 0,1 0-1 0 0,0-1 0 0 0,1 1 0 0 0,0 1 0 0 0,1-1 0 0 0,0 0 1 0 0,1 0-1 0 0,0 0 0 0 0,0 1 0 0 0,1-1 0 0 0,2 10 0 0 0,0 1 269 0 0,1 0-1 0 0,1-1 0 0 0,1 0 0 0 0,16 38 0 0 0,-18-51-292 0 0,0 0 1 0 0,0 0-1 0 0,1-1 0 0 0,0 1 0 0 0,0-1 0 0 0,0 0 1 0 0,1-1-1 0 0,9 9 0 0 0,-9-10 10 0 0,0 0 0 0 0,1-1 0 0 0,-1 1 0 0 0,1-1 0 0 0,-1 0 0 0 0,11 2 0 0 0,55 11 192 0 0,117 11 0 0 0,-126-20-184 0 0,17 0 107 0 0,42-3-119 0 0,50 3 87 0 0,-43 10 309 0 0,-65-8 89 0 0,96 3 0 0 0,48-12-53 0 0,484-19 2280 0 0,-166-26-1715 0 0,-418 30-881 0 0,146-21 85 0 0,-7-21-181 0 0,-239 55-159 0 0,0-1 0 0 0,0 0 0 0 0,-1 0 0 0 0,1 0 0 0 0,-1-1 0 0 0,0-1 0 0 0,0 1 0 0 0,0-1 0 0 0,10-10 0 0 0,-14 11-4 0 0,1 0 0 0 0,-1 0 0 0 0,0-1-1 0 0,0 1 1 0 0,0-1 0 0 0,-1 0 0 0 0,0 1 0 0 0,0-1 0 0 0,0 0 0 0 0,-1-1 0 0 0,1 1-1 0 0,-1 0 1 0 0,0 0 0 0 0,-1-1 0 0 0,1 1 0 0 0,-1-6 0 0 0,1-23-76 0 0,0 22-78 0 0,0 1 0 0 0,-1-1 0 0 0,-1 0-1 0 0,0 1 1 0 0,-2-12 0 0 0,1 18 125 0 0,0 0 0 0 0,0 0 1 0 0,-1 1-1 0 0,0-1 0 0 0,1 1 0 0 0,-1 0 1 0 0,-1 0-1 0 0,1 0 0 0 0,-1 0 0 0 0,1 0 0 0 0,-1 1 1 0 0,0-1-1 0 0,0 1 0 0 0,-1 0 0 0 0,1 1 1 0 0,-1-1-1 0 0,1 1 0 0 0,-1 0 0 0 0,-7-3 1 0 0,-11-2-48 0 0,0 0 1 0 0,-45-7 0 0 0,55 12 68 0 0,-114-13-207 0 0,-64 9 263 0 0,33 2-19 0 0,-663-18 20 0 0,654 14-154 0 0,-1 0 25 0 0,-201-6 368 0 0,290 12-301 0 0,-90 10 0 0 0,81-3-30 0 0,-54-2 295 0 0,76-3-158 0 0,0 2 0 0 0,0 4 0 0 0,-70 14-1 0 0,96-10-99 0 0,16-3-99 0 0,-41 6-1 0 0,40-7 487 0 0,25-6-408 0 0,0 0 0 0 0,0 0 0 0 0,0 0 1 0 0,0 0-1 0 0,0 0 0 0 0,0 0 0 0 0,0 0 0 0 0,0 0 0 0 0,0 1 0 0 0,-1-1 0 0 0,1 0 0 0 0,0 0 0 0 0,0 0 0 0 0,0 0 0 0 0,0 0 0 0 0,0 0 0 0 0,1 0 0 0 0,-1 0 0 0 0,0 0 0 0 0,0 1 0 0 0,0-1 1 0 0,0 0-1 0 0,0 0 0 0 0,0 0 0 0 0,0 0 0 0 0,0 0 0 0 0,0 0 0 0 0,0 0 0 0 0,0 0 0 0 0,0 0 0 0 0,0 0 0 0 0,0 1 0 0 0,0-1 0 0 0,0 0 0 0 0,0 0 0 0 0,0 0 0 0 0,1 0 0 0 0,-1 0 0 0 0,0 0 0 0 0,0 0 1 0 0,0 0-1 0 0,0 0 0 0 0,0 0 0 0 0,0 0 0 0 0,0 0 0 0 0,0 0 0 0 0,0 0 0 0 0,1 0 0 0 0,-1 0 0 0 0,0 0 0 0 0,0 0 0 0 0,0 0 0 0 0,0 0 0 0 0,0 0 0 0 0,0 0 0 0 0,3 1-1026 0 0,21 6-6735 0 0,22 2-2808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3:05.444"/>
    </inkml:context>
    <inkml:brush xml:id="br0">
      <inkml:brushProperty name="width" value="0.05" units="cm"/>
      <inkml:brushProperty name="height" value="0.05" units="cm"/>
      <inkml:brushProperty name="color" value="#CC0066"/>
    </inkml:brush>
  </inkml:definitions>
  <inkml:trace contextRef="#ctx0" brushRef="#br0">196 7 1008 0 0,'20'0'1440'0'0,"-20"0"-1378"0"0,0-1 0 0 0,0 1 0 0 0,0 0 0 0 0,1 0 0 0 0,-1 0 1 0 0,0 0-1 0 0,0 0 0 0 0,0-1 0 0 0,0 1 0 0 0,0 0 0 0 0,0 0 0 0 0,0 0 0 0 0,0 0 0 0 0,0-1 0 0 0,0 1 0 0 0,0 0 1 0 0,0 0-1 0 0,0 0 0 0 0,0 0 0 0 0,0-1 0 0 0,0 1 0 0 0,0 0 0 0 0,0 0 0 0 0,0 0 0 0 0,0 0 0 0 0,0 0 1 0 0,0-1-1 0 0,-1 1 0 0 0,1 0 0 0 0,0 0 0 0 0,0 0 0 0 0,0 0 0 0 0,0 0 0 0 0,0-1 0 0 0,0 1 0 0 0,0 0 0 0 0,0 0 1 0 0,-1 0-1 0 0,1 0 0 0 0,0 0 0 0 0,0 0 0 0 0,0 0 0 0 0,0 0 0 0 0,0 0 0 0 0,-1 0 0 0 0,1 0 0 0 0,0 0 0 0 0,0-1 1 0 0,0 1-1 0 0,0 0 0 0 0,-1 0 0 0 0,1 0 0 0 0,0 0 0 0 0,0 0 0 0 0,0 0 0 0 0,0 1 0 0 0,-1-1 0 0 0,1 0 0 0 0,0 0 1 0 0,0 0-1 0 0,-17 0 311 0 0,1 1 0 0 0,-28 5 0 0 0,37-4-246 0 0,1-1-1 0 0,0 1 1 0 0,0 0 0 0 0,0 0 0 0 0,0 1 0 0 0,0-1 0 0 0,0 1 0 0 0,1 1 0 0 0,-11 7 0 0 0,11-5 36 0 0,-1 1 0 0 0,1-1 0 0 0,-1 2 0 0 0,2-1 0 0 0,-1 0 0 0 0,1 1 0 0 0,0 0 0 0 0,1 0-1 0 0,0 0 1 0 0,-3 13 0 0 0,2-4 521 0 0,1 1 0 0 0,0 0 0 0 0,0 35-1 0 0,3-46-489 0 0,0-1-1 0 0,1 0 0 0 0,0 1 0 0 0,0-1 0 0 0,0 0 1 0 0,1 0-1 0 0,0 0 0 0 0,4 8 0 0 0,-2-7 28 0 0,0 0 0 0 0,0 0 0 0 0,1-1-1 0 0,0 0 1 0 0,0 0 0 0 0,0 0 0 0 0,1-1 0 0 0,0 1-1 0 0,0-1 1 0 0,7 4 0 0 0,0-1 113 0 0,0-1 1 0 0,0 0-1 0 0,1 0 1 0 0,22 6-1 0 0,24 2 60 0 0,50 1 255 0 0,4 1-195 0 0,13 0 29 0 0,-120-15-447 0 0,-7-2-40 0 0,1 0 0 0 0,-1 0 0 0 0,1 0 1 0 0,-1 1-1 0 0,1-1 0 0 0,-1 0 1 0 0,1 1-1 0 0,-1-1 0 0 0,1 1 0 0 0,-1-1 1 0 0,1 0-1 0 0,-1 1 0 0 0,1-1 0 0 0,-1 1 1 0 0,0-1-1 0 0,1 1 0 0 0,-1-1 1 0 0,0 1-1 0 0,0-1 0 0 0,1 1 0 0 0,-1 0 1 0 0,0-1-1 0 0,0 1 0 0 0,0-1 1 0 0,0 1-1 0 0,0 0 0 0 0,1-1 0 0 0,-1 1 1 0 0,0-1-1 0 0,0 1 0 0 0,-1 0 0 0 0,1-1 1 0 0,0 2-1 0 0,0-1-6 0 0,1 0 0 0 0,0 1 0 0 0,-1-1 0 0 0,1 0 0 0 0,0 0 0 0 0,0 0 0 0 0,0 0 1 0 0,0 0-1 0 0,0 0 0 0 0,0 0 0 0 0,0 0 0 0 0,0 0 0 0 0,0 0 0 0 0,0 0 0 0 0,0-1 0 0 0,0 1 0 0 0,1-1 0 0 0,-1 1 0 0 0,2 0 0 0 0,27 10-86 0 0,-8-5 57 0 0,-1-2-1 0 0,36 4 0 0 0,-8-6-3044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11.275"/>
    </inkml:context>
    <inkml:brush xml:id="br0">
      <inkml:brushProperty name="width" value="0.35" units="cm"/>
      <inkml:brushProperty name="height" value="0.35" units="cm"/>
      <inkml:brushProperty name="color" value="#CC0066"/>
    </inkml:brush>
  </inkml:definitions>
  <inkml:trace contextRef="#ctx0" brushRef="#br0">56 16 1320 0 0,'-32'-16'24'0'0,"13"18"-104"0"0,15 12-1176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12.750"/>
    </inkml:context>
    <inkml:brush xml:id="br0">
      <inkml:brushProperty name="width" value="0.35" units="cm"/>
      <inkml:brushProperty name="height" value="0.35" units="cm"/>
      <inkml:brushProperty name="color" value="#CC0066"/>
    </inkml:brush>
  </inkml:definitions>
  <inkml:trace contextRef="#ctx0" brushRef="#br0">283 128 480 0 0,'-4'-3'3'0'0,"1"1"0"0"0,-1-1 0 0 0,0 1 1 0 0,1 0-1 0 0,-1 0 0 0 0,0 0 0 0 0,0 1 0 0 0,-1-1 0 0 0,1 1 0 0 0,0 0 0 0 0,0 0 1 0 0,0 1-1 0 0,-1-1 0 0 0,1 1 0 0 0,0 0 0 0 0,-1 0 0 0 0,1 0 0 0 0,0 1 1 0 0,-1-1-1 0 0,1 1 0 0 0,0 0 0 0 0,0 0 0 0 0,-1 1 0 0 0,1-1 0 0 0,0 1 0 0 0,1 0 1 0 0,-1 0-1 0 0,0 0 0 0 0,0 1 0 0 0,1-1 0 0 0,-1 1 0 0 0,1 0 0 0 0,0 0 0 0 0,0 0 1 0 0,0 0-1 0 0,0 1 0 0 0,1-1 0 0 0,-1 1 0 0 0,1-1 0 0 0,0 1 0 0 0,0 0 1 0 0,-2 6-1 0 0,-5 15 30 0 0,2-1 0 0 0,0 1 0 0 0,2 0 0 0 0,-3 31 0 0 0,-2 109 484 0 0,8-122-339 0 0,-3 88 364 0 0,20 708 1713 0 0,24-367-1770 0 0,-27-268-478 0 0,11 104-41 0 0,-18-258 67 0 0,12 52 1773 0 0,-17-118-1302 0 0,-43-312 351 0 0,17 146-529 0 0,-30-189 124 0 0,29 171-310 0 0,-2-261 0 0 0,30 204-90 0 0,4 199-47 0 0,2 1 0 0 0,20-81 1 0 0,-6 62 10 0 0,3 2 0 0 0,46-100 0 0 0,-60 156-19 0 0,0 1 0 0 0,1 0 0 0 0,0 1 0 0 0,1 0 0 0 0,1 1 0 0 0,1 0 0 0 0,0 1-1 0 0,1 1 1 0 0,17-12 0 0 0,-18 14-20 0 0,1 2-1 0 0,0-1 0 0 0,1 2 1 0 0,0 0-1 0 0,1 1 0 0 0,-1 1 1 0 0,1 1-1 0 0,0 0 0 0 0,1 1 1 0 0,22-3-1 0 0,-3 4-46 0 0,61 3 1 0 0,-83 1 41 0 0,-1 1 0 0 0,0 0 0 0 0,0 1 0 0 0,0 1 0 0 0,0 0 0 0 0,0 0 0 0 0,21 12 0 0 0,-21-7-8 0 0,-1 0-1 0 0,0 1 1 0 0,-1 0-1 0 0,0 1 1 0 0,0 1 0 0 0,-1-1-1 0 0,-1 2 1 0 0,0 0-1 0 0,-1 0 1 0 0,0 1-1 0 0,-1 0 1 0 0,-1 0-1 0 0,7 18 1 0 0,-4-7-2 0 0,-1 0-1 0 0,-2 1 1 0 0,0 0 0 0 0,-2 0 0 0 0,-1 1 0 0 0,-1-1 0 0 0,0 39-1 0 0,-3-54 53 0 0,-1 1-1 0 0,-1-1 1 0 0,1 0-1 0 0,-2 1 1 0 0,0-1-1 0 0,0 0 1 0 0,-1 0-1 0 0,-8 17 1 0 0,2-11 3 0 0,-1 0 1 0 0,0-1 0 0 0,-1-1 0 0 0,-19 20 0 0 0,-26 20-9 0 0,-2-3 0 0 0,-113 78 0 0 0,-44 11 111 0 0,200-130-18 0 0,-1-1 0 0 0,-1 0 0 0 0,0-2 0 0 0,0 0 0 0 0,-1-1 0 0 0,0 0 0 0 0,-39 5 689 0 0,68-18-665 0 0,22-8-194 0 0,38-9 49 0 0,138-23-1 0 0,-177 40 6 0 0,33-5-51 0 0,0 3 1 0 0,100 1 0 0 0,-114 8 49 0 0,-1 3 0 0 0,1 1 0 0 0,82 21 0 0 0,-103-18 33 0 0,-1 1 1 0 0,-1 1-1 0 0,0 2 1 0 0,0 1 0 0 0,-2 1-1 0 0,1 1 1 0 0,27 22-1 0 0,-37-24-3 0 0,0 1-1 0 0,0 1 1 0 0,-2 1-1 0 0,0 0 1 0 0,-1 1-1 0 0,-1 0 1 0 0,0 1-1 0 0,-1 0 1 0 0,-1 1 0 0 0,-1 0-1 0 0,-1 1 1 0 0,0 0-1 0 0,-1 0 1 0 0,-2 0-1 0 0,5 30 1 0 0,-4-25-8 0 0,-2 0 0 0 0,-1 0 0 0 0,-2 0 0 0 0,0 0-1 0 0,-1 0 1 0 0,-1 0 0 0 0,-2 0 0 0 0,-8 37 0 0 0,0-30-19 0 0,-2 0 1 0 0,-1-1-1 0 0,-2-1 0 0 0,-1-1 1 0 0,-1 0-1 0 0,-32 39 1 0 0,23-33-7 0 0,-1-2 1 0 0,-2 0 0 0 0,-1-2 0 0 0,-2-2 0 0 0,0 0 0 0 0,-2-3 0 0 0,-1 0 0 0 0,-2-3 0 0 0,-62 30 0 0 0,40-29 187 0 0,-1-2 0 0 0,0-3 0 0 0,-2-3 0 0 0,-98 12-1 0 0,48-17-25 0 0,-190-5 0 0 0,296-6-173 0 0,-7 0-111 0 0,0 0-1 0 0,0-1 1 0 0,0-1 0 0 0,0 0 0 0 0,0-1 0 0 0,0 0 0 0 0,-17-7 0 0 0,29 9-61 0 0,0 0 0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14.593"/>
    </inkml:context>
    <inkml:brush xml:id="br0">
      <inkml:brushProperty name="width" value="0.35" units="cm"/>
      <inkml:brushProperty name="height" value="0.35" units="cm"/>
      <inkml:brushProperty name="color" value="#CC0066"/>
    </inkml:brush>
  </inkml:definitions>
  <inkml:trace contextRef="#ctx0" brushRef="#br0">1274 1751 720 0 0,'1'-4'5'0'0,"0"0"0"0"0,0 1 1 0 0,1-1-1 0 0,-1 0 0 0 0,1 1 0 0 0,0-1 1 0 0,0 1-1 0 0,0 0 0 0 0,1-1 0 0 0,-1 1 0 0 0,5-4 1 0 0,-1 0 11 0 0,3-3 200 0 0,-1-1 0 0 0,0 1-1 0 0,-1-1 1 0 0,0-1 0 0 0,-1 0 0 0 0,0 0-1 0 0,-1 0 1 0 0,0 0 0 0 0,-1-1 0 0 0,0 0 0 0 0,-1 1-1 0 0,-1-2 1 0 0,2-18 0 0 0,-3 14 142 0 0,-1 0 1 0 0,0-1-1 0 0,-2 1 0 0 0,-5-28 1 0 0,5 37-242 0 0,-1 0 1 0 0,0-1 0 0 0,-1 1-1 0 0,1 1 1 0 0,-2-1 0 0 0,1 0-1 0 0,-1 1 1 0 0,-1 0 0 0 0,0 0-1 0 0,-9-9 1 0 0,7 9 20 0 0,-1 0 0 0 0,0 0 0 0 0,-1 1 0 0 0,-16-10 0 0 0,8 7-63 0 0,0 2 1 0 0,-1 0-1 0 0,0 0 0 0 0,0 2 1 0 0,-1 0-1 0 0,0 2 1 0 0,0 0-1 0 0,-31-2 0 0 0,23 5-62 0 0,0 2-1 0 0,0 0 0 0 0,0 2 0 0 0,0 1 0 0 0,-44 12 0 0 0,24 0-65 0 0,1 1 0 0 0,1 3 0 0 0,1 2 0 0 0,1 1-1 0 0,0 2 1 0 0,-65 52 0 0 0,75-49-10 0 0,1 1 1 0 0,1 1-1 0 0,1 2 0 0 0,-29 40 0 0 0,28-27 44 0 0,2 2 0 0 0,2 0 0 0 0,-26 63 0 0 0,27-50 26 0 0,3 2 0 0 0,-30 125 0 0 0,47-154-10 0 0,2 0 0 0 0,1 0 0 0 0,1 1 0 0 0,2-1 0 0 0,2 1 0 0 0,1-1 0 0 0,1 1 0 0 0,12 49 0 0 0,-10-62 18 0 0,1 0 0 0 0,2-1-1 0 0,0 0 1 0 0,1 0 0 0 0,0 0-1 0 0,2-1 1 0 0,1-1 0 0 0,0 0-1 0 0,1 0 1 0 0,1-2 0 0 0,0 1-1 0 0,2-2 1 0 0,-1 0 0 0 0,2-1-1 0 0,0 0 1 0 0,1-1 0 0 0,0-2-1 0 0,1 1 1 0 0,26 10 0 0 0,-26-14 46 0 0,1 0-1 0 0,0-1 1 0 0,0-1 0 0 0,0-1 0 0 0,1-1 0 0 0,-1-1 0 0 0,1-1 0 0 0,0 0 0 0 0,0-2 0 0 0,0 0-1 0 0,0-2 1 0 0,0 0 0 0 0,0-1 0 0 0,-1-1 0 0 0,1-1 0 0 0,32-13 0 0 0,-28 6 46 0 0,0-1 0 0 0,0-1-1 0 0,-1-1 1 0 0,-1-2 0 0 0,-1 0 0 0 0,39-38 0 0 0,-24 15 83 0 0,-1-1 0 0 0,47-73-1 0 0,-45 50 36 0 0,-3-2 0 0 0,-3-2 0 0 0,33-97 0 0 0,-34 70-46 0 0,-3-1-1 0 0,25-176 1 0 0,-52 263-167 0 0,5-25 69 0 0,-1 0 0 0 0,-2-1 0 0 0,-2 1 0 0 0,-3-45 0 0 0,1 73-63 0 0,0 0-1 0 0,0 1 1 0 0,0-1 0 0 0,0 0 0 0 0,-1 1 0 0 0,0 0 0 0 0,0-1 0 0 0,0 1 0 0 0,-1 0-1 0 0,0 0 1 0 0,0 0 0 0 0,-5-6 0 0 0,7 11-27 0 0,1-1 1 0 0,0 1-1 0 0,0 0 1 0 0,-1-1-1 0 0,1 1 1 0 0,-1 0-1 0 0,1 0 0 0 0,0-1 1 0 0,-1 1-1 0 0,1 0 1 0 0,-1 0-1 0 0,1 0 1 0 0,-1-1-1 0 0,1 1 1 0 0,-1 0-1 0 0,1 0 0 0 0,0 0 1 0 0,-1 0-1 0 0,1 0 1 0 0,-1 0-1 0 0,1 0 1 0 0,-1 0-1 0 0,1 0 0 0 0,-1 0 1 0 0,1 0-1 0 0,-1 0 1 0 0,1 0-1 0 0,-1 1 1 0 0,1-1-1 0 0,0 0 0 0 0,-1 0 1 0 0,1 0-1 0 0,-1 1 1 0 0,1-1-1 0 0,-1 0 1 0 0,1 1-1 0 0,-2 1-16 0 0,1-1 0 0 0,-1 1 0 0 0,1 0 0 0 0,0 0-1 0 0,0 0 1 0 0,0 0 0 0 0,0 0 0 0 0,0 1 0 0 0,-1 1 0 0 0,-7 30-47 0 0,0-1 0 0 0,-4 44 0 0 0,-2 73-2 0 0,13-127 53 0 0,-4 75 78 0 0,9 158 0 0 0,-2-236-77 0 0,1-1 1 0 0,0 1-1 0 0,2-1 0 0 0,0 1 0 0 0,2-1 0 0 0,0 0 0 0 0,1-1 0 0 0,0 0 0 0 0,2 0 0 0 0,18 30 0 0 0,-22-41 22 0 0,0 1-1 0 0,0-1 1 0 0,0 0 0 0 0,1 0-1 0 0,0 0 1 0 0,1-1-1 0 0,-1 0 1 0 0,1 0 0 0 0,0-1-1 0 0,1 0 1 0 0,-1 0-1 0 0,1-1 1 0 0,0 0-1 0 0,10 4 1 0 0,-14-6 11 0 0,-1-1 0 0 0,1 0-1 0 0,-1-1 1 0 0,0 1 0 0 0,1-1 0 0 0,-1 1-1 0 0,1-1 1 0 0,-1 0 0 0 0,1 0 0 0 0,-1-1-1 0 0,1 1 1 0 0,-1-1 0 0 0,1 1 0 0 0,-1-1 0 0 0,7-3-1 0 0,-2 0 31 0 0,0-1 0 0 0,-1 1-1 0 0,1-2 1 0 0,-1 1 0 0 0,9-10 0 0 0,18-18 84 0 0,-1-1 1 0 0,-2-2 0 0 0,40-57 0 0 0,-22 15-86 0 0,40-86 0 0 0,-33 51-114 0 0,99-188 48 0 0,-105 213 59 0 0,86-113 1 0 0,-103 158-36 0 0,2 2 0 0 0,3 1 1 0 0,0 2-1 0 0,53-39 0 0 0,-60 54-34 0 0,1 2 1 0 0,1 1 0 0 0,1 2 0 0 0,0 1-1 0 0,1 2 1 0 0,70-21 0 0 0,-88 31-4 0 0,0 1 1 0 0,1 1 0 0 0,0 0 0 0 0,0 1-1 0 0,-1 1 1 0 0,1 1 0 0 0,0 0 0 0 0,0 2-1 0 0,0 0 1 0 0,0 1 0 0 0,-1 0 0 0 0,1 2-1 0 0,-1 0 1 0 0,0 1 0 0 0,23 11 0 0 0,16 14 121 0 0,-46-28 228 0 0,-8-5-151 0 0,-5-3 62 0 0,0 1-211 0 0,1 1 1 0 0,-1-1-1 0 0,0 1 1 0 0,0 0-1 0 0,-1 0 1 0 0,1 0-1 0 0,-1 1 1 0 0,1-1 0 0 0,-1 1-1 0 0,0 0 1 0 0,-7-4-1 0 0,2 3-26 0 0,1 1-1 0 0,0 0 1 0 0,-1 0-1 0 0,1 0 1 0 0,-16 0-1 0 0,7 2-14 0 0,-1 0 0 0 0,1 2 0 0 0,0 0 0 0 0,0 1 0 0 0,-32 9 0 0 0,1 5-12 0 0,1 2 0 0 0,-72 40 0 0 0,69-29 4 0 0,1 1 0 0 0,-72 62 0 0 0,87-64 24 0 0,2 2 1 0 0,1 2-1 0 0,1 1 1 0 0,-35 53-1 0 0,42-52 30 0 0,2 0-1 0 0,2 1 1 0 0,1 2-1 0 0,2-1 1 0 0,1 2-1 0 0,2 0 1 0 0,-13 69-1 0 0,-20 178 153 0 0,43-253-170 0 0,1 1-1 0 0,2 0 1 0 0,1 0-1 0 0,2 0 1 0 0,1-1-1 0 0,13 54 1 0 0,-9-61-11 0 0,2-1 0 0 0,0 1 0 0 0,1-1 0 0 0,2-1 0 0 0,0 0 0 0 0,2-1 0 0 0,29 36 0 0 0,-34-48 6 0 0,0 0 0 0 0,0 0 0 0 0,2-1 1 0 0,-1-1-1 0 0,1 0 0 0 0,1 0 0 0 0,-1-1 0 0 0,1-1 0 0 0,1 0 0 0 0,0-1 1 0 0,-1 0-1 0 0,25 5 0 0 0,-16-6 17 0 0,1-1 1 0 0,0-1-1 0 0,1-1 1 0 0,-1-1-1 0 0,0-2 0 0 0,0 0 1 0 0,38-7-1 0 0,-24 1 10 0 0,0-2 0 0 0,0-2 0 0 0,-1-1 0 0 0,-1-1 0 0 0,0-3 0 0 0,-1-1 0 0 0,55-36 0 0 0,2-5 41 0 0,-3-5 0 0 0,102-93 0 0 0,-114 87 53 0 0,-3-3 0 0 0,99-127 0 0 0,37-125 313 0 0,-27-25 165 0 0,-124 219-90 0 0,56-186-1 0 0,8-138 423 0 0,-112 410-967 0 0,-3-1-1 0 0,-1 1 1 0 0,0-81 0 0 0,-7 97 84 0 0,1 28-48 0 0,0 0 1 0 0,0-1 0 0 0,0 1 0 0 0,0 0 0 0 0,0-1-1 0 0,0 1 1 0 0,0 0 0 0 0,0-1 0 0 0,0 1 0 0 0,-1 0-1 0 0,1-1 1 0 0,0 1 0 0 0,0 0 0 0 0,0 0 0 0 0,0-1-1 0 0,0 1 1 0 0,-1 0 0 0 0,1-1 0 0 0,0 1-1 0 0,0 0 1 0 0,-1 0 0 0 0,1-1 0 0 0,0 1 0 0 0,0 0-1 0 0,-1 0 1 0 0,1 0 0 0 0,0 0 0 0 0,0-1 0 0 0,-1 1-1 0 0,1 0 1 0 0,0 0 0 0 0,-1 0 0 0 0,1 0-1 0 0,0 0 1 0 0,-1 0 0 0 0,1 0 0 0 0,0 0 0 0 0,-1 0-1 0 0,1 0 1 0 0,0 0 0 0 0,-1 0 0 0 0,-12 10-5 0 0,8-3 15 0 0,0 1 0 0 0,1-1 0 0 0,0 2 0 0 0,-5 14 0 0 0,-151 510-154 0 0,103-318-10 0 0,-42 116-307 0 0,-43 157 61 0 0,73-169 314 0 0,27-52-115 0 0,5 246-603 0 0,37-492 775 0 0,-2 0-6 0 0,2 1-1 0 0,0 0 0 0 0,2 0 0 0 0,6 35 0 0 0,-8-55 45 0 0,1 1 0 0 0,0 0 0 0 0,0-1 1 0 0,-1 1-1 0 0,1-1 0 0 0,1 1 0 0 0,-1-1 1 0 0,0 0-1 0 0,1 0 0 0 0,-1 1 0 0 0,1-1 1 0 0,-1 0-1 0 0,1 0 0 0 0,0 0 0 0 0,0-1 1 0 0,0 1-1 0 0,0 0 0 0 0,0-1 0 0 0,1 1 1 0 0,1 0-1 0 0,-2-1 3 0 0,-1-1 0 0 0,0 0 1 0 0,1 0-1 0 0,-1 1 0 0 0,0-1 0 0 0,1 0 1 0 0,-1 0-1 0 0,0-1 0 0 0,1 1 0 0 0,-1 0 0 0 0,0 0 1 0 0,1-1-1 0 0,-1 1 0 0 0,0 0 0 0 0,1-1 1 0 0,1-1-1 0 0,0 0 12 0 0,0 0 0 0 0,0 0 0 0 0,0 0 0 0 0,-1-1 0 0 0,1 1 0 0 0,-1-1 0 0 0,1 0 0 0 0,3-5 0 0 0,15-25 38 0 0,-2 0 1 0 0,-1-2 0 0 0,23-61 0 0 0,27-124 199 0 0,26-175 308 0 0,30-109-324 0 0,-2 149 147 0 0,-78 253-310 0 0,79-135-1 0 0,-74 155-99 0 0,4 1 1 0 0,107-124-1 0 0,-125 168-17 0 0,1 1 0 0 0,64-47-1 0 0,-72 63-15 0 0,0 1 0 0 0,2 2-1 0 0,0 1 1 0 0,52-20 0 0 0,-66 31 45 0 0,-1-1 1 0 0,1 2-1 0 0,0 0 0 0 0,0 1 1 0 0,0 1-1 0 0,1 0 1 0 0,-1 1-1 0 0,19 2 1 0 0,-27 0 5 0 0,0 0 1 0 0,0 1 0 0 0,-1 0 0 0 0,1 0-1 0 0,-1 0 1 0 0,1 1 0 0 0,-1 0 0 0 0,0 1-1 0 0,0 0 1 0 0,-1 0 0 0 0,1 0 0 0 0,-1 1-1 0 0,0 0 1 0 0,0 0 0 0 0,0 1-1 0 0,-1-1 1 0 0,1 1 0 0 0,4 8 0 0 0,0 2-25 0 0,0 0 1 0 0,-1 1-1 0 0,-1 0 1 0 0,-1 0 0 0 0,0 1-1 0 0,-1 0 1 0 0,-1 0-1 0 0,4 27 1 0 0,-5-11 25 0 0,-1 1 0 0 0,-1-1-1 0 0,-5 58 1 0 0,0-61-12 0 0,-2-1-1 0 0,-1 1 1 0 0,-2-1 0 0 0,-1-1-1 0 0,-1 1 1 0 0,-1-1-1 0 0,-2-1 1 0 0,-1 0-1 0 0,-1-1 1 0 0,-1-1-1 0 0,-2 0 1 0 0,-23 27-1 0 0,15-24 35 0 0,-1-1-1 0 0,-2-1 0 0 0,-1-1 0 0 0,0-2 0 0 0,-2-1 0 0 0,-1-1 0 0 0,0-2 0 0 0,-2-1 1 0 0,-51 20-1 0 0,40-22 48 0 0,0-2 1 0 0,-1-2 0 0 0,-1-1 0 0 0,0-3 0 0 0,0-2 0 0 0,-1-3-1 0 0,-58 0 1 0 0,83-6-31 0 0,1-2-1 0 0,0 0 0 0 0,0-1 1 0 0,0-1-1 0 0,0-2 0 0 0,1 0 1 0 0,1-1-1 0 0,-1-1 0 0 0,2-1 1 0 0,-1-1-1 0 0,1-1 0 0 0,1 0 1 0 0,1-2-1 0 0,0 0 0 0 0,-17-19 1 0 0,32 31-34 0 0,0 0 1 0 0,0 0-1 0 0,0 0 1 0 0,0-1-1 0 0,0 1 1 0 0,1-1-1 0 0,0 0 1 0 0,-4-8-1 0 0,6 12-13 0 0,0-1 1 0 0,0 0-1 0 0,0 1 1 0 0,-1-1-1 0 0,1 0 0 0 0,0 1 1 0 0,0-1-1 0 0,0 0 0 0 0,1 1 1 0 0,-1-1-1 0 0,0 0 1 0 0,0 1-1 0 0,0-1 0 0 0,0 1 1 0 0,1-1-1 0 0,-1 0 0 0 0,0 1 1 0 0,0-1-1 0 0,1 1 1 0 0,-1-1-1 0 0,1 1 0 0 0,-1-1 1 0 0,1 0-1 0 0,1 0-17 0 0,-1 0 1 0 0,1 0-1 0 0,-1 0 0 0 0,1 0 1 0 0,0 0-1 0 0,0 1 0 0 0,-1-1 0 0 0,1 1 1 0 0,0-1-1 0 0,0 1 0 0 0,0-1 1 0 0,2 1-1 0 0,6-1-4 0 0,1 1 0 0 0,0 1 0 0 0,0-1 0 0 0,-1 1 0 0 0,1 1 0 0 0,-1 0 0 0 0,1 1 0 0 0,-1 0 0 0 0,0 0 0 0 0,14 7 0 0 0,2 4-54 0 0,0 0-1 0 0,37 28 1 0 0,-17-6-31 0 0,0 2 0 0 0,-3 2 0 0 0,56 65 0 0 0,94 144 8 0 0,-174-224 101 0 0,48 67 106 0 0,208 292 69 0 0,-168-210-84 0 0,-13-22 41 0 0,-76-130-166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15.536"/>
    </inkml:context>
    <inkml:brush xml:id="br0">
      <inkml:brushProperty name="width" value="0.35" units="cm"/>
      <inkml:brushProperty name="height" value="0.35" units="cm"/>
      <inkml:brushProperty name="color" value="#CC0066"/>
    </inkml:brush>
  </inkml:definitions>
  <inkml:trace contextRef="#ctx0" brushRef="#br0">51 750 3576 0 0,'32'18'1558'0'0,"-11"-9"-1295"0"0,1-2 1 0 0,0 0-1 0 0,0-2 0 0 0,1 0 0 0 0,-1-1 0 0 0,1-2 0 0 0,33 0 0 0 0,-19-2 52 0 0,0-3-1 0 0,-1-1 0 0 0,1-2 0 0 0,35-10 0 0 0,-35 6-177 0 0,240-68 341 0 0,-204 52-365 0 0,-2-3 0 0 0,94-54 1 0 0,-130 64 2 0 0,53-40 1 0 0,-71 46-43 0 0,-1 0 0 0 0,0-2 1 0 0,-1 0-1 0 0,0-1 0 0 0,20-28 0 0 0,-28 33-35 0 0,-1 0 0 0 0,0 0 0 0 0,0-1 0 0 0,-1 1 0 0 0,-1-2 0 0 0,0 1 0 0 0,-1 0 0 0 0,0-1 0 0 0,2-22 0 0 0,-4 27-25 0 0,0 1 0 0 0,-1 0 0 0 0,0 0 0 0 0,-1-1 0 0 0,1 1 0 0 0,-1 0 0 0 0,-1 0 0 0 0,1 0-1 0 0,-1 0 1 0 0,-1 0 0 0 0,1 0 0 0 0,-1 1 0 0 0,0-1 0 0 0,-8-11 0 0 0,5 11-7 0 0,0 1-1 0 0,-1-1 1 0 0,1 1-1 0 0,-1 0 0 0 0,-1 1 1 0 0,1-1-1 0 0,-1 2 1 0 0,0-1-1 0 0,0 1 1 0 0,0 0-1 0 0,-12-4 0 0 0,-4 1-11 0 0,0 0 0 0 0,0 1 0 0 0,0 1 0 0 0,-1 1-1 0 0,0 1 1 0 0,-25 1 0 0 0,-1 3-24 0 0,-99 16 0 0 0,93-7-23 0 0,1 2 1 0 0,0 4-1 0 0,1 1 1 0 0,1 3-1 0 0,1 2 1 0 0,0 3-1 0 0,2 2 1 0 0,1 2-1 0 0,-90 69 1 0 0,118-79 114 0 0,2 1 0 0 0,-1 1 0 0 0,2 0 0 0 0,1 2 0 0 0,1 0-1 0 0,1 0 1 0 0,1 2 0 0 0,1 0 0 0 0,-21 52 0 0 0,18-26 108 0 0,2 0 0 0 0,2 1 0 0 0,3 0 0 0 0,-6 91 0 0 0,11-73-84 0 0,4 0 1 0 0,3 0-1 0 0,3 0 0 0 0,3 0 1 0 0,2-1-1 0 0,22 72 0 0 0,-20-101-75 0 0,2-1 1 0 0,2-1-1 0 0,1-1 0 0 0,1 0 0 0 0,27 37 0 0 0,-29-50-13 0 0,1-2 0 0 0,1 0 0 0 0,2-1 0 0 0,0 0 0 0 0,1-2 1 0 0,0-1-1 0 0,2 0 0 0 0,30 17 0 0 0,-23-19 51 0 0,0-1 0 0 0,0-1 0 0 0,2-2 0 0 0,-1-1 0 0 0,2-2 0 0 0,-1-1 0 0 0,1-1 0 0 0,0-2 0 0 0,1-1 0 0 0,-1-2 0 0 0,1-1 0 0 0,0-2 0 0 0,-1-1-1 0 0,34-7 1 0 0,-25 1 14 0 0,-1-2-1 0 0,0-1 1 0 0,0-3-1 0 0,-1-1 1 0 0,-1-2-1 0 0,-1-2 1 0 0,0-1-1 0 0,-1-2 1 0 0,-2-1-1 0 0,54-47 0 0 0,-47 31 11 0 0,-3-1-1 0 0,-1-2 0 0 0,44-65 1 0 0,-40 45 25 0 0,65-132-1 0 0,-4-71-338 0 0,-84 208 222 0 0,30-90 63 0 0,-9 22 102 0 0,57-120-1 0 0,-91 232-137 0 0,62-122 60 0 0,-55 112-55 0 0,1 1 0 0 0,1 0 0 0 0,29-30 0 0 0,-36 44-24 0 0,0 0 1 0 0,1 1-1 0 0,0 0 0 0 0,0 1 1 0 0,12-7-1 0 0,-18 11-3 0 0,1 0 0 0 0,-1 0 0 0 0,1 1-1 0 0,0-1 1 0 0,-1 1 0 0 0,1 0-1 0 0,0 0 1 0 0,0 0 0 0 0,0 0 0 0 0,0 1-1 0 0,0 0 1 0 0,0 0 0 0 0,0 0 0 0 0,0 0-1 0 0,0 0 1 0 0,0 1 0 0 0,6 1 0 0 0,-6 0 5 0 0,0 0 0 0 0,0 1 0 0 0,-1-1 0 0 0,1 1 0 0 0,0 0 0 0 0,-1 0 1 0 0,0 0-1 0 0,1 1 0 0 0,-1-1 0 0 0,-1 1 0 0 0,5 6 0 0 0,25 51-43 0 0,-27-52 45 0 0,19 47-6 0 0,-2 1 1 0 0,-3 1 0 0 0,-2 0 0 0 0,16 104-1 0 0,-21-59 107 0 0,-4 0 0 0 0,-6 108 0 0 0,-31 204 173 0 0,26-388-264 0 0,-1 11 55 0 0,-1 0-1 0 0,-15 48 1 0 0,8-59 1063 0 0,12-32-955 0 0,-1 0 1 0 0,1-1 0 0 0,0 1-1 0 0,0 0 1 0 0,2-8 0 0 0,5-38-81 0 0,2 1 1 0 0,2 0 0 0 0,32-85-1 0 0,79-158-544 0 0,-7 50 155 0 0,-79 175 206 0 0,77-108 1 0 0,-88 144 68 0 0,0 1 0 0 0,2 1 0 0 0,1 2-1 0 0,1 1 1 0 0,34-25 0 0 0,-42 37 2 0 0,1 1 0 0 0,1 1 1 0 0,0 1-1 0 0,1 1 0 0 0,0 1 0 0 0,0 1 1 0 0,1 1-1 0 0,45-8 0 0 0,-57 14 6 0 0,0 1-1 0 0,-1 0 1 0 0,1 1-1 0 0,0 0 1 0 0,-1 0-1 0 0,22 5 0 0 0,-26-3 8 0 0,0 0-1 0 0,0 1 0 0 0,0 0 0 0 0,0 0 0 0 0,-1 1 0 0 0,1 0 0 0 0,-1 0 0 0 0,0 1 0 0 0,-1 0 1 0 0,13 11-1 0 0,-7-4 9 0 0,-2 1 1 0 0,0 0 0 0 0,0 0-1 0 0,-1 1 1 0 0,-1 0-1 0 0,7 16 1 0 0,0 3 4 0 0,17 63-1 0 0,-15-30 13 0 0,-4 1 0 0 0,7 86 0 0 0,-6 131 116 0 0,-13-249-121 0 0,0 20-14 0 0,11 177 48 0 0,-7-188-130 0 0,1 0-1 0 0,3-1 0 0 0,15 48 0 0 0,-20-77-209 0 0,1-1 0 0 0,1 1 0 0 0,0-2 0 0 0,0 1 0 0 0,1 0-1 0 0,1-1 1 0 0,0-1 0 0 0,14 16 0 0 0,-16-21-132 0 0,0-1 0 0 0,0 0 0 0 0,1 0-1 0 0,-1 0 1 0 0,1-1 0 0 0,0 0 0 0 0,1-1 0 0 0,-1 1 0 0 0,1-1 0 0 0,-1-1 0 0 0,1 1 0 0 0,0-2-1 0 0,0 1 1 0 0,0-1 0 0 0,0 0 0 0 0,10 0 0 0 0,-4-1-143 0 0,1-1 0 0 0,0-1 0 0 0,-1 0 0 0 0,0-1 0 0 0,1-1 0 0 0,-1 0 0 0 0,20-9 0 0 0,-6 1 145 0 0,46-29 0 0 0,-30 9 123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15.983"/>
    </inkml:context>
    <inkml:brush xml:id="br0">
      <inkml:brushProperty name="width" value="0.35" units="cm"/>
      <inkml:brushProperty name="height" value="0.35" units="cm"/>
      <inkml:brushProperty name="color" value="#CC0066"/>
    </inkml:brush>
  </inkml:definitions>
  <inkml:trace contextRef="#ctx0" brushRef="#br0">1193 1280 3744 0 0,'-1'-9'434'0'0,"-1"-1"-1"0"0,1 1 1 0 0,-1 0 0 0 0,-1 0 0 0 0,0-1-1 0 0,0 2 1 0 0,-1-1 0 0 0,-5-10 0 0 0,4 11-382 0 0,0 1 1 0 0,0 1-1 0 0,0-1 1 0 0,-1 1 0 0 0,0 0-1 0 0,0 0 1 0 0,0 1-1 0 0,-1-1 1 0 0,0 1-1 0 0,0 1 1 0 0,0 0 0 0 0,-1 0-1 0 0,1 0 1 0 0,-1 1-1 0 0,-12-4 1 0 0,-7-1 78 0 0,1 1 0 0 0,-1 1 1 0 0,0 2-1 0 0,0 1 0 0 0,-1 1 0 0 0,1 1 1 0 0,-1 1-1 0 0,1 1 0 0 0,-1 2 0 0 0,1 1 1 0 0,0 1-1 0 0,0 1 0 0 0,1 1 0 0 0,0 2 1 0 0,0 1-1 0 0,1 0 0 0 0,-39 24 0 0 0,32-13-43 0 0,1 2-1 0 0,1 0 1 0 0,1 3-1 0 0,1 0 1 0 0,-46 57 0 0 0,39-36 83 0 0,3 1 0 0 0,2 2 0 0 0,-38 85 0 0 0,29-45 79 0 0,-31 110 0 0 0,62-170-225 0 0,0 1 1 0 0,2 1-1 0 0,2 0 1 0 0,-2 58 0 0 0,7-72-38 0 0,0 0 0 0 0,1 0 0 0 0,1-1 1 0 0,0 1-1 0 0,2-1 0 0 0,0 0 0 0 0,1 0 1 0 0,0-1-1 0 0,1 1 0 0 0,17 26 1 0 0,-16-31 0 0 0,0-1 0 0 0,1 0 0 0 0,1 0 0 0 0,-1-1 1 0 0,2 0-1 0 0,-1-1 0 0 0,1 0 0 0 0,1-1 1 0 0,0 0-1 0 0,0 0 0 0 0,0-2 0 0 0,1 1 0 0 0,19 6 1 0 0,-16-9-5 0 0,0 0 1 0 0,0-1 0 0 0,1 0-1 0 0,-1-1 1 0 0,0-1 0 0 0,1-1-1 0 0,-1 0 1 0 0,1-1 0 0 0,-1-1-1 0 0,0-1 1 0 0,1 0 0 0 0,26-9-1 0 0,-11 0 7 0 0,0-1-1 0 0,-1-2 1 0 0,-1-1-1 0 0,0-1 1 0 0,29-22-1 0 0,-4-4-6 0 0,-2-2 0 0 0,-2-2-1 0 0,-1-2 1 0 0,-3-3 0 0 0,-3-1-1 0 0,-1-3 1 0 0,52-90 0 0 0,-50 65 74 0 0,-4-2 0 0 0,-3-1 0 0 0,32-111 0 0 0,-25 41 73 0 0,-7-2 0 0 0,25-217 1 0 0,-23-323 916 0 0,-40 687-978 0 0,0-1-1 0 0,-1 0 1 0 0,0 1-1 0 0,-3-11 1 0 0,4 20-73 0 0,0 0 1 0 0,0-1 0 0 0,0 1-1 0 0,0 0 1 0 0,0 0 0 0 0,0-1-1 0 0,0 1 1 0 0,0 0 0 0 0,0 0-1 0 0,0-1 1 0 0,0 1 0 0 0,0 0-1 0 0,0 0 1 0 0,-1-1 0 0 0,1 1-1 0 0,0 0 1 0 0,0 0 0 0 0,0-1-1 0 0,0 1 1 0 0,-1 0-1 0 0,1 0 1 0 0,0 0 0 0 0,0-1-1 0 0,-1 1 1 0 0,1 0 0 0 0,0 0-1 0 0,0 0 1 0 0,-1 0 0 0 0,1 0-1 0 0,0 0 1 0 0,0 0 0 0 0,-1 0-1 0 0,1-1 1 0 0,0 1 0 0 0,-1 0-1 0 0,1 0 1 0 0,0 0 0 0 0,0 0-1 0 0,-1 0 1 0 0,1 0 0 0 0,0 0-1 0 0,0 1 1 0 0,-1-1 0 0 0,1 0-1 0 0,0 0 1 0 0,-1 0 0 0 0,1 0-1 0 0,0 0 1 0 0,-3 3-16 0 0,1 0 0 0 0,0-1 0 0 0,0 1 0 0 0,0 0 1 0 0,1 0-1 0 0,-1 0 0 0 0,1 0 0 0 0,-2 5 0 0 0,-6 19 18 0 0,1 0-1 0 0,-6 35 0 0 0,-14 131 43 0 0,-49 563 364 0 0,72-698-393 0 0,-27 701 291 0 0,32-729-360 0 0,4 109-148 0 0,-2-116-587 0 0,1 0-1 0 0,1 0 1 0 0,10 31 0 0 0,12-1-5769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25.429"/>
    </inkml:context>
    <inkml:brush xml:id="br0">
      <inkml:brushProperty name="width" value="0.35" units="cm"/>
      <inkml:brushProperty name="height" value="0.35" units="cm"/>
      <inkml:brushProperty name="color" value="#66CC00"/>
    </inkml:brush>
  </inkml:definitions>
  <inkml:trace contextRef="#ctx0" brushRef="#br0">1443 1581 1800 0 0,'0'-28'24'0'0,"-1"-1"-1"0"0,-1 1 1 0 0,-2 0-1 0 0,-7-28 1 0 0,9 46 36 0 0,-1 0 1 0 0,-1 0 0 0 0,0 0 0 0 0,0 0 0 0 0,-1 1-1 0 0,0-1 1 0 0,-1 1 0 0 0,0 1 0 0 0,0-1-1 0 0,-1 1 1 0 0,0 0 0 0 0,-1 0 0 0 0,1 1 0 0 0,-10-6-1 0 0,5 5 73 0 0,-1 1-1 0 0,1 0 0 0 0,-1 1 0 0 0,-1 0 1 0 0,1 1-1 0 0,-1 1 0 0 0,0 0 1 0 0,0 1-1 0 0,0 1 0 0 0,0 0 0 0 0,-1 0 1 0 0,1 2-1 0 0,0 0 0 0 0,-28 3 0 0 0,12 1 155 0 0,1 2-1 0 0,-1 1 0 0 0,1 2 0 0 0,1 0 1 0 0,-1 2-1 0 0,-29 16 0 0 0,6 1 595 0 0,-64 44 0 0 0,62-32-56 0 0,-67 64 0 0 0,62-44-449 0 0,3 3 1 0 0,2 3 0 0 0,-48 76-1 0 0,52-64-152 0 0,3 3 0 0 0,-43 104 0 0 0,76-151-140 0 0,2 1-1 0 0,1 1 0 0 0,-11 67 1 0 0,18-83-59 0 0,2 1 0 0 0,0 0 0 0 0,2 0 0 0 0,3 39 1 0 0,-1-49-15 0 0,0 0 0 0 0,1 0 0 0 0,0-1 0 0 0,1 1 0 0 0,0-1 0 0 0,0 0 0 0 0,1 0 0 0 0,1-1 0 0 0,-1 1 1 0 0,14 15-1 0 0,-12-17 5 0 0,0 0-1 0 0,0-1 1 0 0,1 0 0 0 0,0 0 0 0 0,1 0 0 0 0,0-1 0 0 0,0 0 0 0 0,0-1 0 0 0,0 0-1 0 0,1-1 1 0 0,0 1 0 0 0,0-2 0 0 0,0 0 0 0 0,18 4 0 0 0,-16-6 8 0 0,1 0 0 0 0,0 0 0 0 0,0-1 0 0 0,0-1 0 0 0,0 0-1 0 0,-1-1 1 0 0,1 0 0 0 0,0-1 0 0 0,-1-1 0 0 0,0 0 0 0 0,0 0 0 0 0,17-10 0 0 0,16-12 14 0 0,-1-2 1 0 0,-1-3-1 0 0,-1-1 1 0 0,58-58-1 0 0,-28 15-75 0 0,-3-3-1 0 0,65-97 1 0 0,-92 112 42 0 0,-2-2 1 0 0,-3-2-1 0 0,42-107 0 0 0,7-53-2 0 0,86-364 0 0 0,-73 82 105 0 0,-90 444-56 0 0,-3 0 1 0 0,-2 0 0 0 0,-8-86 0 0 0,4 136-27 0 0,-2 1 0 0 0,0-1 1 0 0,-1 1-1 0 0,0 0 1 0 0,-1 0-1 0 0,-1 0 1 0 0,-10-23-1 0 0,14 35-27 0 0,0 0 1 0 0,0 0-1 0 0,0 0 0 0 0,-1 0 0 0 0,1 0 1 0 0,0 1-1 0 0,-1-1 0 0 0,1 0 0 0 0,-1 1 1 0 0,1-1-1 0 0,-1 1 0 0 0,0-1 0 0 0,0 1 1 0 0,0 0-1 0 0,0 0 0 0 0,0 0 0 0 0,0 0 1 0 0,0 0-1 0 0,0 0 0 0 0,0 1 0 0 0,0-1 1 0 0,-1 1-1 0 0,1-1 0 0 0,-2 1 1 0 0,0 0 0 0 0,1 1 1 0 0,0 0-1 0 0,0 0 1 0 0,0 1-1 0 0,0-1 1 0 0,0 0 0 0 0,0 1-1 0 0,1 0 1 0 0,-1 0-1 0 0,0 0 1 0 0,1 0 0 0 0,-1 0-1 0 0,1 0 1 0 0,0 1-1 0 0,0-1 1 0 0,0 1 0 0 0,0-1-1 0 0,0 1 1 0 0,-2 4-1 0 0,-11 20 46 0 0,0 2 0 0 0,-14 38 0 0 0,-11 51 91 0 0,4 1 1 0 0,-23 148-1 0 0,-19 256 453 0 0,75-500-585 0 0,-46 515-3 0 0,49-490 9 0 0,2 1 0 0 0,3-1 0 0 0,2 1 1 0 0,2-1-1 0 0,1-1 0 0 0,3 0 0 0 0,28 65 0 0 0,-30-83 4 0 0,2-1-1 0 0,1 0 1 0 0,1-1-1 0 0,1-1 1 0 0,2 0-1 0 0,28 32 1 0 0,-38-50-17 0 0,-1 0 1 0 0,1-1 0 0 0,1 0 0 0 0,-1 0-1 0 0,1-1 1 0 0,0 0 0 0 0,1-1 0 0 0,16 8-1 0 0,-19-11 1 0 0,-1 0 0 0 0,0 0 0 0 0,0-1 0 0 0,1 0-1 0 0,-1 0 1 0 0,1 0 0 0 0,-1-1 0 0 0,1 0 0 0 0,-1 0-1 0 0,1-1 1 0 0,-1 0 0 0 0,0 0 0 0 0,1 0-1 0 0,-1-1 1 0 0,8-3 0 0 0,-1-1-8 0 0,-1 0-1 0 0,-1 0 1 0 0,1-2 0 0 0,-1 1-1 0 0,16-15 1 0 0,48-53-71 0 0,-63 63 63 0 0,30-34-199 0 0,-1-3 1 0 0,-3-1-1 0 0,-2-1 1 0 0,30-58-1 0 0,65-149-35 0 0,-122 245 16 0 0,-11 25 140 0 0,1-8 50 0 0,-21 175 110 0 0,8 59 301 0 0,14-194-259 0 0,2 0-1 0 0,1 0 1 0 0,16 72 0 0 0,-10-84-71 0 0,2 0-1 0 0,2 0 0 0 0,0-1 0 0 0,2-1 0 0 0,2-1 0 0 0,0 0 1 0 0,2-1-1 0 0,1-1 0 0 0,2 0 0 0 0,0-2 0 0 0,1-1 0 0 0,29 23 1 0 0,-36-34-10 0 0,1-1 0 0 0,1-1 0 0 0,0 0 0 0 0,1-2 0 0 0,0 0 0 0 0,0-1 0 0 0,1 0 0 0 0,0-2 0 0 0,0-1 0 0 0,0 0 0 0 0,30 2 0 0 0,-30-4 42 0 0,1-2 0 0 0,0 0 0 0 0,-1-1 0 0 0,1-1 0 0 0,-1-1 0 0 0,1-1 0 0 0,-1-1 1 0 0,0-1-1 0 0,0-1 0 0 0,0 0 0 0 0,29-14 0 0 0,-25 8-6 0 0,0-1 1 0 0,0-1-1 0 0,-1-1 1 0 0,-1 0-1 0 0,0-2 1 0 0,36-38-1 0 0,-27 22 8 0 0,-1-3 0 0 0,-3 0 0 0 0,32-54 0 0 0,-32 40-20 0 0,-3 0 0 0 0,-2-2-1 0 0,-3 0 1 0 0,22-91-1 0 0,-29 89-43 0 0,-3 0 0 0 0,-3-1-1 0 0,-1 0 1 0 0,-4-72-1 0 0,-2 70 20 0 0,-2 0 0 0 0,-3 0 1 0 0,-2 0-1 0 0,-22-80 0 0 0,22 112-13 0 0,0 0 1 0 0,-2 0 0 0 0,0 1 0 0 0,-2 1-1 0 0,0-1 1 0 0,-2 2 0 0 0,-1 0-1 0 0,0 1 1 0 0,-2 0 0 0 0,0 1 0 0 0,-1 1-1 0 0,-26-21 1 0 0,28 29-25 0 0,-1 0 1 0 0,0 2-1 0 0,0 0 0 0 0,-1 0 0 0 0,0 2 1 0 0,-1 0-1 0 0,1 1 0 0 0,-1 1 1 0 0,-1 1-1 0 0,1 1 0 0 0,0 0 0 0 0,-1 2 1 0 0,-20 0-1 0 0,11 2-31 0 0,0 0 1 0 0,0 3-1 0 0,0 0 1 0 0,0 2-1 0 0,0 1 1 0 0,1 1-1 0 0,1 1 1 0 0,-1 2-1 0 0,-42 22 1 0 0,37-15 6 0 0,0 2 1 0 0,1 1 0 0 0,1 1 0 0 0,-31 29-1 0 0,44-34 6 0 0,1 0 0 0 0,1 1 0 0 0,1 1 0 0 0,0 0 0 0 0,1 1 0 0 0,1 0-1 0 0,-11 27 1 0 0,15-25-2 0 0,1 1 0 0 0,1 0 0 0 0,1 0 0 0 0,1 0-1 0 0,1 1 1 0 0,1 0 0 0 0,1 0 0 0 0,1 0 0 0 0,1 0 0 0 0,2 0-1 0 0,0-1 1 0 0,1 1 0 0 0,2 0 0 0 0,10 34 0 0 0,-7-33 27 0 0,1-1 1 0 0,1 0 0 0 0,1 0-1 0 0,1-1 1 0 0,2-1 0 0 0,0 0-1 0 0,1 0 1 0 0,1-2 0 0 0,1 0 0 0 0,0-1-1 0 0,2 0 1 0 0,36 27 0 0 0,-41-37-3 0 0,1 0 1 0 0,0-1-1 0 0,0 0 1 0 0,1-1-1 0 0,0-1 1 0 0,23 7-1 0 0,-3-6 25 0 0,49 5 0 0 0,-82-11-14 0 0,22 1 47 0 0,0-1 0 0 0,0-2 1 0 0,0 0-1 0 0,0-2 0 0 0,0 0 0 0 0,0-2 0 0 0,-1-1 0 0 0,0 0 0 0 0,40-18 0 0 0,-22 6-23 0 0,0-1-1 0 0,-1-3 1 0 0,-2-1-1 0 0,0-2 1 0 0,-2-1 0 0 0,0-2-1 0 0,41-43 1 0 0,9-21-34 0 0,95-129-1 0 0,8-9 131 0 0,-159 196-89 0 0,68-56 0 0 0,-85 79-54 0 0,1 0 0 0 0,0 2 0 0 0,0-1 0 0 0,1 2-1 0 0,0 0 1 0 0,1 1 0 0 0,24-7 0 0 0,-36 13 6 0 0,1 0 1 0 0,-1 0-1 0 0,1 0 0 0 0,-1 1 0 0 0,1 0 0 0 0,-1 0 0 0 0,1 0 0 0 0,-1 0 1 0 0,1 1-1 0 0,-1 0 0 0 0,0 0 0 0 0,1 1 0 0 0,-1 0 0 0 0,0-1 0 0 0,0 2 1 0 0,0-1-1 0 0,0 1 0 0 0,0-1 0 0 0,-1 1 0 0 0,1 0 0 0 0,-1 1 0 0 0,0-1 1 0 0,0 1-1 0 0,5 6 0 0 0,2 3-12 0 0,-1 1 1 0 0,0 1 0 0 0,-2-1-1 0 0,1 2 1 0 0,-2-1 0 0 0,8 23-1 0 0,5 19 123 0 0,-3 1 0 0 0,16 111 0 0 0,-19-48 157 0 0,-4 158 0 0 0,-9-248-231 0 0,-5 356 1033 0 0,4-390-870 0 0,1-1 1 0 0,-1 0-1 0 0,1 0 1 0 0,0 0 0 0 0,0 1-1 0 0,2-7 1 0 0,5-13-46 0 0,25-94-234 0 0,-7 23-407 0 0,3 2 0 0 0,82-174 0 0 0,-107 259 499 0 0,127-236-110 0 0,-105 202 105 0 0,1 1 0 0 0,2 1 0 0 0,1 1-1 0 0,41-38 1 0 0,-47 55-8 0 0,1 0 0 0 0,1 2 1 0 0,0 0-1 0 0,1 2 0 0 0,1 1 0 0 0,34-13 1 0 0,-52 25-35 0 0,1 0 0 0 0,-1 1 0 0 0,1 1 0 0 0,20-3 0 0 0,-27 5 30 0 0,0 0 0 0 0,0 0 0 0 0,-1 0-1 0 0,1 0 1 0 0,0 0 0 0 0,0 1-1 0 0,-1 0 1 0 0,1 0 0 0 0,0 0 0 0 0,-1 0-1 0 0,1 0 1 0 0,-1 1 0 0 0,0 0 0 0 0,1-1-1 0 0,-1 1 1 0 0,4 4 0 0 0,-2-1 41 0 0,0 1 1 0 0,-1 0-1 0 0,0-1 0 0 0,0 2 1 0 0,-1-1-1 0 0,0 0 1 0 0,0 1-1 0 0,0-1 1 0 0,2 10-1 0 0,15 72 258 0 0,-11-33-138 0 0,-3 1 0 0 0,0 57-1 0 0,-12 113-104 0 0,1-40 47 0 0,5-161-55 0 0,1-1-1 0 0,0 1 1 0 0,3-1-1 0 0,0 0 1 0 0,10 33-1 0 0,-10-45-3 0 0,1 0 0 0 0,0 0-1 0 0,1-1 1 0 0,0 0 0 0 0,1 0 0 0 0,0 0 0 0 0,0-1-1 0 0,2 0 1 0 0,-1 0 0 0 0,1-1 0 0 0,16 13 0 0 0,-11-13 15 0 0,-1 0 0 0 0,1 0 1 0 0,1-2-1 0 0,-1 0 1 0 0,1 0-1 0 0,1-2 0 0 0,-1 0 1 0 0,1 0-1 0 0,0-2 1 0 0,0 0-1 0 0,0-1 0 0 0,0 0 1 0 0,27-1-1 0 0,-8-3 50 0 0,1-1 0 0 0,-1-2-1 0 0,0-1 1 0 0,0-2-1 0 0,39-15 1 0 0,-24 6 17 0 0,-2-3 1 0 0,0-3-1 0 0,-1-1 1 0 0,-1-2-1 0 0,-1-2 1 0 0,-2-2-1 0 0,69-63 1 0 0,-87 69-74 0 0,-1-2 1 0 0,-2-1-1 0 0,0 0 1 0 0,-2-2-1 0 0,29-54 1 0 0,-21 26-77 0 0,-3-1 1 0 0,21-73-1 0 0,-32 83-156 0 0,-2-1-1 0 0,-2 0 1 0 0,-3 0 0 0 0,2-81 0 0 0,-8 107 97 0 0,-7-45 0 0 0,5 62 73 0 0,0 0-1 0 0,0 0 1 0 0,-1 0 0 0 0,0 1-1 0 0,0-1 1 0 0,-1 0-1 0 0,1 1 1 0 0,-1-1-1 0 0,0 1 1 0 0,-1 0-1 0 0,-4-6 1 0 0,5 8 3 0 0,0 0 0 0 0,-1 0 0 0 0,1 1 0 0 0,0-1 0 0 0,-1 1 0 0 0,0 0-1 0 0,1 0 1 0 0,-1 0 0 0 0,0 1 0 0 0,0-1 0 0 0,0 1 0 0 0,0 0 0 0 0,0 0 0 0 0,0 0 0 0 0,-1 1 0 0 0,1 0 0 0 0,0-1 0 0 0,-5 2 0 0 0,3-1 31 0 0,1 1 0 0 0,-1 0 1 0 0,0 0-1 0 0,0 0 0 0 0,1 1 1 0 0,-1 0-1 0 0,1 0 1 0 0,-1 0-1 0 0,1 1 0 0 0,0 0 1 0 0,0 0-1 0 0,-7 5 1 0 0,3 0 58 0 0,1 1 1 0 0,0 0 0 0 0,0 0 0 0 0,1 0 0 0 0,0 1-1 0 0,1 0 1 0 0,-6 11 0 0 0,0 5 181 0 0,-19 55 0 0 0,11-8-152 0 0,3 1-1 0 0,3 1 1 0 0,3 1 0 0 0,4 0 0 0 0,3 84 0 0 0,3-106 62 0 0,3 0 1 0 0,2 1-1 0 0,3-1 1 0 0,16 64-1 0 0,-13-81-17 0 0,1 0 0 0 0,2-1 0 0 0,29 57 0 0 0,-36-82-141 0 0,1 0-1 0 0,0 0 1 0 0,0 0 0 0 0,1-1-1 0 0,1-1 1 0 0,0 1 0 0 0,0-1-1 0 0,0-1 1 0 0,1 0-1 0 0,1 0 1 0 0,-1-1 0 0 0,1 0-1 0 0,1-1 1 0 0,18 8 0 0 0,-9-8-281 0 0,1 0 0 0 0,0-2 1 0 0,1 0-1 0 0,-1-2 0 0 0,1-1 1 0 0,-1 0-1 0 0,29-3 0 0 0,25-8-954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26.127"/>
    </inkml:context>
    <inkml:brush xml:id="br0">
      <inkml:brushProperty name="width" value="0.35" units="cm"/>
      <inkml:brushProperty name="height" value="0.35" units="cm"/>
      <inkml:brushProperty name="color" value="#66CC00"/>
    </inkml:brush>
  </inkml:definitions>
  <inkml:trace contextRef="#ctx0" brushRef="#br0">37 1380 2976 0 0,'-1'-3'250'0'0,"0"1"0"0"0,0-1-1 0 0,0 1 1 0 0,-1 0 0 0 0,1-1 0 0 0,-1 1-1 0 0,1 0 1 0 0,-1 0 0 0 0,-3-3 0 0 0,4 5-237 0 0,1-1 0 0 0,0 1 1 0 0,-1 0-1 0 0,1 0 1 0 0,0-1-1 0 0,-1 1 1 0 0,1 0-1 0 0,0 0 1 0 0,-1 0-1 0 0,1-1 1 0 0,-1 1-1 0 0,1 0 1 0 0,0 0-1 0 0,-1 0 0 0 0,1 0 1 0 0,-1 0-1 0 0,1 0 1 0 0,0 0-1 0 0,-1 0 1 0 0,1 0-1 0 0,-1 0 1 0 0,1 0-1 0 0,0 0 1 0 0,-1 0-1 0 0,1 0 1 0 0,-1 1-1 0 0,0 0-5 0 0,0-1 1 0 0,0 1-1 0 0,1 0 1 0 0,-1 0-1 0 0,1 0 1 0 0,-1 0-1 0 0,1 0 1 0 0,-1 0-1 0 0,1 0 1 0 0,0 0-1 0 0,-1 0 1 0 0,1 0-1 0 0,0 0 1 0 0,0 0-1 0 0,0 0 1 0 0,-1 2-1 0 0,1 6 137 0 0,0 1 0 0 0,0 0 0 0 0,1-1 0 0 0,0 1 0 0 0,0-1-1 0 0,1 1 1 0 0,6 16 0 0 0,31 68 1519 0 0,-7-22-595 0 0,6 39-458 0 0,28 140 1 0 0,-26-87-381 0 0,-19-84 0 0 0,3-1-1 0 0,60 132 0 0 0,0-69 73 0 0,-78-131-282 0 0,13 19 71 0 0,1-1-1 0 0,1-1 0 0 0,34 36 1 0 0,-49-58-69 0 0,1 1 0 0 0,0-1 0 0 0,1 0 0 0 0,-1-1 0 0 0,1 0 0 0 0,0 0 0 0 0,1 0 0 0 0,-1-1 1 0 0,1-1-1 0 0,0 1 0 0 0,0-1 0 0 0,0-1 0 0 0,0 0 0 0 0,0 0 0 0 0,1-1 0 0 0,-1 0 0 0 0,18 0 0 0 0,-16-3-7 0 0,-1 1 0 0 0,1-2 0 0 0,0 1-1 0 0,-1-1 1 0 0,1-1 0 0 0,-1 0-1 0 0,0 0 1 0 0,15-10 0 0 0,-1-1 5 0 0,0-2 0 0 0,27-25-1 0 0,86-91 12 0 0,30-58 48 0 0,218-307 142 0 0,-191 242-37 0 0,144-158 307 0 0,-215 277-92 0 0,145-127 0 0 0,-54 91-78 0 0,328-229 2094 0 0,-284 212-1144 0 0,-152 103-701 0 0,-97 79-543 0 0,23-24-223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42.709"/>
    </inkml:context>
    <inkml:brush xml:id="br0">
      <inkml:brushProperty name="width" value="0.2" units="cm"/>
      <inkml:brushProperty name="height" value="0.2" units="cm"/>
      <inkml:brushProperty name="color" value="#CC0066"/>
    </inkml:brush>
  </inkml:definitions>
  <inkml:trace contextRef="#ctx0" brushRef="#br0">350 87 448 0 0,'-2'1'5'0'0,"1"1"-1"0"0,0-1 1 0 0,-1 1-1 0 0,1-1 1 0 0,-1 0-1 0 0,1 1 1 0 0,-1-1 0 0 0,0 0-1 0 0,1 0 1 0 0,-1 0-1 0 0,0 0 1 0 0,0 0-1 0 0,0-1 1 0 0,0 1-1 0 0,0 0 1 0 0,-3 0 0 0 0,2-1 3 0 0,0 1 1 0 0,1 0-1 0 0,-1 0 1 0 0,0 0 0 0 0,1 0-1 0 0,-1 0 1 0 0,-3 3 0 0 0,0-1 10 0 0,5-2-11 0 0,-1 0-1 0 0,1-1 0 0 0,0 1 1 0 0,-1 0-1 0 0,1 0 0 0 0,0-1 0 0 0,-1 1 1 0 0,1 0-1 0 0,0 0 0 0 0,0 1 0 0 0,0-1 1 0 0,0 0-1 0 0,0 0 0 0 0,0 0 0 0 0,-1 3 1 0 0,3-4 130 0 0,0 1 0 0 0,0-1 0 0 0,0 1 0 0 0,0-1-1 0 0,0 1 1 0 0,0-1 0 0 0,0 0 0 0 0,0 0 0 0 0,0 0 0 0 0,0 1 0 0 0,1-1 0 0 0,-1 0 0 0 0,0 0 0 0 0,1-1 0 0 0,12 3 57 0 0,55 7 279 0 0,91 3-1 0 0,76-12-90 0 0,-110-1-60 0 0,318-4 183 0 0,-206-1-340 0 0,249-2-35 0 0,-2 22-1 0 0,-336-4-78 0 0,376 13 320 0 0,-494-24-336 0 0,505-26 248 0 0,-272-15-297 0 0,-212 30 5 0 0,-20 5-17 0 0,40-5 0 0 0,-64 12 36 0 0,-6 0-6 0 0,-1 0 0 0 0,1 0 0 0 0,0 0 0 0 0,-1-1 0 0 0,1 1 0 0 0,0 0 0 0 0,-1-1 0 0 0,1 1-1 0 0,-1-1 1 0 0,1 1 0 0 0,-1-1 0 0 0,1 0 0 0 0,-1 0 0 0 0,1 1 0 0 0,1-3 0 0 0,-29 2 272 0 0,9 1-262 0 0,-438 13 349 0 0,-540 49-320 0 0,398-29 133 0 0,-721 29 2529 0 0,1246-59-2594 0 0,-247 0 646 0 0,305-3-644 0 0,-1-1 1 0 0,1-1 0 0 0,0 0-1 0 0,0 0 1 0 0,0-2 0 0 0,1 0-1 0 0,-1 0 1 0 0,-13-7 0 0 0,26 8 365 0 0,7 0-360 0 0,14 1-96 0 0,216-2-66 0 0,-98 3-64 0 0,1011 1-1131 0 0,-153 3 1299 0 0,21-42 159 0 0,-738 21-381 0 0,-173 12 47 0 0,442-39 376 0 0,-542 43-144 0 0,-8 0-75 0 0,-16-4-33 0 0,16 6-8 0 0,-50-11-131 0 0,-85-7 0 0 0,-45 5 56 0 0,-689-21 516 0 0,-3 30-606 0 0,590 4 127 0 0,202 0 28 0 0,-924 15 530 0 0,764-5-116 0 0,-806 49 490 0 0,1202-68-448 0 0,55-8-442 0 0,84-5-90 0 0,753-18-979 0 0,7 41 858 0 0,-752 1 345 0 0,90-1 12 0 0,-71-1-168 0 0,-80-2-94 0 0,40-6-319 0 0,-226 9 400 0 0,-49 0 87 0 0,-11 1-35 0 0,-26 1 29 0 0,-1411-7 604 0 0,1107-6-755 0 0,-746 24 446 0 0,707 13 308 0 0,280-20-476 0 0,-115 16 33 0 0,186-16-187 0 0,44-2-80 0 0,-10-3 38 0 0,68 11-133 0 0,106 5 1 0 0,69-8-284 0 0,1538 37 94 0 0,-1126-39 540 0 0,-202-16-485 0 0,-264 1 571 0 0,-199 6-268 0 0,-19-1 114 0 0,-40-3-79 0 0,-75 2-628 0 0,-4 3-3819 0 0,64 1-660 0 0,23-1 1602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4:54.169"/>
    </inkml:context>
    <inkml:brush xml:id="br0">
      <inkml:brushProperty name="width" value="0.2" units="cm"/>
      <inkml:brushProperty name="height" value="0.2" units="cm"/>
      <inkml:brushProperty name="color" value="#CC0066"/>
    </inkml:brush>
  </inkml:definitions>
  <inkml:trace contextRef="#ctx0" brushRef="#br0">776 26 648 0 0,'77'-11'112'0'0,"-77"11"-117"0"0,5-1 585 0 0,-23-6 672 0 0,7 5-1070 0 0,0 0 1 0 0,0 1-1 0 0,-20 0 1 0 0,6 0-79 0 0,3 1-30 0 0,1 1-1 0 0,-1 1 0 0 0,1 1 1 0 0,-31 8-1 0 0,24-5 122 0 0,-52 5 1 0 0,60-10-46 0 0,-118 10 601 0 0,118-8-710 0 0,-1 1 0 0 0,1 1 0 0 0,0 1 0 0 0,-31 13 0 0 0,34-10 18 0 0,0 1 0 0 0,0 1 1 0 0,2 1-1 0 0,-1 0 0 0 0,-14 16 0 0 0,21-19-6 0 0,2-3 35 0 0,2 0 1 0 0,-1 1-1 0 0,1 0 1 0 0,0 0-1 0 0,0 1 1 0 0,0 0-1 0 0,-5 14 1 0 0,-18 62 681 0 0,22-64-617 0 0,3-11-50 0 0,1-1 0 0 0,0 1 1 0 0,0 0-1 0 0,1 0 0 0 0,0 0 1 0 0,1 1-1 0 0,0-1 0 0 0,0 0 0 0 0,1 0 1 0 0,0 0-1 0 0,0 0 0 0 0,1 0 1 0 0,1 0-1 0 0,-1 0 0 0 0,1-1 1 0 0,1 1-1 0 0,0-1 0 0 0,7 12 1 0 0,-7-11 79 0 0,1-1 1 0 0,0 0 0 0 0,1 0 0 0 0,-1-1 0 0 0,2 1 0 0 0,-1-1 0 0 0,1-1 0 0 0,0 1 0 0 0,0-1 0 0 0,1 0 0 0 0,0-1 0 0 0,14 8 0 0 0,-1-4 163 0 0,1 0-1 0 0,0-2 1 0 0,0-1-1 0 0,33 5 1 0 0,94 5 784 0 0,-113-13-942 0 0,395 5 923 0 0,-269-9-760 0 0,270 10 564 0 0,-1 1-419 0 0,252-42 23 0 0,-670 30-511 0 0,305-43 217 0 0,-40-20-262 0 0,-220 47 192 0 0,-1-1 1 0 0,95-49-1 0 0,-136 58-122 0 0,-1 0 1 0 0,1-1-1 0 0,-2 0 0 0 0,0-2 1 0 0,0 0-1 0 0,-1 0 1 0 0,0-1-1 0 0,19-29 0 0 0,-10 3-15 0 0,-19 33-7 0 0,-1 1 1 0 0,0-1 0 0 0,0 0 0 0 0,0 0-1 0 0,-1 0 1 0 0,0 0 0 0 0,0-15-1 0 0,-2 20-16 0 0,1-1 0 0 0,-1 0 0 0 0,0 1 0 0 0,0-1-1 0 0,0 1 1 0 0,0-1 0 0 0,0 1 0 0 0,-1-1 0 0 0,1 1-1 0 0,-1 0 1 0 0,1 0 0 0 0,-1 0 0 0 0,0 0 0 0 0,0 0-1 0 0,0 0 1 0 0,0 0 0 0 0,0 0 0 0 0,0 1 0 0 0,-1-1-1 0 0,1 1 1 0 0,-5-2 0 0 0,-7-4-25 0 0,0 1 0 0 0,-25-7-1 0 0,27 9 21 0 0,-22-6-68 0 0,0 2 1 0 0,-69-8-1 0 0,-73 7-164 0 0,134 7 167 0 0,-567-11 90 0 0,135 5-367 0 0,368 8 387 0 0,-322-23 242 0 0,151 11-498 0 0,109 7 80 0 0,127 5 178 0 0,0 1-1 0 0,0 2 1 0 0,-43 10 0 0 0,-38 13-535 0 0,43-6-1651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3.639"/>
    </inkml:context>
    <inkml:brush xml:id="br0">
      <inkml:brushProperty name="width" value="0.1" units="cm"/>
      <inkml:brushProperty name="height" value="0.1" units="cm"/>
      <inkml:brushProperty name="color" value="#CC0066"/>
    </inkml:brush>
  </inkml:definitions>
  <inkml:trace contextRef="#ctx0" brushRef="#br0">1 818 1720 0 0,'1'10'104'0'0,"0"0"-1"0"0,0-1 1 0 0,1 1 0 0 0,1-1-1 0 0,0 1 1 0 0,0-1-1 0 0,1 0 1 0 0,0 0 0 0 0,0 0-1 0 0,10 13 1 0 0,-9-14 48 0 0,0-1 1 0 0,1 0-1 0 0,0 0 0 0 0,1-1 0 0 0,0 1 1 0 0,0-2-1 0 0,0 1 0 0 0,0-1 1 0 0,1 0-1 0 0,0 0 0 0 0,0-1 1 0 0,0 0-1 0 0,1 0 0 0 0,-1-1 0 0 0,1 0 1 0 0,0-1-1 0 0,0 0 0 0 0,0 0 1 0 0,0-1-1 0 0,13 0 0 0 0,-11-1-20 0 0,-1 0 0 0 0,1-1 0 0 0,0 0 0 0 0,-1-1 0 0 0,1 0-1 0 0,-1 0 1 0 0,1-2 0 0 0,-1 1 0 0 0,0-1 0 0 0,0 0 0 0 0,-1-1 0 0 0,1 0-1 0 0,-1-1 1 0 0,0 0 0 0 0,-1-1 0 0 0,1 1 0 0 0,7-9 0 0 0,8-10-22 0 0,-2 0 0 0 0,0-1 0 0 0,-1-2 0 0 0,17-31 0 0 0,-19 27 25 0 0,28-62 0 0 0,-1-45 60 0 0,-33 93-198 0 0,-3 0 1 0 0,-1-1-1 0 0,-3 0 0 0 0,-2-1 0 0 0,-1 1 0 0 0,-3-1 0 0 0,-8-62 1 0 0,7 104-13 0 0,0-3 31 0 0,0 1 1 0 0,-1-1-1 0 0,0 1 1 0 0,-4-12 0 0 0,5 19-23 0 0,1-1 0 0 0,-1 1 0 0 0,0-1 0 0 0,0 1 0 0 0,1-1 0 0 0,-1 1 0 0 0,0-1 0 0 0,-1 1 0 0 0,1 0 0 0 0,0-1 0 0 0,0 1 0 0 0,-1 0 0 0 0,1 0 0 0 0,0 0 0 0 0,-1 0 0 0 0,1 0 0 0 0,-1 0 0 0 0,1 0 0 0 0,-1 1 0 0 0,0-1 1 0 0,1 1-1 0 0,-1-1 0 0 0,0 1 0 0 0,1-1 0 0 0,-1 1 0 0 0,0 0 0 0 0,0 0 0 0 0,-2 0 0 0 0,1 0-1 0 0,0 0-1 0 0,0 1 1 0 0,0-1 0 0 0,1 1-1 0 0,-1 0 1 0 0,0 0 0 0 0,0 0 0 0 0,1 0-1 0 0,-1 0 1 0 0,0 0 0 0 0,1 1-1 0 0,0-1 1 0 0,-1 1 0 0 0,1 0 0 0 0,0 0-1 0 0,0 0 1 0 0,0 0 0 0 0,0 0-1 0 0,0 0 1 0 0,0 1 0 0 0,0-1 0 0 0,1 0-1 0 0,-1 1 1 0 0,1 0 0 0 0,0-1-1 0 0,0 1 1 0 0,-2 5 0 0 0,-4 12 167 0 0,0 1 0 0 0,2-1 1 0 0,0 2-1 0 0,1-1 0 0 0,-1 33 1 0 0,4-19 220 0 0,2 0 0 0 0,9 62 0 0 0,10 1 201 0 0,45 132 0 0 0,-57-204-643 0 0,30 82 130 0 0,-33-96-322 0 0,2 1 1 0 0,-1-1-1 0 0,2-1 0 0 0,0 1 0 0 0,0-1 0 0 0,12 12 0 0 0,-16-19-110 0 0,-1-1 0 0 0,0 0 0 0 0,1 0 0 0 0,-1 0 1 0 0,1-1-1 0 0,0 1 0 0 0,0-1 0 0 0,0 0 0 0 0,0 0 0 0 0,0 0 0 0 0,0-1 0 0 0,1 0 0 0 0,-1 1 0 0 0,0-2 0 0 0,1 1 0 0 0,-1 0 0 0 0,1-1 1 0 0,-1 0-1 0 0,1 0 0 0 0,-1 0 0 0 0,1 0 0 0 0,-1-1 0 0 0,1 0 0 0 0,-1 0 0 0 0,1 0 0 0 0,-1 0 0 0 0,7-4 0 0 0,0-3-90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4.002"/>
    </inkml:context>
    <inkml:brush xml:id="br0">
      <inkml:brushProperty name="width" value="0.1" units="cm"/>
      <inkml:brushProperty name="height" value="0.1" units="cm"/>
      <inkml:brushProperty name="color" value="#CC0066"/>
    </inkml:brush>
  </inkml:definitions>
  <inkml:trace contextRef="#ctx0" brushRef="#br0">264 216 496 0 0,'24'-22'60'0'0,"-21"20"-60"0"0,0 0 1 0 0,-1 0-1 0 0,1 0 0 0 0,-1-1 1 0 0,1 1-1 0 0,-1 0 0 0 0,0-1 1 0 0,0 0-1 0 0,0 0 1 0 0,0 1-1 0 0,0-1 0 0 0,-1 0 1 0 0,1 0-1 0 0,0-4 0 0 0,-1 2 19 0 0,0 0 0 0 0,0-1 0 0 0,-1 1 0 0 0,0 0-1 0 0,0-1 1 0 0,0 1 0 0 0,-1-1 0 0 0,1 1 0 0 0,-1 0 0 0 0,-1 0-1 0 0,1-1 1 0 0,-1 1 0 0 0,0 0 0 0 0,0 0 0 0 0,0 0 0 0 0,0 1-1 0 0,-1-1 1 0 0,0 1 0 0 0,0-1 0 0 0,-1 1 0 0 0,1 0-1 0 0,-1 0 1 0 0,0 0 0 0 0,0 1 0 0 0,0-1 0 0 0,0 1 0 0 0,0 0-1 0 0,-1 0 1 0 0,0 0 0 0 0,1 1 0 0 0,-1 0 0 0 0,0 0 0 0 0,0 0-1 0 0,-1 0 1 0 0,1 1 0 0 0,0 0 0 0 0,0 0 0 0 0,-1 0 0 0 0,1 1-1 0 0,0 0 1 0 0,-10 0 0 0 0,7 1 4 0 0,0 1 1 0 0,0 0-1 0 0,0 0 0 0 0,0 0 1 0 0,-11 6-1 0 0,3 1 177 0 0,1 1 0 0 0,0 1 0 0 0,1 0 0 0 0,-25 26 0 0 0,36-34-126 0 0,0-1 0 0 0,1 1 0 0 0,-1 1-1 0 0,1-1 1 0 0,-1 0 0 0 0,1 1 0 0 0,0-1 0 0 0,0 1 0 0 0,1-1 0 0 0,-1 1-1 0 0,1 0 1 0 0,0 0 0 0 0,0 0 0 0 0,-1 5 0 0 0,2-7-26 0 0,0 0-1 0 0,0 0 1 0 0,1 0 0 0 0,-1 0 0 0 0,1 0 0 0 0,-1 0 0 0 0,1 0 0 0 0,0 0-1 0 0,0 0 1 0 0,-1 0 0 0 0,1 0 0 0 0,1 0 0 0 0,-1-1 0 0 0,0 1-1 0 0,0 0 1 0 0,1-1 0 0 0,-1 1 0 0 0,1-1 0 0 0,-1 1 0 0 0,1-1 0 0 0,-1 0-1 0 0,1 0 1 0 0,0 0 0 0 0,0 0 0 0 0,0 0 0 0 0,0 0 0 0 0,3 1-1 0 0,5 1-59 0 0,0 0 0 0 0,1 0 0 0 0,-1-1 0 0 0,1-1 0 0 0,0 1-1 0 0,0-2 1 0 0,-1 1 0 0 0,1-2 0 0 0,0 1 0 0 0,0-2 0 0 0,-1 1-1 0 0,1-1 1 0 0,-1-1 0 0 0,1 0 0 0 0,14-7 0 0 0,7-2-2973 0 0,-10 6 1233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4.863"/>
    </inkml:context>
    <inkml:brush xml:id="br0">
      <inkml:brushProperty name="width" value="0.1" units="cm"/>
      <inkml:brushProperty name="height" value="0.1" units="cm"/>
      <inkml:brushProperty name="color" value="#CC0066"/>
    </inkml:brush>
  </inkml:definitions>
  <inkml:trace contextRef="#ctx0" brushRef="#br0">1 465 1104 0 0,'0'30'101'0'0,"1"1"0"0"0,1 0 1 0 0,2-1-1 0 0,1 0 0 0 0,2 0 0 0 0,0 0 0 0 0,2-1 0 0 0,15 32 1 0 0,-19-48 117 0 0,1-1-1 0 0,1 0 1 0 0,0 0 0 0 0,1-1 0 0 0,0 1 0 0 0,0-2 0 0 0,1 1-1 0 0,19 16 1 0 0,-19-21 235 0 0,-1 0-1 0 0,1 0 1 0 0,0-1-1 0 0,0 0 1 0 0,0-1-1 0 0,0 0 0 0 0,1 0 1 0 0,0-1-1 0 0,0-1 1 0 0,0 1-1 0 0,20 1 1 0 0,-24-4-343 0 0,0 1 0 0 0,0-1 0 0 0,0-1 0 0 0,-1 1 0 0 0,1-1 0 0 0,0 0 0 0 0,0 0 0 0 0,0 0 0 0 0,-1-1 0 0 0,1 0 0 0 0,-1 0 0 0 0,1-1 0 0 0,-1 1 0 0 0,0-1-1 0 0,0 0 1 0 0,0-1 0 0 0,0 1 0 0 0,-1-1 0 0 0,1 0 0 0 0,-1 0 0 0 0,6-8 0 0 0,-2 5-49 0 0,-1-2-1 0 0,0 1 0 0 0,0-1 1 0 0,5-10-1 0 0,-4 1-2 0 0,0-1 1 0 0,-2 0-1 0 0,0-1 0 0 0,6-37 1 0 0,-7 32-44 0 0,8-47-3 0 0,29-115-89 0 0,-35 162-79 0 0,2 1 0 0 0,0 1 1 0 0,1-1-1 0 0,2 1 0 0 0,19-30 0 0 0,-26 47 78 0 0,0-1 0 0 0,0 1 0 0 0,1 0 0 0 0,0 0 0 0 0,0 1 0 0 0,1 0 0 0 0,-1 0 0 0 0,1 0 0 0 0,0 1 0 0 0,0 0 0 0 0,13-5 0 0 0,-16 7 42 0 0,0 1 0 0 0,1 0 1 0 0,-1 0-1 0 0,1 0 0 0 0,0 0 1 0 0,-1 1-1 0 0,1-1 0 0 0,0 1 0 0 0,-1 0 1 0 0,1 1-1 0 0,0-1 0 0 0,-1 1 1 0 0,1 0-1 0 0,-1 0 0 0 0,1 1 1 0 0,-1-1-1 0 0,1 1 0 0 0,-1 0 0 0 0,0 0 1 0 0,0 0-1 0 0,0 1 0 0 0,5 3 1 0 0,2 3-3 0 0,-1 1 0 0 0,0 1 0 0 0,-1 0 0 0 0,0 0 0 0 0,-1 1 0 0 0,13 22 0 0 0,-8-10 130 0 0,-2 1 0 0 0,15 46 0 0 0,-16-33 213 0 0,-2 0 1 0 0,-1 1-1 0 0,2 57 1 0 0,-10 114 2287 0 0,-1-178-104 0 0,5-47-1600 0 0,0 1-1 0 0,10-27 1 0 0,-4 12-781 0 0,16-36-585 0 0,2 1 0 0 0,70-118-1 0 0,-81 156 335 0 0,0 1-1 0 0,2 0 0 0 0,1 1 1 0 0,1 1-1 0 0,0 1 0 0 0,2 1 1 0 0,1 1-1 0 0,27-19 0 0 0,-45 35 89 0 0,0 0-1 0 0,0 1 0 0 0,0-1 0 0 0,1 1 1 0 0,-1 1-1 0 0,1-1 0 0 0,0 1 0 0 0,6-2 0 0 0,-10 4 32 0 0,0 0 0 0 0,0 0 0 0 0,0 0 0 0 0,0 0 0 0 0,0 0 0 0 0,0 0-1 0 0,0 1 1 0 0,0-1 0 0 0,0 1 0 0 0,0-1 0 0 0,0 1 0 0 0,0 0-1 0 0,-1 0 1 0 0,1 0 0 0 0,0 0 0 0 0,0 0 0 0 0,-1 0 0 0 0,1 0-1 0 0,-1 1 1 0 0,1-1 0 0 0,-1 0 0 0 0,0 1 0 0 0,1 0 0 0 0,-1-1-1 0 0,0 1 1 0 0,0 0 0 0 0,1 2 0 0 0,3 5-5 0 0,0 0 1 0 0,-1 0-1 0 0,-1 0 0 0 0,1 0 1 0 0,-2 0-1 0 0,1 1 0 0 0,1 15 1 0 0,1 72 97 0 0,-4-55-2 0 0,0 8-15 0 0,14 89 0 0 0,-14-131-41 0 0,1 0 0 0 0,1 0 0 0 0,0-1 1 0 0,0 1-1 0 0,0-1 0 0 0,1 1 0 0 0,0-1 0 0 0,0 0 1 0 0,1-1-1 0 0,0 1 0 0 0,0-1 0 0 0,7 7 1 0 0,-8-9 23 0 0,0-1 1 0 0,1 0-1 0 0,0 0 1 0 0,-1 0-1 0 0,1 0 1 0 0,0 0-1 0 0,0-1 1 0 0,1 0-1 0 0,-1 0 1 0 0,0-1 0 0 0,1 1-1 0 0,-1-1 1 0 0,0 0-1 0 0,1-1 1 0 0,0 0-1 0 0,-1 1 1 0 0,1-1-1 0 0,7-2 1 0 0,-6 1 3 0 0,0 0-1 0 0,0-1 1 0 0,0 0-1 0 0,0-1 1 0 0,-1 1 0 0 0,1-1-1 0 0,8-6 1 0 0,44-34 166 0 0,-51 37-186 0 0,18-14 22 0 0,-2-1 0 0 0,0-1 1 0 0,-1 0-1 0 0,39-51 1 0 0,-38 38-43 0 0,0-1 0 0 0,-3-1 0 0 0,-1 0 0 0 0,15-43 0 0 0,-22 35-381 0 0,-3-1 1 0 0,-1 1-1 0 0,-3-2 1 0 0,2-91-1 0 0,-7 151 291 0 0,1-1-1 0 0,0 1 1 0 0,1-1 0 0 0,0 1-1 0 0,1-1 1 0 0,9 21 0 0 0,-11-30 83 0 0,121 263 326 0 0,-44-105 166 0 0,-59-117-260 0 0,21 70-1 0 0,-36-100-140 0 0,-2 0 0 0 0,0 0 0 0 0,0 0 0 0 0,-1 0 0 0 0,-1 1 0 0 0,0-1 0 0 0,-2 1 1 0 0,1-1-1 0 0,-4 19 0 0 0,2-29-7 0 0,1 1 1 0 0,-1-1-1 0 0,0 1 1 0 0,0-1-1 0 0,-1 0 1 0 0,1 0-1 0 0,-1 0 1 0 0,0-1-1 0 0,0 1 1 0 0,0 0 0 0 0,-1-1-1 0 0,1 0 1 0 0,-1 0-1 0 0,1 0 1 0 0,-1 0-1 0 0,0-1 1 0 0,0 1-1 0 0,-1-1 1 0 0,1 0-1 0 0,-8 2 1 0 0,-2 1 73 0 0,1 0 1 0 0,-1-1-1 0 0,0-1 1 0 0,-1 0-1 0 0,1-1 1 0 0,0 0 0 0 0,-1-2-1 0 0,1 1 1 0 0,-1-2-1 0 0,-26-3 1 0 0,11-2-42 0 0,-1-1 0 0 0,2-1 0 0 0,-56-24 0 0 0,55 19-782 0 0,0-1 0 0 0,1-2 0 0 0,-44-30-1 0 0,67 42-145 0 0,1 0 0 0 0,0 0 0 0 0,0 0-1 0 0,0-1 1 0 0,0 0 0 0 0,1 0-1 0 0,0 0 1 0 0,0 0 0 0 0,0-1 0 0 0,0 1-1 0 0,1-1 1 0 0,0 0 0 0 0,0 0-1 0 0,1 0 1 0 0,0 0 0 0 0,-2-8 0 0 0,4-24-2520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5.165"/>
    </inkml:context>
    <inkml:brush xml:id="br0">
      <inkml:brushProperty name="width" value="0.1" units="cm"/>
      <inkml:brushProperty name="height" value="0.1" units="cm"/>
      <inkml:brushProperty name="color" value="#CC0066"/>
    </inkml:brush>
  </inkml:definitions>
  <inkml:trace contextRef="#ctx0" brushRef="#br0">61 48 3160 0 0,'-11'-46'1913'0'0,"11"46"-1909"0"0,0 0 1 0 0,0 1 0 0 0,0-1-1 0 0,0 0 1 0 0,0 0 0 0 0,0 1-1 0 0,-1-1 1 0 0,1 0 0 0 0,0 0-1 0 0,0 1 1 0 0,0-1 0 0 0,-1 0-1 0 0,1 0 1 0 0,0 1 0 0 0,0-1-1 0 0,-1 0 1 0 0,1 0 0 0 0,0 0-1 0 0,0 0 1 0 0,-1 1 0 0 0,1-1-1 0 0,0 0 1 0 0,0 0 0 0 0,-1 0-1 0 0,1 0 1 0 0,0 0 0 0 0,-1 0-1 0 0,1 0 1 0 0,0 0-1 0 0,-1 0 1 0 0,1 0 0 0 0,0 0-1 0 0,-1 0 1 0 0,1 0 0 0 0,0 0-1 0 0,0 0 1 0 0,-1 0 0 0 0,1 0-1 0 0,0 0 1 0 0,-1-1 0 0 0,1 1-1 0 0,0 0 1 0 0,0 0 0 0 0,-1 0-1 0 0,1 0 1 0 0,0-1 0 0 0,0 1-1 0 0,-1 0 1 0 0,1 0 0 0 0,0 0-1 0 0,0-1 1 0 0,0 1 0 0 0,-1 0-1 0 0,1 0 1 0 0,0-1-1 0 0,0 1 1 0 0,0 0 0 0 0,0-1-1 0 0,0 1 1 0 0,0 0 0 0 0,0 0-1 0 0,-1-1 1 0 0,1 1 43 0 0,-3 6 468 0 0,1 1 0 0 0,0-1 0 0 0,0 1 0 0 0,0-1 0 0 0,1 1 0 0 0,0-1 0 0 0,-1 11 0 0 0,0 1 704 0 0,-10 116 3892 0 0,9 65-2417 0 0,2-63-1699 0 0,-1 52-304 0 0,1-23-164 0 0,2-51-245 0 0,4 0 1 0 0,33 190-1 0 0,-36-296-287 0 0,0 0 0 0 0,0 0 1 0 0,0 0-1 0 0,1 0 0 0 0,0 0 1 0 0,1-1-1 0 0,5 9 0 0 0,7-3-598 0 0,-6-11-2296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6.537"/>
    </inkml:context>
    <inkml:brush xml:id="br0">
      <inkml:brushProperty name="width" value="0.1" units="cm"/>
      <inkml:brushProperty name="height" value="0.1" units="cm"/>
      <inkml:brushProperty name="color" value="#CC0066"/>
    </inkml:brush>
  </inkml:definitions>
  <inkml:trace contextRef="#ctx0" brushRef="#br0">0 1323 7585 0 0,'0'-6'368'0'0,"0"1"1"0"0,1-1-1 0 0,-1 1 1 0 0,1-1-1 0 0,0 1 1 0 0,0-1-1 0 0,3-6 1 0 0,-2 10-365 0 0,-1-1 0 0 0,0 1 0 0 0,1-1 0 0 0,0 1 0 0 0,-1 0 0 0 0,1-1 0 0 0,0 1 0 0 0,0 0 0 0 0,0 0 0 0 0,1 0 0 0 0,-1 1 0 0 0,0-1 0 0 0,1 0 0 0 0,-1 1 0 0 0,6-3-1 0 0,4 0-552 0 0,-1 1-1 0 0,1 0 1 0 0,22-1-1 0 0,-23 2 204 0 0,250-46-2879 0 0,-98 15 4334 0 0,-13 4 1478 0 0,403-62 2547 0 0,-487 83-5001 0 0,-30 4-91 0 0,-22 2-99 0 0,0 1 1 0 0,0-2-1 0 0,0 1 0 0 0,0-2 0 0 0,14-5 0 0 0,-22 7 16 0 0,-5 2 47 0 0,0 0-1 0 0,0 0 1 0 0,0 0 0 0 0,0 0-1 0 0,0-1 1 0 0,0 1-1 0 0,0 0 1 0 0,0-1-1 0 0,0 1 1 0 0,0 0 0 0 0,-1-1-1 0 0,1 0 1 0 0,0 1-1 0 0,1-2 1 0 0,-2 2 9 0 0,1-1 0 0 0,-1 1 0 0 0,0-1 0 0 0,0 0 0 0 0,0 1 0 0 0,1-1-1 0 0,-1 1 1 0 0,0-1 0 0 0,0 1 0 0 0,0-1 0 0 0,0 0 0 0 0,0 1 0 0 0,0-1 0 0 0,0 1 0 0 0,0-1 0 0 0,0 1 0 0 0,-1-1 0 0 0,1 0-1 0 0,0 1 1 0 0,0-1 0 0 0,-1 0 0 0 0,1 1 1 0 0,0-3-3 0 0,-1 0 1 0 0,0 0-1 0 0,0 0 0 0 0,0 0 0 0 0,0 0 1 0 0,0 0-1 0 0,0 0 0 0 0,-1 1 0 0 0,1-1 1 0 0,-1 1-1 0 0,0-1 0 0 0,0 1 1 0 0,0-1-1 0 0,0 1 0 0 0,0 0 0 0 0,-1 0 1 0 0,1 0-1 0 0,0 0 0 0 0,-1 0 1 0 0,0 1-1 0 0,1-1 0 0 0,-1 1 0 0 0,0 0 1 0 0,-4-2-1 0 0,1 2-32 0 0,-1 0 1 0 0,1 0-1 0 0,-1 0 1 0 0,1 1-1 0 0,-1 0 1 0 0,1 1-1 0 0,-1-1 1 0 0,1 1-1 0 0,-1 0 1 0 0,1 1-1 0 0,-10 2 1 0 0,-10 6-45 0 0,1 0 0 0 0,0 2 1 0 0,-33 21-1 0 0,-65 54 322 0 0,97-66 72 0 0,0 1 0 0 0,2 1 0 0 0,1 1 0 0 0,1 1 0 0 0,1 1 0 0 0,-21 36 0 0 0,32-46-225 0 0,1 0-1 0 0,1 2 1 0 0,1-1-1 0 0,0 1 1 0 0,1 0-1 0 0,1 0 1 0 0,1 0-1 0 0,0 1 1 0 0,2 0-1 0 0,0-1 0 0 0,1 1 1 0 0,1 22-1 0 0,1-31-93 0 0,1 0-1 0 0,-1 0 1 0 0,2 0-1 0 0,-1 0 1 0 0,1-1-1 0 0,1 0 1 0 0,-1 1-1 0 0,2-1 1 0 0,-1 0-1 0 0,1-1 1 0 0,1 1-1 0 0,-1-1 1 0 0,1 0-1 0 0,1-1 1 0 0,0 1-1 0 0,0-1 1 0 0,12 9-1 0 0,-10-9 28 0 0,1 0 0 0 0,0-2-1 0 0,0 1 1 0 0,0-1 0 0 0,1 0 0 0 0,-1-1-1 0 0,1-1 1 0 0,0 0 0 0 0,0 0 0 0 0,1-1-1 0 0,-1 0 1 0 0,0-1 0 0 0,1 0 0 0 0,21-2 0 0 0,-23 0 3 0 0,0-1 0 0 0,0 0 1 0 0,-1-1-1 0 0,1 0 1 0 0,-1 0-1 0 0,1-1 1 0 0,-1 0-1 0 0,0-1 0 0 0,-1 0 1 0 0,1-1-1 0 0,13-10 1 0 0,4-7 90 0 0,-1-1-1 0 0,24-32 1 0 0,-24 25-61 0 0,-1-1-1 0 0,35-62 1 0 0,26-85 104 0 0,-59 115-47 0 0,-4-1 0 0 0,22-100 1 0 0,-44 164-124 0 0,1-1 1 0 0,-1 1-1 0 0,1-1 1 0 0,-1 0-1 0 0,0 1 1 0 0,0-1-1 0 0,0 1 1 0 0,0-1-1 0 0,0 1 1 0 0,0-1 0 0 0,0 0-1 0 0,0 1 1 0 0,-1-1-1 0 0,1 1 1 0 0,-1-1-1 0 0,1 1 1 0 0,-1-1-1 0 0,1 1 1 0 0,-1 0-1 0 0,0-1 1 0 0,0 1-1 0 0,0 0 1 0 0,0-1 0 0 0,-2-1-1 0 0,2 2-15 0 0,-1 1 0 0 0,1-1 0 0 0,-1 1 1 0 0,1-1-1 0 0,-1 1 0 0 0,1 0 0 0 0,-1 0 0 0 0,1-1 0 0 0,-1 1 0 0 0,0 0 1 0 0,1 1-1 0 0,-1-1 0 0 0,1 0 0 0 0,-1 0 0 0 0,1 1 0 0 0,-1-1 0 0 0,1 1 1 0 0,-1-1-1 0 0,1 1 0 0 0,-1-1 0 0 0,1 1 0 0 0,0 0 0 0 0,-3 2 0 0 0,-2 1-7 0 0,1 0-1 0 0,-1 1 1 0 0,1 0-1 0 0,0 0 0 0 0,0 0 1 0 0,1 0-1 0 0,0 1 1 0 0,-6 9-1 0 0,-3 8-18 0 0,-10 25 1 0 0,10-16 80 0 0,1 1 0 0 0,2 0-1 0 0,1 1 1 0 0,2-1 0 0 0,1 2 0 0 0,2-1 0 0 0,0 65 0 0 0,5-71-86 0 0,1-1 1 0 0,1 1-1 0 0,1-1 1 0 0,1 0-1 0 0,2 0 1 0 0,1-1-1 0 0,1 1 0 0 0,1-2 1 0 0,1 1-1 0 0,19 30 1 0 0,-21-43 58 0 0,0 0 0 0 0,1 0 0 0 0,0-1 0 0 0,1 0 0 0 0,1-1 0 0 0,0 0 0 0 0,1-1 0 0 0,-1-1 1 0 0,2 0-1 0 0,-1 0 0 0 0,1-1 0 0 0,22 8 0 0 0,-24-11 5 0 0,1-1-1 0 0,-1-1 1 0 0,1 0 0 0 0,0 0-1 0 0,0-1 1 0 0,0-1 0 0 0,0 0-1 0 0,0-1 1 0 0,1 0-1 0 0,-1-1 1 0 0,0-1 0 0 0,0 0-1 0 0,0-1 1 0 0,-1 0 0 0 0,22-8-1 0 0,-14 1 35 0 0,0 0-1 0 0,-1-1 1 0 0,29-21-1 0 0,52-51 147 0 0,-54 38-96 0 0,-1-2 0 0 0,-2-2 0 0 0,-3-2 0 0 0,-1-1 0 0 0,53-100 0 0 0,-52 71-75 0 0,-3-1-1 0 0,36-126 1 0 0,16-105 229 0 0,-71 229 24 0 0,12-143 0 0 0,-28 218-245 0 0,-1 0 0 0 0,-1 0 0 0 0,0 0 1 0 0,0 0-1 0 0,-1 0 0 0 0,0 0 0 0 0,0 0 0 0 0,-1 0 1 0 0,0 1-1 0 0,-4-10 0 0 0,4 15-42 0 0,1 1 0 0 0,-1 0 1 0 0,0 0-1 0 0,0 0 0 0 0,0 0 0 0 0,-1 0 0 0 0,1 1 1 0 0,0-1-1 0 0,-1 1 0 0 0,1-1 0 0 0,-1 1 1 0 0,0 0-1 0 0,1 0 0 0 0,-1 0 0 0 0,0 0 0 0 0,1 1 1 0 0,-1-1-1 0 0,0 1 0 0 0,0-1 0 0 0,0 1 0 0 0,-5 0 1 0 0,3 0-8 0 0,0 0 0 0 0,0 0 0 0 0,-1 0 0 0 0,1 0 1 0 0,0 0-1 0 0,0 1 0 0 0,0 0 1 0 0,0 0-1 0 0,0 1 0 0 0,0 0 0 0 0,-9 3 1 0 0,4 1 5 0 0,-1 1 0 0 0,1 0 0 0 0,-16 14 1 0 0,-1 5-21 0 0,0 2 0 0 0,2 1 0 0 0,1 1 0 0 0,1 1 0 0 0,2 1 0 0 0,-31 62 0 0 0,19-25-73 0 0,4 2 0 0 0,-31 109 0 0 0,38-100-91 0 0,-15 116 0 0 0,33-162 150 0 0,1 1-1 0 0,2-1 0 0 0,1 1 1 0 0,2 0-1 0 0,2-1 1 0 0,8 37-1 0 0,0-28-39 0 0,2-1 0 0 0,2 0 0 0 0,2-1 0 0 0,40 67 0 0 0,-40-79 28 0 0,1 0 0 0 0,1-1 0 0 0,35 36 0 0 0,-43-51 34 0 0,2 0 0 0 0,0-1-1 0 0,0-1 1 0 0,1 0 0 0 0,1-1 0 0 0,0-1 0 0 0,0 0 0 0 0,18 6 0 0 0,-20-9 39 0 0,1-1-1 0 0,1-1 0 0 0,-1 0 0 0 0,1-1 0 0 0,-1 0 1 0 0,1-1-1 0 0,0-1 0 0 0,0-1 0 0 0,0 0 1 0 0,0-1-1 0 0,21-4 0 0 0,-5-3 71 0 0,0-2 1 0 0,-1-1-1 0 0,0-1 1 0 0,45-25-1 0 0,-32 12-4 0 0,-1-2 0 0 0,56-45 1 0 0,-46 26-59 0 0,-3-3 0 0 0,-1-1 1 0 0,-3-3-1 0 0,-2-1 0 0 0,-3-3 1 0 0,-2-1-1 0 0,-3-2 0 0 0,-2-1 1 0 0,-3-2-1 0 0,39-113 0 0 0,-28 35 154 0 0,-5-1 1 0 0,28-237-1 0 0,-61 342-137 0 0,1-75 1 0 0,-6 101-41 0 0,0 0-1 0 0,0 0 1 0 0,-1 1-1 0 0,0-1 1 0 0,-1 1-1 0 0,0-1 1 0 0,0 1-1 0 0,-1 0 1 0 0,-1 0 0 0 0,0 0-1 0 0,-7-11 1 0 0,8 17-18 0 0,1 0 0 0 0,-1 0 0 0 0,1 0 0 0 0,-1 1 0 0 0,0-1 0 0 0,-1 1 0 0 0,1 0 0 0 0,0 0 0 0 0,-1 1 1 0 0,0-1-1 0 0,0 1 0 0 0,1 0 0 0 0,-1 0 0 0 0,0 1 0 0 0,-1 0 0 0 0,1-1 0 0 0,0 2 0 0 0,-10-2 0 0 0,7 2-7 0 0,-1 0 1 0 0,0 1-1 0 0,0 0 0 0 0,0 1 0 0 0,0-1 0 0 0,1 1 1 0 0,-1 1-1 0 0,1 0 0 0 0,0 0 0 0 0,-11 6 0 0 0,9-2-11 0 0,-1 0-1 0 0,2 0 1 0 0,-1 1-1 0 0,1 0 1 0 0,0 1-1 0 0,1 0 1 0 0,0 0 0 0 0,0 1-1 0 0,1 0 1 0 0,-9 16-1 0 0,1 4-32 0 0,1-1-1 0 0,-18 54 1 0 0,5 12-6 0 0,5 2-1 0 0,-18 158 1 0 0,22 89 276 0 0,17-304-198 0 0,7 223 90 0 0,-3-230-82 0 0,2-1-1 0 0,1 0 0 0 0,2 0 1 0 0,1 0-1 0 0,21 50 0 0 0,-22-66 2 0 0,-1-1 1 0 0,2-1-1 0 0,0 0 0 0 0,1 0 0 0 0,0 0 0 0 0,1-1 0 0 0,1-1 0 0 0,0 0 1 0 0,0-1-1 0 0,26 18 0 0 0,-29-23 4 0 0,0 0 1 0 0,0-1-1 0 0,1-1 0 0 0,0 1 1 0 0,0-2-1 0 0,0 1 0 0 0,1-1 1 0 0,-1-1-1 0 0,1 0 1 0 0,-1 0-1 0 0,1-1 0 0 0,0-1 1 0 0,-1 0-1 0 0,1 0 0 0 0,0-1 1 0 0,0 0-1 0 0,20-6 0 0 0,-15 2-6 0 0,1-2 0 0 0,-1 0-1 0 0,0 0 1 0 0,-1-2 0 0 0,0 0-1 0 0,15-12 1 0 0,4-6 1 0 0,35-35-1 0 0,-30 23-22 0 0,-2-3 0 0 0,-2 0 0 0 0,-2-3 0 0 0,43-75 0 0 0,-37 50-167 0 0,50-123 0 0 0,6-72 61 0 0,-87 241 118 0 0,12-29-7 0 0,-13 34 29 0 0,0-1 0 0 0,0 0 0 0 0,-2 0 1 0 0,-1 0-1 0 0,3-29 0 0 0,-7 46-31 0 0,1 1 0 0 0,-1-1-1 0 0,0 0 1 0 0,0 1 0 0 0,-1-1 0 0 0,1 1-1 0 0,0-1 1 0 0,-1 1 0 0 0,0-1 0 0 0,1 1-1 0 0,-1-1 1 0 0,0 1 0 0 0,0-1 0 0 0,-1 1-1 0 0,-1-4 1 0 0,2 6-3 0 0,1-1 1 0 0,-1 1-1 0 0,0-1 0 0 0,1 1 1 0 0,-1-1-1 0 0,1 1 0 0 0,-1 0 0 0 0,0 0 1 0 0,1-1-1 0 0,-1 1 0 0 0,0 0 1 0 0,0 0-1 0 0,1-1 0 0 0,-1 1 0 0 0,0 0 1 0 0,0 0-1 0 0,1 0 0 0 0,-1 0 1 0 0,0 0-1 0 0,1 0 0 0 0,-2 1 0 0 0,-1-1 5 0 0,1 1-1 0 0,0 0 0 0 0,0 0 1 0 0,0 0-1 0 0,0 0 0 0 0,0 1 0 0 0,0-1 1 0 0,0 1-1 0 0,-3 2 0 0 0,-10 13 54 0 0,1 1 1 0 0,1 1-1 0 0,1 0 0 0 0,0 0 0 0 0,-10 27 0 0 0,-7 14 55 0 0,3 1 0 0 0,3 1 0 0 0,-25 105 0 0 0,40-132-417 0 0,-7 30 560 0 0,-10 101 0 0 0,24-142-1093 0 0,0-1 1 0 0,6 46-1 0 0,-2-54-466 0 0,0-1 0 0 0,0 1 0 0 0,2 0 0 0 0,0-1 0 0 0,9 20-1 0 0,-9-26-107 0 0,0 0-1 0 0,0 0 1 0 0,1-1-1 0 0,0 0 1 0 0,0 0 0 0 0,14 11-1 0 0,17 9-1677 0 0,-27-22 2115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6.892"/>
    </inkml:context>
    <inkml:brush xml:id="br0">
      <inkml:brushProperty name="width" value="0.1" units="cm"/>
      <inkml:brushProperty name="height" value="0.1" units="cm"/>
      <inkml:brushProperty name="color" value="#CC0066"/>
    </inkml:brush>
  </inkml:definitions>
  <inkml:trace contextRef="#ctx0" brushRef="#br0">241 201 3280 0 0,'0'-1'86'0'0,"2"-17"2516"0"0,10 14-1942 0 0,-1 1-476 0 0,-7 3 35 0 0,0-2 0 0 0,0 1 1 0 0,0 0-1 0 0,0-1 0 0 0,0 0 1 0 0,0 0-1 0 0,0 0 0 0 0,-1-1 1 0 0,1 1-1 0 0,-1-1 1 0 0,1 1-1 0 0,-1-1 0 0 0,0 0 1 0 0,0-1-1 0 0,-1 1 0 0 0,5-7 1 0 0,-3 4 28 0 0,-2 0 1 0 0,1 1 0 0 0,-1-2 0 0 0,1 1 0 0 0,-2 0 0 0 0,1 0 0 0 0,-1-1 0 0 0,0 1-1 0 0,0-1 1 0 0,-1-9 0 0 0,1 12-148 0 0,-1 1 0 0 0,0 0 0 0 0,-1-1 0 0 0,1 1 0 0 0,-1 0 0 0 0,1 0 0 0 0,-3-5 0 0 0,3 7-80 0 0,-1 0 0 0 0,0 0 0 0 0,1 0 0 0 0,-1-1 0 0 0,0 1 0 0 0,0 0 0 0 0,0 0 0 0 0,0 0 0 0 0,0 0 0 0 0,-1 1 0 0 0,1-1 0 0 0,0 0 0 0 0,0 0 0 0 0,0 1 0 0 0,-1-1 0 0 0,1 0 0 0 0,0 1 0 0 0,-1 0 0 0 0,1-1 0 0 0,-3 1 0 0 0,-45-3 179 0 0,37 3-19 0 0,-1 0 0 0 0,1 2-1 0 0,1-1 1 0 0,-1 2 0 0 0,0-1 0 0 0,0 2-1 0 0,1-1 1 0 0,0 2 0 0 0,0-1 0 0 0,0 2-1 0 0,0-1 1 0 0,1 1 0 0 0,0 1 0 0 0,0 0-1 0 0,1 1 1 0 0,-1-1 0 0 0,2 2 0 0 0,-1-1-1 0 0,1 1 1 0 0,1 1 0 0 0,-1-1 0 0 0,2 1-1 0 0,-12 21 1 0 0,15-25-199 0 0,0 0 0 0 0,1 1 0 0 0,-1-1 0 0 0,1 1 0 0 0,0 0 0 0 0,1 0 0 0 0,0 0 0 0 0,0 0 0 0 0,0 0 1 0 0,1 0-1 0 0,0 0 0 0 0,0 0 0 0 0,3 11 0 0 0,-1-8-851 0 0,0-1 0 0 0,1 0 1 0 0,6 13-1 0 0,19 28-7214 0 0,1-6 2531 0 0,-20-25 3856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7.925"/>
    </inkml:context>
    <inkml:brush xml:id="br0">
      <inkml:brushProperty name="width" value="0.1" units="cm"/>
      <inkml:brushProperty name="height" value="0.1" units="cm"/>
      <inkml:brushProperty name="color" value="#CC0066"/>
    </inkml:brush>
  </inkml:definitions>
  <inkml:trace contextRef="#ctx0" brushRef="#br0">61 386 8113 0 0,'-1'1'198'0'0,"0"-1"0"0"0,1 1 0 0 0,-1-1 0 0 0,0 1 1 0 0,0-1-1 0 0,0 1 0 0 0,0 0 0 0 0,0-1 0 0 0,1 1 0 0 0,-1 0 0 0 0,0 0 0 0 0,0-1 1 0 0,1 1-1 0 0,-1 0 0 0 0,1 0 0 0 0,-1 0 0 0 0,0 1 0 0 0,-6 11 12 0 0,1 0 1 0 0,0 0-1 0 0,1 0 0 0 0,0 1 0 0 0,1 0 1 0 0,0 0-1 0 0,-2 21 0 0 0,4-17-151 0 0,1 1-1 0 0,0-1 0 0 0,1 0 1 0 0,1 1-1 0 0,6 31 1 0 0,-4-41 165 0 0,0 1 1 0 0,0 0 0 0 0,1-1 0 0 0,1 1 0 0 0,0-1 0 0 0,0 0 0 0 0,0-1 0 0 0,1 1 0 0 0,1-1 0 0 0,-1 0 0 0 0,1-1 0 0 0,1 0 0 0 0,-1 0 0 0 0,1 0 0 0 0,1-1 0 0 0,-1 0 0 0 0,18 9 0 0 0,-18-11-41 0 0,1 1 0 0 0,0-2 0 0 0,1 1 0 0 0,-1-1 0 0 0,1 0 0 0 0,-1-1 0 0 0,1 0 0 0 0,0-1 0 0 0,0 0 0 0 0,0 0 0 0 0,0-1-1 0 0,0-1 1 0 0,0 1 0 0 0,-1-2 0 0 0,1 1 0 0 0,0-1 0 0 0,0-1 0 0 0,11-4 0 0 0,-11 2-114 0 0,0-1 0 0 0,0 0 0 0 0,-1 0-1 0 0,12-10 1 0 0,-9 5-20 0 0,0 0 0 0 0,0 0 0 0 0,13-18 0 0 0,-7 3 33 0 0,0-1 1 0 0,26-56-1 0 0,20-69-134 0 0,-39 87-170 0 0,54-99 0 0 0,-69 145 162 0 0,2 1 1 0 0,1 1 0 0 0,0 0 0 0 0,1 1 0 0 0,0 0 0 0 0,1 1-1 0 0,1 0 1 0 0,1 1 0 0 0,27-17 0 0 0,-33 25 40 0 0,0 0 0 0 0,1 1 0 0 0,-1 0 0 0 0,1 1 0 0 0,0 0 0 0 0,1 0 0 0 0,-1 2 0 0 0,1 0 0 0 0,14-1 0 0 0,-22 2 3 0 0,0 1 0 0 0,-1 0 0 0 0,1 1 0 0 0,0-1 0 0 0,0 1 0 0 0,-1 0-1 0 0,1 0 1 0 0,-1 0 0 0 0,1 1 0 0 0,-1 0 0 0 0,1 0 0 0 0,-1 0 0 0 0,0 0 0 0 0,0 1 0 0 0,0-1 0 0 0,0 1 0 0 0,0 0 0 0 0,-1 0-1 0 0,1 1 1 0 0,-1-1 0 0 0,0 1 0 0 0,0-1 0 0 0,0 1 0 0 0,-1 0 0 0 0,1 0 0 0 0,3 8 0 0 0,1 5 2 0 0,-1 0-1 0 0,0 1 1 0 0,-2-1 0 0 0,0 1 0 0 0,3 32-1 0 0,-2-13 241 0 0,-3 0-1 0 0,-1 0 0 0 0,-1 1 0 0 0,-2-1 0 0 0,-2 0 1 0 0,-2 0-1 0 0,-1-1 0 0 0,-22 68 0 0 0,17-80 545 0 0,8-18 493 0 0,3-9-717 0 0,5-9 74 0 0,2-4-616 0 0,1 0 1 0 0,1 1 0 0 0,1 0-1 0 0,0 0 1 0 0,1 1 0 0 0,14-16-1 0 0,-12 15-75 0 0,160-182-2543 0 0,-152 176 2417 0 0,1 0 1 0 0,0 2-1 0 0,2 0 0 0 0,0 2 0 0 0,1 0 0 0 0,1 2 1 0 0,0 0-1 0 0,1 2 0 0 0,0 1 0 0 0,2 1 0 0 0,36-10 1 0 0,-48 16 192 0 0,0 1-1 0 0,1 1 1 0 0,-1 0 0 0 0,22 0 0 0 0,-34 3 7 0 0,-1 0 1 0 0,1 0-1 0 0,-1 0 0 0 0,1 1 0 0 0,-1-1 0 0 0,1 1 0 0 0,-1 0 1 0 0,1 0-1 0 0,-1 0 0 0 0,0 0 0 0 0,0 1 0 0 0,1-1 1 0 0,-1 1-1 0 0,0 0 0 0 0,0 0 0 0 0,0 0 0 0 0,-1 0 0 0 0,1 1 1 0 0,0-1-1 0 0,-1 1 0 0 0,0-1 0 0 0,0 1 0 0 0,1 0 0 0 0,-1 0 1 0 0,-1 0-1 0 0,3 3 0 0 0,0 6 117 0 0,-1 1 0 0 0,0-1 0 0 0,-1 0 0 0 0,0 1 0 0 0,-1 0 1 0 0,0-1-1 0 0,-1 1 0 0 0,0-1 0 0 0,-1 1 0 0 0,-4 21 0 0 0,-8 26 389 0 0,-24 70 1 0 0,-4 16-76 0 0,34-116-378 0 0,2 0 0 0 0,-4 52 1 0 0,9-71-56 0 0,0-1 0 0 0,0 1 0 0 0,2 0-1 0 0,-1-1 1 0 0,1 1 0 0 0,1-1 0 0 0,0 1 0 0 0,0-1 0 0 0,8 15 0 0 0,-7-17-10 0 0,0-1 1 0 0,1 0-1 0 0,0 0 0 0 0,0 0 1 0 0,1-1-1 0 0,0 0 0 0 0,0 0 1 0 0,0 0-1 0 0,1-1 0 0 0,0 1 1 0 0,0-2-1 0 0,10 6 0 0 0,-3-4-107 0 0,0 0-1 0 0,1-2 0 0 0,-1 1 1 0 0,1-2-1 0 0,0 0 0 0 0,0-1 0 0 0,1 0 1 0 0,-1-1-1 0 0,0-1 0 0 0,1 0 0 0 0,-1-1 1 0 0,0-1-1 0 0,22-5 0 0 0,9-4-307 0 0,-1-2-1 0 0,-1-2 1 0 0,50-24-1 0 0,-30 7 109 0 0,-2-2-1 0 0,101-73 1 0 0,-130 81 350 0 0,-1-1 0 0 0,-1-1 1 0 0,-2-2-1 0 0,-1-1 0 0 0,31-43 1 0 0,-49 59 179 0 0,-1 0 0 0 0,0 0 0 0 0,-1-1 1 0 0,0 0-1 0 0,-2 0 0 0 0,0-1 1 0 0,0 0-1 0 0,-2 0 0 0 0,0 0 0 0 0,1-18 1 0 0,-4 32-157 0 0,-1 1 0 0 0,1-1 0 0 0,-1 0 1 0 0,0 0-1 0 0,0 1 0 0 0,0-1 0 0 0,0 0 1 0 0,-1 1-1 0 0,1-1 0 0 0,-1 0 0 0 0,0 1 1 0 0,1-1-1 0 0,-1 1 0 0 0,-1-1 0 0 0,1 1 1 0 0,0-1-1 0 0,0 1 0 0 0,-1 0 0 0 0,1-1 1 0 0,-1 1-1 0 0,-3-3 0 0 0,1 2-20 0 0,-1 0-1 0 0,1 1 0 0 0,-1-1 1 0 0,1 1-1 0 0,-1 0 1 0 0,0 1-1 0 0,0-1 1 0 0,-6 0-1 0 0,5 0 1 0 0,-8 0 16 0 0,1 0-1 0 0,-1 0 0 0 0,0 2 0 0 0,0-1 0 0 0,0 2 0 0 0,0 0 0 0 0,1 0 0 0 0,-1 2 0 0 0,0-1 0 0 0,1 2 0 0 0,-1 0 0 0 0,-15 7 0 0 0,1 1 70 0 0,0 1 1 0 0,1 2-1 0 0,0 0 0 0 0,-31 26 0 0 0,25-16-38 0 0,2 1 0 0 0,-41 44 0 0 0,64-60-88 0 0,-1 0-1 0 0,2 1 1 0 0,-1 0-1 0 0,1 0 1 0 0,1 0-1 0 0,0 1 1 0 0,1 0 0 0 0,0 1-1 0 0,1-1 1 0 0,-5 24-1 0 0,8-32-10 0 0,0 1-1 0 0,0-1 1 0 0,1 1-1 0 0,-1-1 1 0 0,1 1-1 0 0,0 0 1 0 0,1-1-1 0 0,-1 1 1 0 0,1-1-1 0 0,0 1 1 0 0,0-1-1 0 0,0 1 1 0 0,1-1-1 0 0,-1 0 1 0 0,1 1-1 0 0,0-1 1 0 0,0 0-1 0 0,1 0 1 0 0,-1-1-1 0 0,1 1 1 0 0,0 0-1 0 0,0-1 1 0 0,0 1-1 0 0,1-1 1 0 0,-1 0-1 0 0,6 3 1 0 0,1 1-57 0 0,1-1 1 0 0,0-1-1 0 0,1 0 1 0 0,-1 0-1 0 0,1-1 0 0 0,0-1 1 0 0,0 0-1 0 0,22 3 0 0 0,-15-5-85 0 0,1 0 0 0 0,-1-1 0 0 0,0-1 0 0 0,0 0 0 0 0,0-2 0 0 0,0 0 0 0 0,0-1-1 0 0,0-1 1 0 0,35-15 0 0 0,-40 14 38 0 0,1-1 0 0 0,-1 0 1 0 0,0-1-1 0 0,-1-1 0 0 0,0 0 0 0 0,0-1 0 0 0,-1 0 0 0 0,-1-1 1 0 0,1 0-1 0 0,-2-1 0 0 0,0 0 0 0 0,14-20 0 0 0,-12 8-465 0 0,11-28-1 0 0,-16 33 248 0 0,-6 18 328 0 0,-1 1-1 0 0,1-1 1 0 0,-1 0-1 0 0,0 1 1 0 0,0-1-1 0 0,1 0 1 0 0,-1 1-1 0 0,0-1 1 0 0,0 0-1 0 0,0 1 0 0 0,0-1 1 0 0,1 0-1 0 0,-1 0 1 0 0,0 1-1 0 0,0-1 1 0 0,0 0-1 0 0,-1 1 1 0 0,1-1-1 0 0,0 0 1 0 0,0 0-1 0 0,0 1 1 0 0,-1-1-1 0 0,1 0 0 0 0,0 1 1 0 0,0-1-1 0 0,-1 0 1 0 0,1 1-1 0 0,-1-1 1 0 0,1 1-1 0 0,-1-1 1 0 0,1 0-1 0 0,-1 0 1 0 0,0 1 5 0 0,0 0 1 0 0,0-1 0 0 0,-1 1 0 0 0,1 0-1 0 0,0 0 1 0 0,0 0 0 0 0,0 0 0 0 0,0 0-1 0 0,0 0 1 0 0,0 0 0 0 0,0 0 0 0 0,0 1-1 0 0,0-1 1 0 0,0 0 0 0 0,0 1 0 0 0,0-1-1 0 0,0 0 1 0 0,0 1 0 0 0,0-1 0 0 0,1 1-1 0 0,-1 0 1 0 0,0-1 0 0 0,-1 2 0 0 0,-6 6 99 0 0,1 0 0 0 0,0 1 0 0 0,0 0 0 0 0,1 0 0 0 0,0 1 0 0 0,1 0 1 0 0,0 0-1 0 0,0 0 0 0 0,-4 15 0 0 0,-55 183 863 0 0,10-28-653 0 0,15-72-44 0 0,-4-2-1 0 0,-104 182 0 0 0,104-217-154 0 0,-3-2 1 0 0,-3-3-1 0 0,-3-1 0 0 0,-101 96 0 0 0,120-132-24 0 0,0-1 0 0 0,-2-2-1 0 0,-1-2 1 0 0,-61 32-1 0 0,66-42 84 0 0,-1-1-1 0 0,0-1 0 0 0,-1-2 0 0 0,0-1 0 0 0,0-2 0 0 0,-44 4 0 0 0,56-9-1 0 0,-1-1-1 0 0,1 0 0 0 0,0-2 1 0 0,0-1-1 0 0,0-1 1 0 0,0 0-1 0 0,-25-9 0 0 0,31 7-88 0 0,0 0-1 0 0,1-1 1 0 0,0-1-1 0 0,0-1 1 0 0,1 0-1 0 0,0-1 0 0 0,0 0 1 0 0,1-1-1 0 0,0 0 1 0 0,-16-18-1 0 0,19 17-33 0 0,0-1 0 0 0,1 0-1 0 0,0 0 1 0 0,1-1-1 0 0,0 0 1 0 0,1-1 0 0 0,0 1-1 0 0,1-1 1 0 0,1 0 0 0 0,0 0-1 0 0,1-1 1 0 0,1 1-1 0 0,0-1 1 0 0,1 1 0 0 0,1-29-1 0 0,1 26-33 0 0,1 0 1 0 0,1 0-1 0 0,0 1 0 0 0,1-1 0 0 0,1 1 0 0 0,1-1 0 0 0,0 1 0 0 0,1 1 0 0 0,1-1 0 0 0,0 1 0 0 0,1 1 0 0 0,0-1 1 0 0,18-18-1 0 0,-3 9-49 0 0,0 1 1 0 0,2 1 0 0 0,0 1-1 0 0,1 2 1 0 0,2 1 0 0 0,-1 1-1 0 0,34-14 1 0 0,15-2-908 0 0,132-38 1 0 0,-10 21-3091 0 0,95-1-8654 0 0,-98 30 4223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8.686"/>
    </inkml:context>
    <inkml:brush xml:id="br0">
      <inkml:brushProperty name="width" value="0.1" units="cm"/>
      <inkml:brushProperty name="height" value="0.1" units="cm"/>
      <inkml:brushProperty name="color" value="#CC0066"/>
    </inkml:brush>
  </inkml:definitions>
  <inkml:trace contextRef="#ctx0" brushRef="#br0">1036 667 1056 0 0,'-11'-4'-699'0'0,"8"3"1035"0"0,1 1-1 0 0,-1-1 1 0 0,1 0 0 0 0,-1 0 0 0 0,1 0-1 0 0,0 0 1 0 0,-1 0 0 0 0,1-1 0 0 0,0 1-1 0 0,-3-3 1 0 0,4 3-184 0 0,1 0 0 0 0,-1 1 0 0 0,1-1 0 0 0,0 1 0 0 0,0-1 0 0 0,-1 0 0 0 0,1 1 0 0 0,0-1 0 0 0,0 0 0 0 0,0 1 0 0 0,-1-1 0 0 0,1 0 0 0 0,0 0 0 0 0,0 1 0 0 0,0-1 0 0 0,0 0 0 0 0,0 1 0 0 0,1-2 0 0 0,10-20 1901 0 0,6 2-1402 0 0,1 1 0 0 0,1 1 0 0 0,27-21 0 0 0,-19 17-119 0 0,37-40 0 0 0,-47 43-363 0 0,-2-1-1 0 0,0 0 0 0 0,-2-1 0 0 0,14-25 0 0 0,-21 33-13 0 0,0-1 0 0 0,-1 1-1 0 0,-1-1 1 0 0,0 0 0 0 0,0 0-1 0 0,-2 0 1 0 0,0-1 0 0 0,1-20-1 0 0,-3 28-73 0 0,0 1 0 0 0,-1-1 0 0 0,1 0-1 0 0,-1 0 1 0 0,0 0 0 0 0,-1 1 0 0 0,0-1 0 0 0,0 1 0 0 0,-4-9-1 0 0,2 9-48 0 0,0 0-1 0 0,-1 0 1 0 0,0 0-1 0 0,0 1 1 0 0,0-1-1 0 0,-1 1 1 0 0,0 1-1 0 0,0-1 1 0 0,0 1-1 0 0,0 0 1 0 0,-1 0-1 0 0,1 1 1 0 0,-1 0-1 0 0,0 0 1 0 0,0 1-1 0 0,0 0 1 0 0,-1 0-1 0 0,-13-2 1 0 0,-1 1-39 0 0,0 1 0 0 0,-1 1 0 0 0,1 1 0 0 0,0 1 1 0 0,-28 5-1 0 0,13 0 175 0 0,1 2 1 0 0,0 2-1 0 0,1 1 1 0 0,0 2-1 0 0,1 1 1 0 0,0 2-1 0 0,1 1 1 0 0,1 2-1 0 0,1 1 1 0 0,-45 37-1 0 0,64-46 0 0 0,1 0 1 0 0,0 1-1 0 0,1 0 0 0 0,1 0 1 0 0,-1 1-1 0 0,2 0 0 0 0,0 1 1 0 0,1 0-1 0 0,0 0 0 0 0,1 1 1 0 0,-6 18-1 0 0,8-13 16 0 0,0 0-1 0 0,1 0 0 0 0,0 0 1 0 0,2 0-1 0 0,1 0 0 0 0,0 0 1 0 0,2 0-1 0 0,5 31 0 0 0,3-6 119 0 0,2-1-1 0 0,25 61 0 0 0,47 85 53 0 0,0-16-238 0 0,98 221-52 0 0,-166-355-34 0 0,-1 1 1 0 0,-3 0 0 0 0,-1 0-1 0 0,-2 1 1 0 0,4 52 0 0 0,-12-78 18 0 0,0 0 0 0 0,-1 1 0 0 0,-5 28 0 0 0,4-40-14 0 0,0 1 1 0 0,0-1-1 0 0,-1 1 0 0 0,0-1 1 0 0,0 0-1 0 0,-1 0 1 0 0,1 0-1 0 0,-1 0 0 0 0,0-1 1 0 0,0 1-1 0 0,-1-1 1 0 0,1 0-1 0 0,-7 6 0 0 0,4-5 60 0 0,0-1 0 0 0,0 1 0 0 0,0-1 0 0 0,-1-1 1 0 0,1 1-1 0 0,-1-1 0 0 0,0-1 0 0 0,0 1 0 0 0,-12 2 0 0 0,6-3 86 0 0,0 0 0 0 0,0-1 0 0 0,-1 0 0 0 0,1-1 1 0 0,-22-3-1 0 0,0-2 77 0 0,0-3 1 0 0,1-1-1 0 0,0-1 1 0 0,0-2-1 0 0,-44-22 1 0 0,28 9-94 0 0,2-3 0 0 0,-85-63 0 0 0,101 66-161 0 0,1-2 1 0 0,2-1 0 0 0,-35-42-1 0 0,51 53-120 0 0,0-1 1 0 0,2 0-1 0 0,0 0 0 0 0,0-1 1 0 0,2-1-1 0 0,1 0 0 0 0,-12-39 0 0 0,18 50-214 0 0,0 1 0 0 0,0-1 0 0 0,1 1 0 0 0,0-1-1 0 0,1 0 1 0 0,0-11 0 0 0,1 15-81 0 0,0 1 1 0 0,0 0-1 0 0,0 0 0 0 0,0 0 1 0 0,1 0-1 0 0,0 0 1 0 0,0 0-1 0 0,0 0 0 0 0,0 0 1 0 0,1 0-1 0 0,-1 1 0 0 0,1 0 1 0 0,0-1-1 0 0,0 1 1 0 0,5-3-1 0 0,4-4-1274 0 0,1 1 0 0 0,0 1 0 0 0,0 0 1 0 0,1 0-1 0 0,16-4 0 0 0,59-20-4315 0 0,-51 23 3912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39.915"/>
    </inkml:context>
    <inkml:brush xml:id="br0">
      <inkml:brushProperty name="width" value="0.1" units="cm"/>
      <inkml:brushProperty name="height" value="0.1" units="cm"/>
      <inkml:brushProperty name="color" value="#CC0066"/>
    </inkml:brush>
  </inkml:definitions>
  <inkml:trace contextRef="#ctx0" brushRef="#br0">387 14 2336 0 0,'-6'-2'217'0'0,"-1"-1"55"0"0,0 1 0 0 0,0 0 0 0 0,0 1 1 0 0,0 0-1 0 0,-11-1 0 0 0,16 2-208 0 0,-1 0 0 0 0,0 1 0 0 0,0-1 0 0 0,1 1 0 0 0,-1-1-1 0 0,1 1 1 0 0,-1 0 0 0 0,1 0 0 0 0,-1 0 0 0 0,1 1 0 0 0,0-1 0 0 0,-1 1 0 0 0,1-1 0 0 0,0 1 0 0 0,0 0 0 0 0,0-1 0 0 0,0 1 0 0 0,-3 4 0 0 0,-1 3 457 0 0,0-1 0 0 0,1 1 0 0 0,0 0 0 0 0,0 0 0 0 0,1 1 1 0 0,0-1-1 0 0,1 1 0 0 0,0 0 0 0 0,0 0 0 0 0,1 0 0 0 0,-1 12 0 0 0,-5 68 2761 0 0,3 111 0 0 0,1-13-1840 0 0,-66 514 447 0 0,34-474-1411 0 0,0-33 330 0 0,24-142-31 0 0,-27 69 0 0 0,25-87-30 0 0,10-33 207 0 0,2-10-574 0 0,1-21 8 0 0,2-7-356 0 0,2 0-1 0 0,1 0 1 0 0,17-64-1 0 0,-3 39-398 0 0,36-81-1 0 0,-18 64-245 0 0,3 1 1 0 0,3 3-1 0 0,56-73 0 0 0,-60 97 402 0 0,2 1-1 0 0,54-50 1 0 0,-72 78 175 0 0,1 1 1 0 0,0 1-1 0 0,2 1 1 0 0,0 1-1 0 0,54-26 1 0 0,-71 40 44 0 0,1-1 1 0 0,-1 1 0 0 0,1 0-1 0 0,0 1 1 0 0,0 0 0 0 0,0 1-1 0 0,0 0 1 0 0,0 0-1 0 0,0 1 1 0 0,13 0 0 0 0,-18 1 26 0 0,0 0 1 0 0,0 0-1 0 0,0 1 1 0 0,1-1 0 0 0,-1 1-1 0 0,-1 0 1 0 0,1 0-1 0 0,0 0 1 0 0,0 0-1 0 0,-1 1 1 0 0,1-1-1 0 0,-1 1 1 0 0,0 0-1 0 0,0 0 1 0 0,0 0 0 0 0,0 0-1 0 0,0 1 1 0 0,-1-1-1 0 0,0 1 1 0 0,1 0-1 0 0,2 8 1 0 0,3 8 13 0 0,-1 1 1 0 0,0 0 0 0 0,-2 0-1 0 0,0 1 1 0 0,2 37 0 0 0,-3 119 139 0 0,-4-147-140 0 0,-2 71 4 0 0,1 69-103 0 0,2-131-7 0 0,3 1 0 0 0,9 44 0 0 0,-10-71-212 0 0,1 0-1 0 0,0 0 1 0 0,1 0-1 0 0,1 0 0 0 0,0-1 1 0 0,0 0-1 0 0,2 0 1 0 0,16 23-1 0 0,-15-26-621 0 0,0 0 0 0 0,1-1-1 0 0,0 0 1 0 0,0-1 0 0 0,1 0-1 0 0,0 0 1 0 0,1-1 0 0 0,0-1-1 0 0,22 10 1 0 0,-10-7-1343 0 0,0-1-1 0 0,1-1 1 0 0,46 6-1 0 0,-47-10 1523 0 0,0-2 0 0 0,0-1 0 0 0,48-5-1 0 0,-43 0 713 0 0,0-1 0 0 0,0-2 1 0 0,-1-1-1 0 0,0-1 0 0 0,-1-1 0 0 0,0-1 0 0 0,-1-2 0 0 0,33-22 0 0 0,-20 10 51 0 0,-1-2-1 0 0,-2-1 1 0 0,-1-2-1 0 0,-1-1 0 0 0,-2-1 1 0 0,43-59-1 0 0,-56 61 248 0 0,-1-1 0 0 0,-2 0-1 0 0,-2-1 1 0 0,0 0 0 0 0,-2-2-1 0 0,-2 1 1 0 0,-1-1 0 0 0,-2-1-1 0 0,5-67 1 0 0,-11 91-98 0 0,-1 1 0 0 0,0 0 0 0 0,0 0 0 0 0,-2-1 0 0 0,1 1 0 0 0,-1 0 0 0 0,-1 0 0 0 0,0 0 0 0 0,0 0 0 0 0,-1 1 0 0 0,-11-20 0 0 0,11 23-69 0 0,-1 0 0 0 0,-1 1 0 0 0,1 0 0 0 0,-1 0 0 0 0,0 0 0 0 0,-1 1 0 0 0,1 0 0 0 0,-1 0 0 0 0,0 0 0 0 0,0 1 0 0 0,0 0 0 0 0,-1 1 0 0 0,0-1 0 0 0,1 1 0 0 0,-1 1 0 0 0,-15-3 0 0 0,-6-1 186 0 0,0 2 0 0 0,-1 0 0 0 0,0 3 1 0 0,1 0-1 0 0,-1 2 0 0 0,1 1 0 0 0,-1 1 0 0 0,-38 10 0 0 0,41-4 10 0 0,0 1-1 0 0,1 1 0 0 0,0 1 0 0 0,1 2 0 0 0,1 0 0 0 0,-35 27 1 0 0,33-20-6 0 0,1 0 0 0 0,0 2 1 0 0,2 1-1 0 0,1 1 1 0 0,-19 28-1 0 0,26-30-73 0 0,2 0 0 0 0,1 1 0 0 0,1 1-1 0 0,1 0 1 0 0,1 0 0 0 0,1 1 0 0 0,1 0-1 0 0,2 0 1 0 0,-5 51 0 0 0,8-63-134 0 0,1 0 0 0 0,1 0 1 0 0,0 0-1 0 0,1-1 0 0 0,0 1 0 0 0,1 0 0 0 0,1-1 1 0 0,0 1-1 0 0,1-1 0 0 0,0 0 0 0 0,1 0 1 0 0,0 0-1 0 0,1-1 0 0 0,1 1 0 0 0,0-1 0 0 0,12 15 1 0 0,-11-17-22 0 0,1-1 0 0 0,-1 0 0 0 0,1-1 1 0 0,1 0-1 0 0,0 0 0 0 0,0-1 0 0 0,0-1 1 0 0,12 7-1 0 0,-2-4 72 0 0,-1-1 0 0 0,1-1 1 0 0,26 6-1 0 0,-29-9-64 0 0,-1-1 1 0 0,1-1-1 0 0,0 0 0 0 0,-1-2 1 0 0,1 0-1 0 0,26-3 1 0 0,-14-2 32 0 0,-1-1 1 0 0,39-13 0 0 0,-33 6-39 0 0,-1-2 1 0 0,0-1-1 0 0,-1-1 0 0 0,-1-2 1 0 0,0-1-1 0 0,-2-2 0 0 0,0-1 0 0 0,40-42 1 0 0,-30 22-128 0 0,-2-2 1 0 0,57-93-1 0 0,-92 135 28 0 0,9-14-8 0 0,27-47-13 0 0,-35 56 21 0 0,0 1 1 0 0,0 0-1 0 0,-1-1 1 0 0,1 1-1 0 0,-2-1 1 0 0,2-12-1 0 0,-3 17 0 0 0,1 1 1 0 0,-1-1-1 0 0,0 1 0 0 0,-1-1 0 0 0,1 1 0 0 0,0-1 1 0 0,-1 1-1 0 0,1-1 0 0 0,-1 1 0 0 0,0-1 1 0 0,0 1-1 0 0,0-1 0 0 0,0 1 0 0 0,0 0 1 0 0,-3-4-1 0 0,3 5 0 0 0,0 0 0 0 0,0 1 0 0 0,0-1-1 0 0,0 0 1 0 0,0 1 0 0 0,0-1 0 0 0,0 0 0 0 0,0 1 0 0 0,0-1 0 0 0,0 1-1 0 0,0 0 1 0 0,0-1 0 0 0,-1 1 0 0 0,1 0 0 0 0,0 0 0 0 0,0 0 0 0 0,0 0 0 0 0,0 0-1 0 0,-1 0 1 0 0,1 0 0 0 0,0 0 0 0 0,0 0 0 0 0,0 0 0 0 0,0 1 0 0 0,-1-1 0 0 0,1 0-1 0 0,0 1 1 0 0,0-1 0 0 0,0 1 0 0 0,0-1 0 0 0,0 1 0 0 0,0 0 0 0 0,0-1-1 0 0,-1 2 1 0 0,-1 1-2 0 0,0-1 1 0 0,1 1-1 0 0,-1-1 0 0 0,1 1 0 0 0,0 0 0 0 0,-1 0 0 0 0,1 0 1 0 0,1 0-1 0 0,-1 0 0 0 0,0 1 0 0 0,1-1 0 0 0,-1 1 0 0 0,0 6 0 0 0,-1 2-8 0 0,1 0-1 0 0,-2 25 0 0 0,4-21 0 0 0,0 0 0 0 0,1 0 0 0 0,1 0 0 0 0,1 0 0 0 0,0 0 0 0 0,1-1 0 0 0,1 0 0 0 0,0 1 0 0 0,1-2 0 0 0,0 1 0 0 0,2-1 0 0 0,-1 0 0 0 0,2 0 0 0 0,0-1 0 0 0,20 23 0 0 0,-13-19 13 0 0,1-1 0 0 0,0 0 0 0 0,1-2 0 0 0,0 0 0 0 0,1-1 0 0 0,1-1 0 0 0,0 0 0 0 0,1-2 0 0 0,0 0 0 0 0,36 10 0 0 0,-10-8 30 0 0,1-3 1 0 0,0-2-1 0 0,0-2 0 0 0,61-1 0 0 0,-74-4-20 0 0,0-2-1 0 0,-1-1 1 0 0,1-2-1 0 0,-1-1 1 0 0,0-1-1 0 0,0-2 1 0 0,-1-2-1 0 0,0-1 1 0 0,-1-1 0 0 0,0-2-1 0 0,58-37 1 0 0,-75 41-21 0 0,0 0 0 0 0,-1 0 0 0 0,0-2 0 0 0,-1 1 0 0 0,-1-2 0 0 0,0 0 1 0 0,-1 0-1 0 0,0-1 0 0 0,-1 0 0 0 0,0-1 0 0 0,-2 0 0 0 0,0-1 0 0 0,-1 0 1 0 0,0 0-1 0 0,-2 0 0 0 0,0-1 0 0 0,0 0 0 0 0,-2 0 0 0 0,2-22 0 0 0,-4 29 35 0 0,0 0-1 0 0,-1 1 0 0 0,0-1 1 0 0,-1 0-1 0 0,0 0 0 0 0,-1 0 1 0 0,0 1-1 0 0,-1-1 0 0 0,0 1 1 0 0,-5-14-1 0 0,4 17 9 0 0,0-1-1 0 0,-1 1 1 0 0,0 0 0 0 0,0 1 0 0 0,0-1 0 0 0,-1 1-1 0 0,0 0 1 0 0,0 0 0 0 0,-1 1 0 0 0,1 0-1 0 0,-1 0 1 0 0,0 0 0 0 0,-14-6 0 0 0,-1 3 30 0 0,0 0 1 0 0,0 1 0 0 0,0 1-1 0 0,-1 1 1 0 0,1 1 0 0 0,-1 1-1 0 0,0 1 1 0 0,-1 1 0 0 0,1 1-1 0 0,0 1 1 0 0,0 2 0 0 0,0 0-1 0 0,-40 11 1 0 0,48-10-43 0 0,0 2 0 0 0,0 0 0 0 0,1 0 1 0 0,0 1-1 0 0,0 1 0 0 0,1 1 0 0 0,0 0 0 0 0,0 0 0 0 0,1 1 1 0 0,1 1-1 0 0,-1 0 0 0 0,2 0 0 0 0,-17 23 0 0 0,15-16-31 0 0,1 1 0 0 0,1 0-1 0 0,0 0 1 0 0,2 1 0 0 0,0 0 0 0 0,1 1-1 0 0,1-1 1 0 0,1 1 0 0 0,-3 29-1 0 0,7-38-6 0 0,0 1 0 0 0,0-1 0 0 0,1 0 0 0 0,1 1 0 0 0,0-1 0 0 0,1 0 0 0 0,0 0 0 0 0,0 0 0 0 0,2 0 0 0 0,6 17 0 0 0,-5-20 6 0 0,-1 0 1 0 0,2 0-1 0 0,-1-1 0 0 0,1 1 0 0 0,1-2 1 0 0,-1 1-1 0 0,1-1 0 0 0,1 1 0 0 0,-1-2 1 0 0,1 1-1 0 0,0-1 0 0 0,1-1 0 0 0,9 6 1 0 0,0-3-1 0 0,0-1 0 0 0,0 0 0 0 0,1-1 0 0 0,0-2 0 0 0,0 1 0 0 0,0-2 0 0 0,1-1 0 0 0,-1 0 0 0 0,30-2 0 0 0,-26-1-21 0 0,0-1 0 0 0,0 0 0 0 0,-1-2 1 0 0,1 0-1 0 0,-1-2 0 0 0,0-1 1 0 0,-1 0-1 0 0,25-13 0 0 0,-19 7-59 0 0,-1-3 1 0 0,0 0-1 0 0,-1-1 0 0 0,-1-1 0 0 0,34-35 1 0 0,-20 12-31 0 0,-1-3 0 0 0,-3 0 0 0 0,-1-3 0 0 0,-3 0 0 0 0,-1-2 0 0 0,27-66 0 0 0,-22 34 118 0 0,28-106 0 0 0,7-85 174 0 0,-59 230-51 0 0,-2 0-1 0 0,2-44 0 0 0,-12 65 59 0 0,2 21-171 0 0,0 0-1 0 0,0-1 1 0 0,0 1 0 0 0,0 0 0 0 0,0 0-1 0 0,0-1 1 0 0,0 1 0 0 0,-1 0 0 0 0,1 0-1 0 0,0-1 1 0 0,0 1 0 0 0,0 0 0 0 0,0 0-1 0 0,-1 0 1 0 0,1 0 0 0 0,0-1 0 0 0,0 1-1 0 0,-1 0 1 0 0,1 0 0 0 0,0 0 0 0 0,0 0-1 0 0,0 0 1 0 0,-1 0 0 0 0,1 0 0 0 0,0 0-1 0 0,0-1 1 0 0,-1 1 0 0 0,1 0 0 0 0,0 0-1 0 0,-1 0 1 0 0,1 0 0 0 0,0 0 0 0 0,0 0-1 0 0,-1 0 1 0 0,1 1 0 0 0,-2 0 13 0 0,0 0 0 0 0,0 1-1 0 0,0-1 1 0 0,1 1 0 0 0,-1 0 0 0 0,0-1-1 0 0,1 1 1 0 0,-1 0 0 0 0,1 0 0 0 0,0 0 0 0 0,0 0-1 0 0,0 0 1 0 0,-1 3 0 0 0,-11 28 112 0 0,2 1 0 0 0,1 0 0 0 0,-6 39 1 0 0,9-42-60 0 0,-73 282 419 0 0,21-89-448 0 0,-23 163-204 0 0,-8 33 388 0 0,56-263-1783 0 0,28-117-334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42.366"/>
    </inkml:context>
    <inkml:brush xml:id="br0">
      <inkml:brushProperty name="width" value="0.1" units="cm"/>
      <inkml:brushProperty name="height" value="0.1" units="cm"/>
      <inkml:brushProperty name="color" value="#CC0066"/>
    </inkml:brush>
  </inkml:definitions>
  <inkml:trace contextRef="#ctx0" brushRef="#br0">601 270 136 0 0,'3'-36'112'0'0,"-2"25"-24"0"0,0-1 1 0 0,-1-19-1 0 0,0 28-62 0 0,-1-1 1 0 0,1 1-1 0 0,-1 0 1 0 0,0 0 0 0 0,0-1-1 0 0,0 1 1 0 0,0 0 0 0 0,-1 0-1 0 0,1 0 1 0 0,-1 0-1 0 0,0 0 1 0 0,0 0 0 0 0,-3-3-1 0 0,-5-3 157 0 0,1 0-1 0 0,-1 2 0 0 0,-1-1 0 0 0,1 1 1 0 0,-1 0-1 0 0,-1 1 0 0 0,1 1 0 0 0,-1 0 1 0 0,0 0-1 0 0,0 1 0 0 0,-1 1 0 0 0,1 0 1 0 0,-14-2-1 0 0,12 3 35 0 0,-1 1 1 0 0,0 0-1 0 0,1 1 0 0 0,-1 1 1 0 0,0 0-1 0 0,1 1 0 0 0,-1 1 1 0 0,1 0-1 0 0,0 0 0 0 0,-1 2 1 0 0,-15 7-1 0 0,18-6-70 0 0,0 0-1 0 0,1 1 1 0 0,0 1 0 0 0,0 0-1 0 0,-13 13 1 0 0,10-6-93 0 0,1 0 0 0 0,1 0-1 0 0,0 2 1 0 0,1-1 0 0 0,1 2 0 0 0,0-1-1 0 0,1 1 1 0 0,1 1 0 0 0,1-1 0 0 0,-6 25 0 0 0,5-11 101 0 0,2 1 1 0 0,1 1-1 0 0,1-1 1 0 0,2 1 0 0 0,3 42-1 0 0,1-50-39 0 0,1 0-1 0 0,1-1 1 0 0,1 0-1 0 0,1 0 1 0 0,1 0-1 0 0,2-1 0 0 0,0 0 1 0 0,1 0-1 0 0,2-1 1 0 0,0-1-1 0 0,1 0 1 0 0,2-1-1 0 0,0 0 1 0 0,29 30-1 0 0,-22-28 18 0 0,2-1 0 0 0,0-1 0 0 0,1-1 0 0 0,2-1 0 0 0,-1-2 0 0 0,31 15 0 0 0,-44-26-130 0 0,-1-1-1 0 0,0 0 1 0 0,1-1 0 0 0,0 0 0 0 0,0-1 0 0 0,0-1 0 0 0,1 0 0 0 0,-1 0 0 0 0,0-2 0 0 0,1 1 0 0 0,-1-2 0 0 0,1 0-1 0 0,-1-1 1 0 0,0 0 0 0 0,0 0 0 0 0,0-2 0 0 0,0 0 0 0 0,0 0 0 0 0,22-12 0 0 0,-16 5-100 0 0,0-2-1 0 0,0 0 1 0 0,-2 0 0 0 0,1-2 0 0 0,-2 0 0 0 0,0-1 0 0 0,-1-1-1 0 0,0 0 1 0 0,-2-1 0 0 0,21-36 0 0 0,-10 8-90 0 0,-2 0 0 0 0,22-69 0 0 0,12-29 272 0 0,165-324 3442 0 0,-212 447-3405 0 0,12-24 43 0 0,-19 42-166 0 0,0 0 0 0 0,0 0 0 0 0,0 1 0 0 0,0-1 0 0 0,0 1 0 0 0,0-1 0 0 0,1 1 1 0 0,-1 0-1 0 0,1 0 0 0 0,-1 0 0 0 0,5-2 0 0 0,-5 3-10 0 0,-1 1 1 0 0,0 0-1 0 0,1-1 1 0 0,-1 1-1 0 0,0 0 1 0 0,1 0-1 0 0,-1 0 1 0 0,0 0 0 0 0,1 0-1 0 0,-1 0 1 0 0,0 0-1 0 0,1 0 1 0 0,-1 1-1 0 0,0-1 1 0 0,1 0-1 0 0,-1 1 1 0 0,0-1-1 0 0,0 1 1 0 0,1 0-1 0 0,-1-1 1 0 0,0 1 0 0 0,0 0-1 0 0,0 0 1 0 0,0-1-1 0 0,0 1 1 0 0,0 0-1 0 0,0 0 1 0 0,0 0-1 0 0,0 0 1 0 0,-1 1-1 0 0,2 1 1 0 0,3 3-18 0 0,-1 1-1 0 0,0 0 1 0 0,-1 1 0 0 0,3 7 0 0 0,7 23-328 0 0,-2 0 0 0 0,-2 1 0 0 0,8 70 0 0 0,-3 119 71 0 0,-13-215 375 0 0,12 219 1032 0 0,-2-59-56 0 0,-8-13 1914 0 0,-4-211-3109 0 0,3 1 1 0 0,2-1 0 0 0,2 1 0 0 0,3 0 0 0 0,14-50-1 0 0,-10 61 147 0 0,1 0-1 0 0,2 1 1 0 0,2 1-1 0 0,1 0 0 0 0,35-48 1 0 0,-39 64 293 0 0,2 1-1 0 0,0 0 1 0 0,1 2 0 0 0,0 0 0 0 0,2 1 0 0 0,0 1 0 0 0,1 0 0 0 0,0 2-1 0 0,45-22 1 0 0,-46 27-248 0 0,1 0 0 0 0,0 2 0 0 0,0 0 0 0 0,0 2-1 0 0,1 0 1 0 0,0 2 0 0 0,0 0 0 0 0,29 0 0 0 0,-43 4-101 0 0,-1-1 0 0 0,1 1-1 0 0,-1 0 1 0 0,1 1 0 0 0,-1 0 0 0 0,0 0 0 0 0,0 1 0 0 0,0 0 0 0 0,0 0 0 0 0,0 0 0 0 0,-1 1 0 0 0,9 6 0 0 0,-7-4-85 0 0,0 2 0 0 0,0-1 1 0 0,-1 1-1 0 0,0 0 0 0 0,0 1 1 0 0,-1 0-1 0 0,9 15 0 0 0,-1 4-15 0 0,-2 1 0 0 0,-1 0-1 0 0,-2 1 1 0 0,11 52 0 0 0,20 190 998 0 0,-27-157-743 0 0,-10-84-241 0 0,12 76-211 0 0,5-26-2647 0 0,-14-65 1061 0 0,0 0 0 0 0,1 0 0 0 0,1-1 1 0 0,1 0-1 0 0,0 0 0 0 0,16 19 1 0 0,-17-23 494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42.958"/>
    </inkml:context>
    <inkml:brush xml:id="br0">
      <inkml:brushProperty name="width" value="0.1" units="cm"/>
      <inkml:brushProperty name="height" value="0.1" units="cm"/>
      <inkml:brushProperty name="color" value="#CC0066"/>
    </inkml:brush>
  </inkml:definitions>
  <inkml:trace contextRef="#ctx0" brushRef="#br0">0 37 632 0 0,'5'-35'1157'0'0,"-4"34"-803"0"0,1 8-281 0 0,0 15 91 0 0,-2 63 2499 0 0,15 365 4409 0 0,-9-413-6822 0 0,1-1 0 0 0,1 1 0 0 0,2-2-1 0 0,2 1 1 0 0,16 34 0 0 0,-12-37-97 0 0,21 32-1 0 0,-30-53-114 0 0,0-1-1 0 0,1 0 0 0 0,1-1 0 0 0,0 0 0 0 0,0 0 0 0 0,1 0 0 0 0,16 11 0 0 0,-18-16-15 0 0,0-1 0 0 0,0 1 0 0 0,0-1 0 0 0,1-1 0 0 0,-1 0 0 0 0,1 0 0 0 0,0 0 0 0 0,0-1 0 0 0,0 0 0 0 0,0-1 0 0 0,0 0 0 0 0,11-1 0 0 0,-11 0-13 0 0,-1-1 1 0 0,1 0 0 0 0,-1-1-1 0 0,1 0 1 0 0,-1 0-1 0 0,1-1 1 0 0,-1 0 0 0 0,0-1-1 0 0,0 1 1 0 0,-1-2 0 0 0,1 1-1 0 0,-1-1 1 0 0,0 0-1 0 0,11-10 1 0 0,4-7 32 0 0,-1 0-1 0 0,33-46 1 0 0,-33 38-51 0 0,-2 0 0 0 0,-1-2 0 0 0,-1 0 1 0 0,-2-1-1 0 0,21-68 0 0 0,25-173 55 0 0,-56 246 5 0 0,-1 12 14 0 0,-1 1 1 0 0,-1-1-1 0 0,0 0 0 0 0,-1 1 1 0 0,-1-1-1 0 0,-2-19 0 0 0,1 32-46 0 0,1 0 0 0 0,-1 0 0 0 0,0 0 0 0 0,-1 0 0 0 0,1 0 0 0 0,0 0-1 0 0,-1 1 1 0 0,-2-4 0 0 0,4 6-18 0 0,0-1 1 0 0,-1 1-1 0 0,1-1 0 0 0,0 1 1 0 0,-1-1-1 0 0,1 1 0 0 0,-1-1 1 0 0,1 1-1 0 0,-1-1 0 0 0,1 1 1 0 0,-1 0-1 0 0,1-1 0 0 0,-1 1 1 0 0,1 0-1 0 0,-1-1 0 0 0,0 1 1 0 0,1 0-1 0 0,-1 0 0 0 0,1 0 1 0 0,-1 0-1 0 0,0-1 0 0 0,1 1 1 0 0,-1 0-1 0 0,0 0 0 0 0,1 0 1 0 0,-1 0-1 0 0,0 0 0 0 0,1 0 1 0 0,-1 1-1 0 0,1-1 0 0 0,-1 0 0 0 0,0 0 1 0 0,1 0-1 0 0,-1 1 0 0 0,1-1 1 0 0,-1 0-1 0 0,0 0 0 0 0,1 1 1 0 0,-1-1-1 0 0,1 1 0 0 0,-1-1 1 0 0,1 0-1 0 0,-1 1 0 0 0,1-1 1 0 0,0 1-1 0 0,-1 0 0 0 0,-2 3 5 0 0,1-1 0 0 0,0 0-1 0 0,0 1 1 0 0,0 0 0 0 0,0 0-1 0 0,1-1 1 0 0,0 1 0 0 0,0 0-1 0 0,-1 5 1 0 0,-5 45 165 0 0,5-42-117 0 0,-2 38 159 0 0,2-1 1 0 0,1 1 0 0 0,3 0-1 0 0,2-1 1 0 0,3 0-1 0 0,18 76 1 0 0,-18-100-171 0 0,1-1-1 0 0,1 0 1 0 0,1-1-1 0 0,1 0 1 0 0,1 0-1 0 0,1-1 1 0 0,1-1-1 0 0,1 0 1 0 0,1-1-1 0 0,0-1 1 0 0,2 0-1 0 0,0-1 1 0 0,1-1-1 0 0,35 24 1 0 0,-39-32-72 0 0,0-1-1 0 0,1 0 1 0 0,0-1-1 0 0,0-1 1 0 0,0 0 0 0 0,29 5-1 0 0,-5-5-1450 0 0,58 3-1 0 0,-70-9-3866 0 0,37-3-1 0 0,-56 2 3942 0 0,21 0-1237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43.479"/>
    </inkml:context>
    <inkml:brush xml:id="br0">
      <inkml:brushProperty name="width" value="0.1" units="cm"/>
      <inkml:brushProperty name="height" value="0.1" units="cm"/>
      <inkml:brushProperty name="color" value="#CC0066"/>
    </inkml:brush>
  </inkml:definitions>
  <inkml:trace contextRef="#ctx0" brushRef="#br0">161 253 688 0 0,'-4'-4'61'0'0,"-1"0"-1"0"0,1 1 1 0 0,-1 0 0 0 0,0-1-1 0 0,1 2 1 0 0,-1-1 0 0 0,-1 0-1 0 0,1 1 1 0 0,0 0-1 0 0,0 0 1 0 0,-1 1 0 0 0,1 0-1 0 0,-12-2 1 0 0,14 3-30 0 0,-1 0 1 0 0,1 0-1 0 0,0 0 1 0 0,0 0-1 0 0,-1 0 0 0 0,1 1 1 0 0,0-1-1 0 0,0 1 1 0 0,0 0-1 0 0,0 0 0 0 0,0 0 1 0 0,0 1-1 0 0,0-1 1 0 0,0 1-1 0 0,0-1 0 0 0,1 1 1 0 0,-1 0-1 0 0,0 0 1 0 0,1 0-1 0 0,0 1 0 0 0,-1-1 1 0 0,1 0-1 0 0,0 1 1 0 0,0 0-1 0 0,-2 3 0 0 0,3-4-4 0 0,1 0-1 0 0,-1-1 1 0 0,0 1 0 0 0,1 0-1 0 0,-1 0 1 0 0,1 0-1 0 0,0 0 1 0 0,0-1-1 0 0,-1 1 1 0 0,1 0-1 0 0,0 0 1 0 0,1 0 0 0 0,-1 0-1 0 0,0 0 1 0 0,1-1-1 0 0,-1 1 1 0 0,1 0-1 0 0,-1 0 1 0 0,1 0 0 0 0,0-1-1 0 0,-1 1 1 0 0,1 0-1 0 0,0-1 1 0 0,0 1-1 0 0,1-1 1 0 0,-1 1-1 0 0,0-1 1 0 0,0 0 0 0 0,3 3-1 0 0,2 1 82 0 0,0 0 0 0 0,1 0 0 0 0,0 0 0 0 0,-1-1-1 0 0,11 5 1 0 0,-6-4-20 0 0,-1-1 0 0 0,1 0 1 0 0,0 0-1 0 0,0-1 0 0 0,0 0 0 0 0,0-1 0 0 0,1 0 0 0 0,-1-1 0 0 0,1 0 0 0 0,-1-1 0 0 0,22-2 0 0 0,-27 1-60 0 0,0 0-1 0 0,1-1 1 0 0,-1 0 0 0 0,0 0-1 0 0,0-1 1 0 0,6-3 0 0 0,-2-1 82 0 0,-1 0-1 0 0,1 0 1 0 0,-2-1 0 0 0,1 0 0 0 0,-1 0 0 0 0,0-1 0 0 0,-1 0-1 0 0,0-1 1 0 0,0 1 0 0 0,-1-1 0 0 0,-1-1 0 0 0,1 1 0 0 0,-2-1-1 0 0,1 0 1 0 0,-2 0 0 0 0,1 0 0 0 0,-1-1 0 0 0,-1 1 0 0 0,0-1-1 0 0,-1 1 1 0 0,0-1 0 0 0,-1 0 0 0 0,-2-17 0 0 0,1 24-65 0 0,0 0 1 0 0,-1 0 0 0 0,0 0 0 0 0,0 0-1 0 0,0 0 1 0 0,-1 1 0 0 0,1-1-1 0 0,-1 1 1 0 0,0 0 0 0 0,0 0 0 0 0,-1 0-1 0 0,1 0 1 0 0,-1 0 0 0 0,0 1 0 0 0,0 0-1 0 0,0 0 1 0 0,0 0 0 0 0,-1 0-1 0 0,1 0 1 0 0,-1 1 0 0 0,0 0 0 0 0,1 0-1 0 0,-1 0 1 0 0,0 1 0 0 0,0 0 0 0 0,0 0-1 0 0,-1 0 1 0 0,1 0 0 0 0,0 1-1 0 0,0 0 1 0 0,0 0 0 0 0,0 0 0 0 0,-1 1-1 0 0,1-1 1 0 0,-6 3 0 0 0,7-2-100 0 0,0 0 1 0 0,0 1 0 0 0,-1 0-1 0 0,1-1 1 0 0,0 1 0 0 0,1 1-1 0 0,-1-1 1 0 0,0 1 0 0 0,1-1-1 0 0,-1 1 1 0 0,1 0 0 0 0,0 0-1 0 0,-5 6 1 0 0,0 2-285 0 0,1 0 0 0 0,0 1 0 0 0,-8 18 0 0 0,-7 23-1711 0 0,3 0-1 0 0,-21 92 1 0 0,11-2 974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43.751"/>
    </inkml:context>
    <inkml:brush xml:id="br0">
      <inkml:brushProperty name="width" value="0.1" units="cm"/>
      <inkml:brushProperty name="height" value="0.1" units="cm"/>
      <inkml:brushProperty name="color" value="#CC0066"/>
    </inkml:brush>
  </inkml:definitions>
  <inkml:trace contextRef="#ctx0" brushRef="#br0">20 56 848 0 0,'-4'-31'424'0'0,"-8"6"616"0"0,8 30-832 0 0,4 14-8 0 0,4 27 2361 0 0,4 1 799 0 0,13 22-703 0 0,1 7-465 0 0,-11 5-583 0 0,7-13-321 0 0,-4 20-584 0 0,-7 1-344 0 0,4-8-328 0 0,-1 2-2064 0 0,-10 3-10419 0 0,0-60 9459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50.875"/>
    </inkml:context>
    <inkml:brush xml:id="br0">
      <inkml:brushProperty name="width" value="0.1" units="cm"/>
      <inkml:brushProperty name="height" value="0.1" units="cm"/>
      <inkml:brushProperty name="color" value="#CC0066"/>
    </inkml:brush>
  </inkml:definitions>
  <inkml:trace contextRef="#ctx0" brushRef="#br0">98 748 1576 0 0,'-92'7'1048'0'0,"89"-7"116"0"0,0 1-66 0 0,9 7 436 0 0,-1-3-1286 0 0,0 0 0 0 0,1 0 0 0 0,-1 0 0 0 0,1-1 0 0 0,0 0 0 0 0,1 0 1 0 0,-1 0-1 0 0,1-1 0 0 0,-1 0 0 0 0,1-1 0 0 0,0 1 0 0 0,12 2 0 0 0,11 1 550 0 0,52 3 0 0 0,401 3 2281 0 0,-228-10-2275 0 0,90-1-287 0 0,197 8 917 0 0,295-14-540 0 0,-506-6-516 0 0,114-13-111 0 0,-388 20-227 0 0,472-44 46 0 0,-248 15 169 0 0,-2-11 230 0 0,-211 29-456 0 0,129-48 1 0 0,-182 57 24 0 0,0-1 0 0 0,0-1 0 0 0,-1 0 0 0 0,0 0 1 0 0,0-1-1 0 0,-1-1 0 0 0,0-1 0 0 0,20-21 1 0 0,-29 28-49 0 0,0-1-1 0 0,-1 1 1 0 0,0-1 0 0 0,0 0 0 0 0,0 1 0 0 0,0-1 0 0 0,-1-1 0 0 0,0 1 0 0 0,0 0 0 0 0,-1 0 0 0 0,1-1 0 0 0,-1 1 0 0 0,0-1 0 0 0,0 1 0 0 0,-1-1 0 0 0,0 0 0 0 0,0 1 0 0 0,0-1 0 0 0,-1 1 0 0 0,1-1 0 0 0,-1 0 0 0 0,-1 1 0 0 0,1 0 0 0 0,-1-1 0 0 0,0 1 0 0 0,0 0 0 0 0,-1 0 0 0 0,-5-10 0 0 0,-2 0-22 0 0,0 0-1 0 0,-1 1 1 0 0,-1 0 0 0 0,0 0-1 0 0,-1 2 1 0 0,0-1 0 0 0,-23-15-1 0 0,5 7 11 0 0,-1 0 0 0 0,-46-20 0 0 0,15 12-18 0 0,-2 3 0 0 0,0 3 1 0 0,-91-21-1 0 0,57 26 32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5:57.529"/>
    </inkml:context>
    <inkml:brush xml:id="br0">
      <inkml:brushProperty name="width" value="0.1" units="cm"/>
      <inkml:brushProperty name="height" value="0.1" units="cm"/>
      <inkml:brushProperty name="color" value="#CC0066"/>
    </inkml:brush>
  </inkml:definitions>
  <inkml:trace contextRef="#ctx0" brushRef="#br0">167 683 824 0 0,'37'-5'113'0'0,"-37"6"-101"0"0,1-1-1 0 0,0 1 0 0 0,-1-1 0 0 0,1 0 1 0 0,-1 1-1 0 0,1-1 0 0 0,-1 1 0 0 0,0-1 1 0 0,1 1-1 0 0,-1 0 0 0 0,1-1 1 0 0,-1 1-1 0 0,0-1 0 0 0,1 1 0 0 0,-1 0 1 0 0,0-1-1 0 0,0 1 0 0 0,0 0 0 0 0,1-1 1 0 0,-1 1-1 0 0,0 0 0 0 0,0-1 0 0 0,0 1 1 0 0,0 0-1 0 0,0-1 0 0 0,-1 2 1 0 0,1 20 357 0 0,-1-18-203 0 0,-1 0 0 0 0,1 0 1 0 0,-1 0-1 0 0,0 0 1 0 0,0 0-1 0 0,0 0 0 0 0,0 0 1 0 0,-1-1-1 0 0,0 0 0 0 0,1 1 1 0 0,-1-1-1 0 0,-1 0 0 0 0,1 0 1 0 0,0 0-1 0 0,-1-1 1 0 0,1 1-1 0 0,-1-1 0 0 0,0 0 1 0 0,0 0-1 0 0,0 0 0 0 0,-7 2 1 0 0,8-3-63 0 0,0 0 0 0 0,0 0 0 0 0,-1 0 0 0 0,1 0-1 0 0,-1 0 1 0 0,1-1 0 0 0,-1 0 0 0 0,1 0 0 0 0,-1 0 0 0 0,1 0 0 0 0,0 0 0 0 0,-1-1 0 0 0,1 0 0 0 0,-1 1 0 0 0,1-1 0 0 0,0 0 0 0 0,-1-1 0 0 0,1 1 0 0 0,0-1 0 0 0,0 1-1 0 0,0-1 1 0 0,0 0 0 0 0,0 0 0 0 0,1 0 0 0 0,-1 0 0 0 0,0-1 0 0 0,-3-4 0 0 0,1 0 45 0 0,1-1 1 0 0,-1 0-1 0 0,2 0 1 0 0,-1 0-1 0 0,1-1 0 0 0,0 1 1 0 0,1-1-1 0 0,-3-15 1 0 0,1-9 61 0 0,1-35 1 0 0,1 21-74 0 0,-3-144 96 0 0,5 186-236 0 0,1 0 0 0 0,-1-1 0 0 0,1 1 0 0 0,1 0 0 0 0,-1 0 0 0 0,1-1 0 0 0,0 1 1 0 0,0 1-1 0 0,4-8 0 0 0,10-24 278 0 0,-12 24-262 0 0,1-1 0 0 0,1 1-1 0 0,0 1 1 0 0,0-1 0 0 0,1 1 0 0 0,1 0-1 0 0,0 1 1 0 0,0-1 0 0 0,1 2 0 0 0,1-1-1 0 0,-1 1 1 0 0,1 1 0 0 0,1 0 0 0 0,0 0-1 0 0,0 1 1 0 0,0 0 0 0 0,1 1 0 0 0,19-7-1 0 0,-16 9 12 0 0,1 0-1 0 0,0 2 0 0 0,24-2 0 0 0,-5 0 130 0 0,360-30 1778 0 0,-378 34-1852 0 0,610 1 1964 0 0,61 2-406 0 0,-380-9-1144 0 0,198 14-246 0 0,537 12 318 0 0,-887-20-572 0 0,178 10 330 0 0,-207-2 537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6:00.522"/>
    </inkml:context>
    <inkml:brush xml:id="br0">
      <inkml:brushProperty name="width" value="0.1" units="cm"/>
      <inkml:brushProperty name="height" value="0.1" units="cm"/>
      <inkml:brushProperty name="color" value="#CC0066"/>
    </inkml:brush>
  </inkml:definitions>
  <inkml:trace contextRef="#ctx0" brushRef="#br0">251 37 1216 0 0,'0'-1'22'0'0,"0"1"0"0"0,0-1 0 0 0,-1 0 1 0 0,1 0-1 0 0,0 0 0 0 0,0 1 0 0 0,-1-1 0 0 0,1 0 0 0 0,-1 0 0 0 0,1 1 1 0 0,-1-1-1 0 0,1 0 0 0 0,-1 1 0 0 0,1-1 0 0 0,-1 1 0 0 0,0-1 0 0 0,1 1 1 0 0,-1-1-1 0 0,-1 0 0 0 0,-4-5 88 0 0,-15-10 6705 0 0,19 16-6094 0 0,0 0 1 0 0,1 0-1 0 0,-4-1 1 0 0,-1 15 1332 0 0,-5 7-1660 0 0,2 1 1 0 0,1 0 0 0 0,1 0 0 0 0,0 1-1 0 0,2-1 1 0 0,-5 42 0 0 0,7 291 1157 0 0,4-214-916 0 0,2-64-371 0 0,23 125-1 0 0,2 19 165 0 0,-27-209-415 0 0,1-1 0 0 0,0 1 0 0 0,1-1-1 0 0,6 18 1 0 0,1 3 179 0 0,5 7 295 0 0,-15-38-474 0 0,1 0 1 0 0,0 0-1 0 0,-1 0 1 0 0,1 0-1 0 0,0 0 1 0 0,0 0 0 0 0,0 0-1 0 0,-1 0 1 0 0,1-1-1 0 0,0 1 1 0 0,0 0-1 0 0,0-1 1 0 0,0 1-1 0 0,0-1 1 0 0,1 1 0 0 0,-1-1-1 0 0,0 1 1 0 0,0-1-1 0 0,0 0 1 0 0,0 1-1 0 0,0-1 1 0 0,1 0-1 0 0,-1 0 1 0 0,0 0-1 0 0,0 0 1 0 0,0 0 0 0 0,1 0-1 0 0,0-1 1 0 0,7 1 4 0 0,35 2 94 0 0,-1-2 0 0 0,47-7 1 0 0,91-18 15 0 0,-101 13-69 0 0,416-47 43 0 0,-27 38-114 0 0,-5 15-97 0 0,53-4 130 0 0,-160 5 161 0 0,427-22 382 0 0,-597 10-277 0 0,342-21 512 0 0,-96 26-562 0 0,-153 8-344 0 0,420-1 958 0 0,-461 5-685 0 0,253 17-339 0 0,-1 0-406 0 0,-105-42 349 0 0,-217 11 464 0 0,85 11 432 0 0,-207 3-500 0 0,-6-3 72 0 0,-1-1 1 0 0,52-11-1 0 0,-47 6-201 0 0,-9 3-45 0 0,-1-1 0 0 0,-1-2 0 0 0,1-2 0 0 0,51-23 0 0 0,-48 19 27 0 0,-28 11 13 0 0,0 0 0 0 0,0 0 1 0 0,14-9-1 0 0,-21 11-17 0 0,0 0-1 0 0,0 0 0 0 0,-1-1 1 0 0,1 1-1 0 0,-1-1 1 0 0,0 1-1 0 0,1-1 1 0 0,-1 0-1 0 0,0 0 0 0 0,-1 0 1 0 0,1 0-1 0 0,0 0 1 0 0,-1 0-1 0 0,0-1 1 0 0,2-3-1 0 0,0-8 54 0 0,-1 0 1 0 0,0 1-1 0 0,-1-1 0 0 0,0 0 1 0 0,-3-23-1 0 0,-15-76 258 0 0,1 3-273 0 0,15 69 110 0 0,6-61-1 0 0,0-4 86 0 0,-5 101-225 0 0,0 1-1 0 0,0-1 0 0 0,-1 0 0 0 0,0 0 1 0 0,0 0-1 0 0,0 0 0 0 0,-1 0 1 0 0,0 1-1 0 0,0-1 0 0 0,0 0 1 0 0,-1 1-1 0 0,1 0 0 0 0,-1 0 0 0 0,-6-8 1 0 0,-2 7 17 0 0,-26-6-157 0 0,0 2-1 0 0,-52-9 1 0 0,-549-17-105 0 0,539 33 58 0 0,-546-18-1155 0 0,-33 6 620 0 0,-1160-55-295 0 0,1661 61 908 0 0,-762 4 377 0 0,630 16-287 0 0,-201 13 102 0 0,212-3-18 0 0,234-18-94 0 0,-383 30 51 0 0,356-25 84 0 0,-393 1 59 0 0,297-11-88 0 0,-98 7-103 0 0,-5 0 12 0 0,253-7 89 0 0,0-1 1 0 0,0-2-1 0 0,-37-11 1 0 0,-53-7 174 0 0,117 22-265 0 0,5 1 24 0 0,0 0-1 0 0,0-1 0 0 0,0 0 0 0 0,0 0 0 0 0,0 0 0 0 0,0-1 0 0 0,1 0 0 0 0,-6-2 0 0 0,9 4 231 0 0,-5-3-1373 0 0,5 5 221 0 0,1-1 592 0 0,-1 0 1 0 0,1 0-1 0 0,0-1 0 0 0,0 1 1 0 0,0 0-1 0 0,0 0 1 0 0,0-1-1 0 0,0 1 1 0 0,0 0-1 0 0,0-1 1 0 0,0 1-1 0 0,1 0 0 0 0,-1 0 1 0 0,0-1-1 0 0,0 1 1 0 0,1 1-297 0 0,16 49-10259 0 0,6-8 3560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6:05.923"/>
    </inkml:context>
    <inkml:brush xml:id="br0">
      <inkml:brushProperty name="width" value="0.1" units="cm"/>
      <inkml:brushProperty name="height" value="0.1" units="cm"/>
      <inkml:brushProperty name="color" value="#CC0066"/>
    </inkml:brush>
  </inkml:definitions>
  <inkml:trace contextRef="#ctx0" brushRef="#br0">21 1116 6081 0 0,'-4'-33'4832'0'0,"-8"-7"-2766"0"0,8 30-1506 0 0,4 9-552 0 0,0 1-1 0 0,0-1 0 0 0,0 1 0 0 0,0-1 0 0 0,0 1 1 0 0,0-1-1 0 0,0 1 0 0 0,0-1 0 0 0,0 1 1 0 0,0-1-1 0 0,0 1 0 0 0,0-1 0 0 0,0 1 0 0 0,1-1 1 0 0,-1 1-1 0 0,0-1 0 0 0,0 1 0 0 0,1-1 1 0 0,-1 1-1 0 0,0 0 0 0 0,0-1 0 0 0,1 1 0 0 0,-1-1 1 0 0,0 1-1 0 0,1 0 0 0 0,-1-1 0 0 0,1 1 1 0 0,-1 0-1 0 0,0 0 0 0 0,1-1 0 0 0,-1 1 0 0 0,1 0 1 0 0,0-1-1 0 0,27-6 651 0 0,-16 6-144 0 0,1 0 1 0 0,-1 1 0 0 0,14 1 0 0 0,-11 5 62 0 0,-2 7-74 0 0,-8-6-362 0 0,-1 1 0 0 0,1 0 0 0 0,-1 1 0 0 0,-1-1 0 0 0,0 1 0 0 0,4 14 0 0 0,7 58 340 0 0,-8-43-286 0 0,31 219 598 0 0,45 213-30 0 0,-78-455-691 0 0,1 0-1 0 0,10 23 0 0 0,-13-34-19 0 0,0-1 0 0 0,-1 0-1 0 0,1 0 1 0 0,0 1 0 0 0,0-1 0 0 0,1 0-1 0 0,-1-1 1 0 0,1 1 0 0 0,-1 0 0 0 0,1-1-1 0 0,0 1 1 0 0,0-1 0 0 0,0 0-1 0 0,0 0 1 0 0,0 0 0 0 0,5 1 0 0 0,-7-3-6 0 0,1 1 0 0 0,0-1 0 0 0,0 0 0 0 0,0 0 0 0 0,-1 0 0 0 0,1 0 0 0 0,0 0 1 0 0,0 0-1 0 0,0-1 0 0 0,-1 1 0 0 0,1 0 0 0 0,0-1 0 0 0,0 0 0 0 0,-1 1 0 0 0,1-1 1 0 0,-1 0-1 0 0,1 0 0 0 0,0 0 0 0 0,-1 0 0 0 0,1 0 0 0 0,-1 0 0 0 0,0 0 0 0 0,1-1 1 0 0,0-1-1 0 0,4-4 0 0 0,0 0 1 0 0,0-1-1 0 0,6-12 1 0 0,-6 9 39 0 0,60-92 195 0 0,106-127 0 0 0,-11 31-114 0 0,68-82 34 0 0,30 10 98 0 0,33 30 181 0 0,32 1 497 0 0,-149 113-86 0 0,83-68 1173 0 0,-181 132-1143 0 0,-69 50-722 0 0,2-5-1225 0 0,4 11-3235 0 0,25 5-6375 0 0,27-2-3514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6:45.012"/>
    </inkml:context>
    <inkml:brush xml:id="br0">
      <inkml:brushProperty name="width" value="0.1" units="cm"/>
      <inkml:brushProperty name="height" value="0.1" units="cm"/>
      <inkml:brushProperty name="color" value="#CC0066"/>
    </inkml:brush>
  </inkml:definitions>
  <inkml:trace contextRef="#ctx0" brushRef="#br0">256 44 96 0 0,'0'1'1'0'0,"0"-1"0"0"0,0 0 0 0 0,0 0-1 0 0,0 0 1 0 0,-1 1 0 0 0,1-1 0 0 0,0 0 0 0 0,0 0 0 0 0,0 0-1 0 0,0 1 1 0 0,0-1 0 0 0,-1 0 0 0 0,1 0 0 0 0,0 0 0 0 0,0 0-1 0 0,0 1 1 0 0,-1-1 0 0 0,1 0 0 0 0,0 0 0 0 0,0 0 0 0 0,-1 0-1 0 0,1 0 1 0 0,0 0 0 0 0,0 0 0 0 0,-1 0 0 0 0,1 0 0 0 0,0 0-1 0 0,0 0 1 0 0,-1 0 0 0 0,1 0 0 0 0,0 0 0 0 0,0 0 0 0 0,-1 0 0 0 0,1 0-1 0 0,0 0 1 0 0,0 0 0 0 0,0 0 0 0 0,-1 0 0 0 0,1 0 0 0 0,0 0-1 0 0,0-1 1 0 0,-1 1 0 0 0,1 0 0 0 0,0 0 0 0 0,0 0 0 0 0,0 0-1 0 0,-1 0 1 0 0,1-1 0 0 0,0 1 0 0 0,-10-6 44 0 0,6-4 165 0 0,4 9-15 0 0,-1-1 1 0 0,1 1-1 0 0,0 0 1 0 0,0-1-1 0 0,-1 1 0 0 0,1 0 1 0 0,-1 0-1 0 0,0-1 1 0 0,1 1-1 0 0,-1 0 1 0 0,0 0-1 0 0,1 0 0 0 0,-1 0 1 0 0,0 0-1 0 0,0 0 1 0 0,0 0-1 0 0,0 0 0 0 0,0 0 1 0 0,0 0-1 0 0,0 1 1 0 0,-6-6 2565 0 0,7 13-2455 0 0,8 56 126 0 0,-4 168 458 0 0,-7 222-194 0 0,-7-320-750 0 0,-40 405 35 0 0,-53 152 1295 0 0,75-498-623 0 0,10 1 1 0 0,7 1 0 0 0,17 220-1 0 0,42 61 77 0 0,-22-233-627 0 0,-7-60-108 0 0,35 446-42 0 0,-38 837 192 0 0,-17-641 519 0 0,26 1-53 0 0,0-409-291 0 0,48 998-20 0 0,17-397 130 0 0,62-104 351 0 0,-7-199-585 0 0,-53-280-47 0 0,-30-174-1125 0 0,-45-202-1504 0 0,-17-58 2404 0 0,7 19-3039 0 0,5-70-8006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6:49.256"/>
    </inkml:context>
    <inkml:brush xml:id="br0">
      <inkml:brushProperty name="width" value="0.1" units="cm"/>
      <inkml:brushProperty name="height" value="0.1" units="cm"/>
      <inkml:brushProperty name="color" value="#CC0066"/>
    </inkml:brush>
  </inkml:definitions>
  <inkml:trace contextRef="#ctx0" brushRef="#br0">2 836 192 0 0,'-1'4'15'0'0,"1"-4"2"0"0,1 0-6 0 0,0 0-1 0 0,0 0 1 0 0,0 0 0 0 0,0 0-1 0 0,0 0 1 0 0,0 0 0 0 0,0 0 0 0 0,0 0-1 0 0,0-1 1 0 0,0 1 0 0 0,0 0 0 0 0,0-1-1 0 0,0 1 1 0 0,0-1 0 0 0,0 1-1 0 0,-1-1 1 0 0,1 0 0 0 0,0 1 0 0 0,0-1-1 0 0,-1 0 1 0 0,1 1 0 0 0,0-1 0 0 0,-1 0-1 0 0,2-1 1 0 0,1-3 204 0 0,-2 0 40 0 0,3-33 1224 0 0,-2 12-856 0 0,2 0-1 0 0,1 0 1 0 0,2 1-1 0 0,0 0 0 0 0,1 0 1 0 0,19-38-1 0 0,-22 56-517 0 0,1-1 0 0 0,-1 1-1 0 0,1 0 1 0 0,0 1 0 0 0,1 0-1 0 0,-1-1 1 0 0,1 2 0 0 0,1-1-1 0 0,-1 1 1 0 0,1 0 0 0 0,0 1-1 0 0,9-4 1 0 0,13-5 82 0 0,1 2-1 0 0,32-7 1 0 0,-36 11-88 0 0,30-7 159 0 0,1 2 0 0 0,70-4-1 0 0,124 3 419 0 0,-252 13-676 0 0,328-4 622 0 0,164 15 40 0 0,59 42 711 0 0,-395-33-1012 0 0,236 2 505 0 0,-336-20-731 0 0,728 12 1321 0 0,-733-13-1414 0 0,981-19 898 0 0,-885 12-852 0 0,247-17 51 0 0,-359 19-146 0 0,925-70 131 0 0,-458 61-7 0 0,-119 5-455 0 0,473 3 137 0 0,-464 8 137 0 0,1229-15-407 0 0,-101 6 1103 0 0,-599 14 91 0 0,-847-7-643 0 0,724-7 681 0 0,-382 0-521 0 0,-371 6-209 0 0,517-12 258 0 0,245-1-163 0 0,1147 16 130 0 0,-1453-22-114 0 0,-129 0 54 0 0,119-10-163 0 0,832-31 51 0 0,-593 50-35 0 0,1223-3 285 0 0,-1756 14-307 0 0,179-3 82 0 0,71-12-169 0 0,-156-8-182 0 0,-15 2 950 0 0,-113 9-286 0 0,27-1 304 0 0,-61 5-270 0 0,41 0-53 0 0,129-7-46 0 0,-11 5-346 0 0,-6-1-28 0 0,-191 10 49 0 0,151-20 1 0 0,-238 19-31 0 0,16-2 28 0 0,31-2 1 0 0,-45 4-18 0 0,-5 4-3 0 0,-1 1 1 0 0,0-1-1 0 0,1 1 0 0 0,-1-1 1 0 0,1 1-1 0 0,0-1 0 0 0,0 1 1 0 0,0-1-1 0 0,3 5 0 0 0,1 5 19 0 0,9 33 76 0 0,-4-16 15 0 0,-1 1-1 0 0,5 33 1 0 0,-3 22 223 0 0,1 91 0 0 0,-12-133-230 0 0,-2 1 0 0 0,-2-1 0 0 0,-2 0 0 0 0,-11 46 1 0 0,-87 230 250 0 0,-15 62-263 0 0,52-26-100 0 0,17-73-9 0 0,40-238 6 0 0,-17 85-63 0 0,-10 136 0 0 0,36 80-94 0 0,29 0 9 0 0,-13-176 99 0 0,-3 402-55 0 0,-12-518 98 0 0,-11 195-34 0 0,-27-29 10 0 0,33-195 32 0 0,-24 127 72 0 0,-14 236-1 0 0,41-354-64 0 0,-9 234 22 0 0,18 6-49 0 0,28-27-103 0 0,-1 10-165 0 0,-32-186 132 0 0,-13 112 0 0 0,-26 63-48 0 0,-80 260 146 0 0,-35-9 303 0 0,105-334-125 0 0,6 2 1 0 0,-23 220-1 0 0,-13 268 169 0 0,23-174-151 0 0,-35 15-73 0 0,-35-46 134 0 0,80-315-118 0 0,-38 125 184 0 0,21 5 24 0 0,17 259 263 0 0,23-194-287 0 0,-11-49-113 0 0,-13 245 537 0 0,47-329-538 0 0,-4 186-70 0 0,-1-183-129 0 0,3-188 78 0 0,-1-5-87 0 0,1 1 0 0 0,-1 0 1 0 0,-1 0-1 0 0,1-1 0 0 0,-4 9 1 0 0,1-3-110 0 0,3-7 26 0 0,-6 27-341 0 0,7-31 479 0 0,0 0-1 0 0,0 0 1 0 0,0 1 0 0 0,0-1-1 0 0,0 0 1 0 0,0 0 0 0 0,0 1-1 0 0,-1-1 1 0 0,1 0-1 0 0,0 1 1 0 0,0-1 0 0 0,0 0-1 0 0,0 0 1 0 0,0 0 0 0 0,0 1-1 0 0,0-1 1 0 0,-1 0 0 0 0,1 0-1 0 0,0 1 1 0 0,0-1-1 0 0,0 0 1 0 0,-1 0 0 0 0,1 0-1 0 0,0 0 1 0 0,0 1 0 0 0,-1-1-1 0 0,1 0 1 0 0,0 0 0 0 0,0 0-1 0 0,-1 0 1 0 0,1 0 0 0 0,0 0-1 0 0,0 0 1 0 0,-1 0-1 0 0,1 0 1 0 0,0 0 0 0 0,0 0-1 0 0,-1 0 1 0 0,1 0 0 0 0,0 0-1 0 0,-1 0 1 0 0,1 0 0 0 0,0 0-1 0 0,0 0 1 0 0,-1 0 0 0 0,1 0-1 0 0,-1 0-5 0 0,-45 2-137 0 0,-59 10-1 0 0,-19 2 148 0 0,-359-14-274 0 0,328-4 373 0 0,-310-17-11 0 0,106 2-129 0 0,96 7 114 0 0,-367-6-35 0 0,32 14-91 0 0,-354 8 96 0 0,586 7-229 0 0,-63 2 248 0 0,-296 32 88 0 0,-74 14-173 0 0,-57-27 0 0 0,-12 1-75 0 0,240-8-154 0 0,107-15 169 0 0,121-4 161 0 0,-476 2-453 0 0,723-8 370 0 0,-1343 21 133 0 0,513-5-167 0 0,548-11 93 0 0,-991 19-542 0 0,698 9 191 0 0,337-14-28 0 0,51-4 49 0 0,-780 21 546 0 0,109 0-275 0 0,243 6 3 0 0,660-35 44 0 0,-1119 34-375 0 0,391-15 602 0 0,418-12-311 0 0,78-3 201 0 0,171-3-270 0 0,-173 5 180 0 0,216-12-19 0 0,-139-3 136 0 0,222-1-113 0 0,-1-2 1 0 0,-82-21-1 0 0,120 24-120 0 0,4 2 53 0 0,1 0 0 0 0,0-1 1 0 0,0 1-1 0 0,0 0 0 0 0,0-1 1 0 0,0 1-1 0 0,0-1 0 0 0,0 1 0 0 0,0-1 1 0 0,0 0-1 0 0,0 1 0 0 0,0-1 1 0 0,0 0-1 0 0,0 0 0 0 0,0 0 0 0 0,1 1 1 0 0,-1-1-1 0 0,0-1 0 0 0,-9-5-117 0 0,10 7 108 0 0,-1 0 0 0 0,1-1 0 0 0,-1 1 0 0 0,0 0 0 0 0,1 0 0 0 0,-1-1-1 0 0,1 1 1 0 0,0 0 0 0 0,-1-1 0 0 0,1 1 0 0 0,-1-1 0 0 0,1 1 0 0 0,-1-1 0 0 0,1 1-1 0 0,0-1 1 0 0,-1 1 0 0 0,1-1 0 0 0,0 1 0 0 0,0-1 0 0 0,-1 1 0 0 0,1-1 0 0 0,0 1-1 0 0,0-2 1 0 0,-25-75 187 0 0,24 73-185 0 0,-2-11-12 0 0,-1-1-1 0 0,-7-18 0 0 0,-47-146 184 0 0,52 160-166 0 0,0 0-1 0 0,2 0 0 0 0,0 0 0 0 0,2-1 0 0 0,0 0 1 0 0,2-31-1 0 0,0 41-62 0 0,2 0 0 0 0,-1 1 0 0 0,2-1 0 0 0,-1 0 0 0 0,2 1 0 0 0,-1-1 0 0 0,1 1 1 0 0,1 0-1 0 0,0 1 0 0 0,0-1 0 0 0,1 1 0 0 0,0 0 0 0 0,13-15 0 0 0,-13 18-551 0 0,-1 1 0 0 0,2-1 1 0 0,-1 1-1 0 0,12-7 0 0 0,-3 4-2703 0 0,0 1-1 0 0,27-9 1 0 0,46-12-8274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00.065"/>
    </inkml:context>
    <inkml:brush xml:id="br0">
      <inkml:brushProperty name="width" value="0.1" units="cm"/>
      <inkml:brushProperty name="height" value="0.1" units="cm"/>
      <inkml:brushProperty name="color" value="#CC0066"/>
    </inkml:brush>
  </inkml:definitions>
  <inkml:trace contextRef="#ctx0" brushRef="#br0">1549 1 1784 0 0,'2'0'101'0'0,"6"1"-73"0"0,0 0 0 0 0,0 0-1 0 0,0 1 1 0 0,8 2 0 0 0,30 6 104 0 0,-37-9-183 0 0,-4 0 500 0 0,0 0 0 0 0,-1-1 0 0 0,1 0 0 0 0,-1 0 0 0 0,1-1 0 0 0,5 0 0 0 0,-3-3 1156 0 0,-7 4-1573 0 0,0 0 0 0 0,0 0 0 0 0,0 0 0 0 0,1-1 0 0 0,-1 1 0 0 0,0 0 0 0 0,0 0 0 0 0,0 0 0 0 0,0 0 0 0 0,0 0 0 0 0,0 0 0 0 0,0 0-1 0 0,0 0 1 0 0,0-1 0 0 0,0 1 0 0 0,0 0 0 0 0,0 0 0 0 0,0 0 0 0 0,0 0 0 0 0,0 0 0 0 0,0 0 0 0 0,0 0 0 0 0,0-1 0 0 0,0 1 0 0 0,0 0 0 0 0,0 0 0 0 0,0 0 0 0 0,0 0 0 0 0,0 0 0 0 0,0 0 0 0 0,0 0 0 0 0,0-1 0 0 0,0 1 0 0 0,0 0 0 0 0,0 0 0 0 0,0 0-1 0 0,0 0 1 0 0,0 0 0 0 0,0 0 0 0 0,0 0 0 0 0,0 0 0 0 0,-1 0 0 0 0,1-1 0 0 0,0 1 0 0 0,0 0 0 0 0,0 0 0 0 0,0 0 0 0 0,0 0 0 0 0,0 0 0 0 0,0 0 0 0 0,0 0 0 0 0,0 0 0 0 0,-1 0 0 0 0,1 0 0 0 0,0 0 0 0 0,0 0 0 0 0,0 0 0 0 0,0 0 0 0 0,0 0 0 0 0,-1 0-1 0 0,-6 0 73 0 0,-18 7 232 0 0,-1-2-1 0 0,0-1 0 0 0,-30 2 0 0 0,-83-4 1254 0 0,106-2-1148 0 0,-403 0 947 0 0,407 3-1380 0 0,0 1 0 0 0,1 1 1 0 0,-55 16-1 0 0,47-10 236 0 0,-61 9 1 0 0,78-17-160 0 0,0 1 0 0 0,1 1 0 0 0,-1 1 0 0 0,1 1-1 0 0,-21 10 1 0 0,15-10 141 0 0,-8 3 160 0 0,21-3-273 0 0,1 0-1 0 0,0 1 0 0 0,0 0 0 0 0,0 0 1 0 0,1 1-1 0 0,0 1 0 0 0,1-1 1 0 0,-13 20-1 0 0,2 0 215 0 0,2 1-1 0 0,-14 34 1 0 0,11-34-41 0 0,15-25-257 0 0,1 0 1 0 0,0 1-1 0 0,1 0 1 0 0,-4 7-1 0 0,-8 16 40 0 0,10-19-2 0 0,-1 0 1 0 0,1 1 0 0 0,1-1-1 0 0,0 1 1 0 0,0 0 0 0 0,1 1-1 0 0,0-1 1 0 0,-1 23 0 0 0,4-30 227 0 0,-1 1 1 0 0,0-1 0 0 0,0 0-1 0 0,0 1 1 0 0,-2 6-1 0 0,1-6-293 0 0,0 0-1 0 0,1 1 1 0 0,-1-1-1 0 0,0 10 1 0 0,0 8 38 0 0,-1 0 1 0 0,-7 23 0 0 0,-2 18 53 0 0,5-19-13 0 0,-13 113 567 0 0,-1 48 41 0 0,8-82-162 0 0,7-73-37 0 0,-1 55 0 0 0,5-14 311 0 0,-27 169-1 0 0,7-166-524 0 0,14-71-255 0 0,2 0 1 0 0,1 1 0 0 0,1 0-1 0 0,-1 34 1 0 0,11 202 743 0 0,-6-250-729 0 0,1 0-1 0 0,5 18 1 0 0,0 16-24 0 0,-6-41-7 0 0,0 1 0 0 0,1-1 0 0 0,0 1 0 0 0,0-1 0 0 0,2 6-1 0 0,2 18 55 0 0,-4-26-52 0 0,0 0 0 0 0,-1 0-1 0 0,1 0 1 0 0,0 0 0 0 0,0 0 0 0 0,0 0 0 0 0,0 0-1 0 0,1 0 1 0 0,-1-1 0 0 0,0 1 0 0 0,1-1 0 0 0,2 3-1 0 0,4 6 7 0 0,-4-5-4 0 0,-1-1 0 0 0,0 1-1 0 0,1-1 1 0 0,0 0 0 0 0,0 0-1 0 0,0-1 1 0 0,6 4 0 0 0,18 19 36 0 0,-20-14-37 0 0,2 0 1 0 0,-1-1-1 0 0,1-1 1 0 0,1 0-1 0 0,0 0 0 0 0,1-1 1 0 0,-1 0-1 0 0,2-1 1 0 0,-1 0-1 0 0,1-1 1 0 0,0-1-1 0 0,1 0 0 0 0,-1-1 1 0 0,1 0-1 0 0,24 4 1 0 0,326 24 352 0 0,7-29 266 0 0,-329-4-558 0 0,347-12 18 0 0,-385 12-89 0 0,217 8 66 0 0,53 13-61 0 0,-112-11-99 0 0,412 2 591 0 0,-409-13 323 0 0,240-10-783 0 0,-338 10-44 0 0,129 18 0 0 0,-30 6-27 0 0,210 2 0 0 0,-113-24 13 0 0,495-6-1037 0 0,-614 3 1086 0 0,64-3 161 0 0,-160 2-121 0 0,241-6 494 0 0,29 9 178 0 0,19-2-190 0 0,367 5 78 0 0,-370 12-748 0 0,52-5-146 0 0,270-9-90 0 0,-408-8 271 0 0,-12 1-104 0 0,70-6-260 0 0,-114-6 167 0 0,-60 4 140 0 0,-79 7 116 0 0,60-15-1 0 0,-44 7 18 0 0,-50 10 36 0 0,0-1 0 0 0,0-1 0 0 0,33-17 0 0 0,18-8 56 0 0,36-6 61 0 0,-102 36-132 0 0,7-4 18 0 0,4-5 38 0 0,-8 8-37 0 0,-1 0 1 0 0,1 0-1 0 0,-1 1 1 0 0,1 0 0 0 0,0 0-1 0 0,9-1 1 0 0,13-4-19 0 0,-10 2 0 0 0,-16 5-8 0 0,-1 0 0 0 0,1-1 1 0 0,-1 1-1 0 0,0-1 0 0 0,1 0 1 0 0,-1 0-1 0 0,1 0 1 0 0,-1 0-1 0 0,0 0 0 0 0,0 0 1 0 0,0-1-1 0 0,1 1 1 0 0,-1-1-1 0 0,0 1 0 0 0,-1-1 1 0 0,1 0-1 0 0,0 0 0 0 0,-1 0 1 0 0,1 0-1 0 0,-1 0 1 0 0,1 0-1 0 0,0-3 0 0 0,9-17 20 0 0,11-40 1 0 0,-12 33-7 0 0,-1-1-4 0 0,-1 0 0 0 0,-2 0 0 0 0,5-59 0 0 0,-7-89-63 0 0,-4 172 47 0 0,-5-87 60 0 0,-4 0-1 0 0,-32-140 1 0 0,5 31 54 0 0,31 171-89 0 0,-4-34 67 0 0,-3 0 0 0 0,-21-66-1 0 0,11 47 108 0 0,-15-102 0 0 0,23 126-15 0 0,-2 0-1 0 0,-34-83 0 0 0,36 105-94 0 0,-8-18 67 0 0,-23-70 189 0 0,38 103-269 0 0,2 0 0 0 0,0 0 1 0 0,-2-41-1 0 0,7 26-6 0 0,1 29-43 0 0,0-1-1 0 0,-1 0 0 0 0,-1 0 0 0 0,1 1 0 0 0,-1-1 0 0 0,-1 0 1 0 0,0 1-1 0 0,-5-15 0 0 0,3 5 57 0 0,3 8-39 0 0,1 10-40 0 0,-1-1 0 0 0,1 1 0 0 0,-1 0 0 0 0,1 0-1 0 0,-1 0 1 0 0,0-1 0 0 0,1 1 0 0 0,-1 0 0 0 0,0 0-1 0 0,0 0 1 0 0,0 0 0 0 0,0 0 0 0 0,0 0 0 0 0,0 0-1 0 0,0 0 1 0 0,0 1 0 0 0,0-1 0 0 0,0 0 0 0 0,0 0-1 0 0,-1 1 1 0 0,1-1 0 0 0,0 1 0 0 0,0-1 0 0 0,-1 1-1 0 0,1 0 1 0 0,0 0 0 0 0,-3-1 0 0 0,-9-3-25 0 0,8 2 14 0 0,0-1 0 0 0,-1 1 1 0 0,1 1-1 0 0,0-1 0 0 0,-1 1 0 0 0,0 0 0 0 0,-10-1 0 0 0,-45 2-5 0 0,32 0 21 0 0,-198 6 88 0 0,96-2-32 0 0,-126 5 36 0 0,-150 3 3 0 0,114-4-59 0 0,60-1-18 0 0,-1595 7 71 0 0,1382-16-138 0 0,-624 10-1226 0 0,562 3 540 0 0,99-15-87 0 0,-2 1 603 0 0,-78-2 280 0 0,425 4-46 0 0,-217-10-146 0 0,67 5-641 0 0,115 6 755 0 0,33 0 56 0 0,-144 2 87 0 0,-90 17-63 0 0,237-14-44 0 0,49-4-26 0 0,-529 54-14 0 0,289-29 22 0 0,224-24-32 0 0,-363 31 52 0 0,348-26-50 0 0,-65 16 1 0 0,98-18 36 0 0,-10 1-54 0 0,22-6 29 0 0,-1 0-1 0 0,1 0 0 0 0,-1 0 1 0 0,1 1-1 0 0,0-1 1 0 0,-1 0-1 0 0,1 0 0 0 0,0 0 1 0 0,-1 0-1 0 0,1 1 0 0 0,0-1 1 0 0,-1 0-1 0 0,1 0 1 0 0,0 0-1 0 0,0 1 0 0 0,-1-1 1 0 0,1 0-1 0 0,0 1 0 0 0,0-1 1 0 0,-1 0-1 0 0,1 0 1 0 0,0 1-1 0 0,0-1 0 0 0,0 1 1 0 0,0-1-1 0 0,-1 0 0 0 0,1 1 1 0 0,0-1-1 0 0,0 0 1 0 0,0 1-1 0 0,0-1 0 0 0,0 1 1 0 0,0 16-3056 0 0,0-11 1425 0 0,0 6-1860 0 0,-1 1-1 0 0,-1 0 1 0 0,1 0-1 0 0,-6 15 1 0 0,-11 30-2897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15.125"/>
    </inkml:context>
    <inkml:brush xml:id="br0">
      <inkml:brushProperty name="width" value="0.1" units="cm"/>
      <inkml:brushProperty name="height" value="0.1" units="cm"/>
      <inkml:brushProperty name="color" value="#CC0066"/>
    </inkml:brush>
  </inkml:definitions>
  <inkml:trace contextRef="#ctx0" brushRef="#br0">117 304 1160 0 0,'0'-1'10'0'0,"0"0"0"0"0,-1-1-1 0 0,1 1 1 0 0,0-1 0 0 0,0 1 0 0 0,0-1-1 0 0,1 1 1 0 0,-1 0 0 0 0,0-1 0 0 0,0 1 0 0 0,1 0-1 0 0,-1-1 1 0 0,1 1 0 0 0,-1 0 0 0 0,1-1 0 0 0,0 1-1 0 0,-1 0 1 0 0,2-2 0 0 0,2 2-8 0 0,0-1 1 0 0,-1 1-1 0 0,1-1 0 0 0,0 1 1 0 0,0 0-1 0 0,0 1 0 0 0,7-1 1 0 0,-10 0-4 0 0,171-29 30 0 0,281-16 9 0 0,-171 19-38 0 0,-153 14-6 0 0,31-6 20 0 0,-139 13 12 0 0,-21 6-24 0 0,0 0 0 0 0,1 0 1 0 0,-1 0-1 0 0,0 0 0 0 0,0 0 0 0 0,0 0 0 0 0,0-1 0 0 0,1 1 0 0 0,-1 0 0 0 0,0 0 0 0 0,0 0 0 0 0,0 0 0 0 0,0 0 0 0 0,0 0 1 0 0,0-1-1 0 0,1 1 0 0 0,-1 0 0 0 0,0 0 0 0 0,0 0 0 0 0,0 0 0 0 0,0 0 0 0 0,0-1 0 0 0,0 1 0 0 0,0 0 0 0 0,0 0 0 0 0,0 0 0 0 0,0 0 1 0 0,0-1-1 0 0,0 1 0 0 0,0 0 0 0 0,0 0 0 0 0,0 0 0 0 0,0 0 0 0 0,0-1 0 0 0,0 1 0 0 0,0 0 0 0 0,0 0 0 0 0,0 0 0 0 0,0-1 0 0 0,0 1 1 0 0,0 0-1 0 0,0 0 0 0 0,0 0 0 0 0,-1 0 0 0 0,1 0 0 0 0,0-1 0 0 0,0 1 0 0 0,0 0 0 0 0,0 0 0 0 0,0 0 0 0 0,0 0 0 0 0,-1 0 0 0 0,1 0 1 0 0,0 0-1 0 0,0 0 0 0 0,0-1 0 0 0,0 1 0 0 0,0 0 0 0 0,-1 0 0 0 0,1 0 0 0 0,0 0 0 0 0,0 0 0 0 0,0 0 0 0 0,0 0 0 0 0,-1 0 1 0 0,1 0-1 0 0,0 0 0 0 0,-13-4 63 0 0,0 1 1 0 0,0 0-1 0 0,0 1 1 0 0,0 0 0 0 0,-20 1-1 0 0,-5-2-26 0 0,-369-12 1264 0 0,0 31 1353 0 0,111 11-332 0 0,268-22-2044 0 0,22-2-219 0 0,9 0-50 0 0,16 3-8 0 0,44 3 63 0 0,121 3 1 0 0,72-19-117 0 0,135-26-66 0 0,-293 23 58 0 0,64-14-132 0 0,-132 17 140 0 0,-27 4 14 0 0,-10-1-42 0 0,-12-1-11 0 0,1 1 1 0 0,-1 1-1 0 0,0 0 0 0 0,0 2 1 0 0,-26 0-1 0 0,36 1 78 0 0,-457 18 287 0 0,-2 33 1334 0 0,365-39-1050 0 0,16-1 60 0 0,62-6-362 0 0,23-2-141 0 0,15-1 75 0 0,242-13-229 0 0,10-22-117 0 0,-175 21 90 0 0,163-24-121 0 0,224-26-83 0 0,-404 54 113 0 0,-67 7 5 0 0,-7 1-30 0 0,-34 5-238 0 0,-68 13-3366 0 0,-134 41 0 0 0,124-22 1649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16.235"/>
    </inkml:context>
    <inkml:brush xml:id="br0">
      <inkml:brushProperty name="width" value="0.1" units="cm"/>
      <inkml:brushProperty name="height" value="0.1" units="cm"/>
      <inkml:brushProperty name="color" value="#CC0066"/>
    </inkml:brush>
  </inkml:definitions>
  <inkml:trace contextRef="#ctx0" brushRef="#br0">954 1 1080 0 0,'-59'0'176'0'0,"0"2"0"0"0,-106 18 0 0 0,45 4 2708 0 0,158-16-1902 0 0,27-3-848 0 0,28 3-58 0 0,203-3-276 0 0,-236-5 116 0 0,255 0-268 0 0,-675 14 553 0 0,310-11-109 0 0,-293 16 1472 0 0,164-10-233 0 0,-280 20 2859 0 0,505-28-3929 0 0,7 1-323 0 0,454-1-121 0 0,-9-13-230 0 0,-390 9 336 0 0,71-6-45 0 0,-256-4-677 0 0,-288 5 713 0 0,278 9 135 0 0,-6 0 37 0 0,-703 9 3098 0 0,909-10-3048 0 0,691-62-1110 0 0,-714 51 875 0 0,-53 4 77 0 0,-37 7 22 0 0,0-1 0 0 0,0 1 0 0 0,0 0 0 0 0,-1 0 0 0 0,1 0 0 0 0,0 0 0 0 0,0 0 0 0 0,0 0 1 0 0,0 0-1 0 0,0 0 0 0 0,0-1 0 0 0,0 1 0 0 0,0 0 0 0 0,0 0 0 0 0,0 0 0 0 0,0 0 0 0 0,0 0 0 0 0,0 0 1 0 0,0 0-1 0 0,0-1 0 0 0,0 1 0 0 0,0 0 0 0 0,0 0 0 0 0,0 0 0 0 0,0 0 0 0 0,0 0 0 0 0,0 0 0 0 0,0 0 1 0 0,0-1-1 0 0,0 1 0 0 0,0 0 0 0 0,0 0 0 0 0,0 0 0 0 0,0 0 0 0 0,0 0 0 0 0,1 0 0 0 0,-1 0 0 0 0,0 0 1 0 0,0 0-1 0 0,0-1 0 0 0,0 1 0 0 0,0 0 0 0 0,0 0 0 0 0,0 0 0 0 0,0 0 0 0 0,1 0 0 0 0,-21-1 14 0 0,-595 37-419 0 0,535-25-2120 0 0,12 6-5170 0 0,51-9 5005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29.867"/>
    </inkml:context>
    <inkml:brush xml:id="br0">
      <inkml:brushProperty name="width" value="0.1" units="cm"/>
      <inkml:brushProperty name="height" value="0.1" units="cm"/>
      <inkml:brushProperty name="color" value="#CC0066"/>
    </inkml:brush>
  </inkml:definitions>
  <inkml:trace contextRef="#ctx0" brushRef="#br0">57 110 672 0 0,'-56'0'1169'0'0,"148"-2"122"0"0,-27-4-903 0 0,191-18 360 0 0,176-21 256 0 0,-275 27-711 0 0,275 3 0 0 0,-354 23 197 0 0,-75-5-231 0 0,-10 1-38 0 0,-20 3 56 0 0,-102 10 179 0 0,-112-7-199 0 0,100-8-243 0 0,-219 23-100 0 0,81-3 856 0 0,261-22 46 0 0,30 0-612 0 0,48 0-93 0 0,261-8 335 0 0,-230 0-382 0 0,299-17 148 0 0,-852 49-262 0 0,4 31 464 0 0,438-52-193 0 0,0 0 0 0 0,-37 12 1 0 0,46-9-206 0 0,11-6-19 0 0,1 1-1 0 0,-1-1 1 0 0,0 0 0 0 0,0 1 0 0 0,1-1-1 0 0,-1 0 1 0 0,0 1 0 0 0,0-1 0 0 0,1 0-1 0 0,-1 0 1 0 0,0 1 0 0 0,1-1 0 0 0,-1 0-1 0 0,0 0 1 0 0,1 0 0 0 0,-1 1 0 0 0,0-1-1 0 0,1 0 1 0 0,-1 0 0 0 0,1 0 0 0 0,-1 0-1 0 0,0 0 1 0 0,1 0 0 0 0,-1 0 0 0 0,1 0-1 0 0,-1 0 1 0 0,0 0 0 0 0,1 0 0 0 0,0 0-1 0 0,35 5-41 0 0,-1-2-1 0 0,66-3 0 0 0,-59 0 118 0 0,134-9 201 0 0,207-36 1 0 0,-214 23-4 0 0,-162 20-119 0 0,-15 1-84 0 0,-19-1-83 0 0,-105 9-81 0 0,-210 37 1 0 0,126-11 17 0 0,188-30 86 0 0,4-1-11 0 0,1 2-1 0 0,0 0 1 0 0,-23 8-1 0 0,46-12-79 0 0,0 0 1 0 0,-1 0-1 0 0,1 0 0 0 0,-1 0 0 0 0,1 0 1 0 0,-1 0-1 0 0,1 0 0 0 0,-1 0 1 0 0,1 1-1 0 0,-1-1 0 0 0,1 0 0 0 0,-1 0 1 0 0,1 0-1 0 0,0 1 0 0 0,-1-1 1 0 0,1 0-1 0 0,0 0 0 0 0,-1 1 1 0 0,1-1-1 0 0,0 1 0 0 0,-1-1 0 0 0,1 0 1 0 0,0 1-1 0 0,-1-1 0 0 0,1 0 1 0 0,0 1-1 0 0,0-1 0 0 0,0 1 0 0 0,-1-1 1 0 0,1 1-1 0 0,0-1 0 0 0,0 1 1 0 0,0-1-1 0 0,0 1 0 0 0,0-1 0 0 0,0 0 1 0 0,0 1-1 0 0,0 0 0 0 0,1 0-350 0 0,0 0 0 0 0,0 1 0 0 0,0-1 0 0 0,0 0 0 0 0,0 0 0 0 0,0 0 0 0 0,0 0 0 0 0,0 0-1 0 0,1-1 1 0 0,-1 1 0 0 0,3 1 0 0 0,30 11-3070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31.570"/>
    </inkml:context>
    <inkml:brush xml:id="br0">
      <inkml:brushProperty name="width" value="0.1" units="cm"/>
      <inkml:brushProperty name="height" value="0.1" units="cm"/>
      <inkml:brushProperty name="color" value="#CC0066"/>
    </inkml:brush>
  </inkml:definitions>
  <inkml:trace contextRef="#ctx0" brushRef="#br0">11 39 1288 0 0,'-10'2'934'0'0,"18"2"448"0"0,21 4 383 0 0,141 17 1141 0 0,-154-23-2753 0 0,76 8 432 0 0,328 12 2354 0 0,4-21-1053 0 0,71 2-390 0 0,721 4-623 0 0,485 6-640 0 0,-912 18-28 0 0,10 1 397 0 0,424-24 1720 0 0,-967-8-1654 0 0,544 39-849 0 0,-752-31 140 0 0,60 16 0 0 0,-82-17 56 0 0,7-4 291 0 0,-33-5-273 0 0,0 0 1 0 0,-1 0 0 0 0,1 0-1 0 0,0 0 1 0 0,-1 0 0 0 0,1 0 0 0 0,-1 0-1 0 0,1 1 1 0 0,-1-1 0 0 0,-2-3-1 0 0,0 0-3 0 0,0 0 0 0 0,0 1-1 0 0,0 0 1 0 0,-1-1 0 0 0,1 1 0 0 0,-1 0-1 0 0,-1 1 1 0 0,1-1 0 0 0,-8-4-1 0 0,-48-25 51 0 0,5 4-41 0 0,-8-9 175 0 0,-2 2 0 0 0,-105-41 0 0 0,155 73 46 0 0,27 9-72 0 0,76 31 8 0 0,147 62-272 0 0,-203-85 106 0 0,-1 2 0 0 0,-1 0 0 0 0,0 2 0 0 0,-1 2 0 0 0,44 35 0 0 0,-66-48-47 0 0,1 0 1 0 0,-1 0 0 0 0,-1 1 0 0 0,1 0 0 0 0,9 13 0 0 0,-15-18 12 0 0,0 0 0 0 0,0-1 0 0 0,0 1 1 0 0,0 0-1 0 0,0 0 0 0 0,-1 0 1 0 0,1 0-1 0 0,0 0 0 0 0,-1 0 1 0 0,0 0-1 0 0,1 0 0 0 0,-1 0 1 0 0,0 0-1 0 0,0 0 0 0 0,0 0 1 0 0,0 0-1 0 0,-1 0 0 0 0,1 0 1 0 0,0 1-1 0 0,-1-1 0 0 0,0-1 1 0 0,1 1-1 0 0,-1 0 0 0 0,0 0 0 0 0,0 0 1 0 0,0 0-1 0 0,0 0 0 0 0,0-1 1 0 0,0 1-1 0 0,-1-1 0 0 0,1 1 1 0 0,-3 1-1 0 0,-3 4 29 0 0,-1-1 0 0 0,0-1 0 0 0,0 0-1 0 0,0 0 1 0 0,-18 8 0 0 0,-52 16 20 0 0,28-12-216 0 0,-91 41-2227 0 0,105-47 1084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32.925"/>
    </inkml:context>
    <inkml:brush xml:id="br0">
      <inkml:brushProperty name="width" value="0.1" units="cm"/>
      <inkml:brushProperty name="height" value="0.1" units="cm"/>
      <inkml:brushProperty name="color" value="#CC0066"/>
    </inkml:brush>
  </inkml:definitions>
  <inkml:trace contextRef="#ctx0" brushRef="#br0">111 97 1120 0 0,'-30'-12'441'0'0,"-16"-1"-507"0"0,14 5 5068 0 0,30 7-4414 0 0,14-3 2658 0 0,16 3-2496 0 0,14-3-242 0 0,178-6 148 0 0,-15 1-492 0 0,-52-5-9 0 0,122-6-58 0 0,-407 41-111 0 0,-287 32 920 0 0,368-47-252 0 0,139-1-665 0 0,-1-3 1 0 0,1-4-1 0 0,0-3 0 0 0,134-27 1 0 0,-219 30 49 0 0,-9 0-36 0 0,-17 1-19 0 0,-238 21 10 0 0,58-2 534 0 0,118-13 758 0 0,74-2-974 0 0,11-1-205 0 0,9-2-38 0 0,174-21-53 0 0,-127 12-1346 0 0,0 3-1 0 0,59 0 1 0 0,-113 6 798 0 0,0-1 1 0 0,0 1 0 0 0,1 1 0 0 0,-1-1-1 0 0,0 0 1 0 0,0 0 0 0 0,1 1 0 0 0,-1 0-1 0 0,0-1 1 0 0,0 1 0 0 0,0 0 0 0 0,0 0-1 0 0,0 0 1 0 0,0 0 0 0 0,0 0 0 0 0,0 1-1 0 0,0-1 1 0 0,2 3 0 0 0,2 7-1868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34.258"/>
    </inkml:context>
    <inkml:brush xml:id="br0">
      <inkml:brushProperty name="width" value="0.1" units="cm"/>
      <inkml:brushProperty name="height" value="0.1" units="cm"/>
      <inkml:brushProperty name="color" value="#CC0066"/>
    </inkml:brush>
  </inkml:definitions>
  <inkml:trace contextRef="#ctx0" brushRef="#br0">36 1021 1184 0 0,'-16'-3'144'0'0,"15"3"-142"0"0,-1-1 0 0 0,1 1 0 0 0,-1 0-1 0 0,1-1 1 0 0,-1 1 0 0 0,1 0 0 0 0,-1 0 0 0 0,0 0-1 0 0,1 0 1 0 0,-4 1 0 0 0,42 15 762 0 0,73 30 3741 0 0,-63-29-3370 0 0,-5-5-207 0 0,0-2 0 0 0,1-2 0 0 0,45 3 0 0 0,134-1 1429 0 0,-142-8-1819 0 0,549 3 1553 0 0,3-43-1279 0 0,-381 11-469 0 0,1038-115 869 0 0,-429 45-814 0 0,196-52 6 0 0,134-4-292 0 0,-1140 147-118 0 0,899-120 281 0 0,-786 102-172 0 0,77-14 147 0 0,87-13-251 0 0,-189 35-89 0 0,201-28-88 0 0,-163 25 99 0 0,-64 8 41 0 0,-51 4 19 0 0,322-24-124 0 0,-379 31 142 0 0,-1-1-1 0 0,0 1 1 0 0,0 0-1 0 0,0-1 1 0 0,0 0-1 0 0,6-2 1 0 0,16-2 14 0 0,-37-5 62 0 0,-48-7-92 0 0,0 2 1 0 0,-69-8 0 0 0,21 5-3 0 0,-121-35-14 0 0,185 42 28 0 0,-46-6 107 0 0,141 22 76 0 0,353 80-14 0 0,-288-59-128 0 0,-94-21-30 0 0,31 7-1 0 0,-50-11-5 0 0,0 1 0 0 0,1-1 0 0 0,-1 0 0 0 0,0 1-1 0 0,0 0 1 0 0,0-1 0 0 0,0 1 0 0 0,0 0 0 0 0,-1 1 0 0 0,1-1 0 0 0,3 4 0 0 0,-5-4-1 0 0,0-1 1 0 0,0 1-1 0 0,-1-1 1 0 0,1 1 0 0 0,0-1-1 0 0,-1 1 1 0 0,0 0-1 0 0,1-1 1 0 0,-1 1-1 0 0,0 0 1 0 0,0-1 0 0 0,1 1-1 0 0,-1 0 1 0 0,-1 0-1 0 0,1-1 1 0 0,0 1 0 0 0,0 0-1 0 0,-1-1 1 0 0,1 1-1 0 0,-1 0 1 0 0,1-1-1 0 0,-1 1 1 0 0,-1 2 0 0 0,-1 2 26 0 0,0 0 1 0 0,-1-1-1 0 0,0 1 1 0 0,-7 7-1 0 0,-143 145 29 0 0,111-124-1880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48.819"/>
    </inkml:context>
    <inkml:brush xml:id="br0">
      <inkml:brushProperty name="width" value="0.1" units="cm"/>
      <inkml:brushProperty name="height" value="0.1" units="cm"/>
      <inkml:brushProperty name="color" value="#CC0066"/>
    </inkml:brush>
  </inkml:definitions>
  <inkml:trace contextRef="#ctx0" brushRef="#br0">146 63 1000 0 0,'-10'-2'62'0'0,"-1"0"1"0"0,0 1-1 0 0,1 0 0 0 0,-1 0 1 0 0,-20 2-1 0 0,-25 9 1820 0 0,50-7-262 0 0,9-1-1452 0 0,-2-1 61 0 0,5 2-30 0 0,0 0 0 0 0,0 0 0 0 0,0-1 0 0 0,1 1 0 0 0,-1-2 0 0 0,12 3 0 0 0,41 4 773 0 0,60-1 803 0 0,217-15-1 0 0,-238 2-1184 0 0,292-20 1322 0 0,-119 7-381 0 0,-138 16-944 0 0,-70 2-265 0 0,71-8 0 0 0,-134 9-308 0 0,0-1 0 0 0,0 1 0 0 0,0 0 0 0 0,0 0 0 0 0,-1 0 0 0 0,1 0 0 0 0,0 0 0 0 0,0 0 0 0 0,0 0 0 0 0,0 0 0 0 0,0 0 0 0 0,0 0 0 0 0,0 0 0 0 0,0 0 0 0 0,0 0 0 0 0,0 0 0 0 0,0 0 0 0 0,0-1 0 0 0,0 1-1 0 0,0 0 1 0 0,0 0 0 0 0,0 0 0 0 0,0 0 0 0 0,0 0 0 0 0,1 0 0 0 0,-1 0 0 0 0,0 0 0 0 0,0 0 0 0 0,0 0 0 0 0,0 0 0 0 0,0 0 0 0 0,0 0 0 0 0,0 0 0 0 0,0 0 0 0 0,0 0 0 0 0,0 0 0 0 0,0-1 0 0 0,0 1 0 0 0,0 0 0 0 0,0 0 0 0 0,0 0 0 0 0,0 0 0 0 0,0 0 0 0 0,0 0 0 0 0,0 0 0 0 0,1 0 0 0 0,-1 0 0 0 0,0 0 0 0 0,0 0 0 0 0,0 0 0 0 0,-8-2 86 0 0,-48-6-61 0 0,0 3-1 0 0,-83 3 1 0 0,63 1-89 0 0,-619 37 180 0 0,575-26-90 0 0,91-8-20 0 0,10-1 13 0 0,-1 0 1 0 0,-29 8-1 0 0,49-9-30 0 0,0 0-1 0 0,0 0 1 0 0,0 0 0 0 0,0 0-1 0 0,0 0 1 0 0,1 0-1 0 0,-1 1 1 0 0,0-1-1 0 0,0 0 1 0 0,0 0-1 0 0,0 0 1 0 0,0 0-1 0 0,0 0 1 0 0,0 0 0 0 0,0 0-1 0 0,0 1 1 0 0,0-1-1 0 0,0 0 1 0 0,1 0-1 0 0,-1 0 1 0 0,0 0-1 0 0,0 0 1 0 0,0 1-1 0 0,0-1 1 0 0,0 0 0 0 0,0 0-1 0 0,0 0 1 0 0,0 0-1 0 0,0 0 1 0 0,0 1-1 0 0,-1-1 1 0 0,1 0-1 0 0,0 0 1 0 0,0 0-1 0 0,0 0 1 0 0,0 0-1 0 0,0 1 1 0 0,0-1 0 0 0,0 0-1 0 0,0 0 1 0 0,0 0-1 0 0,0 0 1 0 0,-1 0-1 0 0,81 6 190 0 0,102-8 0 0 0,-94 0-108 0 0,440-24 110 0 0,-444 21-92 0 0,-59 3-72 0 0,-14 2 13 0 0,1 0 0 0 0,-1-1 0 0 0,0 0 0 0 0,1-1 0 0 0,-1 0-1 0 0,0-1 1 0 0,18-7 0 0 0,-29 10-36 0 0,0 0-1 0 0,1 0 0 0 0,-1 0 1 0 0,0 0-1 0 0,0 0 0 0 0,0 0 1 0 0,0 0-1 0 0,1 0 0 0 0,-1 0 1 0 0,0 0-1 0 0,0 0 1 0 0,0 0-1 0 0,0 0 0 0 0,0-1 1 0 0,0 1-1 0 0,1 0 0 0 0,-1 0 1 0 0,0 0-1 0 0,0 0 1 0 0,0 0-1 0 0,0 0 0 0 0,0 0 1 0 0,0-1-1 0 0,0 1 0 0 0,0 0 1 0 0,0 0-1 0 0,1 0 0 0 0,-1 0 1 0 0,0 0-1 0 0,0-1 1 0 0,0 1-1 0 0,0 0 0 0 0,0 0 1 0 0,0 0-1 0 0,0 0 0 0 0,0 0 1 0 0,0-1-1 0 0,0 1 0 0 0,0 0 1 0 0,0 0-1 0 0,0 0 1 0 0,0 0-1 0 0,0-1 0 0 0,0 1 1 0 0,-1 0-1 0 0,1 0 0 0 0,0 0 1 0 0,0 0-1 0 0,0 0 1 0 0,0 0-1 0 0,0-1 0 0 0,0 1 1 0 0,0 0-1 0 0,0 0 0 0 0,-12-5 228 0 0,-16 0-197 0 0,-1 0 0 0 0,0 2 0 0 0,-37 0 0 0 0,-96 8-58 0 0,129-3 10 0 0,-442 45 223 0 0,408-39-190 0 0,-42 4-96 0 0,-138 35 1 0 0,239-42-1505 0 0,60 29-14272 0 0,-35-28 13630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7:50.716"/>
    </inkml:context>
    <inkml:brush xml:id="br0">
      <inkml:brushProperty name="width" value="0.1" units="cm"/>
      <inkml:brushProperty name="height" value="0.1" units="cm"/>
      <inkml:brushProperty name="color" value="#CC0066"/>
    </inkml:brush>
  </inkml:definitions>
  <inkml:trace contextRef="#ctx0" brushRef="#br0">100 82 640 0 0,'1'0'31'0'0,"-1"0"1"0"0,0 0-1 0 0,0 0 1 0 0,1-1-1 0 0,-1 1 1 0 0,0 0-1 0 0,0 0 1 0 0,1 0-1 0 0,-1 0 0 0 0,0 0 1 0 0,0-1-1 0 0,0 1 1 0 0,1 0-1 0 0,-1 0 1 0 0,0-1-1 0 0,0 1 1 0 0,0 0-1 0 0,0 0 1 0 0,1-1-1 0 0,-1 1 0 0 0,0 0 1 0 0,0 0-1 0 0,0-1 1 0 0,0 1-1 0 0,0 0 1 0 0,0 0-1 0 0,0-1 1 0 0,0 1-1 0 0,0 0 0 0 0,0-1 1 0 0,0 1-1 0 0,-8-3 323 0 0,-23 2-292 0 0,24 2 132 0 0,-6-1 150 0 0,9 1-3 0 0,-1-1 0 0 0,1 0-1 0 0,0 0 1 0 0,0-1-1 0 0,-1 1 1 0 0,1-1 0 0 0,-12-6 5445 0 0,40 4-5720 0 0,104 4 1119 0 0,334-11 1597 0 0,5-14-1552 0 0,216 21-785 0 0,206-6 275 0 0,-581 5-168 0 0,-226-1-397 0 0,93-1 166 0 0,-61 9 17 0 0,-38 9 370 0 0,-372-15-1165 0 0,-239 3-159 0 0,-24 19 436 0 0,3 9 216 0 0,516-26-28 0 0,-478 29-248 0 0,371-24 310 0 0,-199 16 123 0 0,315-18-177 0 0,21-2-36 0 0,10-3 19 0 0,0 0-1 0 0,0 0 1 0 0,0 0-1 0 0,0 0 1 0 0,0 0-1 0 0,0 0 1 0 0,0 0-1 0 0,1 0 1 0 0,-1 0-1 0 0,0 0 1 0 0,0 0-1 0 0,0 0 1 0 0,0 0 0 0 0,0 0-1 0 0,0 0 1 0 0,0 0-1 0 0,0 0 1 0 0,0 0-1 0 0,0 0 1 0 0,0 0-1 0 0,0 0 1 0 0,0 0-1 0 0,0 0 1 0 0,0 0-1 0 0,0 0 1 0 0,0 0 0 0 0,0 0-1 0 0,0 1 1 0 0,0-1-1 0 0,1 0 1 0 0,-1 0-1 0 0,0 0 1 0 0,0 0-1 0 0,0 0 1 0 0,0 0-1 0 0,0 0 1 0 0,0 0-1 0 0,0 0 1 0 0,0 0 0 0 0,0 0-1 0 0,0 0 1 0 0,0 0-1 0 0,0 0 1 0 0,0 1-1 0 0,0-1 1 0 0,0 0-1 0 0,0 0 1 0 0,-1 0-1 0 0,1 0 1 0 0,0 0-1 0 0,0 0 1 0 0,62 6-8 0 0,0-3-1 0 0,0-2 1 0 0,70-9 0 0 0,-43 2-42 0 0,334-17 199 0 0,461-8-16 0 0,-203 10 185 0 0,-535 11-147 0 0,-27 2-10 0 0,-43 5-365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8:00.145"/>
    </inkml:context>
    <inkml:brush xml:id="br0">
      <inkml:brushProperty name="width" value="0.1" units="cm"/>
      <inkml:brushProperty name="height" value="0.1" units="cm"/>
      <inkml:brushProperty name="color" value="#CC0066"/>
    </inkml:brush>
  </inkml:definitions>
  <inkml:trace contextRef="#ctx0" brushRef="#br0">72 42 840 0 0,'-5'0'87'0'0,"-37"-3"26"0"0,40 2-17 0 0,0 1 0 0 0,-1-1 0 0 0,1 0-1 0 0,0 0 1 0 0,0 0 0 0 0,0 0 0 0 0,-8-5 3970 0 0,24-2-1507 0 0,25 2-2150 0 0,0 1 0 0 0,1 1 0 0 0,74 4 1 0 0,-50 1-165 0 0,282-1 573 0 0,704-4 112 0 0,-1021 4-903 0 0,248 1 157 0 0,-248 1-207 0 0,32 7 1 0 0,-2 0 68 0 0,-50-8-34 0 0,203 13 928 0 0,-211-13-931 0 0,0-1-1 0 0,-1 0 1 0 0,1 0-1 0 0,-1 0 1 0 0,1 0-1 0 0,0 0 1 0 0,-1 0-1 0 0,1 0 1 0 0,0 0-1 0 0,-1 0 1 0 0,1 0-1 0 0,-1-1 1 0 0,1 1-1 0 0,0 0 1 0 0,-1 0-1 0 0,1-1 1 0 0,-1 1-1 0 0,1 0 1 0 0,-1 0-1 0 0,1-1 1 0 0,0 0-1 0 0,-9-6 119 0 0,-24-5-165 0 0,5 8-79 0 0,-45-1 1 0 0,-480 25-213 0 0,301-4 147 0 0,-107-3 27 0 0,112-7 167 0 0,-68 3 79 0 0,7 23-18 0 0,238-22-121 0 0,66-8 39 0 0,10-1-1 0 0,19 0 15 0 0,245-7 38 0 0,-122 0-81 0 0,1273-74 219 0 0,-1396 78-283 0 0,283-17-96 0 0,-109 22-3437 0 0,-172-1-130 0 0,50 10 1 0 0,-68-9 2429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8:24.125"/>
    </inkml:context>
    <inkml:brush xml:id="br0">
      <inkml:brushProperty name="width" value="0.1" units="cm"/>
      <inkml:brushProperty name="height" value="0.1" units="cm"/>
      <inkml:brushProperty name="color" value="#CC0066"/>
    </inkml:brush>
  </inkml:definitions>
  <inkml:trace contextRef="#ctx0" brushRef="#br0">786 221 2224 0 0,'23'-16'13072'0'0,"-33"8"-10933"0"0,3 5-1983 0 0,0 0-1 0 0,0 0 1 0 0,0 1 0 0 0,0 1-1 0 0,-1-1 1 0 0,-9 0 0 0 0,-49-1 56 0 0,46 2-118 0 0,-13 1-39 0 0,1 0 1 0 0,-1 3-1 0 0,0 0 1 0 0,1 2 0 0 0,0 2-1 0 0,1 1 1 0 0,-1 1 0 0 0,1 2-1 0 0,1 1 1 0 0,-37 19 0 0 0,-57 40 14 0 0,113-64-23 0 0,1 1-1 0 0,0 0 1 0 0,1 1 0 0 0,-1 0-1 0 0,1 1 1 0 0,1 0-1 0 0,-8 12 1 0 0,12-16-13 0 0,-4 4-7 0 0,2 1 0 0 0,-1 0 0 0 0,2 0 1 0 0,-1 1-1 0 0,1-1 0 0 0,1 1 0 0 0,0 0 0 0 0,1 1 0 0 0,0-1 0 0 0,1 0 1 0 0,1 1-1 0 0,0 0 0 0 0,1 22 0 0 0,0-25-8 0 0,1-1-1 0 0,0 1 1 0 0,1 0-1 0 0,0 0 1 0 0,1 0-1 0 0,-1-1 1 0 0,6 12-1 0 0,-3-11 71 0 0,0 1-1 0 0,1-1 0 0 0,0 0 1 0 0,1-1-1 0 0,0 1 1 0 0,0-1-1 0 0,1-1 1 0 0,0 1-1 0 0,0-1 1 0 0,10 7-1 0 0,-13-11-10 0 0,-3-3 6 0 0,0 1 1 0 0,0 0-1 0 0,1-1 1 0 0,-1 1-1 0 0,1-1 0 0 0,-1 0 1 0 0,1 0-1 0 0,-1 0 0 0 0,6 1 1 0 0,-6 1-51 0 0,0-1 1 0 0,0 1-1 0 0,0-1 1 0 0,0 1-1 0 0,0 0 1 0 0,-1 0 0 0 0,1 0-1 0 0,-1 0 1 0 0,0 0-1 0 0,1 0 1 0 0,-1 4-1 0 0,13 39-14 0 0,-6-19-13 0 0,1 0 0 0 0,22 46 1 0 0,14 5 15 0 0,-38-67-19 0 0,0-1 1 0 0,1 0-1 0 0,1 0 1 0 0,18 17-1 0 0,-25-25 7 0 0,0 0 0 0 0,0 0 0 0 0,0 0-1 0 0,0 0 1 0 0,-1 0 0 0 0,1 0 0 0 0,-1 0 0 0 0,1 1 0 0 0,-1-1 0 0 0,0 1-1 0 0,0-1 1 0 0,0 1 0 0 0,0-1 0 0 0,0 1 0 0 0,-1-1 0 0 0,1 1 0 0 0,-1 0 0 0 0,0 0-1 0 0,1-1 1 0 0,-1 1 0 0 0,-1 0 0 0 0,1-1 0 0 0,0 1 0 0 0,-1 0 0 0 0,1-1-1 0 0,-2 5 1 0 0,-2 5 49 0 0,-1-1 0 0 0,0 1 0 0 0,0-1 0 0 0,-11 15 0 0 0,7-12-48 0 0,-42 69 170 0 0,22-38 189 0 0,-37 76 0 0 0,59-104-291 0 0,0 0 0 0 0,1 0 0 0 0,1 1-1 0 0,1 0 1 0 0,0 0 0 0 0,1 0 0 0 0,1 0 0 0 0,1 30 0 0 0,3-22-76 0 0,1-1 1 0 0,1 0 0 0 0,1 0 0 0 0,1 0-1 0 0,2-1 1 0 0,0 0 0 0 0,2 0-1 0 0,0-1 1 0 0,2 0 0 0 0,14 21 0 0 0,-12-23 5 0 0,0 2 38 0 0,20 22 0 0 0,-30-40-34 0 0,1 0-1 0 0,0 0 1 0 0,0 0 0 0 0,1 0-1 0 0,0-1 1 0 0,-1 0 0 0 0,1 0-1 0 0,13 6 1 0 0,-9-3 596 0 0,-22-5 187 0 0,-9 1-805 0 0,15 1-2 0 0,1 0 0 0 0,0 0 1 0 0,0 0-1 0 0,0 1 1 0 0,0 0-1 0 0,1-1 0 0 0,0 2 1 0 0,0-1-1 0 0,0 0 0 0 0,1 1 1 0 0,0 0-1 0 0,-4 10 1 0 0,-3 6-31 0 0,2 1 0 0 0,-7 28 1 0 0,8-23 25 0 0,2 1-1 0 0,0 0 1 0 0,2 0 0 0 0,2 1 0 0 0,0-1 0 0 0,5 39 0 0 0,-2-47 6 0 0,2 1 0 0 0,1-1 0 0 0,1 0 0 0 0,0 0 0 0 0,2 0 0 0 0,0-1 0 0 0,1 0 0 0 0,1-1 0 0 0,16 23 0 0 0,-10-20 21 0 0,0-1 0 0 0,1-1 1 0 0,2 0-1 0 0,0-1 0 0 0,1-1 0 0 0,1-1 0 0 0,0-1 1 0 0,1-1-1 0 0,46 24 0 0 0,-61-36 1 0 0,-1 0 0 0 0,1 0 0 0 0,0-1 0 0 0,0 0 0 0 0,0 0 0 0 0,0-1 0 0 0,1 0 0 0 0,-1 0 0 0 0,0-1-1 0 0,1 1 1 0 0,-1-2 0 0 0,10 0 0 0 0,-17 1-13 0 0,1-1 1 0 0,-1 1-1 0 0,0 0 0 0 0,1 0 0 0 0,-1 0 0 0 0,0 0 0 0 0,1 0 0 0 0,-1 0 0 0 0,0 0 0 0 0,1 0 0 0 0,-1 0 0 0 0,0 0 1 0 0,1 0-1 0 0,-1 0 0 0 0,0 1 0 0 0,0-1 0 0 0,1 0 0 0 0,-1 0 0 0 0,0 0 0 0 0,1 0 0 0 0,-1 0 0 0 0,0 1 0 0 0,0-1 1 0 0,1 0-1 0 0,-1 0 0 0 0,0 0 0 0 0,0 1 0 0 0,1-1 0 0 0,-1 0 0 0 0,0 1 0 0 0,0-1 0 0 0,0 0 0 0 0,4 14-19 0 0,-1-5 10 0 0,4 14 36 0 0,2 0 0 0 0,0-1 0 0 0,2 0 0 0 0,0-1 0 0 0,1 0 0 0 0,1 0 1 0 0,1-2-1 0 0,1 0 0 0 0,1 0 0 0 0,23 20 0 0 0,-15-20-32 0 0,2-1 0 0 0,1-1 0 0 0,0-1 0 0 0,1-1 0 0 0,0-2 0 0 0,1 0 0 0 0,1-3 0 0 0,0 0 0 0 0,44 8 1 0 0,-27-10-10 0 0,0-3 1 0 0,0-1 0 0 0,0-2-1 0 0,0-3 1 0 0,80-10 0 0 0,-87 4 45 0 0,-1-2 1 0 0,-1-2-1 0 0,0-1 1 0 0,0-2 0 0 0,-1-1-1 0 0,-1-2 1 0 0,-1-2-1 0 0,0-1 1 0 0,56-44 0 0 0,-75 50-36 0 0,0-1 0 0 0,-1-1 0 0 0,0-1 1 0 0,-1 0-1 0 0,-1 0 0 0 0,-1-2 0 0 0,-1 1 0 0 0,14-30 1 0 0,-25 53-13 0 0,0-1 1 0 0,0 1-1 0 0,1-1 1 0 0,-1 1-1 0 0,1-1 1 0 0,0 1-1 0 0,1-1 1 0 0,-1 1 0 0 0,1-1-1 0 0,2 6 1 0 0,3 1 33 0 0,-1-1 0 0 0,2 0 0 0 0,-1 0 0 0 0,1 0 0 0 0,1-1 0 0 0,0 0 1 0 0,0 0-1 0 0,1-1 0 0 0,17 11 0 0 0,-5-6 3 0 0,0 0 0 0 0,0-1-1 0 0,1-2 1 0 0,1 0 0 0 0,0-1 0 0 0,0-2 0 0 0,46 9-1 0 0,-25-9-62 0 0,1-2 0 0 0,0-2 0 0 0,66-4-1 0 0,-70-3 49 0 0,0-2 0 0 0,0-2 0 0 0,76-24 0 0 0,-93 24 14 0 0,25-7 26 0 0,0-3 1 0 0,-1-1 0 0 0,-2-3 0 0 0,0-2-1 0 0,-1-2 1 0 0,73-55 0 0 0,-36 17-41 0 0,-82 64-11 0 0,0-1 0 0 0,0 0-1 0 0,0 0 1 0 0,0 1 0 0 0,1-1 0 0 0,-1 0 0 0 0,0 1 0 0 0,0 0-1 0 0,0-1 1 0 0,1 1 0 0 0,-1-1 0 0 0,2 1 0 0 0,-1 0 7 0 0,-1 1 1 0 0,1-1 0 0 0,0 1 0 0 0,0-1-1 0 0,-1 1 1 0 0,1-1 0 0 0,0 1 0 0 0,-1 0 0 0 0,1 0-1 0 0,-1 0 1 0 0,1 0 0 0 0,-1 0 0 0 0,1 0-1 0 0,-1 1 1 0 0,0-1 0 0 0,0 0 0 0 0,0 1-1 0 0,1-1 1 0 0,-1 1 0 0 0,1 1 0 0 0,10 12-17 0 0,5 0 28 0 0,0 0 1 0 0,1-1-1 0 0,0-1 0 0 0,1 0 1 0 0,22 9-1 0 0,-5-3 10 0 0,0-2-1 0 0,2-2 0 0 0,0-1 1 0 0,0-3-1 0 0,49 10 0 0 0,-24-11-41 0 0,1-3-1 0 0,0-3 0 0 0,1-2 0 0 0,-1-4 0 0 0,0-2 0 0 0,0-3 1 0 0,123-30-1 0 0,-63-5-255 0 0,39-21-80 0 0,-135 49 352 0 0,-2 0 0 0 0,1-2 0 0 0,35-27 0 0 0,-49 32 0 0 0,0 0 1 0 0,0-1-1 0 0,13-17 1 0 0,-21 23 3 0 0,0-1-1 0 0,-1 1 1 0 0,0-1-1 0 0,0-1 1 0 0,-1 1 0 0 0,1 0-1 0 0,-2-1 1 0 0,4-13-1 0 0,-5 7 22 0 0,-1 8 59 0 0,4 17-33 0 0,1-1-46 0 0,0 0 0 0 0,1 0 0 0 0,0 0-1 0 0,1-1 1 0 0,0 1 0 0 0,0-2-1 0 0,1 1 1 0 0,0-1 0 0 0,0 0 0 0 0,19 13-1 0 0,-2-3 7 0 0,1-2-1 0 0,1 0 0 0 0,32 13 1 0 0,-28-16-8 0 0,-1-2 0 0 0,2-2-1 0 0,-1 0 1 0 0,1-2 0 0 0,0-2 0 0 0,1-1 0 0 0,-1-1 0 0 0,1-2 0 0 0,-1-1 0 0 0,1-1 0 0 0,53-10 0 0 0,-55 5-12 0 0,-1-1 1 0 0,0-2-1 0 0,-1-1 1 0 0,1-1-1 0 0,-2-2 1 0 0,0 0-1 0 0,0-2 0 0 0,-2-1 1 0 0,0-1-1 0 0,0-2 1 0 0,-2 0-1 0 0,27-28 1 0 0,-39 34-9 0 0,0 0 0 0 0,-1-1 1 0 0,17-29-1 0 0,-27 42 14 0 0,-1 1 0 0 0,0-1-1 0 0,0 0 1 0 0,0 1 0 0 0,1-1 0 0 0,-1 1-1 0 0,0-1 1 0 0,1 0 0 0 0,-1 1 0 0 0,0-1 0 0 0,1 1-1 0 0,-1-1 1 0 0,1 1 0 0 0,-1 0 0 0 0,1-1-1 0 0,-1 1 1 0 0,1-1 0 0 0,-1 1 0 0 0,1 0-1 0 0,-1-1 1 0 0,1 1 0 0 0,0 0 0 0 0,-1 0 0 0 0,1-1-1 0 0,0 1 1 0 0,5 9-25 0 0,-4-4 11 0 0,10 14 5 0 0,1 0 0 0 0,0 0 0 0 0,1-2 0 0 0,1 0 0 0 0,0 0 0 0 0,2-1 1 0 0,-1-1-1 0 0,2-1 0 0 0,21 14 0 0 0,-6-8 1 0 0,0 0 1 0 0,2-2-1 0 0,0-2 0 0 0,1-1 1 0 0,0-2-1 0 0,1-1 1 0 0,1-2-1 0 0,48 7 0 0 0,-50-13-9 0 0,0-1 0 0 0,1-1 0 0 0,-1-2 0 0 0,0-2-1 0 0,1-1 1 0 0,-1-2 0 0 0,-1-1 0 0 0,1-2 0 0 0,37-14 0 0 0,-29 6-39 0 0,-1-2 0 0 0,63-37 1 0 0,-84 42 20 0 0,-1-2 0 0 0,0 0 0 0 0,-1-1 0 0 0,-1-1 0 0 0,0-1 0 0 0,19-25 0 0 0,-26 28-3 0 0,0-2 0 0 0,10-20-1 0 0,-10 23-56 0 0,-6 17 72 0 0,-3-1 5 0 0,42 25-60 0 0,-15-9 47 0 0,1-2-1 0 0,36 15 1 0 0,-30-18 24 0 0,1-1 0 0 0,0-2-1 0 0,0-2 1 0 0,1-2 0 0 0,0-1 0 0 0,0-2 0 0 0,0-2 0 0 0,1-1-1 0 0,-1-3 1 0 0,63-10 0 0 0,-59 2-8 0 0,1-1 0 0 0,-2-3 0 0 0,0-1 0 0 0,-1-2 0 0 0,41-24 0 0 0,-24 6-60 0 0,-1-1 0 0 0,84-75-1 0 0,-140 111 73 0 0,1 0-1 0 0,-1-1 0 0 0,1 1 0 0 0,-1 0 1 0 0,1 0-1 0 0,0 0 0 0 0,0 0 1 0 0,-1 0-1 0 0,1 0 0 0 0,0 0 0 0 0,0 1 1 0 0,3-2-1 0 0,-1 2-6 0 0,1 1 1 0 0,-1-1 0 0 0,0 1-1 0 0,0-1 1 0 0,0 1-1 0 0,4 2 1 0 0,27 6-2 0 0,-1-2 0 0 0,1-1 0 0 0,1-2-1 0 0,-1-1 1 0 0,0-2 0 0 0,1-1 0 0 0,-1-2 0 0 0,0-2 0 0 0,1-1 0 0 0,-2-1 0 0 0,1-2 0 0 0,-1-2 0 0 0,0-1 0 0 0,39-18 0 0 0,-29 8 101 0 0,0-2 0 0 0,-2-1 1 0 0,-1-2-1 0 0,39-32 0 0 0,-67 46-65 0 0,-1-1 0 0 0,0 0 0 0 0,0-1 0 0 0,-1 0 0 0 0,-1 0 0 0 0,-1-2 0 0 0,0 1 0 0 0,-1-1 1 0 0,0 0-1 0 0,-1 0 0 0 0,-1-1 0 0 0,-1 0 0 0 0,5-26 0 0 0,-6 18-13 0 0,-1 0-1 0 0,-2 0 1 0 0,0 0 0 0 0,-1-1 0 0 0,-2 1 0 0 0,-1 0-1 0 0,0 0 1 0 0,-10-31 0 0 0,10 46-9 0 0,0 0-1 0 0,-1 0 1 0 0,0 1-1 0 0,0-1 1 0 0,-1 1 0 0 0,0 0-1 0 0,-1 0 1 0 0,0 1 0 0 0,0 0-1 0 0,-1 0 1 0 0,0 1-1 0 0,0-1 1 0 0,-1 1 0 0 0,0 1-1 0 0,0 0 1 0 0,-1 0-1 0 0,0 0 1 0 0,0 1 0 0 0,0 0-1 0 0,0 1 1 0 0,-1 0-1 0 0,0 1 1 0 0,-12-3 0 0 0,15 4-23 0 0,7 0-10 0 0,15-1-43 0 0,9-2 0 0 0,-20 3 67 0 0,1-1 0 0 0,-1 0 0 0 0,0 0 0 0 0,0 0 0 0 0,0 0 0 0 0,-1-1 1 0 0,1 1-1 0 0,-1-1 0 0 0,0 0 0 0 0,0 0 0 0 0,0 0 0 0 0,-1-1 0 0 0,1 1 1 0 0,-1-1-1 0 0,0 1 0 0 0,2-7 0 0 0,0-2-5 0 0,-1-1 0 0 0,0 1 1 0 0,-1 0-1 0 0,-1-1 0 0 0,1-14 0 0 0,-2 17 4 0 0,-1 0 1 0 0,0 0-1 0 0,-1 0 0 0 0,0 0 0 0 0,0 0 0 0 0,-1 1 1 0 0,-1-1-1 0 0,0 1 0 0 0,0-1 0 0 0,-1 1 0 0 0,-8-13 0 0 0,-4-1-24 0 0,-1 0-1 0 0,-1 1 1 0 0,-23-22-1 0 0,-13-5-34 0 0,-2 2-1 0 0,-2 2 0 0 0,-115-66 1 0 0,140 93 66 0 0,-1 2 1 0 0,0 1 0 0 0,-1 2 0 0 0,-1 2 0 0 0,0 1-1 0 0,-1 2 1 0 0,0 1 0 0 0,-61-4 0 0 0,21 7 19 0 0,0 4 0 0 0,-136 13 1 0 0,203-11-16 0 0,1 0 0 0 0,-1 1 1 0 0,1 0-1 0 0,-1 0 1 0 0,1 1-1 0 0,0 0 0 0 0,0 1 1 0 0,0 0-1 0 0,-10 7 1 0 0,22-14-6 0 0,1 1 0 0 0,-1-1 0 0 0,1 0 0 0 0,-1 1 0 0 0,0-1 1 0 0,0-1-1 0 0,0 1 0 0 0,0 0 0 0 0,-1 0 0 0 0,1-1 0 0 0,-1 1 0 0 0,0 0 0 0 0,0-1 1 0 0,0 1-1 0 0,0-1 0 0 0,-1 0 0 0 0,1-7 0 0 0,-1 3-6 0 0,0 0-1 0 0,0 0 1 0 0,0 0 0 0 0,-1 1-1 0 0,-1-1 1 0 0,1 0-1 0 0,-1 0 1 0 0,-4-9 0 0 0,3 11-7 0 0,0-1 1 0 0,0 1-1 0 0,-1 0 1 0 0,0 0-1 0 0,0 0 1 0 0,-9-9 0 0 0,0 2-36 0 0,0 1-1 0 0,-18-11 1 0 0,-6-2-88 0 0,-1 2-1 0 0,-1 1 0 0 0,-1 3 0 0 0,0 1 0 0 0,-81-24 1 0 0,71 31-5 0 0,-1 2 1 0 0,0 2 0 0 0,-79 0 0 0 0,81 6 90 0 0,-1 2 0 0 0,1 3 0 0 0,-91 18 0 0 0,103-13 119 0 0,1 2-1 0 0,-1 1 0 0 0,2 2 0 0 0,0 1 1 0 0,-47 29-1 0 0,45-15 186 0 0,26-20-100 0 0,13-12-96 0 0,0 1 0 0 0,0 0 1 0 0,-1-1-1 0 0,1 1 0 0 0,-1-1 0 0 0,0 0 0 0 0,0 0 0 0 0,0 1 1 0 0,0-1-1 0 0,1-5 0 0 0,4-35-50 0 0,-5 36-7 0 0,-1-1 0 0 0,-1 1 1 0 0,0 0-1 0 0,0 0 0 0 0,0 0 0 0 0,0 0 0 0 0,-1 0 1 0 0,-1 0-1 0 0,1 0 0 0 0,-1 1 0 0 0,0-1 1 0 0,-5-7-1 0 0,-5-6-26 0 0,-1 1 0 0 0,-21-23 1 0 0,30 37 21 0 0,-18-20-22 0 0,-2 2-1 0 0,0 1 1 0 0,-2 1 0 0 0,-50-31 0 0 0,55 39 36 0 0,-1 1 0 0 0,0 1 0 0 0,-1 1 0 0 0,0 1 0 0 0,-1 1 0 0 0,0 1 0 0 0,0 1 0 0 0,-32-3 0 0 0,46 8 0 0 0,-55-10 148 0 0,-96-2 0 0 0,123 13-35 0 0,1 2 0 0 0,-1 1 0 0 0,-68 15 0 0 0,55-5 139 0 0,-76 30 1 0 0,107-34-123 0 0,1 0 0 0 0,-1 2 1 0 0,2 0-1 0 0,0 1 0 0 0,0 1 1 0 0,-21 19-1 0 0,25-11 113 0 0,7-11 479 0 0,7-11-708 0 0,1 1 0 0 0,-1-1 0 0 0,1 0-1 0 0,0 1 1 0 0,-1-1 0 0 0,1 0 0 0 0,0 0 0 0 0,-1 1 0 0 0,1-1-1 0 0,0 0 1 0 0,0 0 0 0 0,0 1 0 0 0,0-1 0 0 0,0 0 0 0 0,0 0-1 0 0,0 1 1 0 0,0-1 0 0 0,0-1 0 0 0,0-4-3 0 0,-1 0-1 0 0,0 0 1 0 0,0 0-1 0 0,-1 0 1 0 0,1 0 0 0 0,-1 0-1 0 0,0 0 1 0 0,-1 1-1 0 0,1-1 1 0 0,-1 1 0 0 0,-1 0-1 0 0,1 0 1 0 0,-1 0-1 0 0,1 0 1 0 0,-1 1-1 0 0,-1-1 1 0 0,1 1 0 0 0,0 0-1 0 0,-1 0 1 0 0,0 1-1 0 0,-9-6 1 0 0,-7-3 3 0 0,0 2 0 0 0,-1 0 1 0 0,0 1-1 0 0,-1 1 0 0 0,-33-6 0 0 0,6 4-1 0 0,-83-5 0 0 0,49 12-5 0 0,1 4 0 0 0,-1 3 0 0 0,1 4 0 0 0,0 3 0 0 0,0 4 1 0 0,2 4-1 0 0,0 3 0 0 0,-146 62 0 0 0,203-73 49 0 0,-6 2 221 0 0,30-13-276 0 0,0 0 1 0 0,0 0-1 0 0,0 0 1 0 0,0 0-1 0 0,-1 0 1 0 0,1 0-1 0 0,0 0 1 0 0,0 0 0 0 0,0 0-1 0 0,0 0 1 0 0,0 0-1 0 0,-1 0 1 0 0,1 0-1 0 0,0 0 1 0 0,0 0-1 0 0,0 0 1 0 0,0 0-1 0 0,0 0 1 0 0,-1 0 0 0 0,1 0-1 0 0,0 0 1 0 0,0 0-1 0 0,0 0 1 0 0,0 0-1 0 0,0 0 1 0 0,0 0-1 0 0,-1 0 1 0 0,1-1-1 0 0,0 1 1 0 0,0 0-1 0 0,0 0 1 0 0,0 0 0 0 0,0 0-1 0 0,0 0 1 0 0,0 0-1 0 0,0 0 1 0 0,0 0-1 0 0,0-1 1 0 0,-1 1-1 0 0,1 0 1 0 0,0 0-1 0 0,0 0 1 0 0,0 0 0 0 0,0 0-1 0 0,0-1 1 0 0,0 1-1 0 0,0 0 1 0 0,0 0-1 0 0,0 0 1 0 0,0 0-1 0 0,0 0 1 0 0,0-1-1 0 0,0 1 1 0 0,-4-44 148 0 0,3 34-162 0 0,1 1 1 0 0,-1-1-1 0 0,-1 1 0 0 0,0 0 0 0 0,0 0 0 0 0,0 0 0 0 0,-1 0 0 0 0,-1 0 1 0 0,-5-10-1 0 0,6 13-11 0 0,-1 0 1 0 0,1 0 0 0 0,-1 0 0 0 0,0 1-1 0 0,-1 0 1 0 0,1-1 0 0 0,-1 2 0 0 0,0-1-1 0 0,-1 1 1 0 0,1-1 0 0 0,-1 1 0 0 0,1 1-1 0 0,-1-1 1 0 0,-13-4 0 0 0,-2-1-16 0 0,0 2 1 0 0,-1 0-1 0 0,0 2 1 0 0,-1 0-1 0 0,1 2 1 0 0,-45-2-1 0 0,33 5 42 0 0,1 2 0 0 0,-1 1 0 0 0,1 2-1 0 0,-37 11 1 0 0,0 5 48 0 0,1 4-1 0 0,1 3 1 0 0,-106 59 0 0 0,144-68-72 0 0,24-15 15 0 0,-1 1-1 0 0,1-1 0 0 0,-1 0 1 0 0,0-1-1 0 0,0 1 0 0 0,0-2 0 0 0,-11 4 1 0 0,17-6 5 0 0,-1 0 0 0 0,1 0 0 0 0,-1 0 0 0 0,1 0 0 0 0,-1 0 0 0 0,1 0 0 0 0,-1 0 0 0 0,1 0 0 0 0,-1-1 0 0 0,1 1 0 0 0,-1-1 0 0 0,1 1 0 0 0,-1-1 0 0 0,1 1 0 0 0,0-1 0 0 0,-1 0 0 0 0,1 0 0 0 0,0 0 0 0 0,0 0 0 0 0,-1 0 0 0 0,1 0 0 0 0,-1-1 1 0 0,-21-32 55 0 0,9 10-58 0 0,5 13-23 0 0,-1 1 0 0 0,1-1 0 0 0,-1 1 0 0 0,-1 1 1 0 0,0 0-1 0 0,0 1 0 0 0,-1 0 0 0 0,0 0 0 0 0,-1 2 1 0 0,-22-11-1 0 0,19 12-67 0 0,1 1 1 0 0,0 0-1 0 0,-1 1 1 0 0,0 1-1 0 0,0 0 1 0 0,1 1-1 0 0,-1 1 1 0 0,0 1-1 0 0,-26 3 1 0 0,10 2 132 0 0,0 1 1 0 0,1 2-1 0 0,-36 15 1 0 0,-90 46 185 0 0,45-18-119 0 0,53-26 14 0 0,0-3 0 0 0,-2-2 1 0 0,-88 18-1 0 0,146-38-135 0 0,0-1-1 0 0,0 1 1 0 0,-1-1-1 0 0,1 0 1 0 0,0 0 0 0 0,-1 0-1 0 0,1 0 1 0 0,0-1 0 0 0,-5 0-1 0 0,6 0 5 0 0,1 0 0 0 0,-1 0 0 0 0,1 0 0 0 0,-1 0 0 0 0,1 0 0 0 0,0 0 0 0 0,-1 0 0 0 0,1 0 0 0 0,0-1 0 0 0,0 1 0 0 0,0 0 0 0 0,0-1 0 0 0,0 1 0 0 0,0-1 0 0 0,0 1 0 0 0,1-1 0 0 0,-1 0 0 0 0,0 1 0 0 0,0-4 0 0 0,-22-89-142 0 0,19 72 135 0 0,-1 0 0 0 0,-1 0 0 0 0,0 0 0 0 0,-2 1 0 0 0,-1 0 0 0 0,-15-27 0 0 0,13 31 1 0 0,0 1-1 0 0,-1 0 1 0 0,0 1-1 0 0,-1 1 1 0 0,-1 0-1 0 0,-1 1 1 0 0,0 0-1 0 0,0 1 1 0 0,-1 1-1 0 0,-1 0 0 0 0,0 1 1 0 0,0 1-1 0 0,-1 1 1 0 0,0 0-1 0 0,0 1 1 0 0,-1 1-1 0 0,0 1 1 0 0,0 1-1 0 0,-29-3 1 0 0,16 5-32 0 0,-1 1 0 0 0,-58 7 0 0 0,81-4-8 0 0,0-1-1 0 0,0 1 0 0 0,0 1 1 0 0,0 0-1 0 0,0 0 1 0 0,0 1-1 0 0,1 1 1 0 0,-1-1-1 0 0,1 1 1 0 0,0 1-1 0 0,1 0 1 0 0,-14 12-1 0 0,21-17 17 0 0,-1 1 0 0 0,1-1 0 0 0,0 1 0 0 0,0 0 0 0 0,1-1 0 0 0,-1 1 0 0 0,0 0 0 0 0,1 0 0 0 0,-1-1 0 0 0,1 1 0 0 0,-1 0 0 0 0,1 0 0 0 0,0 0 0 0 0,0 0 0 0 0,0 0 0 0 0,0 0 0 0 0,0 3 0 0 0,1 3-49 0 0,-2-8 83 0 0,1 0-1 0 0,0 1 1 0 0,0-1 0 0 0,0 0-1 0 0,0 0 1 0 0,0 0-1 0 0,-1 0 1 0 0,1 1 0 0 0,0-1-1 0 0,0 0 1 0 0,0 0-1 0 0,0 0 1 0 0,-1 0-1 0 0,1 0 1 0 0,0 0 0 0 0,0 1-1 0 0,-1-1 1 0 0,1 0-1 0 0,0 0 1 0 0,0 0 0 0 0,0 0-1 0 0,-1 0 1 0 0,1 0-1 0 0,0 0 1 0 0,0 0-1 0 0,-1 0 1 0 0,1 0 0 0 0,0 0-1 0 0,0 0 1 0 0,-1 0-1 0 0,1 0 1 0 0,0 0 0 0 0,0-1-1 0 0,-1 1 1 0 0,-2 0 25 0 0,-54-1 67 0 0,27 0-75 0 0,-1 0 0 0 0,1 2 0 0 0,0 1 0 0 0,-1 2 1 0 0,1 1-1 0 0,-33 10 0 0 0,-6 12 19 0 0,-128 71 0 0 0,36-15 35 0 0,82-50-63 0 0,51-23-40 0 0,-1 2 1 0 0,2 1-1 0 0,0 1 0 0 0,0 1 0 0 0,-35 28 0 0 0,60-41-5 0 0,0 0 0 0 0,0 0 0 0 0,1 0 0 0 0,-1 1 0 0 0,1-1 0 0 0,-1 0 0 0 0,1 1 0 0 0,0-1 0 0 0,0 1 0 0 0,0-1 0 0 0,0 1 0 0 0,0 0 0 0 0,0-1 0 0 0,1 1 0 0 0,-1 3 0 0 0,-7 27-2285 0 0,5-26 1623 0 0,-8 20-4714 0 0,3 6-5270 0 0,4 5 1698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02.535"/>
    </inkml:context>
    <inkml:brush xml:id="br0">
      <inkml:brushProperty name="width" value="0.1" units="cm"/>
      <inkml:brushProperty name="height" value="0.1" units="cm"/>
      <inkml:brushProperty name="color" value="#66CC00"/>
    </inkml:brush>
  </inkml:definitions>
  <inkml:trace contextRef="#ctx0" brushRef="#br0">29 1983 4024 0 0,'0'-1'101'0'0,"-9"-16"811"0"0,-11-15 1175 0 0,55 53 70 0 0,-24-9-1641 0 0,1 0-1 0 0,-2 1 1 0 0,1 0 0 0 0,-2 0-1 0 0,0 1 1 0 0,-1 1 0 0 0,11 24-1 0 0,128 295 2455 0 0,-118-267-2680 0 0,31 74 223 0 0,22 74 169 0 0,21 44 450 0 0,-82-211-835 0 0,-18-38-196 0 0,1-1-1 0 0,0 1 1 0 0,1-1 0 0 0,-1 1 0 0 0,2-2 0 0 0,-1 1-1 0 0,1 0 1 0 0,1-1 0 0 0,0 0 0 0 0,15 14 0 0 0,-21-22-62 0 0,-1 1 0 0 0,1-1 0 0 0,0 1 0 0 0,0-1 1 0 0,0 0-1 0 0,0 1 0 0 0,0-1 0 0 0,0 0 0 0 0,0 1 1 0 0,0-1-1 0 0,0 0 0 0 0,0 0 0 0 0,0 0 0 0 0,0 0 1 0 0,0 0-1 0 0,0 0 0 0 0,0 0 0 0 0,0 0 0 0 0,0-1 0 0 0,0 1 1 0 0,0 0-1 0 0,0-1 0 0 0,-1 1 0 0 0,1 0 0 0 0,0-1 1 0 0,0 1-1 0 0,0-1 0 0 0,0 1 0 0 0,0-1 0 0 0,-1 0 1 0 0,1 1-1 0 0,0-1 0 0 0,0-1 0 0 0,4-3 89 0 0,0 0-1 0 0,-1-1 0 0 0,7-10 1 0 0,-7 9-14 0 0,69-120 647 0 0,-23 36-473 0 0,58-85 200 0 0,40-45 58 0 0,218-249 198 0 0,-128 228-604 0 0,-32 59-76 0 0,386-263 0 0 0,478-150-146 0 0,7 115-1177 0 0,-638 298-414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0.292"/>
    </inkml:context>
    <inkml:brush xml:id="br0">
      <inkml:brushProperty name="width" value="0.1" units="cm"/>
      <inkml:brushProperty name="height" value="0.1" units="cm"/>
      <inkml:brushProperty name="color" value="#66CC00"/>
    </inkml:brush>
  </inkml:definitions>
  <inkml:trace contextRef="#ctx0" brushRef="#br0">229 331 968 0 0,'-5'0'78'0'0,"0"0"0"0"0,0 0 0 0 0,0 0 0 0 0,1 1 0 0 0,-1 0 0 0 0,0 0 0 0 0,-4 1 0 0 0,7 0-83 0 0,0-1 0 0 0,0 0 0 0 0,0 0 0 0 0,0 1 0 0 0,0-1 0 0 0,0 1 0 0 0,1 0 0 0 0,-1-1 0 0 0,1 1 0 0 0,-1 0 0 0 0,1 0 0 0 0,0 0 0 0 0,-1 0 0 0 0,1 0 0 0 0,0 0 1 0 0,0 1-1 0 0,0 2 0 0 0,-6 15 117 0 0,2 0 1 0 0,0 0 0 0 0,2 0 0 0 0,0 0-1 0 0,0 27 1 0 0,3-16 387 0 0,1-1 1 0 0,2 1-1 0 0,6 31 0 0 0,1-15 152 0 0,34 204 1180 0 0,23 138-7 0 0,-37-233-1470 0 0,-17-87-236 0 0,98 464 520 0 0,-54-316-22 0 0,11 52 338 0 0,-17-59-372 0 0,-32-131-22 0 0,-19-79-542 0 0,0-1 1 0 0,0 1-1 0 0,0 0 0 0 0,0 0 0 0 0,0 0 1 0 0,0 0-1 0 0,0 0 0 0 0,0 0 1 0 0,1 0-1 0 0,-1 0 0 0 0,0 0 0 0 0,0 0 1 0 0,0 0-1 0 0,0 0 0 0 0,0 0 0 0 0,0-1 1 0 0,0 1-1 0 0,0 0 0 0 0,0 0 1 0 0,1 0-1 0 0,-1 0 0 0 0,0 0 0 0 0,0 0 1 0 0,0 0-1 0 0,0 0 0 0 0,0 0 1 0 0,0 0-1 0 0,0 0 0 0 0,1 0 0 0 0,-1 0 1 0 0,0 0-1 0 0,0 0 0 0 0,0 1 1 0 0,0-1-1 0 0,0-11 169 0 0,-1 1 1 0 0,0-1-1 0 0,-1 1 1 0 0,0 0-1 0 0,0 0 1 0 0,-1 0-1 0 0,-1 0 1 0 0,-5-11-1 0 0,-2-10-122 0 0,-115-284-387 0 0,-20-55-391 0 0,-2-184 1205 0 0,119 398-124 0 0,7-1-1 0 0,6-1 1 0 0,8-247 0 0 0,9 349-355 0 0,17-109 1 0 0,-14 145-60 0 0,1-1-1 0 0,1 1 1 0 0,0 0-1 0 0,2 1 1 0 0,1 0-1 0 0,0 0 1 0 0,1 1-1 0 0,15-21 1 0 0,-13 22-31 0 0,1 0-1 0 0,1 2 1 0 0,0-1 0 0 0,1 2 0 0 0,1 0 0 0 0,0 1 0 0 0,0 1 0 0 0,2 0 0 0 0,-1 1 0 0 0,1 1-1 0 0,21-9 1 0 0,-8 7-13 0 0,1 2 1 0 0,0 1-1 0 0,0 1 0 0 0,0 2 0 0 0,1 1 0 0 0,45 0 0 0 0,-63 4 61 0 0,1 2 0 0 0,-1 0 0 0 0,17 4 0 0 0,-24-3 21 0 0,0 0-1 0 0,0 1 1 0 0,-1 0-1 0 0,1 0 1 0 0,-1 1 0 0 0,0 0-1 0 0,0 0 1 0 0,9 7-1 0 0,5 8 72 0 0,-1 0-1 0 0,0 1 1 0 0,-2 1-1 0 0,0 1 1 0 0,-1 1-1 0 0,-2 0 0 0 0,0 1 1 0 0,17 37-1 0 0,-15-21-3 0 0,-1 0-1 0 0,-2 0 0 0 0,-2 2 1 0 0,14 79-1 0 0,-23-98-43 0 0,-1 0 0 0 0,0 1-1 0 0,-2-1 1 0 0,-1 0 0 0 0,-1 1 0 0 0,0-1 0 0 0,-9 33 0 0 0,7-42-13 0 0,-1-1 0 0 0,0 0 0 0 0,-1 0 0 0 0,-1 0 0 0 0,0 0 0 0 0,0-1 1 0 0,-1 0-1 0 0,-1-1 0 0 0,0 0 0 0 0,-1 0 0 0 0,0-1 0 0 0,0 0 1 0 0,-15 11-1 0 0,8-9 18 0 0,-1-1 0 0 0,0-1 1 0 0,0 0-1 0 0,-1-1 0 0 0,0-1 1 0 0,-26 7-1 0 0,15-7 4 0 0,0-2 0 0 0,0-1 1 0 0,-53 3-1 0 0,25-9 48 0 0,0-2 0 0 0,1-2 0 0 0,-1-3-1 0 0,-59-17 1 0 0,84 16-44 0 0,1-1-1 0 0,0-1 0 0 0,-49-26 1 0 0,73 33-87 0 0,0 0 0 0 0,1 0 1 0 0,0 0-1 0 0,0-1 0 0 0,0 0 1 0 0,0-1-1 0 0,1 1 0 0 0,0-1 1 0 0,0 0-1 0 0,0-1 0 0 0,-7-11 1 0 0,12 17-202 0 0,0 0 0 0 0,0 0 0 0 0,0 0 0 0 0,1 0 0 0 0,-1 0 1 0 0,0 0-1 0 0,1 0 0 0 0,-1 0 0 0 0,0 0 0 0 0,1-1 0 0 0,0 1 1 0 0,-1 0-1 0 0,1 0 0 0 0,0 0 0 0 0,-1-1 0 0 0,1 1 1 0 0,0 0-1 0 0,0-1 0 0 0,0 1 0 0 0,0 0 0 0 0,0 0 0 0 0,0-1 1 0 0,1 1-1 0 0,-1 0 0 0 0,0 0 0 0 0,1-1 0 0 0,-1 1 1 0 0,2-2-1 0 0,-1 1-156 0 0,1 1 0 0 0,0 0 1 0 0,-1 0-1 0 0,1 0 1 0 0,0 0-1 0 0,0 0 0 0 0,0 0 1 0 0,0 0-1 0 0,0 0 0 0 0,0 1 1 0 0,0-1-1 0 0,0 1 0 0 0,0-1 1 0 0,4 1-1 0 0,13-1-521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1.949"/>
    </inkml:context>
    <inkml:brush xml:id="br0">
      <inkml:brushProperty name="width" value="0.1" units="cm"/>
      <inkml:brushProperty name="height" value="0.1" units="cm"/>
      <inkml:brushProperty name="color" value="#66CC00"/>
    </inkml:brush>
  </inkml:definitions>
  <inkml:trace contextRef="#ctx0" brushRef="#br0">819 479 136 0 0,'0'-11'214'0'0,"-1"0"0"0"0,0 1-1 0 0,-1-1 1 0 0,0 1 0 0 0,0 0 0 0 0,-1 0 0 0 0,-1-1 0 0 0,0 2-1 0 0,0-1 1 0 0,-1 0 0 0 0,0 1 0 0 0,0 0 0 0 0,-1 0 0 0 0,-1 1-1 0 0,1-1 1 0 0,-1 1 0 0 0,-10-8 0 0 0,6 6-29 0 0,-1 1 1 0 0,0 0-1 0 0,0 1 0 0 0,-1 1 1 0 0,0 0-1 0 0,0 0 0 0 0,-1 2 1 0 0,1-1-1 0 0,-1 2 0 0 0,-1 0 1 0 0,-27-4-1 0 0,19 5-92 0 0,-34 1 1 0 0,39 2-72 0 0,0 2 0 0 0,-1 0 1 0 0,-22 6-1 0 0,17 0 12 0 0,-1 0 0 0 0,1 2 0 0 0,1 1 0 0 0,0 1 0 0 0,0 2 0 0 0,1 0 0 0 0,1 0 0 0 0,0 2 0 0 0,-36 37 0 0 0,45-40 2 0 0,0 2-1 0 0,1 0 1 0 0,1 0 0 0 0,0 1 0 0 0,1 0-1 0 0,0 0 1 0 0,2 1 0 0 0,0 1-1 0 0,1-1 1 0 0,0 1 0 0 0,2 0 0 0 0,0 0-1 0 0,1 0 1 0 0,1 1 0 0 0,1-1 0 0 0,0 1-1 0 0,1-1 1 0 0,5 32 0 0 0,2-16-20 0 0,3 1 0 0 0,0-2 1 0 0,2 1-1 0 0,2-2 0 0 0,1 0 1 0 0,1 0-1 0 0,36 51 0 0 0,-39-67-22 0 0,0 1-1 0 0,1-2 1 0 0,0 1-1 0 0,22 16 0 0 0,-26-25 22 0 0,-1 0-1 0 0,1-1 0 0 0,0 0 0 0 0,1 0 1 0 0,0-1-1 0 0,-1-1 0 0 0,1 0 0 0 0,1 0 0 0 0,15 2 1 0 0,-15-4 15 0 0,0 0 1 0 0,0-1-1 0 0,1-1 1 0 0,-1 0-1 0 0,0-1 1 0 0,0 0-1 0 0,0-1 1 0 0,0 0-1 0 0,20-7 1 0 0,-18 3 13 0 0,1 0 1 0 0,-1-1 0 0 0,-1 0 0 0 0,1-2 0 0 0,-1 1 0 0 0,-1-1 0 0 0,16-15 0 0 0,-3 0 41 0 0,-2 0 0 0 0,-1-2 0 0 0,0 0 0 0 0,-2-1 0 0 0,17-32 1 0 0,-21 30 15 0 0,-1-1 0 0 0,-1-1 1 0 0,-2 0-1 0 0,-1-1 0 0 0,-1 0 1 0 0,-2-1-1 0 0,-1 0 1 0 0,4-58-1 0 0,-11 79-23 0 0,1 1 0 0 0,-2-1 0 0 0,0 1 0 0 0,0 0 0 0 0,-1 0 0 0 0,-4-14 0 0 0,4 20-20 0 0,0-1-1 0 0,0 0 0 0 0,-1 1 1 0 0,1-1-1 0 0,-2 1 1 0 0,1 0-1 0 0,0 0 0 0 0,-1 0 1 0 0,0 1-1 0 0,0-1 0 0 0,-1 1 1 0 0,1 0-1 0 0,-6-4 1 0 0,9 7-59 0 0,-1 0 1 0 0,1 0 0 0 0,-1 0-1 0 0,1 0 1 0 0,-1 0 0 0 0,1 0-1 0 0,-1 1 1 0 0,0-1 0 0 0,1 1-1 0 0,-1-1 1 0 0,0 1 0 0 0,0 0 0 0 0,0-1-1 0 0,1 1 1 0 0,-1 0 0 0 0,0 0-1 0 0,0 0 1 0 0,0 0 0 0 0,1 1-1 0 0,-1-1 1 0 0,0 0 0 0 0,0 1-1 0 0,-3 1 1 0 0,3-1-12 0 0,0 1 1 0 0,0 0-1 0 0,-1-1 1 0 0,1 1-1 0 0,0 0 0 0 0,0 0 1 0 0,1 0-1 0 0,-1 1 1 0 0,0-1-1 0 0,1 0 0 0 0,-1 1 1 0 0,1-1-1 0 0,0 1 1 0 0,0-1-1 0 0,0 1 0 0 0,-1 2 1 0 0,-6 30-9 0 0,1-1 1 0 0,1 1 0 0 0,3 0 0 0 0,0 1 0 0 0,6 69-1 0 0,-1-85-2 0 0,1 1 0 0 0,0-1 0 0 0,2 0 0 0 0,1 0 0 0 0,0 0 0 0 0,1 0 0 0 0,2-1 0 0 0,0-1 1 0 0,0 1-1 0 0,20 25 0 0 0,-18-29-7 0 0,1 0 0 0 0,0-1 0 0 0,1-1 0 0 0,0 0 0 0 0,1-1 0 0 0,1 0 0 0 0,0-1 0 0 0,0-1 0 0 0,1-1 0 0 0,0 0 0 0 0,1-1 0 0 0,19 7 0 0 0,-13-7-9 0 0,0-2 1 0 0,0-1 0 0 0,1 0-1 0 0,-1-2 1 0 0,1-1 0 0 0,0 0-1 0 0,0-2 1 0 0,0-1 0 0 0,0-1-1 0 0,0-1 1 0 0,45-12 0 0 0,36-26-1 0 0,-92 35 24 0 0,23-9-5 0 0,-2-3 0 0 0,-1 0 0 0 0,0-2 0 0 0,-1-2 0 0 0,36-31 0 0 0,-36 27 107 0 0,-1-2-1 0 0,-1-2 0 0 0,-2-1 1 0 0,-1 0-1 0 0,-1-3 0 0 0,-2 0 1 0 0,34-63-1 0 0,-48 73-24 0 0,-2 0 1 0 0,-1 0-1 0 0,0-1 1 0 0,-2 0-1 0 0,-1-1 0 0 0,1-40 1 0 0,-4 57-32 0 0,0 0 0 0 0,-1 0-1 0 0,0 0 1 0 0,-1 0 0 0 0,0 0 0 0 0,0 1 0 0 0,-1-1 0 0 0,0 0 0 0 0,-1 1 0 0 0,0-1 0 0 0,0 1 0 0 0,0 0 0 0 0,-1 0 0 0 0,-1 0 0 0 0,1 0 0 0 0,-9-9 0 0 0,7 11-29 0 0,0 0-1 0 0,-1 1 1 0 0,0 0 0 0 0,0 0 0 0 0,0 1 0 0 0,0 0 0 0 0,-1 0-1 0 0,1 1 1 0 0,-1 0 0 0 0,0 0 0 0 0,0 1 0 0 0,0 0 0 0 0,0 0-1 0 0,-1 1 1 0 0,1 0 0 0 0,-17 0 0 0 0,13 1-33 0 0,0 1 0 0 0,0 0 0 0 0,0 1-1 0 0,0 0 1 0 0,0 0 0 0 0,1 2 0 0 0,-1-1 0 0 0,-17 9 0 0 0,3 2-29 0 0,-46 31 1 0 0,63-39 57 0 0,-19 14 42 0 0,1 1 1 0 0,1 2 0 0 0,1 1-1 0 0,1 1 1 0 0,1 1 0 0 0,-34 50-1 0 0,53-71-40 0 0,-11 16-15 0 0,1 1 0 0 0,1 1 1 0 0,1 0-1 0 0,1 1 1 0 0,1 0-1 0 0,2 0 1 0 0,0 1-1 0 0,-6 34 0 0 0,11-47-18 0 0,1 0 0 0 0,1 0 0 0 0,0 1 0 0 0,0-1 0 0 0,2 17 0 0 0,0-22 13 0 0,0 0 0 0 0,0-1 0 0 0,1 1 0 0 0,0 0 1 0 0,0-1-1 0 0,0 1 0 0 0,1-1 0 0 0,6 10 0 0 0,-4-9 0 0 0,0-1-1 0 0,0 1 0 0 0,1-1 0 0 0,0-1 1 0 0,1 1-1 0 0,-1-1 0 0 0,1 0 0 0 0,0-1 1 0 0,0 1-1 0 0,0-1 0 0 0,1-1 1 0 0,0 1-1 0 0,-1-1 0 0 0,1-1 0 0 0,0 1 1 0 0,11 1-1 0 0,-7-1 15 0 0,-1-1 1 0 0,1 0-1 0 0,0 0 1 0 0,0-1-1 0 0,0-1 0 0 0,0 0 1 0 0,0-1-1 0 0,0 0 1 0 0,-1 0-1 0 0,1-2 1 0 0,0 1-1 0 0,11-5 0 0 0,0-5 49 0 0,-1 0 0 0 0,-1-2 0 0 0,0 0 0 0 0,-1-2 0 0 0,36-35 0 0 0,-41 37-13 0 0,-2-1 0 0 0,0-1 1 0 0,0 0-1 0 0,-2-1 1 0 0,0 0-1 0 0,-1 0 0 0 0,-1-2 1 0 0,0 1-1 0 0,-2-1 1 0 0,0 0-1 0 0,-1 0 0 0 0,-1-1 1 0 0,0 0-1 0 0,-2 0 1 0 0,0 0-1 0 0,-2 0 0 0 0,0-1 1 0 0,-1 1-1 0 0,-5-33 1 0 0,-3 16-31 0 0,8 36-7 0 0,0 0 0 0 0,-1 0 0 0 0,1 0-1 0 0,-1-1 1 0 0,1 1 0 0 0,-1 0 0 0 0,1 0 0 0 0,-1 0 0 0 0,1 0-1 0 0,-1 0 1 0 0,0 0 0 0 0,0 0 0 0 0,1 0 0 0 0,-1 0 0 0 0,0 0-1 0 0,0 1 1 0 0,0-1 0 0 0,0 0 0 0 0,0 0 0 0 0,0 1 0 0 0,0-1-1 0 0,0 1 1 0 0,-1-1 0 0 0,0 0 0 0 0,1 1-5 0 0,1 1 1 0 0,-1-1-1 0 0,1 0 0 0 0,-1 0 1 0 0,1 1-1 0 0,0-1 0 0 0,-1 0 0 0 0,1 0 1 0 0,0 1-1 0 0,-1-1 0 0 0,1 0 1 0 0,0 1-1 0 0,-1-1 0 0 0,1 1 1 0 0,0-1-1 0 0,0 0 0 0 0,-1 1 1 0 0,1-1-1 0 0,0 1 0 0 0,0-1 0 0 0,0 1 1 0 0,0-1-1 0 0,0 0 0 0 0,-1 1 1 0 0,1 0-1 0 0,-3 11-10 0 0,0 0 0 0 0,1 0 1 0 0,0 0-1 0 0,1 1 0 0 0,0 22 0 0 0,10 67 35 0 0,-5-68-35 0 0,17 129-38 0 0,10 107-73 0 0,-18-85 55 0 0,-15 226 1 0 0,-2-365 40 0 0,-2 0 0 0 0,-2 0 0 0 0,-1-1 0 0 0,-3-1 0 0 0,-2 0 0 0 0,-28 62 0 0 0,27-75 26 0 0,-1-1 0 0 0,-1-1 0 0 0,-2 0 0 0 0,-1-1 0 0 0,-2-1 0 0 0,0-1 0 0 0,-1-1 0 0 0,-2-1 0 0 0,-29 21 0 0 0,34-30 56 0 0,-2-1-1 0 0,0-1 0 0 0,-1-1 0 0 0,0-1 0 0 0,0-1 0 0 0,-1-1 1 0 0,-1-1-1 0 0,1-2 0 0 0,-1 0 0 0 0,-34 3 0 0 0,45-7-1 0 0,0-1-1 0 0,-1 0 1 0 0,1-1-1 0 0,0-1 0 0 0,-1 0 1 0 0,1-1-1 0 0,0 0 1 0 0,0-1-1 0 0,-27-10 0 0 0,33 9-29 0 0,-1 0-1 0 0,1-1 0 0 0,0 0 1 0 0,0 0-1 0 0,0-1 0 0 0,1 0 1 0 0,0 0-1 0 0,0-1 0 0 0,1 0 1 0 0,0 0-1 0 0,0 0 0 0 0,0-1 1 0 0,1 0-1 0 0,0 0 0 0 0,-7-18 1 0 0,5 9-34 0 0,1 0 1 0 0,0-1 0 0 0,2 0-1 0 0,0 0 1 0 0,1 0-1 0 0,0 0 1 0 0,2-1 0 0 0,0-19-1 0 0,3 14-27 0 0,0 0-1 0 0,2 0 1 0 0,0 0-1 0 0,2 1 0 0 0,13-36 1 0 0,-1 17-28 0 0,2 0 1 0 0,1 1-1 0 0,3 1 0 0 0,1 2 1 0 0,2 0-1 0 0,33-35 1 0 0,-4 13-9 0 0,2 3 0 0 0,3 2 0 0 0,2 2 0 0 0,76-46 1 0 0,292-157 374 0 0,-426 253-281 0 0,118-65 142 0 0,213-122 266 0 0,-121 55-178 0 0,-184 115-178 0 0,0 0 0 0 0,1 3 0 0 0,1 0 1 0 0,1 2-1 0 0,58-17 0 0 0,-86 30 9 0 0,-1 0-1 0 0,0 0 1 0 0,0 0 0 0 0,1 0 0 0 0,-2-1-1 0 0,1 0 1 0 0,0 0 0 0 0,-1 0 0 0 0,1-1-1 0 0,-1 1 1 0 0,5-7 0 0 0,9-6 381 0 0,-15 14-464 0 0,0 1 1 0 0,0-1 0 0 0,0 1-1 0 0,0 0 1 0 0,0 1-1 0 0,1-1 1 0 0,-1 0 0 0 0,0 1-1 0 0,0 0 1 0 0,1 0 0 0 0,-1 0-1 0 0,0 0 1 0 0,0 0-1 0 0,1 0 1 0 0,-1 1 0 0 0,0 0-1 0 0,4 1 1 0 0,10 1 8 0 0,10-1 57 0 0,-1 0 0 0 0,0-2 0 0 0,1-1 0 0 0,-1-1 0 0 0,1-1 0 0 0,44-11 0 0 0,-50 8-18 0 0,-1-1 0 0 0,0 0-1 0 0,-1-2 1 0 0,1 0-1 0 0,-2-1 1 0 0,1-1 0 0 0,-2-1-1 0 0,1 0 1 0 0,16-17-1 0 0,-13 9 60 0 0,-1 0 0 0 0,31-43 1 0 0,-44 53-57 0 0,0 0 0 0 0,-1-1 1 0 0,-1 1-1 0 0,1-1 0 0 0,-2 0 1 0 0,0 0-1 0 0,0-1 1 0 0,-1 1-1 0 0,3-21 0 0 0,-5 28-26 0 0,-1-1-1 0 0,0 1 0 0 0,0-1 1 0 0,-1 1-1 0 0,1-1 0 0 0,-1 1 0 0 0,0 0 1 0 0,0-1-1 0 0,0 1 0 0 0,-1 0 1 0 0,1 0-1 0 0,-1 0 0 0 0,0 0 0 0 0,-5-6 1 0 0,3 5-22 0 0,0 0 0 0 0,0 0 0 0 0,-1 0 0 0 0,0 1 0 0 0,0 0 0 0 0,0 0 0 0 0,0 0 1 0 0,-1 1-1 0 0,-7-4 0 0 0,-4 0-53 0 0,0 1 0 0 0,-1 0 1 0 0,0 1-1 0 0,-1 1 0 0 0,1 0 1 0 0,-26 0-1 0 0,22 3 10 0 0,-1 1-1 0 0,0 1 0 0 0,0 2 1 0 0,0 0-1 0 0,0 1 0 0 0,1 1 1 0 0,0 1-1 0 0,0 2 0 0 0,0 0 1 0 0,1 1-1 0 0,-27 15 1 0 0,18-6 21 0 0,0 2 1 0 0,0 1 0 0 0,2 1 0 0 0,1 1 0 0 0,1 1 0 0 0,-36 44-1 0 0,48-50 55 0 0,1 1 0 0 0,1 1 0 0 0,1 0-1 0 0,0 1 1 0 0,2 0 0 0 0,0 0 0 0 0,2 1 0 0 0,0 0-1 0 0,1 1 1 0 0,2-1 0 0 0,-3 27 0 0 0,5-33 10 0 0,0 0 1 0 0,2 0 0 0 0,0 0 0 0 0,1 0 0 0 0,0 0-1 0 0,1 0 1 0 0,1 0 0 0 0,6 20 0 0 0,-1-14 32 0 0,1-1 1 0 0,1 0-1 0 0,1 0 0 0 0,14 21 1 0 0,-9-18 28 0 0,1 0 0 0 0,1-1 0 0 0,2-1 0 0 0,0-1 0 0 0,1 0-1 0 0,1-2 1 0 0,0-1 0 0 0,41 26 0 0 0,-31-26-40 0 0,1-2 0 0 0,0 0-1 0 0,2-3 1 0 0,0 0 0 0 0,0-3 0 0 0,57 11-1 0 0,67 1 191 0 0,-128-20-212 0 0,-1-1 0 0 0,0-2-1 0 0,54-7 1 0 0,-55 2-368 0 0,-1-2-1 0 0,0 0 1 0 0,0-2-1 0 0,30-15 1 0 0,-26 8-2047 0 0,42-27 0 0 0,37-45-7038 0 0,-110 89 9351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2.995"/>
    </inkml:context>
    <inkml:brush xml:id="br0">
      <inkml:brushProperty name="width" value="0.1" units="cm"/>
      <inkml:brushProperty name="height" value="0.1" units="cm"/>
      <inkml:brushProperty name="color" value="#66CC00"/>
    </inkml:brush>
  </inkml:definitions>
  <inkml:trace contextRef="#ctx0" brushRef="#br0">14 1229 1576 0 0,'-3'8'110'0'0,"0"0"0"0"0,1 1 0 0 0,0-1 0 0 0,1 0 0 0 0,0 1 0 0 0,0-1 0 0 0,0 0 0 0 0,1 1 0 0 0,1 8 0 0 0,0-13-110 0 0,-1 1 1 0 0,1-1-1 0 0,0 0 1 0 0,0 0-1 0 0,3 7 1 0 0,-4-11 11 0 0,1 1 1 0 0,-1 0-1 0 0,0-1 0 0 0,0 1 1 0 0,1-1-1 0 0,-1 1 1 0 0,0-1-1 0 0,1 0 1 0 0,-1 1-1 0 0,1-1 1 0 0,-1 1-1 0 0,1-1 1 0 0,-1 0-1 0 0,1 1 1 0 0,-1-1-1 0 0,1 0 0 0 0,-1 1 1 0 0,1-1-1 0 0,-1 0 1 0 0,1 0-1 0 0,0 0 1 0 0,-1 0-1 0 0,1 1 1 0 0,-1-1-1 0 0,1 0 1 0 0,0 0-1 0 0,-1 0 1 0 0,1 0-1 0 0,-1 0 1 0 0,1 0-1 0 0,0-1 0 0 0,-1 1 1 0 0,1 0-1 0 0,-1 0 1 0 0,1 0-1 0 0,-1 0 1 0 0,1-1-1 0 0,-1 1 1 0 0,1 0-1 0 0,-1-1 1 0 0,1 1-1 0 0,-1 0 1 0 0,1-1-1 0 0,-1 1 0 0 0,1 0 1 0 0,-1-1-1 0 0,1 1 1 0 0,-1-1-1 0 0,0 1 1 0 0,1-1-1 0 0,-1 0 1 0 0,9-9 198 0 0,0-1 1 0 0,-1 1-1 0 0,0-2 1 0 0,-1 1 0 0 0,0-1-1 0 0,-1 0 1 0 0,-1 0-1 0 0,0-1 1 0 0,7-23-1 0 0,1-19 535 0 0,6-60 0 0 0,-16 98-608 0 0,3-28 199 0 0,5-30 225 0 0,23-87 0 0 0,21 9-159 0 0,-24 81-204 0 0,69-119 0 0 0,-78 155-189 0 0,2 2-1 0 0,1 0 1 0 0,2 2-1 0 0,49-48 1 0 0,-59 66-22 0 0,1 1-1 0 0,-1 0 1 0 0,2 1-1 0 0,0 1 1 0 0,0 0-1 0 0,41-14 1 0 0,-52 22 2 0 0,-1 0 1 0 0,1 1 0 0 0,0 0 0 0 0,-1 1 0 0 0,1-1 0 0 0,0 1 0 0 0,0 1 0 0 0,0-1 0 0 0,0 2 0 0 0,0-1 0 0 0,0 1 0 0 0,-1 0-1 0 0,1 0 1 0 0,0 1 0 0 0,0 0 0 0 0,-1 1 0 0 0,1 0 0 0 0,-1 0 0 0 0,0 0 0 0 0,0 1 0 0 0,0 0 0 0 0,0 0 0 0 0,-1 1 0 0 0,0 0 0 0 0,0 0-1 0 0,10 11 1 0 0,-2 1 29 0 0,-2 0 0 0 0,0 1-1 0 0,-1 0 1 0 0,0 1 0 0 0,-2 0-1 0 0,0 0 1 0 0,-2 1 0 0 0,10 35-1 0 0,11 72 407 0 0,14 164-1 0 0,-38-263-344 0 0,16 260 976 0 0,-20-105 335 0 0,0-177-1170 0 0,0-1 0 0 0,-1 1-1 0 0,1-1 1 0 0,-1 1-1 0 0,-1-1 1 0 0,1 0-1 0 0,-1 1 1 0 0,-3 6 0 0 0,5-11-170 0 0,-1-1 1 0 0,1 1 0 0 0,-1 0 0 0 0,0 0 0 0 0,1 0 0 0 0,-1 0-1 0 0,0-1 1 0 0,1 1 0 0 0,-1 0 0 0 0,0-1 0 0 0,0 1-1 0 0,1 0 1 0 0,-1-1 0 0 0,0 1 0 0 0,0-1 0 0 0,0 0 0 0 0,0 1-1 0 0,0-1 1 0 0,0 0 0 0 0,0 1 0 0 0,0-1 0 0 0,0 0 0 0 0,0 0-1 0 0,0 0 1 0 0,0 0 0 0 0,0 0 0 0 0,0 0 0 0 0,0 0 0 0 0,0 0-1 0 0,0 0 1 0 0,0 0 0 0 0,0-1 0 0 0,0 1 0 0 0,0 0-1 0 0,0-1 1 0 0,0 1 0 0 0,1-1 0 0 0,-1 1 0 0 0,0-1 0 0 0,0 1-1 0 0,0-1 1 0 0,0 1 0 0 0,1-1 0 0 0,-1 0 0 0 0,0 0 0 0 0,0-1-1 0 0,-3-1-4 0 0,1-1 1 0 0,-1 0-1 0 0,1 0 0 0 0,0-1 0 0 0,1 1 0 0 0,-1 0 0 0 0,1-1 0 0 0,0 0 1 0 0,0 1-1 0 0,-2-10 0 0 0,-1-5 34 0 0,-4-34 1 0 0,7 22-78 0 0,1 0 1 0 0,2-1-1 0 0,1 1 0 0 0,1 0 1 0 0,2 0-1 0 0,1 0 0 0 0,1 1 1 0 0,2-1-1 0 0,1 2 0 0 0,19-42 1 0 0,19-23 10 0 0,103-154 0 0 0,-136 225-8 0 0,17-25-40 0 0,0-4-28 0 0,3 2 0 0 0,76-87 0 0 0,-105 131 28 0 0,1 0 0 0 0,-1 0 0 0 0,1 1-1 0 0,1 0 1 0 0,-1 0 0 0 0,0 0 0 0 0,1 1 0 0 0,9-3 0 0 0,-12 5 12 0 0,0 1-1 0 0,1 0 1 0 0,-1 0-1 0 0,0 0 1 0 0,0 1-1 0 0,1-1 1 0 0,-1 1-1 0 0,1 1 1 0 0,-1-1-1 0 0,0 1 1 0 0,0 0 0 0 0,1 0-1 0 0,-1 0 1 0 0,0 1-1 0 0,5 2 1 0 0,0 1 4 0 0,-2-1-1 0 0,1 2 1 0 0,0-1 0 0 0,-1 1 0 0 0,0 1 0 0 0,0 0 0 0 0,-1 0 0 0 0,0 0 0 0 0,8 11-1 0 0,4 7-3 0 0,28 50-1 0 0,-24-28 18 0 0,-2 0 0 0 0,21 72-1 0 0,-38-107-6 0 0,26 92 23 0 0,-5 2 0 0 0,21 183 0 0 0,-44-265-119 0 0,17 112-1084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3.613"/>
    </inkml:context>
    <inkml:brush xml:id="br0">
      <inkml:brushProperty name="width" value="0.1" units="cm"/>
      <inkml:brushProperty name="height" value="0.1" units="cm"/>
      <inkml:brushProperty name="color" value="#66CC00"/>
    </inkml:brush>
  </inkml:definitions>
  <inkml:trace contextRef="#ctx0" brushRef="#br0">762 356 2408 0 0,'-3'-3'233'0'0,"0"0"0"0"0,1 0 0 0 0,-1-1-1 0 0,1 1 1 0 0,-1-1 0 0 0,1 1 0 0 0,0-1 0 0 0,0 0 0 0 0,1 0 0 0 0,-1 0-1 0 0,1 0 1 0 0,-1-5 0 0 0,-3-6 137 0 0,-5-19 409 0 0,-2 1 1 0 0,-2-1-1 0 0,-1 2 0 0 0,-24-40 1 0 0,33 64-661 0 0,1 1 0 0 0,-1 0 0 0 0,0 0 0 0 0,-1 0 0 0 0,1 1 0 0 0,-1 0 0 0 0,-1 0 0 0 0,1 1 0 0 0,-1 0 0 0 0,0 0 0 0 0,-9-3 0 0 0,13 6-99 0 0,0 1-1 0 0,0 0 1 0 0,0 0-1 0 0,-1 0 1 0 0,1 1-1 0 0,0-1 1 0 0,-1 1-1 0 0,1 0 1 0 0,0 1-1 0 0,-1-1 1 0 0,1 1-1 0 0,0-1 1 0 0,-1 2 0 0 0,-5 1-1 0 0,-2 1-19 0 0,1 2 1 0 0,-1-1-1 0 0,-17 13 1 0 0,4 0 10 0 0,1 1 1 0 0,-28 28-1 0 0,16-11 12 0 0,2 1 0 0 0,2 2 0 0 0,1 1-1 0 0,-32 55 1 0 0,46-64 14 0 0,0 1 0 0 0,3 1 0 0 0,1 1 0 0 0,1 0 0 0 0,1 0-1 0 0,-9 65 1 0 0,14-63-5 0 0,3 1-1 0 0,1 0 0 0 0,1 1 0 0 0,2-1 1 0 0,2 0-1 0 0,8 40 0 0 0,-7-62-12 0 0,1 0 0 0 0,1 0 0 0 0,0-1 0 0 0,1 0 0 0 0,1 0 1 0 0,0-1-1 0 0,1 1 0 0 0,0-2 0 0 0,1 1 0 0 0,0-2 0 0 0,1 1 0 0 0,0-1 0 0 0,1-1 0 0 0,1 0 0 0 0,-1-1 0 0 0,1 0 1 0 0,1-1-1 0 0,0 0 0 0 0,0-1 0 0 0,0-1 0 0 0,1 0 0 0 0,0-1 0 0 0,0-1 0 0 0,21 4 0 0 0,-30-7 16 0 0,1-1 0 0 0,-1 1 0 0 0,1-1 0 0 0,-1-1-1 0 0,1 1 1 0 0,-1-1 0 0 0,1 0 0 0 0,-1-1 0 0 0,0 1-1 0 0,11-5 1 0 0,-6 0 45 0 0,1 0-1 0 0,-1 0 1 0 0,19-16 0 0 0,-20 14-20 0 0,0 0 1 0 0,0-1-1 0 0,-1 0 1 0 0,-1-1-1 0 0,12-16 1 0 0,-4 0 49 0 0,14-30 1 0 0,-29 55-109 0 0,20-44 49 0 0,-1 0 0 0 0,-2-1 0 0 0,-3-1 0 0 0,-1-1 0 0 0,-3 0 0 0 0,6-55 0 0 0,-8 32 29 0 0,-3-1-1 0 0,-6-106 1 0 0,0 175-37 0 0,-1-1 0 0 0,1 0 0 0 0,-1 0-1 0 0,1 0 1 0 0,-1 0 0 0 0,-2-4 0 0 0,3 7-12 0 0,-1 0 0 0 0,1 0 0 0 0,-1 0 0 0 0,0 0 0 0 0,1 0 0 0 0,-1 1 0 0 0,0-1 0 0 0,1 0 1 0 0,-1 0-1 0 0,0 0 0 0 0,0 1 0 0 0,0-1 0 0 0,0 1 0 0 0,0-1 0 0 0,0 1 0 0 0,0-1 0 0 0,0 1 0 0 0,0-1 0 0 0,0 1 0 0 0,0 0 0 0 0,0-1 0 0 0,0 1 0 0 0,0 0 0 0 0,0 0 1 0 0,0 0-1 0 0,-2 0 0 0 0,3 0-31 0 0,0 0 1 0 0,-1 0 0 0 0,1 0 0 0 0,0 0 0 0 0,0 0-1 0 0,0 0 1 0 0,-1 0 0 0 0,1 0 0 0 0,0 0 0 0 0,0 0-1 0 0,0 0 1 0 0,-1 0 0 0 0,1 1 0 0 0,0-1 0 0 0,0 0-1 0 0,0 0 1 0 0,0 0 0 0 0,-1 0 0 0 0,1 0 0 0 0,0 0-1 0 0,0 1 1 0 0,0-1 0 0 0,0 0 0 0 0,0 0-1 0 0,-1 0 1 0 0,1 0 0 0 0,0 1 0 0 0,0-1 0 0 0,0 0-1 0 0,0 0 1 0 0,0 0 0 0 0,0 1 0 0 0,0-1 0 0 0,0 0-1 0 0,0 0 1 0 0,0 1 0 0 0,-1 3 9 0 0,0 1 0 0 0,0 0 0 0 0,0 0 0 0 0,1 0 0 0 0,0-1 0 0 0,0 1 0 0 0,0 0 0 0 0,1 0 0 0 0,1 7 0 0 0,14 47 123 0 0,-13-49-154 0 0,93 251 74 0 0,-10-30-57 0 0,-75-198-221 0 0,50 143 335 0 0,-13-63-3597 0 0,-35-87-1329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3.997"/>
    </inkml:context>
    <inkml:brush xml:id="br0">
      <inkml:brushProperty name="width" value="0.1" units="cm"/>
      <inkml:brushProperty name="height" value="0.1" units="cm"/>
      <inkml:brushProperty name="color" value="#66CC00"/>
    </inkml:brush>
  </inkml:definitions>
  <inkml:trace contextRef="#ctx0" brushRef="#br0">27 146 4016 0 0,'-14'-15'987'0'0,"1"2"-664"0"0,25 25-691 0 0,9 9 361 0 0,50 54 632 0 0,-20-10 239 0 0,-4 3 0 0 0,-2 2 0 0 0,-3 2 0 0 0,51 121 1 0 0,-56-107-464 0 0,68 151 310 0 0,-34-101-362 0 0,-70-133-339 0 0,14 22 97 0 0,23 31 0 0 0,-33-49-64 0 0,1-1-1 0 0,0 1 0 0 0,0-2 0 0 0,0 1 1 0 0,0-1-1 0 0,1 1 0 0 0,0-2 0 0 0,0 1 0 0 0,9 3 1 0 0,-10-6 56 0 0,-1 1-1 0 0,1-2 1 0 0,0 1 0 0 0,1-1 0 0 0,7 1 0 0 0,-13-1-71 0 0,0-1 0 0 0,0 0 0 0 0,0 0 0 0 0,0 0 0 0 0,0 0 0 0 0,0 0 0 0 0,0 0 0 0 0,0 0 0 0 0,0 0 0 0 0,0 0 0 0 0,0 0 0 0 0,0-1 0 0 0,0 1 0 0 0,0 0 0 0 0,-1-1 0 0 0,1 1 0 0 0,0 0 0 0 0,0-1 0 0 0,0 0 0 0 0,0 1 0 0 0,0-1 0 0 0,-1 1 0 0 0,1-1 0 0 0,0 0 0 0 0,0 1 0 0 0,-1-1 0 0 0,1 0 0 0 0,0-1 0 0 0,5-8 101 0 0,-1 0 1 0 0,0 0-1 0 0,-1-1 0 0 0,0 1 1 0 0,4-18-1 0 0,0-6 49 0 0,3-33 0 0 0,-3-51 21 0 0,-14-213 0 0 0,0 197-140 0 0,5-257-19 0 0,2 334-450 0 0,-1 44 221 0 0,2-26-2562 0 0,-2 36 2039 0 0,0 1-1 0 0,1 0 1 0 0,-1 0 0 0 0,1 0 0 0 0,-1-1-1 0 0,1 1 1 0 0,0 0 0 0 0,0 0 0 0 0,0 0-1 0 0,0 0 1 0 0,0 0 0 0 0,0 1 0 0 0,2-3-1 0 0,8 1-996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4.345"/>
    </inkml:context>
    <inkml:brush xml:id="br0">
      <inkml:brushProperty name="width" value="0.1" units="cm"/>
      <inkml:brushProperty name="height" value="0.1" units="cm"/>
      <inkml:brushProperty name="color" value="#66CC00"/>
    </inkml:brush>
  </inkml:definitions>
  <inkml:trace contextRef="#ctx0" brushRef="#br0">109 797 3152 0 0,'18'12'677'0'0,"-3"-4"-697"0"0,1 0-1 0 0,0-1 0 0 0,0 0 0 0 0,1-2 1 0 0,31 8-1 0 0,-36-11 55 0 0,1-1 1 0 0,0 1-1 0 0,0-2 0 0 0,0 0 1 0 0,0-1-1 0 0,-1 0 0 0 0,1 0 0 0 0,0-2 1 0 0,20-5-1 0 0,-17 1 98 0 0,0 1 0 0 0,-1-2-1 0 0,0 0 1 0 0,-1-1 0 0 0,1-1 0 0 0,-2 0-1 0 0,0 0 1 0 0,0-2 0 0 0,-1 1 0 0 0,0-2 0 0 0,-1 0-1 0 0,0 0 1 0 0,-1-1 0 0 0,-1 0 0 0 0,0 0-1 0 0,-1-1 1 0 0,0-1 0 0 0,6-19 0 0 0,-6 14 116 0 0,-1-1 0 0 0,-2 0 0 0 0,0 0 0 0 0,-1 0 0 0 0,-1-1 0 0 0,-1 1 0 0 0,-1-1 0 0 0,-1 1 0 0 0,-1-1 0 0 0,-1 0 0 0 0,-1 1 0 0 0,-1 0 0 0 0,-9-30 1 0 0,5 30 72 0 0,-1 0 0 0 0,-1 1 0 0 0,-20-33 0 0 0,22 41-157 0 0,-1 1 1 0 0,0 0 0 0 0,0 0 0 0 0,-2 1 0 0 0,1 0 0 0 0,-1 1-1 0 0,-1 0 1 0 0,-17-11 0 0 0,20 16-114 0 0,0-1 0 0 0,-1 2 0 0 0,0 0 0 0 0,0 0 1 0 0,0 0-1 0 0,0 2 0 0 0,-1-1 0 0 0,1 1 0 0 0,-1 1 0 0 0,0-1 0 0 0,0 2 1 0 0,-15 0-1 0 0,14 2-70 0 0,-1 0 0 0 0,1 0 0 0 0,0 1 0 0 0,0 0 0 0 0,1 1 1 0 0,-1 1-1 0 0,1 0 0 0 0,0 0 0 0 0,0 1 0 0 0,0 0 0 0 0,1 1 0 0 0,0 1 1 0 0,0-1-1 0 0,1 1 0 0 0,0 1 0 0 0,-15 17 0 0 0,10-7-376 0 0,0 0 1 0 0,1 1-1 0 0,1 1 0 0 0,1 0 0 0 0,1 0 1 0 0,1 1-1 0 0,1 0 0 0 0,-6 26 0 0 0,3 0-1008 0 0,3 1-1 0 0,2 0 0 0 0,2 0 1 0 0,2 0-1 0 0,8 80 0 0 0,26 61 251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4.600"/>
    </inkml:context>
    <inkml:brush xml:id="br0">
      <inkml:brushProperty name="width" value="0.1" units="cm"/>
      <inkml:brushProperty name="height" value="0.1" units="cm"/>
      <inkml:brushProperty name="color" value="#66CC00"/>
    </inkml:brush>
  </inkml:definitions>
  <inkml:trace contextRef="#ctx0" brushRef="#br0">72 16 944 0 0,'-41'-16'1440'0'0,"19"37"-1512"0"0,14 19 136 0 0,8-1 1064 0 0,20 47 897 0 0,18 6-577 0 0,-8 23-288 0 0,2 0-152 0 0,-5 4-335 0 0,-1 5-249 0 0,-7-36-248 0 0,0 8-264 0 0,2-48-1673 0 0,2-18-4504 0 0,-3-26 3969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5.251"/>
    </inkml:context>
    <inkml:brush xml:id="br0">
      <inkml:brushProperty name="width" value="0.1" units="cm"/>
      <inkml:brushProperty name="height" value="0.1" units="cm"/>
      <inkml:brushProperty name="color" value="#66CC00"/>
    </inkml:brush>
  </inkml:definitions>
  <inkml:trace contextRef="#ctx0" brushRef="#br0">1316 874 7433 0 0,'-18'-161'3850'0'0,"12"122"-3791"0"0,-3-92-623 0 0,7 87 503 0 0,-13-82 1 0 0,8 95 111 0 0,0 1-1 0 0,-2 0 1 0 0,-2 0 0 0 0,0 1 0 0 0,-2 1 0 0 0,-23-39 0 0 0,29 58 5 0 0,0-1 0 0 0,-1 1 1 0 0,0 0-1 0 0,0 1 0 0 0,-1 0 1 0 0,0 0-1 0 0,0 1 0 0 0,-1 0 1 0 0,0 0-1 0 0,0 1 0 0 0,-17-7 1 0 0,12 8 52 0 0,0-1 1 0 0,-1 2 0 0 0,1 0-1 0 0,-1 1 1 0 0,1 1 0 0 0,-1 0-1 0 0,-27 1 1 0 0,31 2-81 0 0,0 0-1 0 0,1 0 1 0 0,-1 2 0 0 0,1-1-1 0 0,-1 1 1 0 0,1 1 0 0 0,-18 8-1 0 0,-3 4-19 0 0,0 1 0 0 0,-47 34 0 0 0,55-32 0 0 0,0 1 1 0 0,2 1-1 0 0,0 1 0 0 0,2 1 1 0 0,0 0-1 0 0,2 2 0 0 0,1 0 1 0 0,-16 31-1 0 0,20-31 15 0 0,2 0 1 0 0,1 1-1 0 0,1 0 1 0 0,1 1-1 0 0,2 0 1 0 0,0 0-1 0 0,2 1 1 0 0,-1 39-1 0 0,4-51-21 0 0,1 0-1 0 0,0 0 1 0 0,1 0 0 0 0,1 0-1 0 0,4 16 1 0 0,-4-24-13 0 0,1 1 0 0 0,1 0 0 0 0,-1-1 0 0 0,1 0 0 0 0,1 0 0 0 0,-1 0 0 0 0,1-1 0 0 0,1 1 1 0 0,-1-1-1 0 0,10 9 0 0 0,-2-5-18 0 0,-1 0 1 0 0,2-1-1 0 0,-1 0 1 0 0,1-2-1 0 0,1 1 1 0 0,-1-2-1 0 0,2 0 1 0 0,-1 0-1 0 0,1-2 1 0 0,25 7-1 0 0,-26-9-13 0 0,0 0 0 0 0,0-1-1 0 0,0-1 1 0 0,1 0 0 0 0,-1-1-1 0 0,0-1 1 0 0,0 0 0 0 0,1-1-1 0 0,-1-1 1 0 0,0 0-1 0 0,-1-1 1 0 0,16-6 0 0 0,-14 3 2 0 0,-1-1 1 0 0,0-1 0 0 0,-1 0 0 0 0,0-1 0 0 0,-1-1 0 0 0,0 0-1 0 0,0-1 1 0 0,-1 0 0 0 0,-1-1 0 0 0,0 0 0 0 0,0-1-1 0 0,9-18 1 0 0,-5 7 40 0 0,-2-1 0 0 0,-1 0 0 0 0,0-1-1 0 0,-3-1 1 0 0,0 1 0 0 0,6-36 0 0 0,-3-33-46 0 0,-10 79 77 0 0,-2 16-31 0 0,0 0 1 0 0,0 0-1 0 0,0 0 1 0 0,0 0-1 0 0,0-1 0 0 0,0 1 1 0 0,0 0-1 0 0,0 0 1 0 0,-1 0-1 0 0,1 0 0 0 0,0 0 1 0 0,-1 0-1 0 0,1 0 0 0 0,-1 0 1 0 0,1 0-1 0 0,-1 0 1 0 0,0-2-1 0 0,-6 3-85 0 0,-2 11-42 0 0,4 4 142 0 0,0 1 0 0 0,2-1 0 0 0,0 1 0 0 0,0 0 0 0 0,2 0 1 0 0,-1 25-1 0 0,4 55 46 0 0,3 1 0 0 0,23 116 1 0 0,-13-110-42 0 0,42 432-8 0 0,-43 2 22 0 0,-17-459-15 0 0,-3-1-1 0 0,-3 1 1 0 0,-4-2-1 0 0,-23 77 0 0 0,26-119 59 0 0,-1 0-1 0 0,-2-1 1 0 0,-2 0-1 0 0,-1-1 0 0 0,-1-1 1 0 0,-2 0-1 0 0,-1-2 1 0 0,-1 0-1 0 0,-1-1 0 0 0,-2-2 1 0 0,-27 26-1 0 0,31-36 120 0 0,-1 0 1 0 0,0-2-1 0 0,-1 0 0 0 0,0-1 1 0 0,-1-2-1 0 0,-1 0 0 0 0,1-1 1 0 0,-2-2-1 0 0,1 0 0 0 0,-1-2 1 0 0,0 0-1 0 0,-32 2 0 0 0,40-7-108 0 0,1 0 0 0 0,-1-1-1 0 0,1-1 1 0 0,-1 0 0 0 0,1-1-1 0 0,-1-1 1 0 0,1 0 0 0 0,-28-10-1 0 0,28 5-47 0 0,-1 0 0 0 0,1 0-1 0 0,0-2 1 0 0,1 0-1 0 0,0-1 1 0 0,0 0 0 0 0,-20-22-1 0 0,11 8-73 0 0,1-2-1 0 0,2-1 0 0 0,0 0 1 0 0,2-2-1 0 0,1 0 0 0 0,2-1 1 0 0,1-1-1 0 0,1 0 1 0 0,2-1-1 0 0,1-1 0 0 0,2 0 1 0 0,1 0-1 0 0,2 0 0 0 0,1-1 1 0 0,2 0-1 0 0,1-40 0 0 0,2 38-147 0 0,2 1-1 0 0,2 0 1 0 0,1-1-1 0 0,2 1 1 0 0,2 1-1 0 0,1 0 1 0 0,1 0-1 0 0,2 1 1 0 0,2 0-1 0 0,1 1 1 0 0,1 1-1 0 0,2 0 0 0 0,1 2 1 0 0,1 0-1 0 0,42-43 1 0 0,-37 48-345 0 0,1 1 1 0 0,1 1-1 0 0,1 2 0 0 0,1 1 1 0 0,0 1-1 0 0,41-17 0 0 0,-28 17-906 0 0,1 2 0 0 0,1 2 0 0 0,1 2-1 0 0,58-8 1 0 0,90-4-965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5.986"/>
    </inkml:context>
    <inkml:brush xml:id="br0">
      <inkml:brushProperty name="width" value="0.1" units="cm"/>
      <inkml:brushProperty name="height" value="0.1" units="cm"/>
      <inkml:brushProperty name="color" value="#66CC00"/>
    </inkml:brush>
  </inkml:definitions>
  <inkml:trace contextRef="#ctx0" brushRef="#br0">753 1188 2056 0 0,'-6'-10'304'0'0,"-13"-25"892"0"0,-35-48 1 0 0,43 70-990 0 0,0 0 0 0 0,-1 1 1 0 0,-1 0-1 0 0,0 1 0 0 0,0 0 0 0 0,-22-13 1 0 0,19 14 13 0 0,0 1 0 0 0,-1 1-1 0 0,0 0 1 0 0,-23-6 0 0 0,32 11-153 0 0,-1 1 1 0 0,0 0-1 0 0,1 1 0 0 0,-1 0 0 0 0,0 1 0 0 0,0-1 0 0 0,1 2 1 0 0,-1-1-1 0 0,0 1 0 0 0,0 1 0 0 0,1-1 0 0 0,-10 4 0 0 0,9-1-53 0 0,-1 0 1 0 0,0 1-1 0 0,1 0 0 0 0,0 1 0 0 0,1 0 0 0 0,-1 0 0 0 0,-13 14 0 0 0,5-3 52 0 0,1 1 0 0 0,-21 29 0 0 0,14-12 117 0 0,2 2-1 0 0,1 0 1 0 0,2 2 0 0 0,2 0 0 0 0,-19 66 0 0 0,22-52 78 0 0,-10 77 0 0 0,10 54 70 0 0,13-155-302 0 0,2 0 0 0 0,0-1 0 0 0,2 1 1 0 0,1-1-1 0 0,12 39 0 0 0,-13-56-31 0 0,0 0 0 0 0,1 0 1 0 0,0 0-1 0 0,0 0 1 0 0,2-1-1 0 0,-1 0 0 0 0,1 0 1 0 0,1-1-1 0 0,-1 0 1 0 0,2 0-1 0 0,-1-1 0 0 0,1 0 1 0 0,0 0-1 0 0,1-1 1 0 0,14 8-1 0 0,-14-9 2 0 0,1-1 0 0 0,-1 0 0 0 0,1-1 0 0 0,0 0 1 0 0,0-1-1 0 0,1 0 0 0 0,-1-1 0 0 0,1 0 0 0 0,-1 0 0 0 0,1-2 0 0 0,-1 1 0 0 0,1-1 0 0 0,0-1 1 0 0,-1 0-1 0 0,20-5 0 0 0,-19 2-8 0 0,0 0-1 0 0,0-1 1 0 0,0-1 0 0 0,-1 0 0 0 0,0 0-1 0 0,0-1 1 0 0,0 0 0 0 0,-1-1 0 0 0,0 0-1 0 0,-1-1 1 0 0,0 0 0 0 0,0 0 0 0 0,-1-1 0 0 0,8-12-1 0 0,3-7 23 0 0,-2-2 0 0 0,-1 0-1 0 0,-1 0 1 0 0,-2-1 0 0 0,-1-1 0 0 0,-2-1-1 0 0,-1 1 1 0 0,9-68 0 0 0,-11 28 50 0 0,-2-1 1 0 0,-5 0-1 0 0,-8-83 1 0 0,6 133-40 0 0,1 9 1 0 0,0 0-1 0 0,-1 0 1 0 0,0 0 0 0 0,-1 1 0 0 0,-1-1 0 0 0,0 0 0 0 0,-1 1 0 0 0,-8-17 0 0 0,13 29-31 0 0,-1 1-1 0 0,1 0 1 0 0,-1 0-1 0 0,1 0 1 0 0,-1 0-1 0 0,1 0 1 0 0,-1 1-1 0 0,0-1 1 0 0,1 0-1 0 0,-1 0 1 0 0,0 0-1 0 0,0 0 1 0 0,0 1-1 0 0,0-1 1 0 0,1 0-1 0 0,-1 1 1 0 0,0-1-1 0 0,0 1 1 0 0,0-1-1 0 0,0 1 1 0 0,-1 0-1 0 0,1-1 1 0 0,0 1-1 0 0,0 0 1 0 0,0-1-1 0 0,0 1 1 0 0,0 0-1 0 0,0 0 1 0 0,0 0-1 0 0,0 0 1 0 0,-1 0-1 0 0,1 1 1 0 0,0-1-1 0 0,0 0 1 0 0,0 0-1 0 0,0 1 1 0 0,0-1-1 0 0,0 0 1 0 0,0 1-1 0 0,0-1 1 0 0,0 1-1 0 0,0 0 1 0 0,0-1-1 0 0,0 1 1 0 0,-1 1-1 0 0,-1 2-16 0 0,-1 0-1 0 0,1 0 1 0 0,1 0-1 0 0,-1 1 0 0 0,1-1 1 0 0,-1 1-1 0 0,1-1 1 0 0,0 1-1 0 0,-1 7 0 0 0,-7 28-10 0 0,1-1 0 0 0,2 1 0 0 0,-1 44 0 0 0,5 121 72 0 0,3-180-62 0 0,2 0 0 0 0,1 0 0 0 0,1 0 0 0 0,1 0 0 0 0,1-1 0 0 0,14 36 0 0 0,-16-51 13 0 0,0-1 0 0 0,0 1 0 0 0,1-1 0 0 0,0-1 0 0 0,0 1 0 0 0,1-1 0 0 0,0 0 0 0 0,0 0 0 0 0,0 0 0 0 0,1-1 0 0 0,1 0 0 0 0,-1 0 0 0 0,1-1 0 0 0,-1 0 0 0 0,1 0 0 0 0,1-1 0 0 0,-1 0 0 0 0,1-1 0 0 0,16 5 0 0 0,-17-6-3 0 0,-1-1 1 0 0,1 0 0 0 0,0-1 0 0 0,-1 1-1 0 0,1-1 1 0 0,0-1 0 0 0,-1 0 0 0 0,1 0-1 0 0,-1 0 1 0 0,1-1 0 0 0,-1 0-1 0 0,0 0 1 0 0,0-1 0 0 0,0 0 0 0 0,0-1-1 0 0,0 1 1 0 0,7-6 0 0 0,2-3-16 0 0,0 0 1 0 0,-1-1 0 0 0,0-1-1 0 0,-1 0 1 0 0,17-23-1 0 0,-14 14 22 0 0,-1-1 0 0 0,0 0 0 0 0,-2-1 0 0 0,-1-1 0 0 0,16-42 0 0 0,-16 28 33 0 0,-2-1-1 0 0,-1 0 1 0 0,5-59-1 0 0,-6 1 108 0 0,-3-1 0 0 0,-10-128-1 0 0,-69-316 950 0 0,44 360-209 0 0,8 60-8 0 0,11 81-453 0 0,10 43-411 0 0,0 0 0 0 0,0 0-1 0 0,0-1 1 0 0,0 1 0 0 0,0 0 0 0 0,0 0-1 0 0,0 0 1 0 0,0-1 0 0 0,0 1-1 0 0,0 0 1 0 0,0 0 0 0 0,0 0 0 0 0,0-1-1 0 0,0 1 1 0 0,0 0 0 0 0,0 0-1 0 0,0 0 1 0 0,-1 0 0 0 0,1-1 0 0 0,0 1-1 0 0,0 0 1 0 0,0 0 0 0 0,0 0-1 0 0,0 0 1 0 0,-1-1 0 0 0,1 1 0 0 0,0 0-1 0 0,0 0 1 0 0,0 0 0 0 0,0 0-1 0 0,-1 0 1 0 0,1 0 0 0 0,0 0-1 0 0,0 0 1 0 0,0 0 0 0 0,-1 0 0 0 0,1 0-1 0 0,0 0 1 0 0,0 0 0 0 0,0 0-1 0 0,-1 0 1 0 0,1 0 0 0 0,0 0 0 0 0,0 0-1 0 0,0 0 1 0 0,-1 0 0 0 0,1 0-1 0 0,0 0 1 0 0,0 0 0 0 0,-1 0 0 0 0,-5 13-40 0 0,4-4 35 0 0,-1 0 1 0 0,2 1 0 0 0,-1-1-1 0 0,1 16 1 0 0,2 140 125 0 0,67 375 432 0 0,-32-312-399 0 0,-22-135-73 0 0,56 332 413 0 0,29-15-403 0 0,-86-357-120 0 0,-9-32-49 0 0,1-1-1 0 0,1 0 1 0 0,0 0 0 0 0,2-1-1 0 0,0 0 1 0 0,13 22-1 0 0,-19-38-117 0 0,-1-1-1 0 0,1 0 0 0 0,0 1 0 0 0,0-1 1 0 0,0 0-1 0 0,0 0 0 0 0,4 3 1 0 0,-5-4 61 0 0,-1-1-1 0 0,1 0 1 0 0,0 0 0 0 0,-1 0 0 0 0,1 1-1 0 0,0-1 1 0 0,-1 0 0 0 0,1 0 0 0 0,0 0-1 0 0,-1 0 1 0 0,1 0 0 0 0,0 0 0 0 0,-1 0-1 0 0,1-1 1 0 0,0 1 0 0 0,-1 0 0 0 0,1 0 0 0 0,0 0-1 0 0,-1-1 1 0 0,1 1 0 0 0,-1 0 0 0 0,1-1-1 0 0,0 1 1 0 0,-1 0 0 0 0,1-1 0 0 0,-1 1-1 0 0,1-1 1 0 0,-1 1 0 0 0,1-1 0 0 0,-1 1-1 0 0,0-1 1 0 0,1 1 0 0 0,-1-1 0 0 0,0 1-1 0 0,1-1 1 0 0,-1 0 0 0 0,0 1 0 0 0,0-1-1 0 0,1 0 1 0 0,-1-1 0 0 0,6-12-1765 0 0,-1-1 0 0 0,5-18-1 0 0,5-39-219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6.318"/>
    </inkml:context>
    <inkml:brush xml:id="br0">
      <inkml:brushProperty name="width" value="0.1" units="cm"/>
      <inkml:brushProperty name="height" value="0.1" units="cm"/>
      <inkml:brushProperty name="color" value="#66CC00"/>
    </inkml:brush>
  </inkml:definitions>
  <inkml:trace contextRef="#ctx0" brushRef="#br0">11 1123 3680 0 0,'-2'-2'49'0'0,"1"-1"0"0"0,-1 0 0 0 0,1 0 0 0 0,0 0 0 0 0,0 0 0 0 0,0 1 0 0 0,1-1 0 0 0,-1-1 0 0 0,1 1 1 0 0,-1 0-1 0 0,1 0 0 0 0,0 0 0 0 0,0 0 0 0 0,1 0 0 0 0,-1 0 0 0 0,2-5 0 0 0,-1 7-28 0 0,0-1-1 0 0,0 1 1 0 0,0 0-1 0 0,0 0 1 0 0,0-1 0 0 0,0 1-1 0 0,1 0 1 0 0,-1 0 0 0 0,0 0-1 0 0,1 0 1 0 0,-1 1 0 0 0,0-1-1 0 0,3-1 1 0 0,36-8-486 0 0,-21 6 95 0 0,90-18-741 0 0,192-75 1126 0 0,-232 73 117 0 0,278-114 1511 0 0,-269 101-174 0 0,105-69 0 0 0,-173 99-1269 0 0,0 0-1 0 0,-1-1 1 0 0,1 0 0 0 0,-2-1-1 0 0,1 0 1 0 0,10-14 0 0 0,-2 0 547 0 0,26-49 1 0 0,-39 63-602 0 0,1 0 1 0 0,-1 0-1 0 0,-1 0 1 0 0,0-1 0 0 0,0 1-1 0 0,-1-1 1 0 0,0 0-1 0 0,-1 0 1 0 0,0 0-1 0 0,0 1 1 0 0,-1-1-1 0 0,0 0 1 0 0,-1 0 0 0 0,0 0-1 0 0,-1 0 1 0 0,0 0-1 0 0,0 1 1 0 0,-1-1-1 0 0,-1 1 1 0 0,1-1-1 0 0,-1 1 1 0 0,-1 0 0 0 0,-6-10-1 0 0,-3 1 38 0 0,0 0-1 0 0,-1 2 1 0 0,-1-1 0 0 0,-1 2 0 0 0,0 0-1 0 0,-1 1 1 0 0,0 0 0 0 0,-36-18-1 0 0,40 24-154 0 0,-1 1-1 0 0,1 1 0 0 0,-1 0 1 0 0,0 1-1 0 0,0 0 0 0 0,-1 1 1 0 0,0 1-1 0 0,1 1 1 0 0,-21-1-1 0 0,24 3-50 0 0,0 0 1 0 0,0 1-1 0 0,0 0 1 0 0,0 1-1 0 0,0 1 1 0 0,0 0-1 0 0,1 0 1 0 0,-1 1-1 0 0,1 1 1 0 0,0 0-1 0 0,0 0 1 0 0,1 1-1 0 0,-12 8 1 0 0,11-5-273 0 0,1 1-1 0 0,-1 0 1 0 0,2 0-1 0 0,0 1 1 0 0,0 1 0 0 0,1-1-1 0 0,0 1 1 0 0,1 1-1 0 0,0-1 1 0 0,1 1 0 0 0,1 1-1 0 0,-8 25 1 0 0,7-14-1078 0 0,0-1 0 0 0,2 2 0 0 0,1-1 0 0 0,1 0 0 0 0,1 1 0 0 0,2 28 0 0 0,3-23 276 0 0,11 45 0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6.589"/>
    </inkml:context>
    <inkml:brush xml:id="br0">
      <inkml:brushProperty name="width" value="0.1" units="cm"/>
      <inkml:brushProperty name="height" value="0.1" units="cm"/>
      <inkml:brushProperty name="color" value="#66CC00"/>
    </inkml:brush>
  </inkml:definitions>
  <inkml:trace contextRef="#ctx0" brushRef="#br0">31 0 3392 0 0,'-4'0'3913'0'0,"-15"5"-3049"0"0,12 67-1088 0 0,18 15 312 0 0,28 17 400 0 0,16 8 288 0 0,2 9 49 0 0,-13-1-369 0 0,-12-3-184 0 0,-16-25-32 0 0,-16-21-56 0 0,0-34-392 0 0,0-22-2049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27.401"/>
    </inkml:context>
    <inkml:brush xml:id="br0">
      <inkml:brushProperty name="width" value="0.1" units="cm"/>
      <inkml:brushProperty name="height" value="0.1" units="cm"/>
      <inkml:brushProperty name="color" value="#66CC00"/>
    </inkml:brush>
  </inkml:definitions>
  <inkml:trace contextRef="#ctx0" brushRef="#br0">67 395 8065 0 0,'-3'1'84'0'0,"0"-1"0"0"0,-1 2 0 0 0,1-1 0 0 0,0 0 0 0 0,0 0 0 0 0,-1 1 0 0 0,1 0 0 0 0,0 0 0 0 0,1 0 0 0 0,-1 0 0 0 0,0 0 0 0 0,1 0 1 0 0,-1 1-1 0 0,1-1 0 0 0,-1 1 0 0 0,1 0 0 0 0,0 0 0 0 0,0 0 0 0 0,1 0 0 0 0,-1 0 0 0 0,0 0 0 0 0,1 0 0 0 0,-2 5 0 0 0,1 3-157 0 0,1 0 1 0 0,0-1-1 0 0,1 1 1 0 0,0 0-1 0 0,0 0 0 0 0,4 19 1 0 0,2 1-54 0 0,1 0-1 0 0,2 0 1 0 0,0 0 0 0 0,2-1 0 0 0,19 34-1 0 0,88 147 288 0 0,-51-97 154 0 0,-48-80-223 0 0,15 28 236 0 0,50 68-1 0 0,-78-121-256 0 0,1 0-1 0 0,0 0 1 0 0,1 0-1 0 0,0-1 1 0 0,0-1-1 0 0,1 1 0 0 0,0-1 1 0 0,0-1-1 0 0,1 0 1 0 0,-1 0-1 0 0,20 8 1 0 0,-22-12-27 0 0,1 0 1 0 0,0 0-1 0 0,-1 0 1 0 0,1-1 0 0 0,0 0-1 0 0,10-1 1 0 0,-13 0-32 0 0,1-1 1 0 0,-1 1 0 0 0,0-1 0 0 0,0 0-1 0 0,0 0 1 0 0,0-1 0 0 0,0 0 0 0 0,0 0-1 0 0,-1 0 1 0 0,1 0 0 0 0,-1-1 0 0 0,1 0-1 0 0,-1 0 1 0 0,5-4 0 0 0,2-3-11 0 0,-1-1-1 0 0,-1 0 1 0 0,15-20 0 0 0,-9 6-24 0 0,0 0 0 0 0,-1 0-1 0 0,-2-1 1 0 0,-1-1 0 0 0,-1 0 0 0 0,-1 0 0 0 0,10-53-1 0 0,-11 31-47 0 0,-3 1 1 0 0,-2-1-1 0 0,-5-87 0 0 0,-4 70 85 0 0,-4 1 0 0 0,-3 0 0 0 0,-2 1 0 0 0,-3 0 0 0 0,-3 1 0 0 0,-35-74 0 0 0,42 107 77 0 0,-32-50 0 0 0,38 69-67 0 0,0 0-1 0 0,-1 1 1 0 0,0-1 0 0 0,-1 2 0 0 0,0 0 0 0 0,-17-13-1 0 0,12 13-24 0 0,1 0 0 0 0,-1 1 0 0 0,0 0 0 0 0,-1 2 0 0 0,0 0-1 0 0,0 0 1 0 0,0 2 0 0 0,-1 0 0 0 0,0 0 0 0 0,0 2 0 0 0,1 0 0 0 0,-1 1-1 0 0,0 1 1 0 0,-24 2 0 0 0,28 0-12 0 0,0 0 0 0 0,0 1-1 0 0,0 0 1 0 0,1 1 0 0 0,-1 1 0 0 0,1 0-1 0 0,0 0 1 0 0,0 1 0 0 0,1 1 0 0 0,0 0 0 0 0,0 0-1 0 0,0 1 1 0 0,1 1 0 0 0,1-1 0 0 0,-1 2-1 0 0,1-1 1 0 0,1 1 0 0 0,0 1 0 0 0,-7 11-1 0 0,6-5 8 0 0,0 1 1 0 0,1 0-1 0 0,1 0 0 0 0,1 1 0 0 0,1-1 0 0 0,0 2 0 0 0,1-1 0 0 0,1 0 0 0 0,1 1 1 0 0,1-1-1 0 0,3 38 0 0 0,0-31-3 0 0,1 0 1 0 0,1 0 0 0 0,2-1-1 0 0,1 1 1 0 0,0-1-1 0 0,2-1 1 0 0,1 1 0 0 0,17 29-1 0 0,-12-30 15 0 0,0-1 0 0 0,2 0-1 0 0,0-2 1 0 0,2 0 0 0 0,0-1-1 0 0,1-1 1 0 0,45 33 0 0 0,-50-42 26 0 0,1-1 1 0 0,0 0-1 0 0,1-1 1 0 0,0-1-1 0 0,28 9 1 0 0,-33-13-5 0 0,0 0 0 0 0,1-1 1 0 0,-1-1-1 0 0,1 0 0 0 0,-1 0 1 0 0,1-1-1 0 0,-1-1 0 0 0,25-4 1 0 0,-30 3-12 0 0,0 0 1 0 0,0 0 0 0 0,-1-1 0 0 0,1 0 0 0 0,0 0 0 0 0,-1-1-1 0 0,0 1 1 0 0,0-1 0 0 0,0-1 0 0 0,10-9 0 0 0,-4 2 19 0 0,-1-1 0 0 0,0 0 0 0 0,8-15 0 0 0,-7 8 48 0 0,-1 0 0 0 0,0-1 0 0 0,-2 0 0 0 0,-1-1 0 0 0,11-43 0 0 0,12-113 344 0 0,-29 166-412 0 0,4-34 58 0 0,-2 5-16 0 0,16-61 1 0 0,-17 91-46 0 0,1-1 1 0 0,0 1 0 0 0,1-1-1 0 0,0 1 1 0 0,1 1-1 0 0,0-1 1 0 0,0 1 0 0 0,1 0-1 0 0,14-15 1 0 0,-18 22-19 0 0,-1 1 1 0 0,1-1 0 0 0,0 0-1 0 0,1 1 1 0 0,-1-1 0 0 0,0 1-1 0 0,1 0 1 0 0,-1 0 0 0 0,1 1-1 0 0,0-1 1 0 0,-1 1 0 0 0,1 0 0 0 0,7-2-1 0 0,-8 3-3 0 0,1 0 1 0 0,-1 0-1 0 0,1 0 0 0 0,-1 1 0 0 0,0-1 0 0 0,1 1 1 0 0,-1 0-1 0 0,1 0 0 0 0,-1 0 0 0 0,0 1 0 0 0,0-1 1 0 0,0 1-1 0 0,0-1 0 0 0,0 1 0 0 0,0 0 0 0 0,5 5 1 0 0,9 8 9 0 0,-1 1-1 0 0,-1 0 1 0 0,0 2 0 0 0,-1 0 0 0 0,-1 0 0 0 0,17 31 0 0 0,-5 0 52 0 0,29 81 1 0 0,-38-81 129 0 0,-1 0 0 0 0,-3 1-1 0 0,-2 1 1 0 0,5 84 0 0 0,-14 81 1663 0 0,-5-198-667 0 0,2-49-421 0 0,2 4-672 0 0,-1-12-146 0 0,2 0 0 0 0,10-64 1 0 0,-2 59-40 0 0,2 1 0 0 0,2 0 0 0 0,1 1 0 0 0,3 0 0 0 0,1 2 1 0 0,3 0-1 0 0,41-63 0 0 0,-54 93 75 0 0,0 1 0 0 0,0 0 0 0 0,1 1 0 0 0,0-1 0 0 0,1 2 0 0 0,-1-1 0 0 0,2 2 0 0 0,-1-1 0 0 0,1 1 0 0 0,21-9 0 0 0,-26 13 20 0 0,0 0 0 0 0,0 0 0 0 0,0 1 0 0 0,1 0 0 0 0,-1 0 0 0 0,0 0 0 0 0,1 1 0 0 0,-1 0 0 0 0,0 0 1 0 0,1 0-1 0 0,-1 1 0 0 0,0 0 0 0 0,0 1 0 0 0,0-1 0 0 0,0 1 0 0 0,0 0 0 0 0,0 0 0 0 0,0 1 0 0 0,0 0 0 0 0,-1 0 0 0 0,1 0 0 0 0,7 7 0 0 0,-1 1 42 0 0,-1 1-1 0 0,0 0 1 0 0,-1 0-1 0 0,0 1 0 0 0,10 18 1 0 0,37 77 303 0 0,-57-108-344 0 0,31 63-82 0 0,124 226 1197 0 0,-133-255-1605 0 0,2-2 0 0 0,0-1-1 0 0,2 0 1 0 0,2-2 0 0 0,1-2 0 0 0,42 34-1 0 0,48 15-8239 0 0,-110-71 7457 0 0,1-1 0 0 0,-1 0 0 0 0,1 0 0 0 0,11 3 0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32.329"/>
    </inkml:context>
    <inkml:brush xml:id="br0">
      <inkml:brushProperty name="width" value="0.1" units="cm"/>
      <inkml:brushProperty name="height" value="0.1" units="cm"/>
      <inkml:brushProperty name="color" value="#66CC00"/>
    </inkml:brush>
  </inkml:definitions>
  <inkml:trace contextRef="#ctx0" brushRef="#br0">138 257 304 0 0,'-6'-5'15'0'0,"-1"0"0"0"0,1 1 1 0 0,-1 0-1 0 0,0 0 0 0 0,0 0 0 0 0,0 1 0 0 0,-12-4 1 0 0,-53-10 743 0 0,86 13 765 0 0,22 1-1128 0 0,206-2 895 0 0,-28 5-842 0 0,72-3-210 0 0,61-1-42 0 0,53-3-41 0 0,1222-45 352 0 0,-821 19 418 0 0,611-23 384 0 0,-6 24-1689 0 0,-910 28 237 0 0,-57 3 63 0 0,-63 5 60 0 0,-53 3-106 0 0,-56 1 81 0 0,-200-6 68 0 0,314 21-12 0 0,-355-20-101 0 0,-22-2 42 0 0,-6 0 0 0 0,-37 0-107 0 0,26-1 131 0 0,-631-4-202 0 0,399 3 138 0 0,-2229 33-481 0 0,45 74 760 0 0,1551-62-99 0 0,248-8 39 0 0,-320 17 256 0 0,602-31-216 0 0,88-1 4 0 0,185-15-106 0 0,-82 10 215 0 0,154-15-229 0 0,6-1 3 0 0,22-1 53 0 0,110-7 40 0 0,368-38 1 0 0,-309 28-140 0 0,650-52 5 0 0,-366 45-122 0 0,989-10 168 0 0,-248 40-303 0 0,99 21-185 0 0,-311 2-189 0 0,-187-5 163 0 0,-112-12 362 0 0,-97-13 391 0 0,-125-11 210 0 0,300-50 731 0 0,-443 17-2182 0 0,-132 13-4731 0 0,-163 25 3818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46.911"/>
    </inkml:context>
    <inkml:brush xml:id="br0">
      <inkml:brushProperty name="width" value="0.1" units="cm"/>
      <inkml:brushProperty name="height" value="0.1" units="cm"/>
      <inkml:brushProperty name="color" value="#CC0066"/>
    </inkml:brush>
  </inkml:definitions>
  <inkml:trace contextRef="#ctx0" brushRef="#br0">1849 24 984 0 0,'2'-4'153'0'0,"7"-12"14"0"0,-3 12 30 0 0,7 6 598 0 0,-1-1 0 0 0,1 1-1 0 0,-1 1 1 0 0,0 1-1 0 0,13 4 1 0 0,4 1 982 0 0,-28-8-1716 0 0,-1-1-1 0 0,1 0 1 0 0,-1 0-1 0 0,0 1 0 0 0,1-1 1 0 0,-1 0-1 0 0,1 0 1 0 0,-1 1-1 0 0,0-1 1 0 0,1 0-1 0 0,-1 1 1 0 0,0-1-1 0 0,1 1 0 0 0,-1-1 1 0 0,0 0-1 0 0,0 1 1 0 0,1-1-1 0 0,-1 1 1 0 0,0-1-1 0 0,0 1 0 0 0,0-1 1 0 0,0 1-1 0 0,0-1 1 0 0,1 1-1 0 0,-1-1 1 0 0,0 1-1 0 0,0-1 0 0 0,0 1 1 0 0,0-1-1 0 0,-1 1 1 0 0,1-1-1 0 0,0 1 1 0 0,0-1-1 0 0,0 1 0 0 0,0-1 1 0 0,0 1-1 0 0,-1-1 1 0 0,1 1-1 0 0,0-1 1 0 0,0 0-1 0 0,-1 1 0 0 0,1-1 1 0 0,0 1-1 0 0,-1-1 1 0 0,1 0-1 0 0,0 1 1 0 0,-1-1-1 0 0,1 0 0 0 0,0 1 1 0 0,-1-1-1 0 0,1 0 1 0 0,-1 0-1 0 0,1 1 1 0 0,-1-1-1 0 0,-5 3 103 0 0,0 0 1 0 0,0-1-1 0 0,0 1 1 0 0,-1-2-1 0 0,1 1 0 0 0,-1 0 1 0 0,1-1-1 0 0,-1-1 0 0 0,0 1 1 0 0,-9-1-1 0 0,1 1 3 0 0,-318 23 1167 0 0,-327 14-417 0 0,-53 0 2234 0 0,705-37-3131 0 0,0 0 0 0 0,0 0 0 0 0,0 1 0 0 0,0 1 0 0 0,0-1 1 0 0,1 1-1 0 0,-1 0 0 0 0,1 1 0 0 0,0 0 0 0 0,0 0 0 0 0,-13 10 0 0 0,12-5-14 0 0,4-7-9 0 0,1 1-1 0 0,1 0 1 0 0,-1 0 0 0 0,0 1-1 0 0,1-1 1 0 0,-1 0-1 0 0,1 1 1 0 0,0 0-1 0 0,0-1 1 0 0,-2 7-1 0 0,-3 16 20 0 0,0 0-1 0 0,2 1 0 0 0,-3 43 0 0 0,5 84 2 0 0,2-63 59 0 0,-6 415 733 0 0,8-463-632 0 0,2-1-1 0 0,12 57 0 0 0,27 80 159 0 0,-4-21-180 0 0,-38-155-150 0 0,78 346 188 0 0,-75-336-157 0 0,1 0 1 0 0,0-1-1 0 0,1 1 0 0 0,1-1 1 0 0,0 0-1 0 0,14 21 1 0 0,-18-31-12 0 0,1 0 0 0 0,-1 0 0 0 0,0-1 0 0 0,1 1 0 0 0,-1-1 0 0 0,1 0 0 0 0,-1 1 0 0 0,1-1 0 0 0,0 0 0 0 0,0-1 0 0 0,-1 1 0 0 0,1 0 0 0 0,0-1 1 0 0,0 0-1 0 0,4 1 0 0 0,47-6 268 0 0,-36 3-296 0 0,24-1 31 0 0,51 3 1 0 0,-32 2-56 0 0,258 8 14 0 0,-162-7 197 0 0,437-11-62 0 0,68-41-229 0 0,-554 37 117 0 0,6-1-3 0 0,-104 13 11 0 0,107-10 265 0 0,-105 8-236 0 0,0 0-1 0 0,0-1 0 0 0,-1 0 0 0 0,1-1 1 0 0,-1 0-1 0 0,0-1 0 0 0,15-8 0 0 0,-23 11-23 0 0,0-1 1 0 0,0 1-1 0 0,0-1 0 0 0,-1 0 0 0 0,1 0 0 0 0,-1 0 0 0 0,0 0 0 0 0,0 0 1 0 0,0-1-1 0 0,0 1 0 0 0,0 0 0 0 0,0-1 0 0 0,-1 0 0 0 0,0 1 0 0 0,0-1 0 0 0,1-7 1 0 0,0-5 51 0 0,0 0 0 0 0,-2-28 0 0 0,-1 21-29 0 0,-1-34 129 0 0,-2 0 0 0 0,-22-100 0 0 0,-44-107 351 0 0,42 179-427 0 0,11 35-298 0 0,-19-98 0 0 0,19 54-98 0 0,-6-47 126 0 0,-46-148 0 0 0,57 255 149 0 0,-2 1 1 0 0,-1 0-1 0 0,-1 1 1 0 0,-2 1-1 0 0,-26-34 1 0 0,39 56-24 0 0,0 1 1 0 0,0-1-1 0 0,1 0 1 0 0,0 0-1 0 0,1 0 0 0 0,0-1 1 0 0,0 1-1 0 0,1-1 0 0 0,0 0 1 0 0,0 1-1 0 0,2-1 1 0 0,-1-15-1 0 0,1 21-39 0 0,-1-1-1 0 0,0 0 1 0 0,1 0 0 0 0,-2 1 0 0 0,1-1-1 0 0,0 0 1 0 0,-1 1 0 0 0,-3-6-1 0 0,3 6 19 0 0,0 0 0 0 0,1 0 0 0 0,-1 0 0 0 0,1 0 0 0 0,0 0 0 0 0,0-1 0 0 0,0 1 0 0 0,0-5 0 0 0,2 8 51 0 0,-1 0-1 0 0,0 0 1 0 0,0 0 0 0 0,0 0-1 0 0,0 1 1 0 0,0-1-1 0 0,-1 0 1 0 0,1 0-1 0 0,0 0 1 0 0,0 0-1 0 0,-1 1 1 0 0,1-1 0 0 0,0 0-1 0 0,-1 0 1 0 0,1 0-1 0 0,-1 1 1 0 0,1-1-1 0 0,-1 0 1 0 0,1 1-1 0 0,-1-1 1 0 0,1 0 0 0 0,-1 1-1 0 0,0-1 1 0 0,1 1-1 0 0,-1-1 1 0 0,-1 0-1 0 0,-2 0-81 0 0,1 0 0 0 0,0 0 0 0 0,-1 1 0 0 0,1-1 0 0 0,-1 1 0 0 0,-5 0 0 0 0,-21 2 28 0 0,0 2 0 0 0,1 0 0 0 0,-30 9 0 0 0,-7 1 36 0 0,-39 9-1601 0 0,70-14-2168 0 0,0 1-3865 0 0,3 3 689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39:59.683"/>
    </inkml:context>
    <inkml:brush xml:id="br0">
      <inkml:brushProperty name="width" value="0.1" units="cm"/>
      <inkml:brushProperty name="height" value="0.1" units="cm"/>
      <inkml:brushProperty name="color" value="#CC0066"/>
    </inkml:brush>
  </inkml:definitions>
  <inkml:trace contextRef="#ctx0" brushRef="#br0">238 127 888 0 0,'-2'-3'11'0'0,"0"1"0"0"0,0-1 1 0 0,0 0-1 0 0,0 1 0 0 0,0 0 0 0 0,0-1 1 0 0,-1 1-1 0 0,1 0 0 0 0,-1 0 0 0 0,1 0 0 0 0,-1 1 1 0 0,0-1-1 0 0,0 1 0 0 0,0-1 0 0 0,-5-1 0 0 0,-9-5 57 0 0,16 8 26 0 0,0-1 0 0 0,0 0 0 0 0,0 0 1 0 0,0 0-1 0 0,0 1 0 0 0,1-1 0 0 0,-1 0 0 0 0,0 0 1 0 0,1 0-1 0 0,-1 0 0 0 0,1 0 0 0 0,-1-1 1 0 0,1 1-1 0 0,-1 0 0 0 0,1 0 0 0 0,0 0 0 0 0,0 0 1 0 0,-1 0-1 0 0,1-1 0 0 0,0 1 0 0 0,0 0 1 0 0,0 0-1 0 0,0 0 0 0 0,1-1 0 0 0,-1 1 0 0 0,0 0 1 0 0,0 0-1 0 0,1 0 0 0 0,0-2 0 0 0,-1 1 359 0 0,0 0 0 0 0,1 1-1 0 0,-1-1 1 0 0,0 0 0 0 0,0 0 0 0 0,0 0-1 0 0,0 0 1 0 0,-9-11 4825 0 0,3-6-10113 0 0,5 17 5219 0 0,1 2-216 0 0,-1 0 0 0 0,0-1 0 0 0,1 1 0 0 0,-1 0-1 0 0,0 0 1 0 0,1-1 0 0 0,-1 1 0 0 0,0 0 0 0 0,0 0 0 0 0,1 0-1 0 0,-1 0 1 0 0,0 0 0 0 0,0 0 0 0 0,1 0 0 0 0,-1 0 0 0 0,0 0-1 0 0,1 1 1 0 0,-1-1 0 0 0,0 0 0 0 0,0 0 0 0 0,0 1 0 0 0,-1 5-473 0 0,-3-1 368 0 0,0 0-1 0 0,-1 0 1 0 0,1-1 0 0 0,-1 0-1 0 0,-8 5 1 0 0,10-7-22 0 0,0 1 0 0 0,0-1 0 0 0,0 1 1 0 0,0 0-1 0 0,0 0 0 0 0,1 0 0 0 0,-1 1 0 0 0,1-1 0 0 0,0 1 1 0 0,0 0-1 0 0,0 0 0 0 0,0 0 0 0 0,1 0 0 0 0,-2 5 0 0 0,-4 14 217 0 0,2 0-1 0 0,0 0 1 0 0,-4 43-1 0 0,3 75 910 0 0,6-121-1112 0 0,0 23 142 0 0,-1 10 537 0 0,2 1 0 0 0,10 83 0 0 0,-1-86-446 0 0,33 148 588 0 0,-31-163-609 0 0,24 97 470 0 0,-29-105-527 0 0,-1 1 1 0 0,1 53-1 0 0,-6-66-163 0 0,0 0-1 0 0,1 0 0 0 0,0-1 0 0 0,2 1 0 0 0,7 29 1 0 0,16 44 102 0 0,-21-69-79 0 0,-5-19-67 0 0,0 1-1 0 0,0-1 1 0 0,0 1-1 0 0,0-1 1 0 0,1 0 0 0 0,-1 1-1 0 0,1-1 1 0 0,-1 1-1 0 0,1-1 1 0 0,-1 0-1 0 0,1 0 1 0 0,0 1-1 0 0,-1-1 1 0 0,1 0-1 0 0,0 0 1 0 0,0 0 0 0 0,0 0-1 0 0,1 1 1 0 0,0 0 1 0 0,0-1 0 0 0,-1 1 0 0 0,1-1 0 0 0,0 1 1 0 0,-1 0-1 0 0,1 0 0 0 0,-1 0 0 0 0,0 0 0 0 0,2 3 0 0 0,-2-3 2 0 0,0 0 0 0 0,0 0-1 0 0,0 0 1 0 0,1 0 0 0 0,-1 0 0 0 0,1 0-1 0 0,0 0 1 0 0,-1 0 0 0 0,1-1-1 0 0,0 1 1 0 0,0-1 0 0 0,0 1-1 0 0,4 1 1 0 0,6 0 63 0 0,0 0 0 0 0,1-1 0 0 0,-1-1 0 0 0,1 0 0 0 0,-1-1 0 0 0,1 0 0 0 0,19-3 0 0 0,-15 2 6 0 0,417-52 170 0 0,-114 9-198 0 0,283 13-221 0 0,47 41 252 0 0,-2 29-510 0 0,-381-24 224 0 0,-1-12 0 0 0,281-32 0 0 0,829-33 330 0 0,-1062 68-126 0 0,-99 0-42 0 0,-37-3-3 0 0,749 22-349 0 0,-384-8 669 0 0,-320-5-304 0 0,98 4 2 0 0,60-12-32 0 0,-230-5 160 0 0,429 1 25 0 0,0-1-450 0 0,-212-4 157 0 0,-190 5 129 0 0,429 6-52 0 0,-62 14 43 0 0,-177-5 7 0 0,720-6 26 0 0,-736-15-487 0 0,-307 6-157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01.612"/>
    </inkml:context>
    <inkml:brush xml:id="br0">
      <inkml:brushProperty name="width" value="0.1" units="cm"/>
      <inkml:brushProperty name="height" value="0.1" units="cm"/>
      <inkml:brushProperty name="color" value="#CC0066"/>
    </inkml:brush>
  </inkml:definitions>
  <inkml:trace contextRef="#ctx0" brushRef="#br0">69 270 848 0 0,'-55'2'884'0'0,"42"-2"767"0"0,40 0 386 0 0,0 0-1451 0 0,14-1-68 0 0,81-6 292 0 0,82-3 598 0 0,-62 7 192 0 0,36 3-399 0 0,955-5 33 0 0,-375-32-397 0 0,15 0-292 0 0,-151 34-426 0 0,372-9-35 0 0,-365-6 17 0 0,160-6-94 0 0,-147 5-129 0 0,-33 1 256 0 0,410-29-70 0 0,-100 32 225 0 0,-532 5-282 0 0,-337 8-13 0 0,227-1-44 0 0,-205 3 36 0 0,572 0-34 0 0,-481 0 57 0 0,1028 11-227 0 0,-1135-10 207 0 0,-29-1 37 0 0,-26 0-29 0 0,-1 0-1 0 0,0 0 1 0 0,1 1 0 0 0,-1-1 0 0 0,1 0 0 0 0,-1 0 0 0 0,0 1 0 0 0,1-1 0 0 0,-1 0-1 0 0,0 1 1 0 0,1-1 0 0 0,-1 1 0 0 0,0-1 0 0 0,0 0 0 0 0,1 1 0 0 0,-1-1 0 0 0,0 1-1 0 0,0-1 1 0 0,0 1 0 0 0,0-1 0 0 0,1 0 0 0 0,-1 1 0 0 0,0-1 0 0 0,0 1 0 0 0,0-1-1 0 0,0 1 1 0 0,0-1 0 0 0,0 1 0 0 0,0-1 0 0 0,0 1 0 0 0,0-1 0 0 0,-1 1 0 0 0,1-1-1 0 0,0 1 1 0 0,4 331-15 0 0,-8-269 117 0 0,-2 0 0 0 0,-3-1 0 0 0,-26 90 0 0 0,15-69 185 0 0,-10 91 0 0 0,20 75 560 0 0,8-121-119 0 0,-3-56-131 0 0,3-42 33 0 0,0 1-1 0 0,3 35 0 0 0,1-57-474 0 0,0 0-1 0 0,0 0 1 0 0,1 0-1 0 0,0 0 1 0 0,1 0-1 0 0,0 0 1 0 0,0-1-1 0 0,7 10 1 0 0,-5-11 0 0 0,-5-6-128 0 0,0 0 0 0 0,0 0 0 0 0,0 0 0 0 0,0 0 0 0 0,-1 0 0 0 0,1 0 0 0 0,0 0 0 0 0,-1 0 0 0 0,1 0 0 0 0,0 0 0 0 0,-1 1 0 0 0,0-1 0 0 0,1 0 0 0 0,-1 0 0 0 0,0 0 0 0 0,1 1 0 0 0,-1-1 0 0 0,0 2 0 0 0,-15-2 441 0 0,9-1-433 0 0,-14 1-409 0 0,0-2 0 0 0,-1 0 0 0 0,-31-6 0 0 0,43 5-444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17.325"/>
    </inkml:context>
    <inkml:brush xml:id="br0">
      <inkml:brushProperty name="width" value="0.1" units="cm"/>
      <inkml:brushProperty name="height" value="0.1" units="cm"/>
      <inkml:brushProperty name="color" value="#CC0066"/>
    </inkml:brush>
  </inkml:definitions>
  <inkml:trace contextRef="#ctx0" brushRef="#br0">3 1444 800 0 0,'-1'-1'153'0'0,"-1"-3"-54"0"0,3-1 17 0 0,5 5 140 0 0,-1 1 198 0 0,1 0 0 0 0,-1 1 0 0 0,1-1-1 0 0,-1 1 1 0 0,0 0 0 0 0,0 1 0 0 0,0-1 0 0 0,0 1 0 0 0,4 4-1 0 0,-4-4-166 0 0,0 0-1 0 0,0 0 0 0 0,0-1 0 0 0,0 0 0 0 0,7 3 1 0 0,51 14 1283 0 0,73 11 1 0 0,-40-15-313 0 0,126 4 1 0 0,118-7 604 0 0,12 0-475 0 0,-1-22-683 0 0,182-16-112 0 0,1199 34 724 0 0,539-2-960 0 0,-1689-45-407 0 0,-471 25 273 0 0,110-29 0 0 0,-193 36-212 0 0,0-2 0 0 0,0 0 0 0 0,26-14 0 0 0,-41 16-9 0 0,-1 0 1 0 0,1 0-1 0 0,-2-1 0 0 0,1-1 0 0 0,-1 0 1 0 0,0 0-1 0 0,-1-1 0 0 0,9-12 0 0 0,-6 6-19 0 0,-1 0 0 0 0,0-1 0 0 0,-2-1 0 0 0,0 1 0 0 0,-1-2 0 0 0,-1 1 0 0 0,0-1 1 0 0,-2 0-1 0 0,0-1 0 0 0,-1 1 0 0 0,-1-1 0 0 0,-1 0 0 0 0,-1 0 0 0 0,0-23 0 0 0,-2 21-55 0 0,0 0 1 0 0,-2 0-1 0 0,-1 0 1 0 0,-1 0-1 0 0,0 0 1 0 0,-2 1 0 0 0,0 0-1 0 0,-2 0 1 0 0,0 1-1 0 0,-1 0 1 0 0,-17-27-1 0 0,13 26 37 0 0,0 2-1 0 0,-1 0 0 0 0,-1 0 1 0 0,-1 2-1 0 0,0-1 0 0 0,-2 2 1 0 0,0 1-1 0 0,-39-27 1 0 0,29 25-78 0 0,0 0 1 0 0,-1 2 0 0 0,-1 1 0 0 0,-59-18 0 0 0,-379-71-494 0 0,-7 35 863 0 0,192 27-120 0 0,-94-10-70 0 0,-823-79 613 0 0,726 94-502 0 0,125 23 6 0 0,-103-5 586 0 0,-517 14-261 0 0,749 8-378 0 0,-140 7 241 0 0,204-8-323 0 0,1 7 1 0 0,-177 35 0 0 0,172-7-70 0 0,129-33 31 0 0,16-3-21 0 0,0 0 1 0 0,1 1 0 0 0,-1 1-1 0 0,1 0 1 0 0,0 1 0 0 0,0 1-1 0 0,-18 9 1 0 0,25-9-13 0 0,1-1 0 0 0,0 1 0 0 0,0 0 1 0 0,0 1-1 0 0,-8 12 0 0 0,-15 16 1 0 0,13-21-11 0 0,1 0 0 0 0,1 1 0 0 0,0 1 1 0 0,1 0-1 0 0,1 0 0 0 0,1 2 0 0 0,0-1 0 0 0,-14 33 0 0 0,19-36 32 0 0,1 1 0 0 0,0-1-1 0 0,1 1 1 0 0,1 0 0 0 0,0 0-1 0 0,1 0 1 0 0,1 0-1 0 0,0 0 1 0 0,1 0 0 0 0,4 29-1 0 0,20 174 254 0 0,-23-218-251 0 0,2 55 92 0 0,-3-31 142 0 0,2 0 1 0 0,0 0-1 0 0,2 0 1 0 0,12 42-1 0 0,5 4 519 0 0,17 97 0 0 0,-26-129-309 0 0,-9-31-431 0 0,0 0 0 0 0,-1 1 1 0 0,3 14-1 0 0,-5-22-131 0 0,0 1 0 0 0,0-1-1 0 0,0 0 1 0 0,1 1 0 0 0,-1-1 0 0 0,0 1-1 0 0,0-1 1 0 0,0 0 0 0 0,1 1 0 0 0,-1-1 0 0 0,0 0-1 0 0,1 1 1 0 0,-1-1 0 0 0,0 0 0 0 0,1 1 0 0 0,-1-1-1 0 0,1 0 1 0 0,-1 0 0 0 0,0 0 0 0 0,1 1-1 0 0,-1-1 1 0 0,1 0 0 0 0,-1 0 0 0 0,1 0 0 0 0,-1 0-1 0 0,0 0 1 0 0,1 0 0 0 0,-1 0 0 0 0,1 0 0 0 0,0 0-1 0 0,16-1-7196 0 0,-15 1 6141 0 0,1-1 1 0 0,0 0 0 0 0,0 0-1 0 0,-1 0 1 0 0,10-5-2343 0 0,8-16-68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23.192"/>
    </inkml:context>
    <inkml:brush xml:id="br0">
      <inkml:brushProperty name="width" value="0.1" units="cm"/>
      <inkml:brushProperty name="height" value="0.1" units="cm"/>
      <inkml:brushProperty name="color" value="#CC0066"/>
    </inkml:brush>
  </inkml:definitions>
  <inkml:trace contextRef="#ctx0" brushRef="#br0">1 186 936 0 0,'0'7'55'0'0,"0"-5"-46"0"0,0-1 1 0 0,0 0 0 0 0,0 1-1 0 0,0-1 1 0 0,0 1 0 0 0,0-1-1 0 0,0 0 1 0 0,0 1-1 0 0,1-1 1 0 0,-1 1 0 0 0,0-1-1 0 0,1 0 1 0 0,-1 0 0 0 0,2 2-1 0 0,-1-2 5 0 0,1 0 0 0 0,0 0 0 0 0,0 0 0 0 0,-1 0 0 0 0,1-1 1 0 0,0 1-1 0 0,0-1 0 0 0,0 1 0 0 0,0-1 0 0 0,-1 1 0 0 0,1-1 0 0 0,0 0 0 0 0,2 0 0 0 0,107 2 774 0 0,-77-1-546 0 0,320-1 2908 0 0,-165-12-1624 0 0,399-45 714 0 0,68-5-1959 0 0,-114 6 18 0 0,-540 55-300 0 0,75-11-75 0 0,-28 0-18 0 0,-61 13 86 0 0,1 0 0 0 0,-1-1 0 0 0,-17-2 0 0 0,-19 1-176 0 0,-299-6-547 0 0,-99 2-397 0 0,303 9 979 0 0,-156 26 0 0 0,231-20 245 0 0,-125 35-1 0 0,188-43-93 0 0,1-1 0 0 0,-1 1 0 0 0,1 0-1 0 0,0 0 1 0 0,-1 0 0 0 0,1 1 0 0 0,-4 3 0 0 0,8-6 4 0 0,-1 0 0 0 0,1 0 0 0 0,0 1 0 0 0,0-1 0 0 0,-1 0 1 0 0,1 0-1 0 0,0 1 0 0 0,0-1 0 0 0,0 0 0 0 0,-1 1 0 0 0,1-1 0 0 0,0 0 0 0 0,0 1 0 0 0,0-1 1 0 0,0 0-1 0 0,0 1 0 0 0,0-1 0 0 0,0 0 0 0 0,0 1 0 0 0,0-1 0 0 0,0 0 0 0 0,0 1 1 0 0,0-1-1 0 0,0 0 0 0 0,0 1 0 0 0,0-1 0 0 0,0 0 0 0 0,0 1 0 0 0,0-1 0 0 0,0 0 1 0 0,0 1-1 0 0,0-1 0 0 0,1 0 0 0 0,-1 0 0 0 0,0 1 0 0 0,2 0 24 0 0,-1 1-1 0 0,1-1 1 0 0,0 0 0 0 0,-1 0-1 0 0,1-1 1 0 0,0 1 0 0 0,0 0-1 0 0,0 0 1 0 0,-1-1-1 0 0,1 1 1 0 0,2-1 0 0 0,61 12 456 0 0,0-3 0 0 0,1-3 0 0 0,68-3 0 0 0,-107-2-361 0 0,696-19 3672 0 0,-710 17-3769 0 0,843-59 232 0 0,-399 32-243 0 0,-144 10 126 0 0,-292 18-181 0 0,-19-1 16 0 0,-7 1 5 0 0,-6 0 11 0 0,-141-4-318 0 0,-198 21 0 0 0,-154 43 358 0 0,339-38-24 0 0,-24 0 163 0 0,-144 22 139 0 0,319-40-170 0 0,35-3-161 0 0,-10 0 7 0 0,670-25 79 0 0,226-32 314 0 0,4 28-213 0 0,222 48-257 0 0,-136 3 419 0 0,-379-16-535 0 0,301 11-396 0 0,-847-16 631 0 0,306 0 50 0 0,-290-2-121 0 0,118 1-74 0 0,268-3 325 0 0,14-16-210 0 0,267-4-58 0 0,-726 22 55 0 0,388 4-211 0 0,-2-6 346 0 0,-167-8-431 0 0,-234 10 276 0 0,-11 0 5 0 0,-1 0 1 0 0,0 1-1 0 0,0-1 0 0 0,0 0 1 0 0,1-1-1 0 0,-1 1 1 0 0,0 0-1 0 0,0-1 0 0 0,0 1 1 0 0,1-1-1 0 0,-1 0 0 0 0,0 1 1 0 0,0-1-1 0 0,0 0 0 0 0,0 0 1 0 0,0 0-1 0 0,3-3 1 0 0,-5 4-9 0 0,0-1 1 0 0,0 1-1 0 0,1 0 1 0 0,-1-1-1 0 0,0 1 1 0 0,0 0-1 0 0,0-1 1 0 0,1 1-1 0 0,-1-1 1 0 0,0 1-1 0 0,0 0 1 0 0,0-1-1 0 0,0 1 1 0 0,0-1-1 0 0,0 1 1 0 0,0-1-1 0 0,0 1 1 0 0,0 0-1 0 0,0-1 1 0 0,0 1-1 0 0,0-1 1 0 0,0 1-1 0 0,0 0 1 0 0,0-1-1 0 0,-1 1 1 0 0,1-1-1 0 0,0 1 1 0 0,0 0-1 0 0,-1-1 1 0 0,-11-9-679 0 0,-17 0-1233 0 0,-13 3-2720 0 0,33 6 3448 0 0,-1-1-1 0 0,1 0 1 0 0,-18-6 0 0 0,6 0 365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42.552"/>
    </inkml:context>
    <inkml:brush xml:id="br0">
      <inkml:brushProperty name="width" value="0.1" units="cm"/>
      <inkml:brushProperty name="height" value="0.1" units="cm"/>
      <inkml:brushProperty name="color" value="#CC0066"/>
    </inkml:brush>
  </inkml:definitions>
  <inkml:trace contextRef="#ctx0" brushRef="#br0">1381 197 856 0 0,'3'0'13'0'0,"0"0"0"0"0,0-1 0 0 0,0 0 0 0 0,1 1 0 0 0,-1-1 1 0 0,0-1-1 0 0,0 1 0 0 0,0 0 0 0 0,-1-1 0 0 0,7-3 0 0 0,19-8 16 0 0,-12 10 561 0 0,1 1 1 0 0,0 1-1 0 0,0 0 0 0 0,-1 2 0 0 0,1 0 0 0 0,0 0 0 0 0,-1 2 1 0 0,20 5-1 0 0,2-3 2752 0 0,-36-5-2778 0 0,2 3 230 0 0,-12-8 469 0 0,0 0-1 0 0,-1 1 1 0 0,-15-6 0 0 0,-31-4 493 0 0,-61 2-2447 0 0,50 8 1370 0 0,6-3-415 0 0,-99-5 215 0 0,103 9-200 0 0,-106-18 0 0 0,100 10 17 0 0,-62-2 0 0 0,76 12-170 0 0,1 1 0 0 0,-1 2-1 0 0,-73 14 1 0 0,56-5 83 0 0,42-8-115 0 0,0 0 0 0 0,0 2 1 0 0,0 1-1 0 0,1 1 1 0 0,0 1-1 0 0,-25 12 0 0 0,35-14-73 0 0,-1 1-1 0 0,2 0 0 0 0,-1 1 0 0 0,1 0 1 0 0,0 1-1 0 0,0 0 0 0 0,1 1 0 0 0,1 0 1 0 0,0 1-1 0 0,-16 22 0 0 0,7 2 61 0 0,0 0 0 0 0,3 1-1 0 0,1 0 1 0 0,-15 59 0 0 0,25-74-93 0 0,1 0 0 0 0,0 1 0 0 0,2 0 0 0 0,1 24 0 0 0,0-24-8 0 0,0-8 36 0 0,0 1 0 0 0,2-1 0 0 0,-1 0 0 0 0,2 0-1 0 0,0 0 1 0 0,1-1 0 0 0,0 1 0 0 0,1-1 0 0 0,8 16 0 0 0,-9-20 13 0 0,1-1-1 0 0,1 0 1 0 0,-1-1-1 0 0,1 1 1 0 0,1-1 0 0 0,-1 0-1 0 0,1-1 1 0 0,1 1-1 0 0,-1-1 1 0 0,1-1 0 0 0,0 0-1 0 0,0 0 1 0 0,1 0-1 0 0,14 5 1 0 0,11 2 24 0 0,0-2 0 0 0,0-1 0 0 0,50 6 0 0 0,217 15 34 0 0,341-21 57 0 0,-454-17 18 0 0,341-59 1 0 0,-492 60-79 0 0,1-1 0 0 0,-1-3-1 0 0,53-21 1 0 0,-77 26-28 0 0,-1 0-1 0 0,0-1 0 0 0,0-1 0 0 0,0 0 0 0 0,-1 0 1 0 0,0-1-1 0 0,-1-1 0 0 0,0 0 0 0 0,0 0 0 0 0,-1-1 1 0 0,-1 0-1 0 0,13-22 0 0 0,-13 21 31 0 0,-2-1 0 0 0,1 0-1 0 0,-2-1 1 0 0,0 1 0 0 0,-1-1 0 0 0,0 0 0 0 0,-1 0-1 0 0,0-1 1 0 0,-1 1 0 0 0,-1-1 0 0 0,0 1 0 0 0,-1-1-1 0 0,-1 1 1 0 0,0-1 0 0 0,-1 1 0 0 0,-6-24 0 0 0,-1 13 18 0 0,0 1 0 0 0,-2 0 0 0 0,0 0 0 0 0,-2 1 0 0 0,0 0 0 0 0,-2 1 0 0 0,0 1 0 0 0,-2 1 1 0 0,0 0-1 0 0,-1 1 0 0 0,-1 0 0 0 0,-1 2 0 0 0,-31-22 0 0 0,27 22-51 0 0,-1 0 1 0 0,-1 2-1 0 0,-1 1 0 0 0,1 2 1 0 0,-34-12-1 0 0,9 11-144 0 0,-1 2 0 0 0,0 3 0 0 0,0 1 0 0 0,-74 1 0 0 0,94 7-750 0 0,1 0-1 0 0,-52 9 0 0 0,65-6-546 0 0,0 1 0 0 0,1 1 0 0 0,-22 9 0 0 0,16-4-2527 0 0,0 2 0 0 0,-28 20 0 0 0,-3 9-3093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43.987"/>
    </inkml:context>
    <inkml:brush xml:id="br0">
      <inkml:brushProperty name="width" value="0.1" units="cm"/>
      <inkml:brushProperty name="height" value="0.1" units="cm"/>
      <inkml:brushProperty name="color" value="#CC0066"/>
    </inkml:brush>
  </inkml:definitions>
  <inkml:trace contextRef="#ctx0" brushRef="#br0">1047 284 1096 0 0,'10'-2'319'0'0,"34"-24"3411"0"0,-34 19-2605 0 0,0 1-1 0 0,21-10 0 0 0,-7 10 253 0 0,-20 5-1160 0 0,0 0 1 0 0,0 0-1 0 0,-1 0 0 0 0,1-1 0 0 0,0 1 0 0 0,0-1 0 0 0,6-4 1 0 0,2-4 358 0 0,-11 5-356 0 0,-12 3-162 0 0,9 2 16 0 0,-194-16 796 0 0,122 14-330 0 0,1 3 0 0 0,-1 3-1 0 0,-85 16 1 0 0,7 17-177 0 0,-72 39 290 0 0,201-67-638 0 0,0 0 1 0 0,-35 21 0 0 0,50-26-10 0 0,1 1 0 0 0,-1 0 0 0 0,1 1 0 0 0,1 0 0 0 0,-1 0 0 0 0,1 0 0 0 0,0 1 0 0 0,0 0 0 0 0,1 0 0 0 0,-9 15 0 0 0,-1 11-7 0 0,1 1-1 0 0,-15 56 1 0 0,23-67 34 0 0,2-1-1 0 0,0 1 1 0 0,1 1 0 0 0,2-1-1 0 0,0 24 1 0 0,2-40 58 0 0,0 0 1 0 0,0 0-1 0 0,1-1 1 0 0,0 1-1 0 0,0-1 0 0 0,1 1 1 0 0,-1-1-1 0 0,1 0 1 0 0,1 0-1 0 0,-1 0 0 0 0,1-1 1 0 0,0 1-1 0 0,0-1 0 0 0,1 0 1 0 0,-1 0-1 0 0,1 0 1 0 0,0-1-1 0 0,1 1 0 0 0,-1-1 1 0 0,10 5-1 0 0,2 0 65 0 0,1 0 0 0 0,1-1 0 0 0,-1-1 1 0 0,1 0-1 0 0,33 6 0 0 0,8-2-89 0 0,0-3 0 0 0,0-2 0 0 0,0-3 0 0 0,119-10 1 0 0,-81-4 15 0 0,0-6 0 0 0,118-34 0 0 0,-182 41 41 0 0,0 0-1 0 0,-1-3 1 0 0,0-1-1 0 0,-1-1 1 0 0,34-22-1 0 0,-53 29 2 0 0,-1-1 0 0 0,0-1 0 0 0,0 0 0 0 0,-1-1 0 0 0,-1 0 0 0 0,0 0 0 0 0,0-1-1 0 0,-1 0 1 0 0,-1-1 0 0 0,0 0 0 0 0,0 0 0 0 0,-2-1 0 0 0,1 0 0 0 0,5-22 0 0 0,-7 19 27 0 0,-2 0 0 0 0,0 0 0 0 0,-1-1 1 0 0,0 1-1 0 0,-2-1 0 0 0,0 1 0 0 0,-1-1 0 0 0,-1 1 1 0 0,0-1-1 0 0,-2 1 0 0 0,0 0 0 0 0,0 0 1 0 0,-2 0-1 0 0,0 1 0 0 0,-1 0 0 0 0,-16-28 0 0 0,9 20-122 0 0,0 0 0 0 0,-2 1 0 0 0,0 1-1 0 0,-2 0 1 0 0,-22-21 0 0 0,26 30 12 0 0,-1 0 0 0 0,-1 1 0 0 0,0 0-1 0 0,-32-16 1 0 0,38 23-416 0 0,0 1 0 0 0,-1 0 0 0 0,-20-4 0 0 0,22 6-491 0 0,-1 1 0 0 0,1 0 0 0 0,-1 1 1 0 0,1 0-1 0 0,-12 1 0 0 0,-33 11-9373 0 0,1 6 1227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53.634"/>
    </inkml:context>
    <inkml:brush xml:id="br0">
      <inkml:brushProperty name="width" value="0.1" units="cm"/>
      <inkml:brushProperty name="height" value="0.1" units="cm"/>
      <inkml:brushProperty name="color" value="#CC0066"/>
    </inkml:brush>
  </inkml:definitions>
  <inkml:trace contextRef="#ctx0" brushRef="#br0">937 315 728 0 0,'-4'-1'18'0'0,"0"1"0"0"0,0-1 0 0 0,-1 0 0 0 0,1 0-1 0 0,0 0 1 0 0,-4-2 0 0 0,-20-5 41 0 0,13 7 106 0 0,-1 1 1 0 0,-21 1-1 0 0,36-1-145 0 0,0 0 1 0 0,1 1-1 0 0,-1-1 1 0 0,0 0-1 0 0,1 1 0 0 0,-1-1 1 0 0,0 0-1 0 0,1 1 1 0 0,-1-1-1 0 0,1 0 0 0 0,-1 1 1 0 0,1-1-1 0 0,-1 1 1 0 0,1 0-1 0 0,-1-1 1 0 0,1 1-1 0 0,-1-1 0 0 0,1 1 1 0 0,-1 0-1 0 0,1-1 1 0 0,0 1-1 0 0,0 0 0 0 0,-1-1 1 0 0,1 1-1 0 0,0 0 1 0 0,0 1-1 0 0,-3 24 502 0 0,2-15-252 0 0,-3 41 904 0 0,-2 17 359 0 0,1 40 71 0 0,5 0 0 0 0,18 150 0 0 0,-3-147-945 0 0,24 235 1337 0 0,-22 292 650 0 0,-17-606-2486 0 0,2 1 0 0 0,5 34 0 0 0,-7-68-157 0 0,0 0 0 0 0,0 1 0 0 0,0-1 0 0 0,0 0 0 0 0,0 0 1 0 0,0 0-1 0 0,0 0 0 0 0,0 1 0 0 0,0-1 0 0 0,0 0 0 0 0,0 0 0 0 0,0 0 0 0 0,0 0 0 0 0,0 1 0 0 0,0-1 0 0 0,0 0 1 0 0,0 0-1 0 0,0 0 0 0 0,0 0 0 0 0,0 0 0 0 0,0 1 0 0 0,1-1 0 0 0,-1 0 0 0 0,0 0 0 0 0,0 0 0 0 0,0 0 0 0 0,0 0 0 0 0,0 0 1 0 0,0 1-1 0 0,0-1 0 0 0,1 0 0 0 0,-1 0 0 0 0,0 0 0 0 0,0 0 0 0 0,0 0 0 0 0,0 0 0 0 0,0 0 0 0 0,1 0 0 0 0,-1 0 1 0 0,0 0-1 0 0,0 0 0 0 0,0 0 0 0 0,0 0 0 0 0,0 0 0 0 0,1 0 0 0 0,-1 0 0 0 0,4-9-69 0 0,1-18-1186 0 0,3-38 1 0 0,-3 16-31 0 0,33-479-6104 0 0,-39 427 6997 0 0,-5 0 1 0 0,-4 1 0 0 0,-28-121-1 0 0,29 183 528 0 0,-2 1 0 0 0,-2 0 0 0 0,-2 1 0 0 0,-1 1 0 0 0,-1 0-1 0 0,-2 1 1 0 0,-2 1 0 0 0,-26-33 0 0 0,-7-14 713 0 0,-3-2 921 0 0,45 69-1196 0 0,5 4-50 0 0,7 9-519 0 0,0 0 0 0 0,0 0 0 0 0,0 0 1 0 0,-1 0-1 0 0,1 0 0 0 0,0-1 0 0 0,0 1 0 0 0,0 0 0 0 0,0 0 0 0 0,0 0 0 0 0,0 0 0 0 0,0 0 0 0 0,0 0 0 0 0,0 0 1 0 0,0 0-1 0 0,0 0 0 0 0,0-1 0 0 0,0 1 0 0 0,0 0 0 0 0,0 0 0 0 0,0 0 0 0 0,0 0 0 0 0,0 0 0 0 0,0 0 0 0 0,0 0 1 0 0,0 0-1 0 0,0-1 0 0 0,0 1 0 0 0,0 0 0 0 0,0 0 0 0 0,0 0 0 0 0,0 0 0 0 0,0 0 0 0 0,0 0 0 0 0,0 0 0 0 0,0 0 1 0 0,0-1-1 0 0,0 1 0 0 0,0 0 0 0 0,0 0 0 0 0,0 0 0 0 0,0 0 0 0 0,1 0 0 0 0,-1 0 0 0 0,0 0 0 0 0,0 0 0 0 0,0 0 1 0 0,0 0-1 0 0,0 0 0 0 0,0 0 0 0 0,0 0 0 0 0,1-1 0 0 0,3 2 22 0 0,1-1 1 0 0,-1 0-1 0 0,0 1 0 0 0,1 0 1 0 0,-1 0-1 0 0,6 2 0 0 0,28 5 193 0 0,191 3 911 0 0,-211-11-1039 0 0,373-16 1738 0 0,-314 11-1574 0 0,970-43 2163 0 0,343 27-1397 0 0,2-33-78 0 0,-955 27-455 0 0,237-3 482 0 0,-552 26-872 0 0,307-14 214 0 0,-93-2-74 0 0,-100 8-103 0 0,248-27 172 0 0,3-40-61 0 0,-394 62-186 0 0,106-25 16 0 0,-140 28-57 0 0,-27 5 23 0 0,-19 6-35 0 0,1-1 0 0 0,-1 2 0 0 0,1-1 0 0 0,19 1 0 0 0,8 1-3 0 0,-16 0-14 0 0,0 1 0 0 0,0 1-1 0 0,32 6 1 0 0,-54-7 3 0 0,-1 1 0 0 0,0 0-1 0 0,1 0 1 0 0,-1 0 0 0 0,0 0 0 0 0,0 0 0 0 0,0 0-1 0 0,0 1 1 0 0,0-1 0 0 0,0 1 0 0 0,0-1-1 0 0,0 1 1 0 0,0 0 0 0 0,-1 0 0 0 0,1-1 0 0 0,-1 1-1 0 0,3 4 1 0 0,0 2-10 0 0,0 1 0 0 0,0 0-1 0 0,3 14 1 0 0,0 1 23 0 0,34 105 219 0 0,-7 1 1 0 0,30 228 0 0 0,2 51 9 0 0,-14-91 127 0 0,-6-127-190 0 0,-44-185-164 0 0,0 0 1 0 0,-1 1-1 0 0,1-1 0 0 0,-1 0 0 0 0,-1 1 0 0 0,1 0 1 0 0,-1-1-1 0 0,-1 1 0 0 0,0 7 0 0 0,0-10 7 0 0,0 0 0 0 0,-1 0 0 0 0,1 0 0 0 0,-1 0 0 0 0,0 0 1 0 0,0 0-1 0 0,-1 0 0 0 0,1 0 0 0 0,-1-1 0 0 0,1 1 0 0 0,-1-1 0 0 0,0 0 0 0 0,-1 0 0 0 0,-4 4 0 0 0,-3 2 34 0 0,-1 1-1 0 0,0-2 1 0 0,-1 1 0 0 0,0-2-1 0 0,0 0 1 0 0,-28 10-1 0 0,-1-4 32 0 0,-1-2-1 0 0,-57 6 0 0 0,-101 4 44 0 0,179-19-122 0 0,-826 49 51 0 0,267-19-231 0 0,-916 90 340 0 0,1000-78-2 0 0,308-27-57 0 0,-858 62-33 0 0,-13-18 644 0 0,442-27-357 0 0,-519 39 752 0 0,-37 16-584 0 0,1010-86-537 0 0,121-3-18 0 0,43 0 8 0 0,-1 0 1 0 0,1 0-1 0 0,0 0 0 0 0,0 0 1 0 0,-1 0-1 0 0,1 0 1 0 0,0 0-1 0 0,0 0 1 0 0,-1 0-1 0 0,1 0 1 0 0,0 0-1 0 0,-1 0 0 0 0,1 0 1 0 0,0 0-1 0 0,0 0 1 0 0,-1 0-1 0 0,1 0 1 0 0,0 0-1 0 0,0 0 1 0 0,-1 0-1 0 0,1 1 0 0 0,0-1 1 0 0,0 0-1 0 0,0 0 1 0 0,-1 0-1 0 0,1 0 1 0 0,0 1-1 0 0,0-1 1 0 0,0 0-1 0 0,-1 0 0 0 0,1 0 1 0 0,0 1-1 0 0,11 2-2516 0 0,16-2-2344 0 0,-11-1 1660 0 0,-1 0 0 0 0,19-2 0 0 0,60-18-4725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55.103"/>
    </inkml:context>
    <inkml:brush xml:id="br0">
      <inkml:brushProperty name="width" value="0.1" units="cm"/>
      <inkml:brushProperty name="height" value="0.1" units="cm"/>
      <inkml:brushProperty name="color" value="#CC0066"/>
    </inkml:brush>
  </inkml:definitions>
  <inkml:trace contextRef="#ctx0" brushRef="#br0">62 710 208 0 0,'-1'-1'3'0'0,"-4"-1"3"0"0,1-1 0 0 0,0 1 0 0 0,-1 0 0 0 0,1 1-1 0 0,-1-1 1 0 0,0 1 0 0 0,1-1 0 0 0,-1 1 0 0 0,-9 0-1 0 0,9 2 2 0 0,8 1 4 0 0,19 1 61 0 0,-18-3-62 0 0,187-3 1301 0 0,58-19 292 0 0,82-19-75 0 0,74 0 210 0 0,-389 39-1682 0 0,451-39 1207 0 0,88 9-139 0 0,67 0-368 0 0,774-3-871 0 0,4 33-301 0 0,797-14 1572 0 0,-1520-6 74 0 0,1474-97 3181 0 0,-1755 92-3665 0 0,-67 0-116 0 0,-162 11-221 0 0,571-69 1625 0 0,-712 78-1835 0 0,-26 7-198 0 0,0 0 1 0 0,0 0-1 0 0,0 0 0 0 0,0 0 0 0 0,0 0 0 0 0,0 0 0 0 0,1 0 1 0 0,-1 0-1 0 0,0 0 0 0 0,0 0 0 0 0,0 0 0 0 0,0 0 0 0 0,0 0 0 0 0,0 0 1 0 0,0 0-1 0 0,1 0 0 0 0,-1 0 0 0 0,0 0 0 0 0,0 0 0 0 0,0-1 0 0 0,0 1 1 0 0,0 0-1 0 0,0 0 0 0 0,0 0 0 0 0,0 0 0 0 0,0 0 0 0 0,0 0 0 0 0,0 0 1 0 0,1 0-1 0 0,-1-1 0 0 0,0 1 0 0 0,0 0 0 0 0,0 0 0 0 0,0 0 1 0 0,0 0-1 0 0,0 0 0 0 0,0 0 0 0 0,0 0 0 0 0,0-1 0 0 0,0 1 0 0 0,0 0 1 0 0,0 0-1 0 0,0 0 0 0 0,0 0 0 0 0,0 0 0 0 0,0 0 0 0 0,0-1 0 0 0,0 1 1 0 0,-1 0-1 0 0,1 0 0 0 0,0 0 0 0 0,0 0 0 0 0,0 0 0 0 0,0 0 1 0 0,0 0-1 0 0,0-1 0 0 0,-12-2 38 0 0,-4-3-407 0 0,-1 1 0 0 0,-28-4 0 0 0,3 1-1055 0 0,-39-8-2888 0 0,-89-5 0 0 0,-84 11 312 0 0,160 10 3859 0 0,93 0-284 0 0,3 0 157 0 0,12 0 77 0 0,20-2 323 0 0,-14-2 1114 0 0,41-1 0 0 0,66 8 2119 0 0,-53 0-2601 0 0,358-17 1819 0 0,202-11-1132 0 0,-598 25-2158 0 0,0 1 1 0 0,0 2 0 0 0,57 13 0 0 0,-64-4-3045 0 0,-28-12 3451 0 0,0 1 0 0 0,0-1 1 0 0,0 1-1 0 0,0 0 0 0 0,0 0 0 0 0,0-1 1 0 0,0 1-1 0 0,0 0 0 0 0,-1 0 0 0 0,1 0 1 0 0,0 0-1 0 0,-1 0 0 0 0,1 0 1 0 0,-1 0-1 0 0,1 0 0 0 0,-1 0 0 0 0,1 0 1 0 0,-1 0-1 0 0,0 0 0 0 0,1 2 1 0 0,-7 9-1612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0:55.853"/>
    </inkml:context>
    <inkml:brush xml:id="br0">
      <inkml:brushProperty name="width" value="0.1" units="cm"/>
      <inkml:brushProperty name="height" value="0.1" units="cm"/>
      <inkml:brushProperty name="color" value="#CC0066"/>
    </inkml:brush>
  </inkml:definitions>
  <inkml:trace contextRef="#ctx0" brushRef="#br0">207 314 1080 0 0,'-34'-5'15'0'0,"15"2"-7"0"0,0 0 1 0 0,-1 1-1 0 0,1 1 0 0 0,0 1 0 0 0,0 1 0 0 0,-38 6 0 0 0,75 1 252 0 0,37 0 257 0 0,85 5 753 0 0,75-10 661 0 0,76-21 310 0 0,195-32 63 0 0,89-16-344 0 0,60 1-490 0 0,63 15-958 0 0,22 16-660 0 0,-47 22 93 0 0,213 8 119 0 0,1511 38 1306 0 0,-1676-3-604 0 0,-56-3-257 0 0,-101-12-205 0 0,-474-13-217 0 0,525 5 654 0 0,-24-33 898 0 0,-316 1-636 0 0,54-15 100 0 0,-234 20-698 0 0,-92 16-314 0 0,-9-2-234 0 0,-22-7-866 0 0,17 7 261 0 0,-5-1-778 0 0,0 1 0 0 0,-1 1 0 0 0,1 0 1 0 0,-1 1-1 0 0,-24-1 0 0 0,-82 2-5419 0 0,79 3 5482 0 0,-51-1-562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23:30.6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1191,'55'-2,"0"-2,57-11,106-33,-146 31,1119-297,-856 221,165-44,759-214,-1036 282,-150 45,100-47,-166 67,0 1,-1-1,1 0,6-6,-12 9,-1 1,0 0,1 0,-1 0,0 0,0-1,1 1,-1 0,0 0,1-1,-1 1,0 0,0 0,1-1,-1 1,0 0,0-1,0 1,0 0,1-1,-1 1,0 0,0-1,0 1,0 0,0-1,0 1,0 0,0-1,0 1,0-1,0 1,0 0,0-1,0 1,0 0,-1-1,1 1,0 0,0-1,0 1,0 0,-1-1,1 1,0 0,0 0,-1-1,1 1,0 0,-1-1,-17-3,-18 3,-1 1,-38 6,8-1,29-3</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3:41.237"/>
    </inkml:context>
    <inkml:brush xml:id="br0">
      <inkml:brushProperty name="width" value="0.035" units="cm"/>
      <inkml:brushProperty name="height" value="0.03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1293 24575,'4069'-1293'0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3:44.775"/>
    </inkml:context>
    <inkml:brush xml:id="br0">
      <inkml:brushProperty name="width" value="0.035" units="cm"/>
      <inkml:brushProperty name="height" value="0.035" units="cm"/>
      <inkml:brushProperty name="color" value="#AE198D"/>
      <inkml:brushProperty name="inkEffects" value="galaxy"/>
      <inkml:brushProperty name="anchorX" value="-4809.12402"/>
      <inkml:brushProperty name="anchorY" value="273.09381"/>
      <inkml:brushProperty name="scaleFactor" value="0.5"/>
    </inkml:brush>
  </inkml:definitions>
  <inkml:trace contextRef="#ctx0" brushRef="#br0">1 0 24575,'0'0'0,"8"0"0,7 0 0,9 0 0,13 0 0,6 0 0,9 9 0,4 1 0,-1 4 0,4-1 0,-1-2 0,-12 6 0,-3-3 0,-6-1 0,-6-4 0,-3-4 0,-3-1 0,-1-3 0,-1-1 0,-6 9 0,1 0 0,5 0 0,5-1 0,11-3 0,1 8 0,-1-1 0,2-2 0,0 3 0,-2 7 0,-4-2 0,-4-3 0,2-4 0,-3-3 0,-5 5 0,-12-1 0,-14-12 0,1 0 0,1 0 0,-1 1 0,0-1 0,0 0 0,0 1 0,0-1 0,0 0 0,0 1 0,0-1 0,0 0 0,0 1 0,0-1 0,0 1 0,0-1 0,0 0 0,0 1 0,0-1 0,0 0 0,0 1 0,-1-1 0,1 0 0,0 0 0,0 1 0,0-1 0,0 0 0,-1 1 0,1-1 0,0 0 0,0 0 0,-1 1 0,-7 2 0,-12-3 0,-5-7 0,-3 0 0,0-1 0,0 2 0,6-3 0,21 12 0,1-3 0,-1 0 0,0 0 0,0 0 0,0 0 0,0 0 0,0 0 0,0 0 0,0 0 0,0 1 0,0-1 0,0 0 0,0 1 0,0-1 0,-1 2 0,-1 0 0,2 0 0,-1 0 0,1 0 0,-1 0 0,1 0 0,-1 0 0,1 1 0,-1 2 0,-13 34 0,-2 8 0,2 10 0,-5 6 0,3 5 0,3-6 0,3-5 0,-4-13 0,-3-4 0,-3-1 0,3-1 0,0-2 0,3-3 0,0-3 0,3-3 0,3-7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5:39.87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0 283 0,'12300'-283'0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6:54.601"/>
    </inkml:context>
    <inkml:brush xml:id="br0">
      <inkml:brushProperty name="width" value="0.1" units="cm"/>
      <inkml:brushProperty name="height" value="0.1" units="cm"/>
      <inkml:brushProperty name="color" value="#008C3A"/>
    </inkml:brush>
  </inkml:definitions>
  <inkml:trace contextRef="#ctx0" brushRef="#br0">0 0 15556,'15170'0'0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02.967"/>
    </inkml:context>
    <inkml:brush xml:id="br0">
      <inkml:brushProperty name="width" value="0.1" units="cm"/>
      <inkml:brushProperty name="height" value="0.1" units="cm"/>
      <inkml:brushProperty name="color" value="#008C3A"/>
    </inkml:brush>
  </inkml:definitions>
  <inkml:trace contextRef="#ctx0" brushRef="#br0">0 0 21686,'635'10890'0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05.627"/>
    </inkml:context>
    <inkml:brush xml:id="br0">
      <inkml:brushProperty name="width" value="0.1" units="cm"/>
      <inkml:brushProperty name="height" value="0.1" units="cm"/>
      <inkml:brushProperty name="color" value="#008C3A"/>
    </inkml:brush>
  </inkml:definitions>
  <inkml:trace contextRef="#ctx0" brushRef="#br0">1 240 6553,'147'2'2054,"166"-4"1466,-284-1-3170,0 0 0,-1-2 1,44-12-1,79-37-142,-125 44-116,17-6 258,2 3 0,0 2 1,0 1-1,51-3 0,187 3 1498,-263 10-1700,-1-1-1,0 0 1,1-2-1,-1 0 1,24-7-1,15-6 435,2 3 1,76-7-1,-124 19-522,12-2 111,1 1 0,-1 1 1,0 1-1,29 4 0,-42-1 15,1 0 1,20 10-1,19 5 268,-6-9-178,49 13 418,-18-5-135,-17-4-282,-36-6-252</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08.065"/>
    </inkml:context>
    <inkml:brush xml:id="br0">
      <inkml:brushProperty name="width" value="0.1" units="cm"/>
      <inkml:brushProperty name="height" value="0.1" units="cm"/>
      <inkml:brushProperty name="color" value="#008C3A"/>
    </inkml:brush>
  </inkml:definitions>
  <inkml:trace contextRef="#ctx0" brushRef="#br0">0 1 6553,'1'1'39,"-1"0"-1,0 0 1,1 0-1,-1 0 1,1 0-1,-1 0 1,1 0-1,-1-1 1,1 1-1,-1 0 1,1 0-1,0 0 1,-1-1-1,1 1 1,0 0-1,0-1 1,0 1-1,0-1 1,0 1-1,1 0 1,23 11 353,-18-9-242,15 8 390,0 1 0,35 28 0,-24-17-222,-17-10-19,-1 1-1,0 0 1,-1 2 0,0-1 0,18 28 0,23 28 913,46 30 431,17 20-92,-112-115-1393,-1 0 0,0 1 0,-1-1 0,0 1 1,0 0-1,0 0 0,-1 1 0,0-1 0,-1 1 1,0 0-1,0-1 0,0 1 0,-1 0 0,0 0 1,0 0-1,-2 15 0,0-13-16,-1-1 1,0 0 0,-1 1-1,0-1 1,0 0-1,-1 0 1,0-1-1,-1 1 1,0-1-1,0 0 1,-1 0-1,0-1 1,-12 13-1,-23 16 615,-1-1-1,-3-3 1,-55 32-1,87-56-604,-12 8-17,0-2-1,0-1 0,-2-1 1,-36 12-1,21-13-134</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7:21.34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0 182 0,'3098'-29'0,"-5400"-124"0,1506 335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27:32.2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6777 377,'-2'2,"0"-1,0 1,0 0,0-1,0 1,1 0,-1 0,1 0,-1 0,1 1,0-1,-1 0,1 0,1 1,-2 2,-9 41,10-41,-5 38,3-1,1 51,-1 26,0-98,-2 0,0 0,-1 0,-1 0,-1-1,-13 23,0 3,20-42,-1 0,0 0,0 0,-1 0,1 0,-1-1,1 1,-1-1,0 0,-1 0,1 0,0 0,-8 3,6-3,-1-1,0 1,0-2,0 1,0-1,-1 0,1 0,0 0,-8-1,-160-4,-22 0,153 6,0 1,-64 14,-101 40,72-18,102-30,-55 7,59-12,0 1,-56 18,44-8,0-2,-1-2,0-2,-1-2,0-2,-57 0,-783-7,831-1,-100-18,138 18,-68-14,39 8,-69-8,-286 14,213 5,-130-16,-121 3,285 13,92-1,1-3,-89-15,54-3,-78-13,-158 9,121 12,-20 1,70 10,-139 4,234 4,48-4,0-1,0-1,0 0,0-1,0 0,-28-6,40 5,-1-1,1 0,0-1,-1 1,1-1,0 0,0 0,1 0,-1 0,1-1,-1 1,1-1,0 0,-3-6,-5-9,-16-37,21 44,-14-36,2 0,3-2,1 0,3 0,2-1,2 0,2-1,2-54,4 96,0 1,1-1,0 1,0 0,1 0,0 0,0 0,1 0,1 1,-1-1,1 1,1 1,-1-1,1 1,1-1,12-10,-4 5,2 0,-1 1,2 1,-1 0,2 2,36-15,48-7,-81 24,1 1,0 1,27-3,-18 4,-13 0,-1-1,25-10,8-2,-20 9,0 1,0 2,0 1,48 0,-49 2,46-7,-44 4,34-1,254 5,-148 2,-141-2,52-10,-51 6,51-3,466 9,-531 1,1 0,-1 2,0 0,0 0,0 2,25 12,-14-7,33 9,388 79,-413-91,1-2,58 1,78-8,-64-1,459 2,-557 0,0 1,0 0,1 0,-1 1,0 1,-1 0,1 1,0 0,13 7,-6 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00.863"/>
    </inkml:context>
    <inkml:brush xml:id="br0">
      <inkml:brushProperty name="width" value="0.035" units="cm"/>
      <inkml:brushProperty name="height" value="0.035" units="cm"/>
      <inkml:brushProperty name="color" value="#33CCFF"/>
    </inkml:brush>
  </inkml:definitions>
  <inkml:trace contextRef="#ctx0" brushRef="#br0">0 0 24575,'0'0'-8191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04.016"/>
    </inkml:context>
    <inkml:brush xml:id="br0">
      <inkml:brushProperty name="width" value="0.035" units="cm"/>
      <inkml:brushProperty name="height" value="0.035" units="cm"/>
      <inkml:brushProperty name="color" value="#33CCFF"/>
    </inkml:brush>
  </inkml:definitions>
  <inkml:trace contextRef="#ctx0" brushRef="#br0">1 0 23184,'7879'496'0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07.419"/>
    </inkml:context>
    <inkml:brush xml:id="br0">
      <inkml:brushProperty name="width" value="0.035" units="cm"/>
      <inkml:brushProperty name="height" value="0.035" units="cm"/>
      <inkml:brushProperty name="color" value="#33CCFF"/>
    </inkml:brush>
  </inkml:definitions>
  <inkml:trace contextRef="#ctx0" brushRef="#br0">1 0 24575,'0'0'-8191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20.032"/>
    </inkml:context>
    <inkml:brush xml:id="br0">
      <inkml:brushProperty name="width" value="0.035" units="cm"/>
      <inkml:brushProperty name="height" value="0.035" units="cm"/>
      <inkml:brushProperty name="color" value="#33CCFF"/>
    </inkml:brush>
  </inkml:definitions>
  <inkml:trace contextRef="#ctx0" brushRef="#br0">1 0 24575,'0'0'-8191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29:21.787"/>
    </inkml:context>
    <inkml:brush xml:id="br0">
      <inkml:brushProperty name="width" value="0.035" units="cm"/>
      <inkml:brushProperty name="height" value="0.035" units="cm"/>
      <inkml:brushProperty name="color" value="#33CCFF"/>
    </inkml:brush>
  </inkml:definitions>
  <inkml:trace contextRef="#ctx0" brushRef="#br0">103 0 24575,'2'1'0,"1"-1"0,-1 0 0,0 1 0,1-1 0,-1 1 0,0 0 0,0 0 0,1 0 0,-1 0 0,0 0 0,0 0 0,0 1 0,3 2 0,23 26 0,-22-23 0,125 172 0,-45-57 0,-66-96 0,-6-5 0,1-1 0,2 0 0,0-1 0,1-1 0,20 16 0,-36-33 0,-1 0 0,1 1 0,-1-1 0,1 1 0,-1-1 0,1 1 0,-1-1 0,0 1 0,1 0 0,-1 0 0,0 0 0,0 0 0,-1 0 0,1-1 0,0 2 0,-1-1 0,1 0 0,-1 0 0,1 4 0,-1-2 0,-1 0 0,1 0 0,-1 0 0,0 0 0,0 0 0,0-1 0,0 1 0,-1 0 0,-3 6 0,-3 4 0,-1 0 0,-1-1 0,0 0 0,-14 12 0,-5 2 0,-1-2 0,-47 31 0,55-41 0,10-7 0,-41 30 0,-1-2 0,-81 38 0,90-48-1365,28-14-5461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1:38.520"/>
    </inkml:context>
    <inkml:brush xml:id="br0">
      <inkml:brushProperty name="width" value="0.035" units="cm"/>
      <inkml:brushProperty name="height" value="0.035" units="cm"/>
      <inkml:brushProperty name="color" value="#FF0066"/>
    </inkml:brush>
  </inkml:definitions>
  <inkml:trace contextRef="#ctx0" brushRef="#br0">134 0 24575,'8'0'0,"0"1"0,1 0 0,-1 1 0,0-1 0,0 2 0,0-1 0,0 1 0,8 4 0,8 6 0,25 17 0,-9-5 0,-4-4 0,40 31 0,-64-42 0,0 0 0,0 1 0,-1 0 0,0 1 0,-1 0 0,12 20 0,-20-28 0,0 1 0,0-1 0,0 1 0,0 0 0,-1-1 0,1 1 0,-1 0 0,-1 0 0,1 0 0,-1 0 0,1 0 0,-1 0 0,-1 0 0,1 0 0,-1-1 0,0 1 0,0 0 0,0 0 0,-1 0 0,0-1 0,0 1 0,-3 6 0,-6 7 0,0-1 0,-1-1 0,-1 0 0,-17 16 0,21-22 0,-196 191 119,-1 1-1603,174-166-5342</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2:05.227"/>
    </inkml:context>
    <inkml:brush xml:id="br0">
      <inkml:brushProperty name="width" value="0.035" units="cm"/>
      <inkml:brushProperty name="height" value="0.035" units="cm"/>
      <inkml:brushProperty name="color" value="#FF0066"/>
    </inkml:brush>
  </inkml:definitions>
  <inkml:trace contextRef="#ctx0" brushRef="#br0">978 73 24575,'0'-1'0,"0"0"0,-1 0 0,1 0 0,-1 0 0,1 0 0,-1 0 0,1 0 0,-1 0 0,0 0 0,0 0 0,1 0 0,-1 1 0,0-1 0,0 0 0,0 0 0,0 1 0,0-1 0,0 1 0,0-1 0,0 1 0,0-1 0,0 1 0,0 0 0,0-1 0,0 1 0,0 0 0,-2 0 0,-36-5 0,35 5 0,-168-2 0,109 4 0,0-4 0,-70-10 0,29-4 0,-148-2 0,243 17 0,1 1 0,-1 0 0,0 1 0,0 0 0,1 1 0,-10 2 0,16-3 0,-1 0 0,0 0 0,1 0 0,-1 1 0,1-1 0,0 1 0,-1 0 0,1 0 0,0 0 0,0 0 0,0 0 0,0 0 0,0 0 0,1 1 0,-1-1 0,1 1 0,0-1 0,-1 1 0,1-1 0,0 1 0,0 0 0,0 3 0,-3 22 0,1 0 0,1 1 0,1-1 0,6 53 0,-2-23 0,12 139 0,0 77 0,-15-269 0,0 0 0,0 0 0,1 0 0,-1 0 0,1 0 0,2 7 0,-2-11 0,0 1 0,-1-1 0,1 1 0,0-1 0,0 1 0,0-1 0,1 1 0,-1-1 0,0 0 0,0 0 0,1 0 0,-1 0 0,1 0 0,-1 0 0,1 0 0,-1 0 0,1 0 0,0-1 0,-1 1 0,1 0 0,0-1 0,2 1 0,19 2 0,1 0 0,39-2 0,2 1 0,-63-2 0,104 8 0,166-10 0,-245 0 0,1-1 0,-1-2 0,0-1 0,31-10 0,-33 8 0,1 1 0,32-4 0,-17 4 0,-38 6 0,0 0 0,0 0 0,0 0 0,0 0 0,-1-1 0,1 1 0,0-1 0,-1 1 0,1-1 0,-1 0 0,0 0 0,1 0 0,-1 0 0,0 0 0,0-1 0,-1 1 0,1-1 0,0 1 0,-1-1 0,1 0 0,-1 0 0,0 1 0,0-1 0,0 0 0,-1 0 0,2-3 0,0-9 0,0-1 0,-1 1 0,-1-30 0,-1 24 0,-2-77 0,2-82 0,4 159 0,1-1 0,12-40 0,-10 42 0,-1 0 0,0-1 0,2-30 0,-6 21-1365,-1 1-5461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3:15.296"/>
    </inkml:context>
    <inkml:brush xml:id="br0">
      <inkml:brushProperty name="width" value="0.035" units="cm"/>
      <inkml:brushProperty name="height" value="0.035" units="cm"/>
      <inkml:brushProperty name="color" value="#33CCFF"/>
    </inkml:brush>
  </inkml:definitions>
  <inkml:trace contextRef="#ctx0" brushRef="#br0">0 1 24575,'0'0'-8191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3:38.355"/>
    </inkml:context>
    <inkml:brush xml:id="br0">
      <inkml:brushProperty name="width" value="0.1" units="cm"/>
      <inkml:brushProperty name="height" value="0.1" units="cm"/>
      <inkml:brushProperty name="color" value="#CC912C"/>
      <inkml:brushProperty name="inkEffects" value="gold"/>
      <inkml:brushProperty name="anchorX" value="-58104.59375"/>
      <inkml:brushProperty name="anchorY" value="-7418.87695"/>
      <inkml:brushProperty name="scaleFactor" value="0.5"/>
    </inkml:brush>
  </inkml:definitions>
  <inkml:trace contextRef="#ctx0" brushRef="#br0">1 1 6553,'0'0'0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4:04.566"/>
    </inkml:context>
    <inkml:brush xml:id="br0">
      <inkml:brushProperty name="width" value="0.1" units="cm"/>
      <inkml:brushProperty name="height" value="0.1" units="cm"/>
      <inkml:brushProperty name="color" value="#CC912C"/>
      <inkml:brushProperty name="inkEffects" value="gold"/>
      <inkml:brushProperty name="anchorX" value="-41747.77344"/>
      <inkml:brushProperty name="anchorY" value="-15869.94531"/>
      <inkml:brushProperty name="scaleFactor" value="0.5"/>
    </inkml:brush>
  </inkml:definitions>
  <inkml:trace contextRef="#ctx0" brushRef="#br0">1695 0 14830,'-1694'0'0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7:33.222"/>
    </inkml:context>
    <inkml:brush xml:id="br0">
      <inkml:brushProperty name="width" value="0.035" units="cm"/>
      <inkml:brushProperty name="height" value="0.035" units="cm"/>
      <inkml:brushProperty name="color" value="#FF0066"/>
    </inkml:brush>
  </inkml:definitions>
  <inkml:trace contextRef="#ctx0" brushRef="#br0">0 0 24575,'0'0'-8191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7:40.057"/>
    </inkml:context>
    <inkml:brush xml:id="br0">
      <inkml:brushProperty name="width" value="0.035" units="cm"/>
      <inkml:brushProperty name="height" value="0.035" units="cm"/>
      <inkml:brushProperty name="color" value="#FF0066"/>
    </inkml:brush>
  </inkml:definitions>
  <inkml:trace contextRef="#ctx0" brushRef="#br0">0 261 24575,'2'1'0,"0"-1"0,0 0 0,-1 0 0,1 1 0,0-1 0,-1 1 0,1 0 0,0 0 0,-1-1 0,1 1 0,-1 0 0,1 0 0,-1 0 0,0 0 0,1 1 0,-1-1 0,0 0 0,0 1 0,0-1 0,0 0 0,0 1 0,0 0 0,0-1 0,0 1 0,-1-1 0,1 1 0,0 0 0,-1-1 0,1 4 0,1 6 0,0 1 0,0-1 0,0 17 0,-2-16 0,2 110 0,-2-69 0,9 81 0,3 29 0,-8-80 0,12 34 0,-13-101 0,-1-2 0,1-1 0,0 0 0,1 0 0,1 0 0,7 16 0,-11-27 0,1-1 0,-1 1 0,1 0 0,-1-1 0,1 1 0,0-1 0,-1 1 0,1-1 0,0 0 0,0 0 0,0 0 0,0 0 0,0 0 0,0 0 0,1-1 0,-1 1 0,0-1 0,0 1 0,0-1 0,5 0 0,4 0 0,0-1 0,0 0 0,12-2 0,-1-1 0,153-23 0,-99 13 0,98-5 0,-139 18 0,55 4 0,-78-2 0,-1 1 0,1 1 0,-1 0 0,0 0 0,0 1 0,0 0 0,0 1 0,15 10 0,1 2 0,1-1 0,0-2 0,32 12 0,-41-19 0,-1-1 0,1-2 0,0 0 0,1 0 0,-1-2 0,25 0 0,21-1 0,74 10 0,-26-2 0,161-7 0,-132-4 0,-26 1 0,134 3 0,-212 2 0,63 14 0,-70-10 0,-1-2 0,1-2 0,44 2 0,-64-7 0,-1-1 0,1 0 0,-1 0 0,1-1 0,-1 0 0,0-1 0,0 0 0,0 0 0,10-7 0,4-4 0,-1-1 0,27-23 0,-39 28 0,1-1 0,-1 0 0,-1 0 0,0-1 0,-1-1 0,0 0 0,-1 0 0,0-1 0,7-21 0,-6 11 0,-2 0 0,0-1 0,-2 1 0,-1-1 0,2-30 0,-3 26 0,1 1 0,9-31 0,-5 27 0,4-43 0,-1-37 0,0 8 0,-5-193 0,-6 295 0,0 0 0,0 0 0,-1 0 0,1 0 0,-1 0 0,0 0 0,0 0 0,0 0 0,0 0 0,0 1 0,-1-1 0,1 0 0,-1 1 0,1-1 0,-1 1 0,0 0 0,0-1 0,0 1 0,-4-3 0,2 3 0,0 0 0,0 1 0,0-1 0,0 1 0,0 0 0,0 0 0,0 0 0,-1 0 0,1 1 0,0 0 0,0 0 0,-1 0 0,-7 1 0,-74 13 0,44-7 0,-43 3 0,-367-8 0,230-4 0,-300 2 0,367-13 0,78 4 0,-132-26 0,148 22 0,0 3 0,-112-5 0,84 14 0,-104 5 0,159 2 0,0 1 0,0 1 0,1 2 0,0 2 0,-40 19 0,52-21 0,1 1 0,0 1 0,1 0 0,0 2 0,1 0 0,1 1 0,0 1 0,1 1 0,1 0 0,0 1 0,1 0 0,1 1 0,-11 22 0,23-38-80,-1 1 0,0-1-1,1 1 1,0-1 0,-1 1-1,1 0 1,1 0 0,-1-1-1,1 1 1,-1 0 0,1 0 0,0 0-1,0 0 1,1-1 0,-1 1-1,2 4 1,5 6-6746</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7:44.346"/>
    </inkml:context>
    <inkml:brush xml:id="br0">
      <inkml:brushProperty name="width" value="0.035" units="cm"/>
      <inkml:brushProperty name="height" value="0.035" units="cm"/>
      <inkml:brushProperty name="color" value="#FF0066"/>
    </inkml:brush>
  </inkml:definitions>
  <inkml:trace contextRef="#ctx0" brushRef="#br0">0 463 24575,'21'0'0,"0"2"0,0 1 0,-1 0 0,34 11 0,78 34 0,-25-8 0,75 9 0,-56-14 0,-91-23 0,0-2 0,0-1 0,42 4 0,305 8 0,1813-23 0,-1145 3 0,-563 11 110,-132-2-1350,437 14-3718,261 2-274,-1029-26 5288,41 1 1064,0-2 0,-1-4 0,78-15 0,-120 15-1353,164-31 7779,-105 29-8075,359 6 529,-197 3 0,337-2 0,-559-1 0,0-2 0,-1 0 0,1-1 0,26-10 0,-6 2 0,108-27 0,-133 34 0,-1-2 0,1 0 0,-1-1 0,-1 0 0,1-1 0,-1-1 0,16-14 0,9-6 0,-27 22 0,-1-1 0,0 0 0,0 0 0,-1-1 0,10-12 0,-17 18 0,0-1 0,0 0 0,-1 1 0,1-1 0,-1 0 0,0 0 0,0 0 0,-1-1 0,0 1 0,1 0 0,-2-1 0,1 1 0,-1-1 0,0 1 0,0 0 0,-1-10 0,-2-3 0,-1 0 0,0 0 0,-1 0 0,-1 0 0,-1 1 0,0 0 0,-1 0 0,-11-16 0,-6-1 0,-53-59 0,64 78 0,-27-33 0,37 39 0,7 8 0,12 13 0,31 48 0,68 111 0,-91-130 0,8 13 0,54 71 0,-78-116 0,-1 1 0,1 0 0,-2 1 0,0 0 0,0 0 0,-1 0 0,0 0 0,3 15 0,0 13 0,2 45 0,-6-51 0,0-9 0,-2 0 0,0 1 0,-2-1 0,-6 39 0,4-49 0,-1 0 0,0 0 0,0-1 0,-2 0 0,1 0 0,-2 0 0,0-1 0,0 0 0,-13 15 0,-14 16 0,3-1 0,-41 38 0,-40 30-1365,89-88-5461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38:02.336"/>
    </inkml:context>
    <inkml:brush xml:id="br0">
      <inkml:brushProperty name="width" value="0.3" units="cm"/>
      <inkml:brushProperty name="height" value="0.6" units="cm"/>
      <inkml:brushProperty name="color" value="#E6E6E6"/>
      <inkml:brushProperty name="tip" value="rectangle"/>
      <inkml:brushProperty name="rasterOp" value="maskPen"/>
      <inkml:brushProperty name="ignorePressure" value="1"/>
    </inkml:brush>
  </inkml:definitions>
  <inkml:trace contextRef="#ctx0" brushRef="#br0">1 97,'0'-1,"0"0,1 0,-1 0,1 0,-1 0,1 0,-1 1,1-1,0 0,-1 0,1 1,0-1,-1 0,1 1,0-1,0 1,0-1,0 1,-1-1,1 1,2-1,27-9,-20 7,36-13,0 2,1 3,1 2,-1 1,63-1,372 9,-212 2,-199 0,72 10,-68-5,-40-5</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38:44.425"/>
    </inkml:context>
    <inkml:brush xml:id="br0">
      <inkml:brushProperty name="width" value="0.1" units="cm"/>
      <inkml:brushProperty name="height" value="0.1" units="cm"/>
      <inkml:brushProperty name="color" value="#B4C3DA"/>
      <inkml:brushProperty name="inkEffects" value="silver"/>
      <inkml:brushProperty name="anchorX" value="-936.23431"/>
      <inkml:brushProperty name="anchorY" value="1123.34229"/>
      <inkml:brushProperty name="scaleFactor" value="0.5"/>
    </inkml:brush>
  </inkml:definitions>
  <inkml:trace contextRef="#ctx0" brushRef="#br0">1 1 6553,'0'0'0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5T11:40:05.750"/>
    </inkml:context>
    <inkml:brush xml:id="br0">
      <inkml:brushProperty name="width" value="0.05" units="cm"/>
      <inkml:brushProperty name="height" value="0.3" units="cm"/>
      <inkml:brushProperty name="color" value="#849398"/>
      <inkml:brushProperty name="ignorePressure" value="1"/>
      <inkml:brushProperty name="inkEffects" value="pencil"/>
    </inkml:brush>
  </inkml:definitions>
  <inkml:trace contextRef="#ctx0" brushRef="#br0">1 0,'0'0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0:43.687"/>
    </inkml:context>
    <inkml:brush xml:id="br0">
      <inkml:brushProperty name="width" value="0.035" units="cm"/>
      <inkml:brushProperty name="height" value="0.035" units="cm"/>
      <inkml:brushProperty name="color" value="#DA0C07"/>
      <inkml:brushProperty name="inkEffects" value="lava"/>
      <inkml:brushProperty name="anchorX" value="-18983.95313"/>
      <inkml:brushProperty name="anchorY" value="-3935.43604"/>
      <inkml:brushProperty name="scaleFactor" value="0.5"/>
    </inkml:brush>
  </inkml:definitions>
  <inkml:trace contextRef="#ctx0" brushRef="#br0">0 0 24575,'0'0'0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33.234"/>
    </inkml:context>
    <inkml:brush xml:id="br0">
      <inkml:brushProperty name="width" value="0.035" units="cm"/>
      <inkml:brushProperty name="height" value="0.035" units="cm"/>
      <inkml:brushProperty name="color" value="#F6630D"/>
    </inkml:brush>
  </inkml:definitions>
  <inkml:trace contextRef="#ctx0" brushRef="#br0">1 0 24462,'8209'4106'0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36.784"/>
    </inkml:context>
    <inkml:brush xml:id="br0">
      <inkml:brushProperty name="width" value="0.035" units="cm"/>
      <inkml:brushProperty name="height" value="0.035" units="cm"/>
      <inkml:brushProperty name="color" value="#F6630D"/>
    </inkml:brush>
  </inkml:definitions>
  <inkml:trace contextRef="#ctx0" brushRef="#br0">1 1 24575</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41.040"/>
    </inkml:context>
    <inkml:brush xml:id="br0">
      <inkml:brushProperty name="width" value="0.035" units="cm"/>
      <inkml:brushProperty name="height" value="0.035" units="cm"/>
      <inkml:brushProperty name="color" value="#F6630D"/>
    </inkml:brush>
  </inkml:definitions>
  <inkml:trace contextRef="#ctx0" brushRef="#br0">710 24 24575,'3'0'0,"1"1"0,-1 0 0,0 0 0,1 0 0,-1 0 0,0 1 0,0-1 0,0 1 0,0 0 0,0 0 0,3 3 0,23 12 0,-19-14 0,1 0 0,0-1 0,-1 0 0,1-1 0,0 0 0,0 0 0,22-3 0,2-3 0,39-10 0,6-1 0,-6 8 0,111 4 0,43-4 0,263-6 0,-333 15 0,225-1 0,-358 2 0,1 1 0,-1 1 0,0 1 0,46 17 0,4 0 0,-49-16 0,35 14 0,-52-16 0,1 0 0,-1 1 0,-1 0 0,1 1 0,-1-1 0,14 14 0,-14-12 0,0-2 0,0 1 0,0-1 0,1 0 0,13 5 0,-11-5 0,0 1 0,17 12 0,-24-16 0,-1 1 0,0-1 0,0 1 0,0 0 0,-1 0 0,1 1 0,-1-1 0,1 0 0,-1 1 0,0 0 0,-1-1 0,3 6 0,5 27 0,-1 1 0,-2 0 0,-2 1 0,-1-1 0,-4 76 0,1-105 0,-1-1 0,0 1 0,0-1 0,0 0 0,-1 0 0,-3 9 0,4-13 0,0-1 0,0 0 0,-1 0 0,1 0 0,-1 0 0,1 0 0,-1 0 0,0 0 0,1-1 0,-1 1 0,0-1 0,0 1 0,0-1 0,0 0 0,-1 1 0,1-1 0,0 0 0,0 0 0,-1-1 0,1 1 0,-5 0 0,-60 9 0,0-3 0,-113-4 0,149-6 0,1-1 0,-36-10 0,-36-4 0,-298 9 0,234 12 0,-367-3 0,503 1 0,0 2 0,-1 1 0,1 1 0,-54 18 0,43-13 0,0-1 0,0-2 0,-63 2 0,-129-9 0,92-3 0,92 4 0,17 0 0,1-1 0,-1-2 0,-45-7 0,24 1 0,41 7 0,1 0 0,0-1 0,-1 0 0,1-1 0,0 0 0,0-1 0,-13-7 0,9 2 0,0-1 0,1-1 0,0 0 0,1-1 0,-23-25 0,-50-77 0,65 84 0,16 23 0,-11-14 0,2-2 0,-20-37 0,31 53 0,0 1 0,1 0 0,-1-1 0,1 1 0,1-1 0,-1 0 0,1 0 0,1 0 0,-1 1 0,1-1 0,0 0 0,1 0 0,0 0 0,0 0 0,3-10 0,-2 12 0,0 0 0,0 0 0,1 0 0,0 1 0,0-1 0,0 1 0,0 0 0,1 0 0,0 0 0,-1 0 0,2 0 0,-1 1 0,0 0 0,1 0 0,-1 0 0,1 0 0,0 1 0,0 0 0,0 0 0,0 0 0,0 0 0,9-1 0,10 0 0,-1 1 0,0 0 0,47 4 0,-31 0 0,69-3 0,64 4 0,-82 7 0,17 2 0,-71-11-1365,-4-1-5461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46.559"/>
    </inkml:context>
    <inkml:brush xml:id="br0">
      <inkml:brushProperty name="width" value="0.035" units="cm"/>
      <inkml:brushProperty name="height" value="0.035" units="cm"/>
      <inkml:brushProperty name="color" value="#F6630D"/>
    </inkml:brush>
  </inkml:definitions>
  <inkml:trace contextRef="#ctx0" brushRef="#br0">300 89 24575,'123'2'0,"136"-4"0,-202-4 0,85-19 0,12-3 0,-3 18 0,156 9 0,-129 3 0,853-2 0,-1026 0 0,1 0 0,-1 0 0,0 1 0,1 0 0,-1 0 0,0 0 0,0 1 0,0-1 0,0 1 0,0 0 0,0 1 0,-1-1 0,8 6 0,-7-4 0,0 1 0,-1 0 0,1 0 0,-1 0 0,-1 0 0,1 1 0,-1-1 0,0 1 0,0 0 0,4 12 0,3 15 0,-1 0 0,-1 1 0,-2 0 0,2 53 0,-8 143 0,-2-139 0,2-71 0,0-13 0,0 0 0,0-1 0,0 1 0,-1 0 0,0 0 0,-3 9 0,3-13 0,0-1 0,0 0 0,-1 0 0,1 0 0,-1 0 0,1 0 0,-1 0 0,0 0 0,1-1 0,-1 1 0,0-1 0,0 1 0,0-1 0,0 0 0,-1 1 0,1-1 0,0 0 0,0 0 0,-1-1 0,1 1 0,0 0 0,-4-1 0,-27 5 0,-14 4 0,31-4 0,-1-1 0,1-1 0,-1-1 0,-26 1 0,-72-6 0,32 0 0,-1041 2 0,567 2 0,490-5 0,-1-2 0,-75-18 0,85 13 0,42 9 0,0-1 0,0 0 0,1-2 0,-1 0 0,1 0 0,0-2 0,0 0 0,-25-16 0,14 5 0,4 2 0,-38-34 0,53 43 0,1 0 0,0 0 0,1 0 0,0 0 0,0-1 0,0 0 0,1 0 0,0 0 0,-4-15 0,-57-250 0,64 270 0,-12-91 0,11 82 0,2 1 0,0-1 0,0 1 0,1 0 0,1-1 0,2-10 0,-3 19 0,1 0 0,-1 0 0,0 1 0,1-1 0,0 1 0,0 0 0,-1-1 0,1 1 0,0 0 0,1 0 0,-1 0 0,0 0 0,1 1 0,-1-1 0,1 0 0,-1 1 0,1 0 0,0 0 0,0 0 0,-1 0 0,1 0 0,3 0 0,9-2 0,0 0 0,31-1 0,-38 4 0,5 0-136,-1 1-1,0 0 1,0 0-1,0 2 1,0-1-1,-1 2 1,1-1-1,-1 1 0,20 11 1,-22-9-6690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50.771"/>
    </inkml:context>
    <inkml:brush xml:id="br0">
      <inkml:brushProperty name="width" value="0.07938" units="cm"/>
      <inkml:brushProperty name="height" value="0.07938" units="cm"/>
      <inkml:brushProperty name="color" value="#F6630D"/>
    </inkml:brush>
  </inkml:definitions>
  <inkml:trace contextRef="#ctx0" brushRef="#br0">0 121 24159,'8014'0'0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8:53.041"/>
    </inkml:context>
    <inkml:brush xml:id="br0">
      <inkml:brushProperty name="width" value="0.07938" units="cm"/>
      <inkml:brushProperty name="height" value="0.07938" units="cm"/>
      <inkml:brushProperty name="color" value="#F6630D"/>
    </inkml:brush>
  </inkml:definitions>
  <inkml:trace contextRef="#ctx0" brushRef="#br0">69 0 24575,'5'4'0,"0"1"0,-1-1 0,1 0 0,-1 1 0,0 0 0,0 0 0,0 0 0,-1 1 0,1-1 0,-1 1 0,2 7 0,7 9 0,26 43 0,47 110 0,-45-49 0,-37-120 0,-1 0 0,1 1 0,-1-1 0,-1 1 0,1 0 0,-1-1 0,0 1 0,0 0 0,-1 0 0,0 0 0,0-1 0,-1 1 0,0 0 0,0 0 0,-1-1 0,1 1 0,-2-1 0,1 1 0,-1-1 0,1 0 0,-2 0 0,1 0 0,-8 10 0,-16 18 0,-56 58 0,11-14 0,-2 6-1365,55-63-5461</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1:21.301"/>
    </inkml:context>
    <inkml:brush xml:id="br0">
      <inkml:brushProperty name="width" value="0.1" units="cm"/>
      <inkml:brushProperty name="height" value="0.1" units="cm"/>
      <inkml:brushProperty name="color" value="#CC0066"/>
    </inkml:brush>
  </inkml:definitions>
  <inkml:trace contextRef="#ctx0" brushRef="#br0">181 73 1392 0 0,'-17'1'7153'0'0,"16"1"-6760"0"0,1-1 1 0 0,-1 0-1 0 0,1 1 0 0 0,-1-1 0 0 0,1 0 0 0 0,0 1 1 0 0,0-1-1 0 0,-1 1 0 0 0,1-1 0 0 0,0 1 0 0 0,0-1 1 0 0,1 2-1 0 0,-2 42 1725 0 0,-6 82 1151 0 0,-2 71-1126 0 0,1 86 726 0 0,3-136-2083 0 0,4-112-640 0 0,-1-10 94 0 0,2 0 0 0 0,5 50 0 0 0,-5-76-223 0 0,-1 1 1 0 0,1-1-1 0 0,0 0 1 0 0,0 1-1 0 0,0-1 1 0 0,0 1-1 0 0,0-1 0 0 0,0 0 1 0 0,0 1-1 0 0,0-1 1 0 0,0 1-1 0 0,1-1 1 0 0,-1 0-1 0 0,0 1 1 0 0,0-1-1 0 0,0 0 1 0 0,0 1-1 0 0,0-1 1 0 0,1 1-1 0 0,-1-1 1 0 0,0 0-1 0 0,0 1 1 0 0,1-1-1 0 0,-1 0 1 0 0,0 0-1 0 0,0 1 1 0 0,1-1-1 0 0,-1 0 1 0 0,0 0-1 0 0,1 1 0 0 0,0-1 1 0 0,1-17 380 0 0,-16-510-5008 0 0,14 524 4595 0 0,-5-72-406 0 0,-4 0-1 0 0,-34-142 1 0 0,39 206 377 0 0,0 1 0 0 0,0-1 0 0 0,-1 1 0 0 0,-11-18 0 0 0,-2-2 20 0 0,11 21-44 0 0,6 8 30 0 0,0 1 1 0 0,0-1-1 0 0,0 0 1 0 0,0 0-1 0 0,1 0 1 0 0,-1 0-1 0 0,0 0 1 0 0,1 0-1 0 0,-1 0 1 0 0,1 0 0 0 0,-1 0-1 0 0,1 0 1 0 0,0 0-1 0 0,-1 0 1 0 0,1 0-1 0 0,0 0 1 0 0,-1-2-1 0 0,2 2-182 0 0,0 1 0 0 0,-1-1-1 0 0,1 0 1 0 0,0 0-1 0 0,-1 1 1 0 0,1-1 0 0 0,0 0-1 0 0,0 1 1 0 0,-1-1 0 0 0,1 1-1 0 0,0-1 1 0 0,0 1-1 0 0,0 0 1 0 0,0-1 0 0 0,0 1-1 0 0,0 0 1 0 0,0 0 0 0 0,1-1-1 0 0,19-4-2051 0 0,2 0-1012 0 0,-16 3 2154 0 0,0 0 0 0 0,0 0 0 0 0,1 1 1 0 0,12-1-1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1:24.118"/>
    </inkml:context>
    <inkml:brush xml:id="br0">
      <inkml:brushProperty name="width" value="0.1" units="cm"/>
      <inkml:brushProperty name="height" value="0.1" units="cm"/>
      <inkml:brushProperty name="color" value="#CC0066"/>
    </inkml:brush>
  </inkml:definitions>
  <inkml:trace contextRef="#ctx0" brushRef="#br0">46 279 1248 0 0,'-3'-2'158'0'0,"0"1"0"0"0,-1-1 0 0 0,1 0 0 0 0,0 0 0 0 0,0 0 0 0 0,0 0-1 0 0,-3-4 1 0 0,4 4 418 0 0,0 0-1 0 0,0 0 1 0 0,0 0-1 0 0,0 0 0 0 0,0 0 1 0 0,0-1-1 0 0,-1-3 0 0 0,3 5-520 0 0,0 1-1 0 0,0 0 0 0 0,0 0 0 0 0,0-1 0 0 0,0 1 1 0 0,0 0-1 0 0,0 0 0 0 0,0-1 0 0 0,0 1 1 0 0,0 0-1 0 0,0 0 0 0 0,0-1 0 0 0,0 1 0 0 0,1 0 1 0 0,-1 0-1 0 0,0 0 0 0 0,0-1 0 0 0,0 1 1 0 0,0 0-1 0 0,1 0 0 0 0,-1 0 0 0 0,0-1 0 0 0,0 1 1 0 0,0 0-1 0 0,1 0 0 0 0,-1 0 0 0 0,0 0 1 0 0,0 0-1 0 0,1 0 0 0 0,-1 0 0 0 0,0 0 0 0 0,0-1 1 0 0,1 1-1 0 0,-1 0 0 0 0,0 0 0 0 0,15-3-85 0 0,-9 2 186 0 0,57-13 576 0 0,110-8 0 0 0,70 12 1381 0 0,-172 8-2017 0 0,666-42 1525 0 0,-621 35-1659 0 0,139-16 39 0 0,-146 12-22 0 0,20-3 238 0 0,55-5 37 0 0,11 9-113 0 0,133-12 123 0 0,-307 22-208 0 0,30-5 168 0 0,-50 7-163 0 0,0 0-83 0 0,3-6 582 0 0,-3 5-452 0 0,3 2-125 0 0,0 0 5 0 0,0-1-1 0 0,0 1 1 0 0,0 1-1 0 0,0-1 1 0 0,0 1-1 0 0,0-1 0 0 0,-1 1 1 0 0,1 0-1 0 0,-1 0 1 0 0,1 1-1 0 0,3 2 1 0 0,10 7-60 0 0,-14-4-40 0 0,-3-8 110 0 0,0 1 0 0 0,0-1 0 0 0,0 0 0 0 0,0 1 0 0 0,0-1 0 0 0,0 0 0 0 0,0 1 0 0 0,0-1 0 0 0,0 0 0 0 0,0 1 0 0 0,0-1 1 0 0,0 0-1 0 0,0 1 0 0 0,0-1 0 0 0,1 0 0 0 0,-1 1 0 0 0,0-1 0 0 0,0 0 0 0 0,0 0 0 0 0,0 1 0 0 0,1-1 0 0 0,-1 0 0 0 0,0 0 0 0 0,0 1 0 0 0,1-1 1 0 0,-1 0-1 0 0,0 0 0 0 0,1 1 0 0 0,-1-1 0 0 0,0 0 0 0 0,1 0 0 0 0,17 9-9 0 0,-9-4 10 0 0,-1-1 0 0 0,1 0 0 0 0,1-1 1 0 0,14 4-1 0 0,-22-7 5 0 0,0 1 1 0 0,-1 0-1 0 0,1 0 1 0 0,0 0 0 0 0,0 0-1 0 0,0 0 1 0 0,-1 0-1 0 0,1 0 1 0 0,-1 0 0 0 0,1 1-1 0 0,-1-1 1 0 0,1 1-1 0 0,-1-1 1 0 0,0 1 0 0 0,1-1-1 0 0,-1 1 1 0 0,0 0-1 0 0,0 0 1 0 0,0-1 0 0 0,-1 1-1 0 0,1 0 1 0 0,0 0-1 0 0,-1 0 1 0 0,1 0 0 0 0,-1 2-1 0 0,3 9 33 0 0,-2-1 0 0 0,0 0 0 0 0,0 13 0 0 0,0-7-11 0 0,26 211 73 0 0,-14-136 72 0 0,-2-22 62 0 0,-4-31-142 0 0,3 75 0 0 0,-10-113-75 0 0,0 1-1 0 0,-1 0 0 0 0,1 0 0 0 0,-1-1 0 0 0,0 1 0 0 0,0 0 0 0 0,0-1 1 0 0,0 1-1 0 0,0-1 0 0 0,0 1 0 0 0,-1-1 0 0 0,1 0 0 0 0,-1 1 1 0 0,0-1-1 0 0,0 0 0 0 0,1 0 0 0 0,-1 0 0 0 0,-4 2 0 0 0,-3 3 9 0 0,-1 0-1 0 0,-22 10 1 0 0,21-11 16 0 0,-22 10 46 0 0,-67 21 1 0 0,73-28-65 0 0,-25 6 57 0 0,-2-3 1 0 0,-56 7-1 0 0,28-6-74 0 0,-523 77-122 0 0,346-54 139 0 0,108-12 24 0 0,-48 7 51 0 0,-60-4-9 0 0,83-13 91 0 0,84-4-180 0 0,-151 12 575 0 0,216-21-229 0 0,-48-6 1 0 0,49 2 129 0 0,0 1-1 0 0,-32 3 1 0 0,43-1 338 0 0,14 0-680 0 0,1-1-172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1:25.710"/>
    </inkml:context>
    <inkml:brush xml:id="br0">
      <inkml:brushProperty name="width" value="0.1" units="cm"/>
      <inkml:brushProperty name="height" value="0.1" units="cm"/>
      <inkml:brushProperty name="color" value="#CC0066"/>
    </inkml:brush>
  </inkml:definitions>
  <inkml:trace contextRef="#ctx0" brushRef="#br0">349 40 1496 0 0,'-2'-3'789'0'0,"1"2"-608"0"0,0 0 1 0 0,0 0-1 0 0,0-1 0 0 0,-1 1 0 0 0,1 0 1 0 0,0 0-1 0 0,-1 0 0 0 0,1 0 1 0 0,0 1-1 0 0,-4-2 0 0 0,5 2-90 0 0,-1 0-1 0 0,0 0 1 0 0,0 0 0 0 0,1 1-1 0 0,-1-1 1 0 0,0 0-1 0 0,1 1 1 0 0,-1-1-1 0 0,0 1 1 0 0,1-1 0 0 0,-1 1-1 0 0,0-1 1 0 0,1 1-1 0 0,-1-1 1 0 0,1 1 0 0 0,-1-1-1 0 0,1 1 1 0 0,-1 0-1 0 0,1-1 1 0 0,0 1-1 0 0,-1 0 1 0 0,1 0 0 0 0,0-1-1 0 0,-1 1 1 0 0,1 0-1 0 0,0 1 1 0 0,-3 6 770 0 0,0 0-1 0 0,1 0 1 0 0,0 1 0 0 0,0-1-1 0 0,1 1 1 0 0,-1 9 0 0 0,2 54 680 0 0,1-47-1008 0 0,-1 25 729 0 0,3-1 15 0 0,-1-31-1019 0 0,30 331 2847 0 0,-15-114-1354 0 0,-16-211-1335 0 0,-1-17 6 0 0,-1-16-254 0 0,-31-219-7861 0 0,11 131 7465 0 0,-51-142 0 0 0,56 194 305 0 0,2-1-1 0 0,-12-70 1 0 0,21 69 535 0 0,1-55-1 0 0,4 102-606 0 0,0-1 0 0 0,0 1 0 0 0,1-1 0 0 0,-1 1 0 0 0,0 0 0 0 0,0-1 0 0 0,0 1 0 0 0,1 0 0 0 0,-1-1 0 0 0,0 1 0 0 0,0 0 0 0 0,1-1 0 0 0,-1 1-1 0 0,0 0 1 0 0,1 0 0 0 0,-1-1 0 0 0,0 1 0 0 0,1 0 0 0 0,-1 0 0 0 0,0 0 0 0 0,1-1 0 0 0,-1 1 0 0 0,1 0 0 0 0,-1 0 0 0 0,0 0 0 0 0,1 0 0 0 0,-1 0 0 0 0,1 0 0 0 0,-1 0 0 0 0,0 0 0 0 0,1 0 0 0 0,0 0 0 0 0,19 0 168 0 0,-12 1-61 0 0,191 21 901 0 0,-18 0-266 0 0,409-32 1014 0 0,-476 4-1625 0 0,411-10 1751 0 0,-459 9-1268 0 0,-80 34 404 0 0,11-20-1004 0 0,1-1 1 0 0,0 1-1 0 0,0-1 0 0 0,0 1 0 0 0,0 0 0 0 0,1 0 0 0 0,0 10 0 0 0,2 51-28 0 0,0-34-59 0 0,-5 368 1114 0 0,4-401-1033 0 0,0 0 1 0 0,-1 0 0 0 0,1 1-1 0 0,0-1 1 0 0,0 0-1 0 0,-1 0 1 0 0,1 0 0 0 0,-1 1-1 0 0,1-1 1 0 0,-1 0 0 0 0,0 0-1 0 0,1 0 1 0 0,-1 0-1 0 0,0 0 1 0 0,0 0 0 0 0,1 0-1 0 0,-1 0 1 0 0,0 0 0 0 0,0-1-1 0 0,0 1 1 0 0,0 0-1 0 0,0-1 1 0 0,-1 1 0 0 0,1 0-1 0 0,0-1 1 0 0,0 1 0 0 0,0-1-1 0 0,0 0 1 0 0,-1 1 0 0 0,1-1-1 0 0,-2 0 1 0 0,-6 2 11 0 0,0-1 0 0 0,0 0 1 0 0,-14-1-1 0 0,9 0-25 0 0,-825 68-742 0 0,514-35 809 0 0,0-7 719 0 0,302-24-756 0 0,-219 7 988 0 0,242-9-1026 0 0,0 0 0 0 0,0 0 1 0 0,0 0-1 0 0,0 0 1 0 0,0 0-1 0 0,0-1 0 0 0,1 1 1 0 0,-1 0-1 0 0,0 0 1 0 0,0 0-1 0 0,0 0 0 0 0,0 0 1 0 0,0 0-1 0 0,0-1 1 0 0,0 1-1 0 0,0 0 0 0 0,0 0 1 0 0,0 0-1 0 0,0 0 1 0 0,0 0-1 0 0,0-1 0 0 0,0 1 1 0 0,0 0-1 0 0,0 0 1 0 0,0 0-1 0 0,0 0 0 0 0,0 0 1 0 0,0-1-1 0 0,-1 1 1 0 0,1 0-1 0 0,0 0 0 0 0,0 0 1 0 0,0 0-1 0 0,0 0 0 0 0,0 0 1 0 0,0 0-1 0 0,0-1 1 0 0,0 1-1 0 0,0 0 0 0 0,-1 0 1 0 0,1 0-1 0 0,0 0 1 0 0,0 0-1 0 0,0 0 0 0 0,0 0 1 0 0,0 0-1 0 0,0 0 1 0 0,-1 0-1 0 0,1 0 0 0 0,0 0 1 0 0,0 0-1 0 0,0 0 1 0 0,0 0-1 0 0,0 0 0 0 0,-1 0 1 0 0,1 0-1 0 0,0 0 1 0 0,0 0-1 0 0,0 0 0 0 0,0 0 1 0 0,-1 0-1 0 0,16-7-3015 0 0,47-6-16636 0 0,-49 9 15581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1:27.786"/>
    </inkml:context>
    <inkml:brush xml:id="br0">
      <inkml:brushProperty name="width" value="0.1" units="cm"/>
      <inkml:brushProperty name="height" value="0.1" units="cm"/>
      <inkml:brushProperty name="color" value="#CC0066"/>
    </inkml:brush>
  </inkml:definitions>
  <inkml:trace contextRef="#ctx0" brushRef="#br0">36 82 896 0 0,'-1'0'17'0'0,"0"-1"1"0"0,0 1-1 0 0,-1 0 0 0 0,1-1 1 0 0,0 1-1 0 0,0-1 0 0 0,0 1 1 0 0,0-1-1 0 0,0 1 0 0 0,0-1 1 0 0,1 0-1 0 0,-1 0 0 0 0,0 1 1 0 0,0-1-1 0 0,0 0 0 0 0,1 0 1 0 0,-1 0-1 0 0,0 0 0 0 0,1 0 1 0 0,-1 0-1 0 0,1 0 0 0 0,-1 0 1 0 0,1 0-1 0 0,-1 0 0 0 0,1 0 1 0 0,0 0-1 0 0,0 0 0 0 0,-1 0 1 0 0,1-1-1 0 0,0 1 0 0 0,0 0 1 0 0,0 0-1 0 0,0 0 0 0 0,0 0 1 0 0,1 0-1 0 0,-1-1 0 0 0,0 1 1 0 0,0 0-1 0 0,1 0 0 0 0,-1 0 1 0 0,1 0-1 0 0,-1 0 0 0 0,1 0 1 0 0,-1 0-1 0 0,1 0 0 0 0,0 0 1 0 0,0-1-1 0 0,0 0 140 0 0,0 1 1 0 0,-1-1-1 0 0,1 1 0 0 0,0-1 0 0 0,-1 0 1 0 0,0 1-1 0 0,1-1 0 0 0,-1 0 0 0 0,0 0 1 0 0,0 1-1 0 0,0-1 0 0 0,0 0 0 0 0,-1-1 1 0 0,1 2-45 0 0,0 1 0 0 0,0-1 0 0 0,0 1 0 0 0,0-1 1 0 0,0 1-1 0 0,0-1 0 0 0,0 1 0 0 0,0-1 1 0 0,0 1-1 0 0,0-1 0 0 0,0 1 0 0 0,-1-1 0 0 0,1 1 1 0 0,0-1-1 0 0,0 1 0 0 0,-1 0 0 0 0,1-1 1 0 0,0 1-1 0 0,-1-1 0 0 0,1 1 0 0 0,0 0 1 0 0,-1-1-1 0 0,1 1 0 0 0,0 0 0 0 0,-1-1 0 0 0,1 1 1 0 0,-1 0-1 0 0,1 0 0 0 0,-1-1 0 0 0,0 1 1 0 0,1 1 39 0 0,-1-1 1 0 0,0 1 0 0 0,1 0-1 0 0,-1-1 1 0 0,1 1 0 0 0,-1 0 0 0 0,1 0-1 0 0,-1 0 1 0 0,1-1 0 0 0,-1 1-1 0 0,1 0 1 0 0,0 0 0 0 0,-1 0 0 0 0,1 0-1 0 0,0 0 1 0 0,0 0 0 0 0,0 0-1 0 0,0-1 1 0 0,0 3 0 0 0,-6 46 1563 0 0,3 70 1 0 0,2-66-1186 0 0,3 67 930 0 0,26 187-1 0 0,14-68-68 0 0,26 218 1631 0 0,-53-256-1872 0 0,10 242 609 0 0,-25-318-1396 0 0,17 615 1282 0 0,-1-403-1205 0 0,-6-104-169 0 0,-10-221-249 0 0,27 347 397 0 0,7-26-186 0 0,8 174 139 0 0,-36-423-323 0 0,41 273 245 0 0,21 0-23 0 0,7 42-61 0 0,14 8 275 0 0,-48-234-18 0 0,-22-72-260 0 0,2 53-101 0 0,11 60 17 0 0,-6-68-30 0 0,10 51 6 0 0,24 181 345 0 0,-46-271-400 0 0,-9-45-108 0 0,-4 102 1 0 0,1 23 81 0 0,-2-181-3 0 0,6 30-143 0 0,-5-34 115 0 0,0 1-1 0 0,0-1 1 0 0,0 1 0 0 0,0-1-1 0 0,1 0 1 0 0,-1 0 0 0 0,1 0 0 0 0,2 3-1 0 0,26-14-581 0 0,75-24-344 0 0,17-4 59 0 0,192-28-359 0 0,-265 59 1148 0 0,14-2-201 0 0,66 0 0 0 0,-116 5 1087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1:29.311"/>
    </inkml:context>
    <inkml:brush xml:id="br0">
      <inkml:brushProperty name="width" value="0.1" units="cm"/>
      <inkml:brushProperty name="height" value="0.1" units="cm"/>
      <inkml:brushProperty name="color" value="#CC0066"/>
    </inkml:brush>
  </inkml:definitions>
  <inkml:trace contextRef="#ctx0" brushRef="#br0">82 1 1248 0 0,'-2'0'163'0'0,"1"0"0"0"0,-1 0 0 0 0,0 0 0 0 0,0 0 0 0 0,0 0-1 0 0,0 0 1 0 0,0 0 0 0 0,1 0 0 0 0,-1 1 0 0 0,0-1 0 0 0,0 1 0 0 0,0 0 0 0 0,1-1 0 0 0,-1 1 0 0 0,0 0 0 0 0,1 0-1 0 0,-1 0 1 0 0,1 0 0 0 0,-1 0 0 0 0,1 0 0 0 0,-1 0 0 0 0,1 1 0 0 0,0-1 0 0 0,0 1 0 0 0,0-1 0 0 0,0 1 0 0 0,0-1-1 0 0,0 1 1 0 0,0-1 0 0 0,0 1 0 0 0,0 0 0 0 0,1 0 0 0 0,-1-1 0 0 0,1 1 0 0 0,-1 0 0 0 0,1 2 0 0 0,-9 41 2582 0 0,4-6-1960 0 0,-4 132 1667 0 0,6-83-1672 0 0,-3 116 964 0 0,37 360 1 0 0,-13-310-355 0 0,-22 57 123 0 0,1-81-468 0 0,3-230-969 0 0,8-21 457 0 0,23-22-448 0 0,-23 34-129 0 0,1 0 0 0 0,0 1 0 0 0,0 0 0 0 0,17-11 0 0 0,-17 14 44 0 0,0 1 0 0 0,1 0-1 0 0,-1 0 1 0 0,1 0 0 0 0,19-3-1 0 0,56-5-84 0 0,-26 5 458 0 0,179-19 228 0 0,-197 23-530 0 0,-6-1 501 0 0,-1-1 1 0 0,39-11 0 0 0,-68 12-32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1:30.109"/>
    </inkml:context>
    <inkml:brush xml:id="br0">
      <inkml:brushProperty name="width" value="0.1" units="cm"/>
      <inkml:brushProperty name="height" value="0.1" units="cm"/>
      <inkml:brushProperty name="color" value="#CC0066"/>
    </inkml:brush>
  </inkml:definitions>
  <inkml:trace contextRef="#ctx0" brushRef="#br0">91 72 936 0 0,'-6'-3'414'0'0,"0"0"0"0"0,-1 0 0 0 0,1-1 0 0 0,1 0 1 0 0,-1 0-1 0 0,0 0 0 0 0,1-1 0 0 0,0 0 0 0 0,-6-6 0 0 0,-16-15 7059 0 0,56 57-1385 0 0,27 28-5970 0 0,-29-39 177 0 0,1 0 0 0 0,58 29 0 0 0,8 6 196 0 0,-91-53-423 0 0,1 1 61 0 0,1 0-1 0 0,0 0 1 0 0,-1 0-1 0 0,1-1 1 0 0,0 0-1 0 0,6 2 1 0 0,-11-4-95 0 0,0 0 0 0 0,0 0 1 0 0,0 1-1 0 0,1-1 0 0 0,-1 0 0 0 0,0 0 0 0 0,0 0 0 0 0,0 1 1 0 0,0-1-1 0 0,1 0 0 0 0,-1 0 0 0 0,0 1 0 0 0,0-1 0 0 0,0 0 1 0 0,0 0-1 0 0,0 1 0 0 0,0-1 0 0 0,0 0 0 0 0,0 0 0 0 0,0 1 1 0 0,1-1-1 0 0,-1 0 0 0 0,0 0 0 0 0,-1 1 0 0 0,1-1 1 0 0,0 0-1 0 0,0 1 0 0 0,0-1 0 0 0,0 0 0 0 0,0 0 0 0 0,0 1 1 0 0,0-1-1 0 0,0 0 0 0 0,0 0 0 0 0,0 1 0 0 0,-1-1 0 0 0,1 0 1 0 0,0 0-1 0 0,0 1 0 0 0,0-1 0 0 0,0 0 0 0 0,-1 0 1 0 0,1 0-1 0 0,-12 18-190 0 0,7-10 271 0 0,-5 7-99 0 0,-1-1 0 0 0,0 1 0 0 0,-1-2 0 0 0,-1 0-1 0 0,-23 19 1 0 0,-80 53-158 0 0,49-38-643 0 0,46-32-817 0 0,-18 16-12127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1:30.968"/>
    </inkml:context>
    <inkml:brush xml:id="br0">
      <inkml:brushProperty name="width" value="0.1" units="cm"/>
      <inkml:brushProperty name="height" value="0.1" units="cm"/>
      <inkml:brushProperty name="color" value="#CC0066"/>
    </inkml:brush>
  </inkml:definitions>
  <inkml:trace contextRef="#ctx0" brushRef="#br0">134 40 952 0 0,'-42'-15'449'0'0,"-1"-2"2924"0"0,37 15-1910 0 0,0 1-1 0 0,0-1 0 0 0,-1 1 1 0 0,-11 0-1 0 0,18 1-1440 0 0,-1 0-1 0 0,1 0 1 0 0,0 0 0 0 0,-1 0-1 0 0,1 1 1 0 0,0-1 0 0 0,0 0 0 0 0,-1 0-1 0 0,1 0 1 0 0,0 1 0 0 0,0-1-1 0 0,-1 0 1 0 0,1 0 0 0 0,0 1-1 0 0,0-1 1 0 0,0 0 0 0 0,-1 1-1 0 0,1-1 1 0 0,0 0 0 0 0,0 1-1 0 0,0-1 1 0 0,0 0 0 0 0,0 1 0 0 0,0-1-1 0 0,0 0 1 0 0,0 1 0 0 0,0-1-1 0 0,0 0 1 0 0,0 1 0 0 0,0-1-1 0 0,0 0 1 0 0,0 1 0 0 0,0-1-1 0 0,0 0 1 0 0,0 1 0 0 0,0-1-1 0 0,0 0 1 0 0,0 1 0 0 0,0-1 0 0 0,1 0-1 0 0,-1 1 1 0 0,0-1 0 0 0,0 0-1 0 0,1 1 1 0 0,8 19 527 0 0,1-6-354 0 0,0 1 0 0 0,1-2 0 0 0,1 0 0 0 0,26 24 0 0 0,60 37 627 0 0,8 8 861 0 0,-77-65 915 0 0,-28-17-2530 0 0,-1 1 0 0 0,0-1 0 0 0,0 0-1 0 0,1 1 1 0 0,-1-1 0 0 0,0 0-1 0 0,0 0 1 0 0,0 1 0 0 0,0-1 0 0 0,1 0-1 0 0,-1 1 1 0 0,0-1 0 0 0,0 0 0 0 0,0 1-1 0 0,0-1 1 0 0,0 0 0 0 0,0 1 0 0 0,0-1-1 0 0,0 1 1 0 0,0-1 0 0 0,0 0-1 0 0,0 1 1 0 0,0-1 0 0 0,0 0 0 0 0,0 1-1 0 0,0-1 1 0 0,0 0 0 0 0,-1 1 0 0 0,1-1-1 0 0,0 0 1 0 0,0 0 0 0 0,0 1 0 0 0,0-1-1 0 0,-1 1 1 0 0,-10 11 337 0 0,7-7 27 0 0,-61 75-428 0 0,19-27-2903 0 0,9-12-2985 0 0,3-5-4385 0 0,22-26 6428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2:14.029"/>
    </inkml:context>
    <inkml:brush xml:id="br0">
      <inkml:brushProperty name="width" value="0.1" units="cm"/>
      <inkml:brushProperty name="height" value="0.1" units="cm"/>
      <inkml:brushProperty name="color" value="#FFC114"/>
    </inkml:brush>
  </inkml:definitions>
  <inkml:trace contextRef="#ctx0" brushRef="#br0">503 22 352 0 0,'15'-2'115'0'0,"23"-10"9073"0"0,-57 9-8670 0 0,1 1-1 0 0,-1 0 1 0 0,0 1-1 0 0,-28 3 1 0 0,-16-1 424 0 0,45-2-898 0 0,0 2 1 0 0,0 0-1 0 0,-21 4 1 0 0,25-1 35 0 0,0-1 0 0 0,0 2-1 0 0,0 0 1 0 0,0 0 0 0 0,1 1 0 0 0,0 1 0 0 0,-18 12-1 0 0,4-3 104 0 0,19-11-54 0 0,1-1-1 0 0,-1 1 0 0 0,1 0 0 0 0,0 1 0 0 0,-10 10 1 0 0,-1 2 119 0 0,14-14-174 0 0,0 0 0 0 0,0 0-1 0 0,1 0 1 0 0,-1 1 0 0 0,1-1-1 0 0,0 1 1 0 0,0 0-1 0 0,0 0 1 0 0,1 0 0 0 0,-4 9-1 0 0,2 7 170 0 0,0 1 0 0 0,2 0 0 0 0,0 0 0 0 0,1 0 0 0 0,1 0-1 0 0,1 0 1 0 0,7 35 0 0 0,-6-47-218 0 0,0-1-1 0 0,0 1 1 0 0,1-1 0 0 0,0 0-1 0 0,1 0 1 0 0,0 0-1 0 0,0 0 1 0 0,1-1 0 0 0,0 1-1 0 0,0-1 1 0 0,1 0 0 0 0,11 11-1 0 0,-6-9 40 0 0,-1 0 0 0 0,1-1-1 0 0,1-1 1 0 0,-1 0-1 0 0,1 0 1 0 0,1-1 0 0 0,0-1-1 0 0,13 5 1 0 0,4 1-1 0 0,0-1 1 0 0,1-2-1 0 0,0-1 0 0 0,1-1 1 0 0,38 2-1 0 0,17-2 54 0 0,90 2-315 0 0,-96-9 124 0 0,103-15 0 0 0,-181 15 81 0 0,199-34 121 0 0,-167 26-120 0 0,-1-1 0 0 0,0-2 1 0 0,56-27-1 0 0,-80 33 0 0 0,0-1 0 0 0,-1 0 0 0 0,1-1 1 0 0,-2 0-1 0 0,1 0 0 0 0,-1-1 0 0 0,0 0 0 0 0,0-1 1 0 0,-1 0-1 0 0,-1 0 0 0 0,11-18 0 0 0,-12 20-32 0 0,0 0-1 0 0,0 1 1 0 0,1-1-1 0 0,0 1 1 0 0,10-9-1 0 0,-9 10 31 0 0,-1-1 0 0 0,1 0 0 0 0,-2-1 0 0 0,1 1 0 0 0,6-11-1 0 0,-11 15-7 0 0,1-1-1 0 0,-1 0 0 0 0,0 0 0 0 0,0 0 0 0 0,-1-1 1 0 0,1 1-1 0 0,-1 0 0 0 0,1 0 0 0 0,-1 0 0 0 0,0 0 0 0 0,0-1 1 0 0,0 1-1 0 0,-1 0 0 0 0,1 0 0 0 0,-1 0 0 0 0,0 0 1 0 0,0-1-1 0 0,0 1 0 0 0,0 1 0 0 0,-3-6 0 0 0,0 0-82 0 0,-1-1 0 0 0,-1 1 0 0 0,1-1 0 0 0,-1 2 0 0 0,-8-9 0 0 0,3 5 51 0 0,-1 1 0 0 0,0 0-1 0 0,-1 1 1 0 0,0 0 0 0 0,0 1-1 0 0,-1 0 1 0 0,0 1 0 0 0,-25-8-1 0 0,-12-2 101 0 0,-62-10 0 0 0,89 22-38 0 0,-67-12-160 0 0,0 3 1 0 0,-148-1-1 0 0,118 10 933 0 0,-39-1-139 0 0,-14-7-328 0 0,154 13-128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2:17.362"/>
    </inkml:context>
    <inkml:brush xml:id="br0">
      <inkml:brushProperty name="width" value="0.1" units="cm"/>
      <inkml:brushProperty name="height" value="0.1" units="cm"/>
      <inkml:brushProperty name="color" value="#FFC114"/>
    </inkml:brush>
  </inkml:definitions>
  <inkml:trace contextRef="#ctx0" brushRef="#br0">2220 79 472 0 0,'-39'-15'5557'0'0,"11"8"-5247"0"0,0 2 0 0 0,0 1-1 0 0,0 1 1 0 0,-49 1 0 0 0,51 2-200 0 0,-268 0 240 0 0,202 0 456 0 0,47 0 28 0 0,-59-6 1 0 0,55 2-450 0 0,-85 3 0 0 0,100 3-135 0 0,-1-1 0 0 0,0-2 0 0 0,0-2 0 0 0,-68-13 0 0 0,77 11-87 0 0,-2 0 0 0 0,1 2 0 0 0,0 2 0 0 0,-55 3 1 0 0,16-1-495 0 0,-29-3 188 0 0,-58 2 117 0 0,123 3-86 0 0,0 1 1 0 0,-33 9 0 0 0,-12 3-114 0 0,21-10 30 0 0,-98-1 1 0 0,115-6-80 0 0,35 1 265 0 0,0 0 0 0 0,0 1 1 0 0,0-1-1 0 0,0 0 0 0 0,0 1 0 0 0,0-1 0 0 0,0 1 0 0 0,0-1 0 0 0,0 1 0 0 0,1 0 0 0 0,-1 0 0 0 0,0 0 0 0 0,0 0 0 0 0,1 0 0 0 0,-1 0 0 0 0,0 1 1 0 0,1-1-1 0 0,-2 2 0 0 0,0 0 33 0 0,1 1 1 0 0,0-1 0 0 0,0 0-1 0 0,0 1 1 0 0,1-1 0 0 0,-1 1-1 0 0,1 0 1 0 0,-2 7 0 0 0,0 6 241 0 0,1 0 1 0 0,0 0 0 0 0,2 25-1 0 0,1-28-22 0 0,0 9 475 0 0,7 42 1 0 0,-4-42 414 0 0,1 43 1 0 0,-4-28-858 0 0,-7 124 766 0 0,1-48-529 0 0,3-20 327 0 0,1-53-373 0 0,1 1 0 0 0,3-1 0 0 0,9 49 0 0 0,6 58-26 0 0,-17-124-255 0 0,0-1 0 0 0,-2 0 0 0 0,-1 0-1 0 0,-6 33 1 0 0,5-39-62 0 0,2 1 0 0 0,0-1 0 0 0,1 1 0 0 0,0 0 0 0 0,4 18 0 0 0,1 34-152 0 0,23 297 758 0 0,-27-361-722 0 0,6 37-293 0 0,20 68 1 0 0,5 25 348 0 0,-25-78 1 0 0,-2-15 42 0 0,13 50 0 0 0,-7-41 32 0 0,8 91 0 0 0,-19-136-67 0 0,0 13-2235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2:19.913"/>
    </inkml:context>
    <inkml:brush xml:id="br0">
      <inkml:brushProperty name="width" value="0.1" units="cm"/>
      <inkml:brushProperty name="height" value="0.1" units="cm"/>
      <inkml:brushProperty name="color" value="#FFC114"/>
    </inkml:brush>
  </inkml:definitions>
  <inkml:trace contextRef="#ctx0" brushRef="#br0">1 27 656 0 0,'0'0'25'0'0,"13"10"-34"0"0,-10-9 92 0 0,0-1-1 0 0,0 0 1 0 0,0 0 0 0 0,0 0-1 0 0,0 0 1 0 0,0 0 0 0 0,0-1-1 0 0,13 1 3312 0 0,-19-26-7524 0 0,-1 19 3936 0 0,2 4-201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2:20.951"/>
    </inkml:context>
    <inkml:brush xml:id="br0">
      <inkml:brushProperty name="width" value="0.1" units="cm"/>
      <inkml:brushProperty name="height" value="0.1" units="cm"/>
      <inkml:brushProperty name="color" value="#FFC114"/>
    </inkml:brush>
  </inkml:definitions>
  <inkml:trace contextRef="#ctx0" brushRef="#br0">127 45 336 0 0,'-5'-5'80'0'0,"0"1"0"0"0,0-1 0 0 0,0 0 0 0 0,1-1 0 0 0,-6-7 0 0 0,6 7-2 0 0,-15 12 8021 0 0,10 27-6985 0 0,2 26 613 0 0,0 77 0 0 0,-1 21 1051 0 0,-18 242 671 0 0,24-342-3096 0 0,-3 37 1139 0 0,-1 344 3231 0 0,22-307-4177 0 0,2 12 168 0 0,-15 6 278 0 0,3 54-131 0 0,1-68-351 0 0,-7 186-269 0 0,2 23-427 0 0,6-175 57 0 0,-24 302-1 0 0,15-453-240 0 0,-9 76-118 0 0,4-64-3195 0 0,-1-2-3991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2:27.480"/>
    </inkml:context>
    <inkml:brush xml:id="br0">
      <inkml:brushProperty name="width" value="0.1" units="cm"/>
      <inkml:brushProperty name="height" value="0.1" units="cm"/>
      <inkml:brushProperty name="color" value="#FFC114"/>
    </inkml:brush>
  </inkml:definitions>
  <inkml:trace contextRef="#ctx0" brushRef="#br0">43 86 808 0 0,'0'-1'4'0'0,"-1"1"1"0"0,1-1-1 0 0,-1 0 0 0 0,1 0 0 0 0,-1 1 1 0 0,1-1-1 0 0,0 0 0 0 0,-1 0 1 0 0,1 0-1 0 0,0 0 0 0 0,0 1 0 0 0,-1-1 1 0 0,1 0-1 0 0,0 0 0 0 0,0 0 1 0 0,0 0-1 0 0,0 0 0 0 0,0 0 0 0 0,0 1 1 0 0,1-2-1 0 0,4-25 134 0 0,0 3 510 0 0,7 8 5957 0 0,-5 39-3077 0 0,11 34-2227 0 0,-2 2 0 0 0,-2 0 0 0 0,8 98 0 0 0,-16-68 107 0 0,-11 162 0 0 0,0-183-910 0 0,3 0 1 0 0,3-1-1 0 0,3 1 0 0 0,15 79 0 0 0,3 16 299 0 0,-5-28 27 0 0,-6-20-335 0 0,-10-82-356 0 0,2 1-1 0 0,8 37 1 0 0,6 17 169 0 0,-4 0 0 0 0,-4 1 1 0 0,-3 123-1 0 0,-14-97 144 0 0,1-16 9 0 0,6-80-249 0 0,-7 31 0 0 0,4-32-64 0 0,-2 34-1 0 0,-10 356 936 0 0,10-200-833 0 0,4-89 140 0 0,0-16-299 0 0,2-32 136 0 0,-15 114 1 0 0,-2-55 281 0 0,-14 74-373 0 0,-44 205-160 0 0,12 308 1482 0 0,61-663-1403 0 0,0 1-64 0 0,5 75-1 0 0,1-103 40 0 0,2 0 0 0 0,13 37 0 0 0,4 22-109 0 0,-13-36 271 0 0,2-2 1 0 0,2 0-1 0 0,30 69 0 0 0,-30-84-319 0 0,11 42 1 0 0,-4-10 44 0 0,9 43 312 0 0,-7-17-271 0 0,105 367 249 0 0,-97-277-142 0 0,-26-148-58 0 0,0-8-2 0 0,12 40 0 0 0,-11-46 0 0 0,0 0 0 0 0,-2 1 0 0 0,3 25 0 0 0,-2 70 0 0 0,-4-116 0 0 0,0 0 0 0 0,-1 0 0 0 0,1 1 0 0 0,0-1 0 0 0,-1 0 0 0 0,1 1 0 0 0,0-1 0 0 0,0 0 0 0 0,0 1 0 0 0,0-1 0 0 0,0 1 0 0 0,0 0 0 0 0,0-1 0 0 0,0 1 0 0 0,0 0 0 0 0,0-1 0 0 0,0 1 0 0 0,0 0 0 0 0,0 0 0 0 0,2 0 0 0 0,38-5 0 0 0,-17 2 0 0 0,96-11 0 0 0,142 2 0 0 0,125 21 0 0 0,-70 0 0 0 0,-233-8 0 0 0,365-12 0 0 0,-309-6 1 0 0,172-9-9 0 0,-209 23 15 0 0,-101 1-8 0 0,-8-2-1 0 0,-1-2-3 0 0,-20-58-661 0 0,20 47 660 0 0,-2 1 1 0 0,0 0-1 0 0,-1 0 1 0 0,-1 1-1 0 0,0 0 1 0 0,-1 1-1 0 0,-16-14 1 0 0,21 20-51 0 0,-8-7 70 0 0,-1 1 1 0 0,-1 0-1 0 0,-1 1 1 0 0,-35-20-1 0 0,-35-11 198 0 0,71 36-189 0 0,0 1 0 0 0,-1 1 0 0 0,0 1 0 0 0,0 0 1 0 0,-1 1-1 0 0,1 1 0 0 0,-26-1 0 0 0,64 6-55 0 0,1 1 0 0 0,-1 1 0 0 0,0 0-1 0 0,31 12 1 0 0,5 1-74 0 0,22-1 150 0 0,87 7 0 0 0,-58-10 216 0 0,-88-11-295 0 0,-6 0 29 0 0,1 0-1 0 0,-1 0 0 0 0,18 7 0 0 0,-28-8 12 0 0,-1 0 0 0 0,0 1 0 0 0,1-1 1 0 0,-1 1-1 0 0,0-1 0 0 0,0 1 0 0 0,0 0 1 0 0,0 0-1 0 0,0 0 0 0 0,0 0 0 0 0,-1 0 1 0 0,1 0-1 0 0,-1 1 0 0 0,1-1 0 0 0,-1 0 1 0 0,0 1-1 0 0,2 4 0 0 0,-1 0 24 0 0,0-1-1 0 0,-1 1 1 0 0,1 0 0 0 0,-2 0-1 0 0,1 12 1 0 0,-1-17-28 0 0,0-1 1 0 0,0 0-1 0 0,-1 0 0 0 0,1 0 1 0 0,-1 0-1 0 0,1 0 1 0 0,-1 0-1 0 0,1 0 1 0 0,-1 0-1 0 0,0 0 0 0 0,0 0 1 0 0,1 0-1 0 0,-1 0 1 0 0,0 0-1 0 0,0 0 0 0 0,-2 1 1 0 0,-20 14-3 0 0,10-7-2 0 0,-9 10 3 0 0,1 2 0 0 0,-27 34 0 0 0,22-25 0 0 0,10-12 0 0 0,-1 0 0 0 0,-1-1 0 0 0,0-1 0 0 0,-30 21 0 0 0,16-17 0 0 0,-211 150 0 0 0,242-169 0 0 0,-20 17 0 0 0,-27 16 0 0 0,45-32-324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24.376"/>
    </inkml:context>
    <inkml:brush xml:id="br0">
      <inkml:brushProperty name="width" value="0.1" units="cm"/>
      <inkml:brushProperty name="height" value="0.1" units="cm"/>
      <inkml:brushProperty name="color" value="#66CC00"/>
    </inkml:brush>
  </inkml:definitions>
  <inkml:trace contextRef="#ctx0" brushRef="#br0">404 719 912 0 0,'0'0'27'0'0,"-1"0"0"0"0,1 0-1 0 0,0 0 1 0 0,-1 0 0 0 0,1 0 0 0 0,-1 0 0 0 0,1 0-1 0 0,0 0 1 0 0,-1 0 0 0 0,1 0 0 0 0,0 0-1 0 0,-1 0 1 0 0,1 1 0 0 0,0-1 0 0 0,0 0 0 0 0,-1 0-1 0 0,1 0 1 0 0,0 1 0 0 0,-1-1 0 0 0,1 0 0 0 0,0 0-1 0 0,0 1 1 0 0,-1-1 0 0 0,1 0 0 0 0,0 0-1 0 0,0 1 1 0 0,0-1 0 0 0,0 0 0 0 0,-1 1 0 0 0,1-1-1 0 0,0 0 1 0 0,0 1 0 0 0,0-1 0 0 0,0 0 0 0 0,0 1-1 0 0,0-1 1 0 0,0 1 0 0 0,0-1 0 0 0,0 0-1 0 0,0 1 1 0 0,0-1 0 0 0,0 0 0 0 0,0 1 0 0 0,0-1-1 0 0,0 1 161 0 0,1 0-1 0 0,-1 0 1 0 0,0 0-1 0 0,1-1 1 0 0,-1 1-1 0 0,0 0 1 0 0,1 0 0 0 0,-1-1-1 0 0,1 1 1 0 0,-1 0-1 0 0,1 0 1 0 0,-1-1-1 0 0,1 1 1 0 0,0-1-1 0 0,-1 1 1 0 0,1-1-1 0 0,0 1 1 0 0,-1-1-1 0 0,1 1 1 0 0,1 0-1 0 0,22 6 2177 0 0,40 5 546 0 0,32 4-1598 0 0,1-4 1 0 0,107-1-1 0 0,22 1-303 0 0,529 17 971 0 0,-532-30-1570 0 0,146-6 302 0 0,-227-2-439 0 0,367-37-1596 0 0,-407 31 1282 0 0,254-49 2325 0 0,-156 31-1057 0 0,-142 26-1325 0 0,-1-2 0 0 0,67-19 0 0 0,-66 10 532 0 0,-27 10-415 0 0,0-2 0 0 0,-1-1-1 0 0,38-20 1 0 0,-66 30 0 0 0,0-1 0 0 0,0 1 1 0 0,0-1-1 0 0,0 0 0 0 0,-1 0 0 0 0,1 1 0 0 0,-1-1 0 0 0,1 0 0 0 0,-1-1 0 0 0,0 1 0 0 0,0 0 0 0 0,0 0 0 0 0,1-3 0 0 0,10-35-21 0 0,-10 29 19 0 0,2-5-4 0 0,2-4-6 0 0,3-31 1 0 0,-8 44 4 0 0,-1-1 1 0 0,0 1-1 0 0,0-1 0 0 0,0 1 1 0 0,-1-1-1 0 0,-1 1 0 0 0,-3-14 1 0 0,-2-2 37 0 0,3 8-56 0 0,-1 1-1 0 0,-8-17 1 0 0,10 26 0 0 0,0 0 0 0 0,0 0-1 0 0,0 1 1 0 0,-1-1 0 0 0,1 1-1 0 0,-1 0 1 0 0,0 0 0 0 0,-1 0 0 0 0,-6-5-1 0 0,-8-3-180 0 0,-1 0-1 0 0,-1 1 1 0 0,0 2-1 0 0,0 0 1 0 0,-42-11-1 0 0,-116-16-144 0 0,-182-1-1213 0 0,-4 23 2008 0 0,305 12-283 0 0,-938-7-510 0 0,713 6-906 0 0,-144 5-1245 0 0,31 11 5768 0 0,347-9-2915 0 0,0 2 1 0 0,-58 14-1 0 0,6 0-133 0 0,-63 19 696 0 0,45-8-255 0 0,-33 3 111 0 0,138-31-912 0 0,0 2 0 0 0,1 0 0 0 0,0 0 0 0 0,0 2 0 0 0,0 0 0 0 0,1 0 0 0 0,0 2 0 0 0,-25 19 1 0 0,34-25 117 0 0,1 1 1 0 0,0 0 0 0 0,0 0 0 0 0,0 0 0 0 0,0 1-1 0 0,1-1 1 0 0,-1 1 0 0 0,1 0 0 0 0,1 0 0 0 0,-1 0 0 0 0,1 0-1 0 0,0 0 1 0 0,0 1 0 0 0,0-1 0 0 0,1 1 0 0 0,-1-1-1 0 0,1 1 1 0 0,1 0 0 0 0,-1-1 0 0 0,1 1 0 0 0,0 0 0 0 0,0-1-1 0 0,1 1 1 0 0,0 0 0 0 0,0-1 0 0 0,0 1 0 0 0,1-1 0 0 0,3 9-1 0 0,0-3-6 0 0,0-1 0 0 0,1 0-1 0 0,1 0 1 0 0,0 0-1 0 0,0-1 1 0 0,1 0 0 0 0,0 0-1 0 0,18 14 1 0 0,-11-10 191 0 0,2-1 1 0 0,-1-1-1 0 0,2-1 0 0 0,23 11 1 0 0,4-4-107 0 0,1-2 0 0 0,0-1 0 0 0,1-3 0 0 0,0-2 0 0 0,1-2 1 0 0,0-2-1 0 0,61-1 0 0 0,-51-5-176 0 0,0 2-1 0 0,0 3 1 0 0,93 18 0 0 0,-144-20 100 0 0,0 0 0 0 0,0 0 0 0 0,-1 1 0 0 0,11 4 0 0 0,-16-6-13 0 0,1 0 1 0 0,0 0 0 0 0,-1 0 0 0 0,0 0 0 0 0,1 0 0 0 0,-1 0 0 0 0,0 1 0 0 0,0-1 0 0 0,1 0 0 0 0,-1 1 0 0 0,0-1 0 0 0,0 1 0 0 0,0-1 0 0 0,-1 1 0 0 0,1-1 0 0 0,0 1-1 0 0,-1 0 1 0 0,1-1 0 0 0,-1 1 0 0 0,1 0 0 0 0,-1-1 0 0 0,0 1 0 0 0,1 2 0 0 0,-1-1-82 0 0,0 0 0 0 0,1 0 0 0 0,0 0 0 0 0,0 0 0 0 0,0 0 0 0 0,0 0 0 0 0,0 0 0 0 0,1 0 0 0 0,-1 0 0 0 0,1 0 1 0 0,0-1-1 0 0,0 1 0 0 0,3 3 0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13.833"/>
    </inkml:context>
    <inkml:brush xml:id="br0">
      <inkml:brushProperty name="width" value="0.1" units="cm"/>
      <inkml:brushProperty name="height" value="0.1" units="cm"/>
      <inkml:brushProperty name="color" value="#66CC00"/>
    </inkml:brush>
  </inkml:definitions>
  <inkml:trace contextRef="#ctx0" brushRef="#br0">21 0 664 0 0,'-3'4'48'0'0,"0"-1"0"0"0,0 0 1 0 0,1 1-1 0 0,0 0 0 0 0,-4 6 0 0 0,6-7 530 0 0,-1 0 0 0 0,1 0-1 0 0,0 0 1 0 0,-1 0-1 0 0,1 0 1 0 0,1 0 0 0 0,-1 0-1 0 0,1 4 1 0 0,3 28 1263 0 0,15 383 6840 0 0,-19-326-7625 0 0,2 179 1783 0 0,3-178-1580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15.733"/>
    </inkml:context>
    <inkml:brush xml:id="br0">
      <inkml:brushProperty name="width" value="0.1" units="cm"/>
      <inkml:brushProperty name="height" value="0.1" units="cm"/>
      <inkml:brushProperty name="color" value="#66CC00"/>
    </inkml:brush>
  </inkml:definitions>
  <inkml:trace contextRef="#ctx0" brushRef="#br0">25 33 680 0 0,'-2'-1'102'0'0,"0"1"0"0"0,0 0 1 0 0,1 0-1 0 0,-1 0 0 0 0,0 0 0 0 0,-12 6 5192 0 0,41-6-4561 0 0,-10-2 709 0 0,1-1 1 0 0,25-7 0 0 0,-26 5-259 0 0,1 0 1 0 0,29-2 0 0 0,144 1 312 0 0,-123 9-1421 0 0,-1 2-1 0 0,85 18 1 0 0,-91-13 92 0 0,0-4 1 0 0,87-1 0 0 0,-78-4-134 0 0,139-7 196 0 0,-39 0-134 0 0,-166 6-84 0 0,0 0-1 0 0,0 1 1 0 0,0-1 0 0 0,0 0 0 0 0,0 1-1 0 0,0 0 1 0 0,0 0 0 0 0,-1 0-1 0 0,1 1 1 0 0,0-1 0 0 0,-1 1 0 0 0,4 2-1 0 0,-4-2 4 0 0,-1-1-1 0 0,0 1 0 0 0,0 0 0 0 0,-1 0 0 0 0,1 1 0 0 0,0-1 1 0 0,-1 0-1 0 0,1 0 0 0 0,-1 1 0 0 0,0-1 0 0 0,0 1 1 0 0,0-1-1 0 0,0 1 0 0 0,0 0 0 0 0,0-1 0 0 0,-1 1 1 0 0,1 4-1 0 0,8 143 2061 0 0,-4-25-701 0 0,8-21-1 0 0,25 104-1 0 0,-36-200-1287 0 0,1 1 4 0 0,-1 1-1 0 0,0-1 1 0 0,-1 0 0 0 0,0 1-1 0 0,0-1 1 0 0,-1 1 0 0 0,0-1-1 0 0,-2 12 1 0 0,2-20-70 0 0,-1 1-1 0 0,0 0 1 0 0,0-1-1 0 0,0 1 1 0 0,0-1 0 0 0,0 1-1 0 0,0-1 1 0 0,0 0-1 0 0,0 0 1 0 0,-1 1-1 0 0,1-1 1 0 0,-1 0 0 0 0,1 0-1 0 0,0 0 1 0 0,-1 0-1 0 0,0 0 1 0 0,1-1 0 0 0,-1 1-1 0 0,-3 1 1 0 0,-36 7 254 0 0,30-7-259 0 0,-127 16-237 0 0,-223 1 0 0 0,28-4 122 0 0,233-5 217 0 0,-123 26 0 0 0,205-31-162 0 0,3-1 80 0 0,0-1 1 0 0,0 0-1 0 0,-30 1 0 0 0,42-4-24 0 0,1-1-1 0 0,-1 0 1 0 0,1 1 0 0 0,-1-1 0 0 0,1 0 0 0 0,0 0 0 0 0,-1-1 0 0 0,1 1 0 0 0,0 0 0 0 0,0-1-1 0 0,-4-2 1 0 0,-21-22 132 0 0,25 24-119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17.316"/>
    </inkml:context>
    <inkml:brush xml:id="br0">
      <inkml:brushProperty name="width" value="0.1" units="cm"/>
      <inkml:brushProperty name="height" value="0.1" units="cm"/>
      <inkml:brushProperty name="color" value="#66CC00"/>
    </inkml:brush>
  </inkml:definitions>
  <inkml:trace contextRef="#ctx0" brushRef="#br0">1 148 1280 0 0,'1'-1'7'0'0,"0"0"1"0"0,0 0-1 0 0,1 0 0 0 0,-1 1 0 0 0,0-1 1 0 0,1 0-1 0 0,-1 1 0 0 0,0-1 1 0 0,1 1-1 0 0,-1-1 0 0 0,1 1 0 0 0,-1 0 1 0 0,1 0-1 0 0,-1 0 0 0 0,1-1 0 0 0,2 2 1 0 0,0-2 147 0 0,328-36 10451 0 0,-269 33-9704 0 0,122-14 1144 0 0,-64 4 147 0 0,131 3 1 0 0,272-2-841 0 0,-379 6-966 0 0,382-13-103 0 0,-267 18 201 0 0,23-1-95 0 0,-168-2-417 0 0,30 1-634 0 0,-108 4 786 0 0,97 9 732 0 0,-156-7-2565 0 0,14 0 415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19.754"/>
    </inkml:context>
    <inkml:brush xml:id="br0">
      <inkml:brushProperty name="width" value="0.1" units="cm"/>
      <inkml:brushProperty name="height" value="0.1" units="cm"/>
      <inkml:brushProperty name="color" value="#66CC00"/>
    </inkml:brush>
  </inkml:definitions>
  <inkml:trace contextRef="#ctx0" brushRef="#br0">1 205 920 0 0,'4'-21'13405'0'0,"-4"32"-12657"0"0,0-8 95 0 0,1 20 311 0 0,0 1 0 0 0,1 0 0 0 0,11 43 0 0 0,-7-38-304 0 0,-2 1-1 0 0,-2-1 1 0 0,0 44 0 0 0,-3-42-202 0 0,2 1 0 0 0,10 60 1 0 0,-7-68-226 0 0,2 47 0 0 0,-1 1 89 0 0,-3-60-477 0 0,-2-11-38 0 0,0 1-1 0 0,0-1 1 0 0,0 0 0 0 0,0 0-1 0 0,0 0 1 0 0,0 0-1 0 0,0 0 1 0 0,0 1 0 0 0,1-1-1 0 0,-1 0 1 0 0,0 0 0 0 0,1 0-1 0 0,-1 0 1 0 0,1 0 0 0 0,0 0-1 0 0,-1 0 1 0 0,1 0 0 0 0,0 0-1 0 0,-1 0 1 0 0,1 0 0 0 0,0-1-1 0 0,0 1 1 0 0,0 0 0 0 0,0 0-1 0 0,0-1 1 0 0,0 1 0 0 0,0-1-1 0 0,0 1 1 0 0,0-1-1 0 0,0 1 1 0 0,0-1 0 0 0,0 0-1 0 0,0 1 1 0 0,0-1 0 0 0,0 0-1 0 0,1 0 1 0 0,-1 0 0 0 0,2 0-1 0 0,43 8 112 0 0,64 0 0 0 0,3 1 0 0 0,26 4-93 0 0,28 4 98 0 0,156 6-173 0 0,-185-18-236 0 0,386-8-908 0 0,-274-10 1290 0 0,177-12 391 0 0,-361 20-442 0 0,21-2 74 0 0,98-20-1 0 0,-171 24-154 0 0,16-3 36 0 0,-14-1 77 0 0,-12-3 611 0 0,-1 1-439 0 0,0 7-237 0 0,1 0 0 0 0,-1 1 0 0 0,0-1 0 0 0,1 1 1 0 0,-1 0-1 0 0,0 0 0 0 0,1 1 0 0 0,0-1 0 0 0,-1 1 0 0 0,1-1 0 0 0,5 1 0 0 0,45 4-82 0 0,-40-3 64 0 0,63 6-80 0 0,-76-10 109 0 0,0 0 0 0 0,-1 0 0 0 0,1 0 0 0 0,-1 0 0 0 0,0 0 0 0 0,1 0 0 0 0,-1 0 0 0 0,-1-4 0 0 0,1 6-10 0 0,-1-15 39 0 0,0 0 0 0 0,-2 0-1 0 0,-7-29 1 0 0,5 27 0 0 0,1 0 1 0 0,-2-23-1 0 0,5 21-6 0 0,-30-277 73 0 0,28 272-118 0 0,1-47 0 0 0,2 44-20 0 0,-4-32 1 0 0,3 51 8 0 0,-1 0 1 0 0,0 1-1 0 0,0-1 1 0 0,-1 1-1 0 0,0-1 0 0 0,-1 1 1 0 0,-7-14-1 0 0,5 11-47 0 0,5 8 12 0 0,1 1 1 0 0,-1 0 0 0 0,0-1-1 0 0,0 1 1 0 0,-1 0 0 0 0,1 0-1 0 0,0 0 1 0 0,-1 0 0 0 0,1 0-1 0 0,-1 0 1 0 0,0 0 0 0 0,0 0-1 0 0,-3-2 1 0 0,3 17-3513 0 0,-2 7 953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33.756"/>
    </inkml:context>
    <inkml:brush xml:id="br0">
      <inkml:brushProperty name="width" value="0.1" units="cm"/>
      <inkml:brushProperty name="height" value="0.1" units="cm"/>
      <inkml:brushProperty name="color" value="#66CC00"/>
    </inkml:brush>
  </inkml:definitions>
  <inkml:trace contextRef="#ctx0" brushRef="#br0">67 69 864 0 0,'-3'-6'45'0'0,"3"5"-38"0"0,0 0 0 0 0,-1 0 0 0 0,1 0 0 0 0,0 1 0 0 0,-1-1 0 0 0,1 0 0 0 0,-1 0 1 0 0,1 0-1 0 0,-1 0 0 0 0,1 1 0 0 0,-1-1 0 0 0,0 0 0 0 0,1 1 0 0 0,-1-1 0 0 0,0 0 1 0 0,0 1-1 0 0,1-1 0 0 0,-1 1 0 0 0,0-1 0 0 0,0 1 0 0 0,0 0 0 0 0,0-1 0 0 0,0 1 1 0 0,0 0-1 0 0,0-1 0 0 0,1 1 0 0 0,-1 0 0 0 0,0 0 0 0 0,0 0 0 0 0,0 0 0 0 0,0 0 1 0 0,-2 0-1 0 0,0 0 9 0 0,2-1-4 0 0,0 0 1 0 0,-1 0-1 0 0,1 0 0 0 0,1 0 1 0 0,-1 0-1 0 0,0 0 0 0 0,0 0 1 0 0,0 0-1 0 0,0 0 1 0 0,1 0-1 0 0,-1 0 0 0 0,1 0 1 0 0,-2-3-1 0 0,-5-7 247 0 0,-8-4 4360 0 0,15 15-4561 0 0,1-1 1 0 0,0 1-1 0 0,0 0 0 0 0,0-1 0 0 0,-1 1 0 0 0,1 0 1 0 0,0 0-1 0 0,0 0 0 0 0,0 0 0 0 0,0 0 0 0 0,-1 0 1 0 0,1 0-1 0 0,0 0 0 0 0,0 0 0 0 0,0 0 0 0 0,0 0 1 0 0,-1 0-1 0 0,3 1 0 0 0,74 8-49 0 0,111 19 77 0 0,-17 3-57 0 0,186 9 1 0 0,43 7 3 0 0,262 48 515 0 0,-324-78 112 0 0,2-25-347 0 0,78 2-57 0 0,-189 12-27 0 0,-2-8-38 0 0,324-12 31 0 0,-465 12-212 0 0,25-3 59 0 0,-2 1-164 0 0,234-1-869 0 0,19-1-85 0 0,-161 1 441 0 0,66-3 1270 0 0,-107 0 603 0 0,72 1-1647 0 0,-40 1 672 0 0,10 11 952 0 0,-109-1-374 0 0,-32-3-190 0 0,101-1 834 0 0,-140 0-1371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36.366"/>
    </inkml:context>
    <inkml:brush xml:id="br0">
      <inkml:brushProperty name="width" value="0.1" units="cm"/>
      <inkml:brushProperty name="height" value="0.1" units="cm"/>
      <inkml:brushProperty name="color" value="#66CC00"/>
    </inkml:brush>
  </inkml:definitions>
  <inkml:trace contextRef="#ctx0" brushRef="#br0">8 73 1000 0 0,'-4'-12'86'0'0,"4"11"-84"0"0,-1 0-1 0 0,1 0 1 0 0,-1 0-1 0 0,1 0 1 0 0,0 0-1 0 0,-1 0 1 0 0,1 0-1 0 0,0 0 1 0 0,0 0-1 0 0,0 0 1 0 0,0 0-1 0 0,0-1 1 0 0,0 1-1 0 0,0 0 1 0 0,0 0-1 0 0,0 0 1 0 0,1 0-1 0 0,-1 0 1 0 0,0 0-1 0 0,0 0 1 0 0,1 0-1 0 0,-1 0 1 0 0,1 0-1 0 0,0-1 1 0 0,-1 2-2 0 0,1 0-1 0 0,-1-1 1 0 0,0 1-1 0 0,1-1 1 0 0,-1 1-1 0 0,0-1 1 0 0,0 1 0 0 0,0-1-1 0 0,1 1 1 0 0,-1 0-1 0 0,0-1 1 0 0,0 1-1 0 0,0-1 1 0 0,0 0 0 0 0,0 1-1 0 0,0-1 1 0 0,0 1-1 0 0,0-1 1 0 0,0 1 0 0 0,0-1-1 0 0,0 1 1 0 0,-1-1-1 0 0,2-16 3103 0 0,0 17-3060 0 0,0-1 0 0 0,-1 1 0 0 0,1-1 0 0 0,0 1-1 0 0,-1-1 1 0 0,1 1 0 0 0,0-1 0 0 0,0 1 0 0 0,0 0 0 0 0,-1-1 0 0 0,1 1-1 0 0,0 0 1 0 0,0-1 0 0 0,0 1 0 0 0,0 0 0 0 0,0 0 0 0 0,-1 0-1 0 0,1 0 1 0 0,0 0 0 0 0,1 0 0 0 0,23 1-81 0 0,-22-1 113 0 0,293 43 1760 0 0,-233-32-1520 0 0,260 67 749 0 0,-195-44-822 0 0,5-1 3 0 0,152 17-1 0 0,324 20 235 0 0,-323-50-51 0 0,-175-15-94 0 0,-93-3-17 0 0,1-1-1 0 0,-1 2 1 0 0,0 0-1 0 0,17 7 1 0 0,-35-10-308 0 0,1 0 1 0 0,-1 0-1 0 0,0 0 1 0 0,1 0-1 0 0,-1 0 1 0 0,0 0-1 0 0,1 0 1 0 0,-1 0-1 0 0,1 0 1 0 0,-1 0-1 0 0,0 0 0 0 0,1 0 1 0 0,-1 0-1 0 0,0 0 1 0 0,1 0-1 0 0,-1 0 1 0 0,0 0-1 0 0,1 0 1 0 0,-1 0-1 0 0,0 0 1 0 0,1-1-1 0 0,-1 1 1 0 0,0 0-1 0 0,1 0 1 0 0,-1 0-1 0 0,0-1 1 0 0,1 1-1 0 0,-1 0 1 0 0,0 0-1 0 0,0-1 1 0 0,1 1-1 0 0,-1 0 1 0 0,0-1-1 0 0,0 1 1 0 0,0 0-1 0 0,0-1 1 0 0,1 1-1 0 0,-1 0 1 0 0,0-1-1 0 0,0 1 1 0 0,0 0-1 0 0,0-1 1 0 0,0 1-1 0 0,0 0 1 0 0,0-1-1 0 0,0 1 1 0 0,0-1-1 0 0,0 1 0 0 0,0 0 1 0 0,0-1-1 0 0,0 1 1 0 0,0 0-1 0 0,0-1 1 0 0,0 1-1 0 0,-1 0 1 0 0,1-1-1 0 0,0 1 1 0 0,-1-1-1 0 0,1 1 5 0 0,0-4-9 0 0,-1 1 1 0 0,0 0-1 0 0,0 0 1 0 0,-1 0-1 0 0,1 0 1 0 0,-1 0-1 0 0,1 0 0 0 0,-1 1 1 0 0,0-1-1 0 0,0 0 1 0 0,0 1-1 0 0,0 0 1 0 0,-1-1-1 0 0,1 1 0 0 0,-3-2 1 0 0,-4-3 13 0 0,1 1 1 0 0,-1 0 0 0 0,-15-7-1 0 0,14 8-5 0 0,-3 0 76 0 0,12 4-185 0 0,6 3-183 0 0,98 48 86 0 0,-74-35 53 0 0,-25-13 135 0 0,1 0 1 0 0,-2 1 0 0 0,1 0 0 0 0,0-1-1 0 0,0 1 1 0 0,-1 0 0 0 0,6 7-1 0 0,-8-9 45 0 0,0 0-1 0 0,0 1 0 0 0,0-1 0 0 0,-1 0 1 0 0,1 0-1 0 0,0 1 0 0 0,-1-1 0 0 0,1 0 1 0 0,-1 1-1 0 0,1-1 0 0 0,-1 1 0 0 0,0-1 1 0 0,0 0-1 0 0,0 1 0 0 0,0-1 0 0 0,0 1 1 0 0,0-1-1 0 0,0 1 0 0 0,0-1 0 0 0,0 1 1 0 0,-1-1-1 0 0,1 0 0 0 0,0 1 0 0 0,-1-1 0 0 0,1 0 1 0 0,-1 1-1 0 0,0-1 0 0 0,1 0 0 0 0,-1 0 1 0 0,0 1-1 0 0,-1 0 0 0 0,-3 4 214 0 0,-1-1-1 0 0,1 0 1 0 0,-1 0 0 0 0,-1 0-1 0 0,1-1 1 0 0,-1 0 0 0 0,1 0-1 0 0,-1-1 1 0 0,0 1-1 0 0,-1-2 1 0 0,1 1 0 0 0,-10 2-1 0 0,-40 6-1186 0 0,3-8-7381 0 0,74-19 1130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39.678"/>
    </inkml:context>
    <inkml:brush xml:id="br0">
      <inkml:brushProperty name="width" value="0.1" units="cm"/>
      <inkml:brushProperty name="height" value="0.1" units="cm"/>
      <inkml:brushProperty name="color" value="#66CC00"/>
    </inkml:brush>
  </inkml:definitions>
  <inkml:trace contextRef="#ctx0" brushRef="#br0">43 29 1512 0 0,'0'-1'43'0'0,"-1"-1"1"0"0,0 0-1 0 0,0 1 1 0 0,0-1-1 0 0,0 0 0 0 0,0 1 1 0 0,0-1-1 0 0,0 1 0 0 0,0-1 1 0 0,-1 1-1 0 0,1 0 1 0 0,-1-1-1 0 0,1 1 0 0 0,-1 0 1 0 0,1 0-1 0 0,-1 0 0 0 0,0 0 1 0 0,1 1-1 0 0,-1-1 1 0 0,0 0-1 0 0,0 1 0 0 0,0-1 1 0 0,0 1-1 0 0,1-1 1 0 0,-1 1-1 0 0,0 0 0 0 0,-3 0 373 0 0,8 1-466 0 0,0 2 310 0 0,24 10 1893 0 0,-2-5-1358 0 0,1-1 0 0 0,0-2-1 0 0,1 0 1 0 0,45 1 0 0 0,-40-4-429 0 0,175 19 1186 0 0,123 8 509 0 0,-328-29-2045 0 0,648 13 1193 0 0,-360-20-1013 0 0,26-2-42 0 0,307-18-84 0 0,-321 12-156 0 0,30-1-86 0 0,-144 6-140 0 0,-163 7 229 0 0,-17 2-16 0 0,-18 2-184 0 0,-587 46 175 0 0,304-27 106 0 0,-676 33 71 0 0,313-41 83 0 0,455-15 87 0 0,-113 0 20 0 0,93 15-295 0 0,86 0 97 0 0,159-6-16 0 0,62 0 135 0 0,-1-4-1 0 0,96-10 0 0 0,-131 5-167 0 0,637-44-27 0 0,379-17-26 0 0,-328 52-83 0 0,-440 6 6 0 0,167-6 688 0 0,-436 9-35 0 0,0-1 1 0 0,30-7 0 0 0,-47 8-221 0 0,-12 3-341 0 0,1 0-1 0 0,-1 0 0 0 0,0 0 1 0 0,1 0-1 0 0,-1 0 0 0 0,0 0 1 0 0,1 0-1 0 0,-1 0 0 0 0,1-1 1 0 0,-1 1-1 0 0,0 0 0 0 0,1 0 1 0 0,-1 0-1 0 0,0 0 0 0 0,1-1 1 0 0,-1 1-1 0 0,0 0 0 0 0,0 0 0 0 0,1-1 1 0 0,-1 1-1 0 0,0 0 0 0 0,1-1 1 0 0,-1 1-1 0 0,0 0 0 0 0,0-1 1 0 0,0 1-1 0 0,1-1 0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4:45.177"/>
    </inkml:context>
    <inkml:brush xml:id="br0">
      <inkml:brushProperty name="width" value="0.1" units="cm"/>
      <inkml:brushProperty name="height" value="0.1" units="cm"/>
      <inkml:brushProperty name="color" value="#66CC00"/>
    </inkml:brush>
  </inkml:definitions>
  <inkml:trace contextRef="#ctx0" brushRef="#br0">57 91 832 0 0,'-8'-8'179'0'0,"6"7"-167"0"0,0 0 0 0 0,-1 0 1 0 0,1 0-1 0 0,0 1 0 0 0,-1-1 1 0 0,1 1-1 0 0,-1-1 0 0 0,-2 1 1 0 0,-15-4 137 0 0,20 4-146 0 0,0 0 0 0 0,0 0 0 0 0,0 0-1 0 0,0 0 1 0 0,1 0 0 0 0,-1-1 0 0 0,0 1 0 0 0,0 0 0 0 0,0 0-1 0 0,0 0 1 0 0,0 0 0 0 0,0 0 0 0 0,0 0 0 0 0,0 0 0 0 0,0 0-1 0 0,0 0 1 0 0,0 0 0 0 0,0 0 0 0 0,0 0 0 0 0,0 0 0 0 0,0 0-1 0 0,0-1 1 0 0,0 1 0 0 0,0 0 0 0 0,0 0 0 0 0,0 0 0 0 0,0 0-1 0 0,0 0 1 0 0,0 0 0 0 0,0 0 0 0 0,0 0 0 0 0,0 0 0 0 0,0 0-1 0 0,0 0 1 0 0,0 0 0 0 0,0 0 0 0 0,0 0 0 0 0,0-1 0 0 0,0 1 0 0 0,-1 0-1 0 0,1 0 1 0 0,0 0 0 0 0,0 0 0 0 0,0 0 0 0 0,0 0 0 0 0,0 0-1 0 0,0 0 1 0 0,0 0 0 0 0,0 0 0 0 0,0 0 0 0 0,0 0 0 0 0,0 0-1 0 0,0 0 1 0 0,0 0 0 0 0,0 0 0 0 0,0 0 0 0 0,-1 0 0 0 0,1 0-1 0 0,0 0 1 0 0,0 0 0 0 0,0 0 0 0 0,5-1 71 0 0,18 2-1 0 0,21 2-57 0 0,202 2 55 0 0,343-35 0 0 0,-496 21 84 0 0,570-29 2392 0 0,-522 48-2342 0 0,9 1 172 0 0,-508 9 460 0 0,104-3-1288 0 0,-680 54 732 0 0,775-48 54 0 0,-40 3 395 0 0,336-46-1571 0 0,-31 2 585 0 0,169-10-243 0 0,170-30 878 0 0,-439 57-320 0 0,5-2 260 0 0,-22 0 345 0 0,-107 0 129 0 0,-159 15 0 0 0,179-6-413 0 0,-213 17 788 0 0,294-22-1111 0 0,11-1-43 0 0,0 0 1 0 0,0 0-1 0 0,0 1 1 0 0,1 0-1 0 0,-1 1 1 0 0,0-1 0 0 0,0 1-1 0 0,-7 3 1 0 0,13-5-20 0 0,0 0 0 0 0,0 0 1 0 0,1 1-1 0 0,-1-1 0 0 0,0 0 0 0 0,0 0 1 0 0,0 0-1 0 0,0 0 0 0 0,0 0 0 0 0,0 0 1 0 0,0 0-1 0 0,1 0 0 0 0,-1 0 1 0 0,0 0-1 0 0,0 1 0 0 0,0-1 0 0 0,0 0 1 0 0,0 0-1 0 0,0 0 0 0 0,0 0 1 0 0,0 0-1 0 0,0 0 0 0 0,0 1 0 0 0,0-1 1 0 0,0 0-1 0 0,0 0 0 0 0,0 0 1 0 0,0 0-1 0 0,0 0 0 0 0,0 1 0 0 0,0-1 1 0 0,0 0-1 0 0,0 0 0 0 0,0 0 1 0 0,0 0-1 0 0,0 0 0 0 0,0 0 0 0 0,0 1 1 0 0,0-1-1 0 0,0 0 0 0 0,0 0 1 0 0,0 0-1 0 0,0 0 0 0 0,0 0 0 0 0,0 0 1 0 0,-1 0-1 0 0,1 1 0 0 0,0-1 1 0 0,0 0-1 0 0,0 0 0 0 0,0 0 0 0 0,0 0 1 0 0,0 0-1 0 0,0 0 0 0 0,-1 0 1 0 0,1 0-1 0 0,0 0 0 0 0,0 0 0 0 0,0 0 1 0 0,0 0-1 0 0,0 0 0 0 0,0 0 1 0 0,-1 0-1 0 0,1 0 0 0 0,0 0 0 0 0,0 0 1 0 0,16 4-154 0 0,-12-3 101 0 0,71 9-468 0 0,84 2 0 0 0,75-10-82 0 0,-68-3 431 0 0,-27 4 178 0 0,279-7 601 0 0,-397 2-567 0 0,-10 2 17 0 0,-1-1 0 0 0,1-1 0 0 0,-1 1 1 0 0,16-6-1 0 0,-23 5 113 0 0,-8-1 17 0 0,-14-4-128 0 0,-1 2 0 0 0,0 0 0 0 0,0 1 0 0 0,-37-2 0 0 0,-96 4-334 0 0,94 2 276 0 0,-26 0-45 0 0,-362 3 788 0 0,2 18 970 0 0,342-7-1277 0 0,92-12-520 0 0,30-3-122 0 0,123-15-686 0 0,400-14-637 0 0,-31 3 1986 0 0,-482 25-354 0 0,-22 2-48 0 0,0 0 1 0 0,0-1-1 0 0,0 0 1 0 0,0 0-1 0 0,0-1 1 0 0,12-4-1 0 0,-15 4-49 0 0,-5 1-68 0 0,-10 0-1074 0 0,-25 1-3235 0 0,-5 0-86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4:34.227"/>
    </inkml:context>
    <inkml:brush xml:id="br0">
      <inkml:brushProperty name="width" value="0.035" units="cm"/>
      <inkml:brushProperty name="height" value="0.035" units="cm"/>
      <inkml:brushProperty name="color" value="#AE198D"/>
      <inkml:brushProperty name="inkEffects" value="galaxy"/>
      <inkml:brushProperty name="anchorX" value="2303.98413"/>
      <inkml:brushProperty name="anchorY" value="1364.22559"/>
      <inkml:brushProperty name="scaleFactor" value="0.5"/>
    </inkml:brush>
  </inkml:definitions>
  <inkml:trace contextRef="#ctx0" brushRef="#br0">1 20 24575,'0'0'0,"0"-8"0,0-3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44:34.228"/>
    </inkml:context>
    <inkml:brush xml:id="br0">
      <inkml:brushProperty name="width" value="0.035" units="cm"/>
      <inkml:brushProperty name="height" value="0.035" units="cm"/>
      <inkml:brushProperty name="color" value="#FF0066"/>
    </inkml:brush>
  </inkml:definitions>
  <inkml:trace contextRef="#ctx0" brushRef="#br0">0 1 24575,'0'0'-8191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01.847"/>
    </inkml:context>
    <inkml:brush xml:id="br0">
      <inkml:brushProperty name="width" value="0.035" units="cm"/>
      <inkml:brushProperty name="height" value="0.035" units="cm"/>
      <inkml:brushProperty name="color" value="#CC0066"/>
    </inkml:brush>
  </inkml:definitions>
  <inkml:trace contextRef="#ctx0" brushRef="#br0">1 0 24575,'0'0'-8191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04.021"/>
    </inkml:context>
    <inkml:brush xml:id="br0">
      <inkml:brushProperty name="width" value="0.035" units="cm"/>
      <inkml:brushProperty name="height" value="0.035" units="cm"/>
      <inkml:brushProperty name="color" value="#CC0066"/>
    </inkml:brush>
  </inkml:definitions>
  <inkml:trace contextRef="#ctx0" brushRef="#br0">1412 0 24575,'-18'20'0,"-19"34"0,19-26 0,-273 472-833,201-324 823,-87 202 749,108-245-629,14-33-116,48-80 6,1 1 0,0 23 0,5-31 0,1-11 0,-1 0 0,1 0 0,-1 0 0,1-1 0,-1 1 0,0 0 0,0-1 0,0 1 0,-1 0 0,1-1 0,-1 1 0,0 0 0,0-1 0,-4 3 0,4-3 0,0 0 0,1-1 0,-1 1 0,0-1 0,0 1 0,0-1 0,0 1 0,0-1 0,0 0 0,0 1 0,0-1 0,0 0 0,0 0 0,0 0 0,0 0 0,-1 0 0,1 0 0,0 0 0,0 0 0,0 0 0,0 0 0,0-1 0,0 1 0,0 0 0,-3-2 0,-5 0 0,0-1 0,0 0 0,1 0 0,-1 0 0,2-1 0,-1 0 0,1 1 0,-10-7 0,-55-40 0,38 25 0,-60-39 0,-146-105 0,237 166 0,0 0 0,1 0 0,0 0 0,-5-6 0,8 8 0,-1 1 0,1-1 0,-1 1 0,1-1 0,0 1 0,0-1 0,-1 0 0,1 1 0,0-1 0,0 1 0,0-1 0,1 0 0,-1 1 0,0-1 0,0 1 0,1-1 0,-1 0 0,0 1 0,1-1 0,-1 1 0,1-1 0,-1 1 0,1-1 0,0 1 0,-1-1 0,1 1 0,0-1 0,0 1 0,0-1 0,0 1 0,0 0 0,0-1 0,0 1 0,0 0 0,0-1 0,1 1 0,1-1 0,-1 1 0,0 0 0,1 0 0,-1 0 0,0 0 0,1 0 0,-1 0 0,1 0 0,-1 0 0,1 0 0,-1 0 0,0 1 0,1-1 0,-1 0 0,0 1 0,3 0 0,36 12 0,-37-12 0,15 6 0,0 1 0,-1 1 0,28 16 0,42 32 0,-81-52 0,217 176 0,-199-158 0,30 30 0,21 16 0,-68-61 0,-4-4 0,0 0 0,1-1 0,9 7 0,-14-9 0,1-1 0,0 0 0,0 1 0,0-1 0,-1 1 0,1-1 0,0 0 0,0 1 0,0-1 0,0 0 0,0 1 0,0-1 0,0 0 0,0 0 0,0 0 0,1 1 0,-1-1 0,0 0 0,0 0 0,0 0 0,0 0 0,0 0 0,1 0 0,-1 0 0,0 0 0,0 0 0,0-1 0,0 1 0,0 0 0,0 0 0,0 0 0,0-1 0,2 0 0,6-2 0,-1-2 0,1 1 0,-2 0 0,1-1 0,-1 0 0,11-10 0,-5 5 0,342-277-680,15 0-685,-321 248-4781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11.934"/>
    </inkml:context>
    <inkml:brush xml:id="br0">
      <inkml:brushProperty name="width" value="0.035" units="cm"/>
      <inkml:brushProperty name="height" value="0.035" units="cm"/>
      <inkml:brushProperty name="color" value="#CC0066"/>
    </inkml:brush>
  </inkml:definitions>
  <inkml:trace contextRef="#ctx0" brushRef="#br0">2980 71 24575,'-65'0'0,"-90"6"0,72-1 0,-157-4 0,120-2 0,-1112 1 0,1205-1 0,-48-4 0,46 3 0,-39-2 0,46 4 0,0-1 0,0 0 0,0-1 0,0 0 0,0-1 0,1 0 0,-24-6 0,33 7 0,-1-1 0,0 1 0,-1 0 0,1 0 0,-1 1 0,0 0 0,-16-1 0,16 1 0,1 0 0,0 0 0,0-1 0,0 0 0,1 0 0,-15-4 0,12 2 0,-1 1 0,0 0 0,-25-2 0,5 3 0,0 0 0,0 2 0,0 0 0,0 2 0,-54 4 0,85-5 0,1-1 0,-1 1 0,0 0 0,1 0 0,-1-1 0,1 1 0,0 1 0,-1-1 0,1 0 0,0 1 0,0-1 0,1 1 0,-1-1 0,1 1 0,-1 0 0,1 0 0,0 0 0,0 0 0,-4 4 0,4-2 0,-1 1 0,2-1 0,-1 1 0,1-1 0,0 1 0,1 0 0,0-1 0,1 1 0,0 8 0,3 17 0,2-1 0,22 52 0,28 44 0,-8-3 0,-46-118 0,1 1 0,0-1 0,0 0 0,1 1 0,0-1 0,0 0 0,1 0 0,6 5 0,-6-7 0,-1 0 0,1 0 0,0 1 0,1-1 0,-1-1 0,0 1 0,1 0 0,0 0 0,0-1 0,0 0 0,0 1 0,1-1 0,6 1 0,5 0 0,0 0 0,1 0 0,-1-1 0,20 0 0,74-2 0,-46 0 0,273 8 0,-229-3 0,54 4 0,-88-5 0,-53-2 0,0 0 0,0 0 0,-1 1 0,1 0 0,-1 1 0,0 0 0,22 5 0,-30-5 0,1 0 0,-1-1 0,1 0 0,0 0 0,0-1 0,28 2 0,-10-2 0,60 9 0,9 0 0,43-8 0,-45-1 0,-80 0 0,34 4 0,-41-4 0,0 1 0,1-1 0,-1 0 0,1-1 0,18 0 0,32-4 0,-9 1 0,-1 1 0,1 0 0,83 5 0,-109-1 0,0 0 0,0-2 0,0 0 0,55-3 0,-2 0 0,-57 2 0,0 0 0,44-4 0,-63 4 0,1 0 0,-1-1 0,0 1 0,0 0 0,1-1 0,-2 0 0,1 0 0,0 1 0,-1-1 0,0-1 0,0 1 0,0 0 0,6-5 0,3-3 0,-2-1 0,12-13 0,-5 4 0,-9 11 0,-1-1 0,-1 0 0,-1 0 0,0-1 0,-2 1 0,0-1 0,1-12 0,-5-77 0,-3 47 0,4-2 0,-2-54 0,1 107 8,-1-1 0,1 1 0,-1 0 0,0-1 0,0 1 0,0-1 0,-1 1 0,0 0 0,0 0 0,0-1 0,0 1 0,-1 0 0,1 0 0,-5-3 0,2 3-122,1 1 0,0-1-1,0 0 1,-1 1 0,0-1 0,0 1-1,0 0 1,0 0 0,0 0 0,0 0-1,0 0 1,-7 0 0,-5-1-6712</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15.696"/>
    </inkml:context>
    <inkml:brush xml:id="br0">
      <inkml:brushProperty name="width" value="0.035" units="cm"/>
      <inkml:brushProperty name="height" value="0.035" units="cm"/>
      <inkml:brushProperty name="color" value="#66CC00"/>
    </inkml:brush>
  </inkml:definitions>
  <inkml:trace contextRef="#ctx0" brushRef="#br0">1 1 24575,'0'0'-8191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19.240"/>
    </inkml:context>
    <inkml:brush xml:id="br0">
      <inkml:brushProperty name="width" value="0.10583" units="cm"/>
      <inkml:brushProperty name="height" value="0.10583" units="cm"/>
      <inkml:brushProperty name="color" value="#66CC00"/>
    </inkml:brush>
  </inkml:definitions>
  <inkml:trace contextRef="#ctx0" brushRef="#br0">482 935 24575,'12'1'0,"0"0"0,0 1 0,-1-1 0,1 2 0,0-1 0,-1 1 0,0 0 0,19 7 0,-11-4 0,33 7 0,142 23 0,-156-30 0,0-1 0,0-1 0,62 1 0,120-5 0,-93-2 0,1310 2 0,-1429 0 0,0-1 0,0 1 0,0-1 0,0 0 0,-1 0 0,1 0 0,0-1 0,-1 0 0,1 0 0,-1 0 0,0 0 0,0-1 0,10-5 0,-8 4 0,-1-1 0,0 0 0,-1 0 0,0-1 0,0 1 0,-1-1 0,0 0 0,0 0 0,5-9 0,13-17 0,-14 20 0,-1-1 0,-1 1 0,10-23 0,4-18 0,-14 37 0,-1 0 0,-1 0 0,-1-1 0,1-19 0,-8-169 0,0 178 0,-2 0 0,-1 0 0,-20-43 0,19 58 0,-1 1 0,-1 0 0,0 0 0,-1 0 0,-1 1 0,-1 0 0,0 0 0,-1 1 0,-1 0 0,-22-12 0,25 15 0,0 2 0,-1-1 0,0 1 0,0 0 0,-1 0 0,0 1 0,-19-4 0,-24-7 0,-80-24 0,71 17 0,49 15 0,1 1 0,-2 1 0,1-1 0,-25-4 0,-119-9 0,-14-3 0,123 13 0,-1 1 0,0 2 0,0 1 0,-75 0 0,-227 15 0,327-10 0,1 1 0,0 1 0,1 1 0,-29 6 0,46-8 0,-14 3 0,1 0 0,-2-1 0,1 0 0,-40 4 0,29-6 0,0 2 0,0 1 0,-47 11 0,73-15 0,-52 9 0,35-6 0,-37 8 0,45-8 0,-1 0 0,0-2 0,0 1 0,0-1 0,-30 1 0,-82-3 0,92-1 0,0 1 0,-71 5 0,73-1 0,-63 12 0,84-13 0,0 1 0,1-1 0,-1 1 0,1 1 0,0-1 0,1 1 0,-18 10 0,-82 59 0,93-60 0,1 0 0,1 1 0,-21 26 0,30-30 0,1-1 0,1 1 0,0 0 0,1 0 0,1 0 0,-1 20 0,8 69 0,-4-97 0,0-1 0,8 49 0,-6-45 0,0 0 0,0-1 0,0 1 0,2-1 0,-1 1 0,8 8 0,62 53 0,10 10 0,-66-59 0,1 3 0,3-1 0,26 21 0,-42-38 0,-3 0 0,1-1 0,0 1 0,0-1 0,0 0 0,1 0 0,-1 0 0,1 0 0,0 0 0,0-1 0,0 1 0,0-1 0,1 1 0,-1-1 0,0 0 0,1 0 0,8 1 0,108 15-630,-107-14-105,15 1-6091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6:22.283"/>
    </inkml:context>
    <inkml:brush xml:id="br0">
      <inkml:brushProperty name="width" value="0.035" units="cm"/>
      <inkml:brushProperty name="height" value="0.035" units="cm"/>
      <inkml:brushProperty name="color" value="#66CC00"/>
    </inkml:brush>
  </inkml:definitions>
  <inkml:trace contextRef="#ctx0" brushRef="#br0">0 1 24575,'29'0'0,"0"0"0,1 1 0,-1 1 0,-1 0 0,1 1 0,-1 0 0,0 1 0,0 0 0,-1 0 0,-1 1 0,0 1 0,34 10 0,52 13 306,407 101-5661,-416-109 3983,129 19-1,8-11 2383,157 5-985,553 32 7211,-607-45-7713,288 28 477,-373-26 0,2-4 0,332 5 0,-11-26 0,-230 0 0,-312 2 0,69-1 0,-102 1 0,0 0 0,-1-1 0,1 1 0,0-1 0,-1 1 0,1-1 0,-1 0 0,1 0 0,-1 0 0,0 0 0,0 0 0,0-1 0,0 1 0,4-2 0,-8 2 0,0 0 0,0 1 0,0-1 0,-1 1 0,1-1 0,0 0 0,-1 1 0,0-1 0,1 0 0,-1 1 0,0-1 0,0 0 0,0 1 0,0-1 0,0 0 0,0 1 0,0-1 0,-1 0 0,1 1 0,0-1 0,-1 0 0,1 1 0,-1-1 0,0 0 0,0 1 0,1-1 0,-1 1 0,0-1 0,0 0 0,0 1 0,-1-1 0,1 1 0,0 0 0,0-1 0,-1 1 0,-1-1 0,-50-15 0,52 16 0,-65-16 0,-77-25 0,121 34 0,0-1 0,1 0 0,1-1 0,1 0 0,1-1 0,-26-16 0,11 3 0,21 16 0,0 0 0,2 0 0,0-1 0,1 1 0,1-1 0,0 0 0,2 0 0,-7-14 0,12 21 0,1 1 0,-1-1 0,1 0 0,0 0 0,-1 1 0,1-1 0,0 0 0,0 1 0,0-1 0,0 0 0,1 0 0,-1 1 0,0-1 0,1 0 0,-1 1 0,1-1 0,-1 0 0,1 0 0,0 1 0,0-1 0,0 1 0,0-1 0,0 0 0,0 1 0,0-1 0,0 1 0,2-1 0,0 1 0,-1 0 0,0 0 0,0 0 0,1 0 0,-1 0 0,0 0 0,0 0 0,0 1 0,1-1 0,-1 0 0,0 1 0,0-1 0,0 0 0,0 1 0,0-1 0,-1 1 0,4 1 0,77 31 0,-29 0 0,-4 0 0,-3 1 0,60 61 0,10 8 0,-29-41 0,-51-38 0,-2 0 0,28 30 0,-56-46 7,-1 0 0,-1 0-1,0 0 1,-1 0 0,-1 0-1,-1 0 1,-1 0-1,-1 1 1,0-1 0,-2 0-1,0 0 1,-1 0 0,-1 0-1,-1 0 1,0-1 0,-1 1-1,-17 12 1,-1-2-255,-1 0 1,-3-1-1,-1 0 1,-2-1-1,-62 25 1,19-13-6579</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27.694"/>
    </inkml:context>
    <inkml:brush xml:id="br0">
      <inkml:brushProperty name="width" value="0.2" units="cm"/>
      <inkml:brushProperty name="height" value="0.2" units="cm"/>
      <inkml:brushProperty name="color" value="#CC0066"/>
    </inkml:brush>
  </inkml:definitions>
  <inkml:trace contextRef="#ctx0" brushRef="#br0">0 0 24012,'3062'0'0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31.561"/>
    </inkml:context>
    <inkml:brush xml:id="br0">
      <inkml:brushProperty name="width" value="0.2" units="cm"/>
      <inkml:brushProperty name="height" value="0.2" units="cm"/>
      <inkml:brushProperty name="color" value="#CC0066"/>
    </inkml:brush>
  </inkml:definitions>
  <inkml:trace contextRef="#ctx0" brushRef="#br0">0 20 24575,'20'-1'0,"-1"-1"0,19-4 0,17-2 0,-19 6 0,-1 1 0,1 2 0,-1 2 0,42 8 0,38 6 0,-71-12 0,-1 2 0,1 1 0,43 16 0,-62-15 0,1-2 0,-1-1 0,1-1 0,27 1 0,106-2 0,1160-6 93,-799 2-1551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39.675"/>
    </inkml:context>
    <inkml:brush xml:id="br0">
      <inkml:brushProperty name="width" value="0.2" units="cm"/>
      <inkml:brushProperty name="height" value="0.2" units="cm"/>
      <inkml:brushProperty name="color" value="#CC0066"/>
    </inkml:brush>
  </inkml:definitions>
  <inkml:trace contextRef="#ctx0" brushRef="#br0">0 1906 20512,'9412'-1905'0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1:58:41.161"/>
    </inkml:context>
    <inkml:brush xml:id="br0">
      <inkml:brushProperty name="width" value="0.2" units="cm"/>
      <inkml:brushProperty name="height" value="0.2" units="cm"/>
      <inkml:brushProperty name="color" value="#CC0066"/>
    </inkml:brush>
  </inkml:definitions>
  <inkml:trace contextRef="#ctx0" brushRef="#br0">1 0 24575,'11'0'0,"0"0"0,0 1 0,0 1 0,0 0 0,0 0 0,-1 1 0,1 0 0,-1 1 0,1 0 0,-1 1 0,-1 0 0,1 0 0,17 14 0,139 121 0,-156-132 0,0-1 0,16 10 0,13 8 0,-29-17 0,7 6 0,22 22 0,-35-32 0,0 1 0,0-1 0,-1 1 0,1 0 0,-1 0 0,0 0 0,-1 1 0,1-1 0,-1 1 0,2 8 0,-1 3 0,0 1 0,-2 0 0,0-1 0,-1 1 0,-1 0 0,-1 0 0,0-1 0,-7 25 0,1-14 0,-1-1 0,-2-1 0,0 0 0,-24 38 0,-106 144-1365,116-174-5461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0:05.842"/>
    </inkml:context>
    <inkml:brush xml:id="br0">
      <inkml:brushProperty name="width" value="0.05" units="cm"/>
      <inkml:brushProperty name="height" value="0.05" units="cm"/>
      <inkml:brushProperty name="color" value="#CC0066"/>
    </inkml:brush>
  </inkml:definitions>
  <inkml:trace contextRef="#ctx0" brushRef="#br0">0 0 24575,'11'1'0,"0"0"0,-1 1 0,1 0 0,-1 0 0,15 6 0,14 4 0,337 55-174,8-30-175,-294-30 270,1089 40-644,-821-38 1043,40 1 60,-348-8-224,-1 1 1,0 3-1,74 18 0,19 9-156,77 20 0,44 8 0,-131-30 0,-92-19 0,64 9 0,-49-12 0,-1 3 0,69 24 0,45 11 0,-162-46 0,1 1 0,0 0 0,1-1 0,-1-1 0,11 1 0,-16-1 0,0 0 0,0-1 0,0 1 0,-1 0 0,1-1 0,0 1 0,-1-1 0,1 1 0,0-1 0,-1 0 0,1 0 0,-1 0 0,1 0 0,-1 0 0,1 0 0,-1 0 0,0-1 0,1 1 0,-1 0 0,0-1 0,0 1 0,0-1 0,1-2 0,1-3 0,-1 0 0,-1 1 0,1-1 0,-1 0 0,0 0 0,-1 0 0,0 0 0,0 0 0,0 0 0,-1 0 0,-2-8 0,-3-15 0,-12-34 0,14 54 0,-4-17 0,-24-48 0,27 65 0,0 1 0,-1-1 0,0 1 0,-1 0 0,0 1 0,0 0 0,-15-13 0,6 12 0,7 11 0,9-1 0,0 0 0,0 0 0,-1 0 0,1 0 0,0 1 0,0-1 0,0 0 0,0 0 0,0 0 0,0 0 0,1 0 0,-1 1 0,0-1 0,1 0 0,-1 0 0,0 0 0,1 0 0,-1 0 0,1 0 0,0 0 0,0 1 0,24 36 0,1-2 0,39 43 0,2 2 0,-37-45 0,-21-26 0,0 0 0,0 1 0,-1 0 0,10 19 0,-17-26 0,0-1 0,0 1 0,0-1 0,-1 1 0,1-1 0,-1 1 0,0 0 0,0-1 0,0 1 0,0 0 0,-1-1 0,0 1 0,1 0 0,-1-1 0,0 1 0,-1-1 0,1 0 0,-1 1 0,1-1 0,-1 0 0,0 0 0,0 0 0,-3 3 0,-7 8 0,0 0 0,-1-1 0,-20 15 0,16-13 0,-18 12 0,0-1 0,-49 27 0,15-11 0,57-35 0,0 0 0,-21 7 0,-8 3 0,9-1-1365,2-2-5461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1:41.519"/>
    </inkml:context>
    <inkml:brush xml:id="br0">
      <inkml:brushProperty name="width" value="0.05" units="cm"/>
      <inkml:brushProperty name="height" value="0.05" units="cm"/>
      <inkml:brushProperty name="color" value="#CC0066"/>
    </inkml:brush>
  </inkml:definitions>
  <inkml:trace contextRef="#ctx0" brushRef="#br0">0 0 24575,'0'0'-8191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5:10.659"/>
    </inkml:context>
    <inkml:brush xml:id="br0">
      <inkml:brushProperty name="width" value="0.1" units="cm"/>
      <inkml:brushProperty name="height" value="0.1" units="cm"/>
      <inkml:brushProperty name="color" value="#66CC00"/>
    </inkml:brush>
  </inkml:definitions>
  <inkml:trace contextRef="#ctx0" brushRef="#br0">235 190 392 0 0,'-2'-1'17'0'0,"-12"-3"0"0"0,11 3-16 0 0,0 1 0 0 0,0-1 1 0 0,1 0-1 0 0,-1 0 0 0 0,0 0 1 0 0,1 0-1 0 0,-1 0 0 0 0,1-1 0 0 0,-1 1 1 0 0,-3-4-1 0 0,-4-6 18 0 0,1 0 0 0 0,1-1 0 0 0,-15-20 1973 0 0,45 42-989 0 0,-10-5-672 0 0,-1-1-1 0 0,0 2 1 0 0,0 0-1 0 0,-1 0 0 0 0,1 1 1 0 0,17 15-1 0 0,-17-10-161 0 0,-9-9-116 0 0,1 0 1 0 0,0 0-1 0 0,-1 0 1 0 0,2-1 0 0 0,-1 1-1 0 0,0-1 1 0 0,0 0 0 0 0,1 0-1 0 0,-1 0 1 0 0,1 0-1 0 0,0 0 1 0 0,-1-1 0 0 0,1 0-1 0 0,0 1 1 0 0,0-1-1 0 0,5 0 1 0 0,48 7 460 0 0,2-2 0 0 0,-1-3 1 0 0,0-2-1 0 0,0-3 0 0 0,1-3 0 0 0,86-17 1 0 0,-69 9 0 0 0,91-5 0 0 0,77 10 270 0 0,-40 2-199 0 0,-163 3-463 0 0,55-11-1 0 0,-56 7-67 0 0,251-35 341 0 0,-202 33-241 0 0,108 4-1 0 0,-82 9-122 0 0,211-21-1 0 0,8-34 302 0 0,-251 41-230 0 0,0 4 0 0 0,95 6 0 0 0,165 29 36 0 0,-41-6 68 0 0,-95-10-154 0 0,567 7 251 0 0,-725-20-287 0 0,27-3 70 0 0,122-21 0 0 0,-118 16-19 0 0,-58 7-51 0 0,37-7 0 0 0,-51 6-14 0 0,7-1-2 0 0,0 0 0 0 0,30-1 0 0 0,-18 3-7 0 0,-12-4 48 0 0,-13-1-6 0 0,-13 5-22 0 0,-94-3-123 0 0,-35 1 16 0 0,-5 13-56 0 0,-161 32 1 0 0,-2 1-45 0 0,-526 39-167 0 0,555-47 170 0 0,-73 7-20 0 0,233-33 135 0 0,-421 9 40 0 0,470-22 127 0 0,-118-3 150 0 0,-175-6-30 0 0,315 7-184 0 0,1-2-1 0 0,-1-2 1 0 0,-54-18-1 0 0,71 19-23 0 0,-21-3-45 0 0,-1 2 0 0 0,-87-4 0 0 0,87 10 5 0 0,-230-1 66 0 0,194 7-20 0 0,75-3-10 0 0,0 1 0 0 0,1 1 1 0 0,-1 0-1 0 0,0 1 0 0 0,1 0 0 0 0,-1 1 0 0 0,-22 9 0 0 0,24-7-11 0 0,0 1-1 0 0,0-2 0 0 0,-1 1 0 0 0,1-2 0 0 0,-1 0 0 0 0,-24 3 1 0 0,-379 13 261 0 0,248-12-290 0 0,88-6 250 0 0,80-1-220 0 0,0 0 7 0 0,0 0 1 0 0,-1 0 0 0 0,1 0-1 0 0,0 0 1 0 0,0 0-1 0 0,0 0 1 0 0,-1 0-1 0 0,1 0 1 0 0,0 0 0 0 0,0 0-1 0 0,0 0 1 0 0,-1 0-1 0 0,1 0 1 0 0,0 0 0 0 0,0 0-1 0 0,0 0 1 0 0,-1 0-1 0 0,1 0 1 0 0,0 0 0 0 0,0 0-1 0 0,0 0 1 0 0,-1 0-1 0 0,1 0 1 0 0,0 0 0 0 0,0 0-1 0 0,0-1 1 0 0,0 1-1 0 0,-1 0 1 0 0,1 0 0 0 0,0 0-1 0 0,0 0 1 0 0,0 0-1 0 0,0-1 1 0 0,0 1 0 0 0,0 0-1 0 0,0 0 1 0 0,-1 0-1 0 0,1-1 1 0 0,0 1 0 0 0,0 0-1 0 0,0 0 1 0 0,0 0-1 0 0,0 0 1 0 0,0-1 0 0 0,0 1-1 0 0,0 0 1 0 0,0 0-1 0 0,0 0 1 0 0,0-1 0 0 0,0 1-1 0 0,0 0 1 0 0,0 0-1 0 0,0 0 1 0 0,0-1 0 0 0,0 1-1 0 0,1 0 1 0 0,-1 0-1 0 0,0 0 1 0 0,0-1 0 0 0,0 1-1 0 0,0 0 1 0 0,0 0-1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9:10.501"/>
    </inkml:context>
    <inkml:brush xml:id="br0">
      <inkml:brushProperty name="width" value="0.2" units="cm"/>
      <inkml:brushProperty name="height" value="0.2" units="cm"/>
      <inkml:brushProperty name="color" value="#CC0066"/>
    </inkml:brush>
  </inkml:definitions>
  <inkml:trace contextRef="#ctx0" brushRef="#br0">290 0 24575,'-10'170'0,"-1"-24"0,9-88 0,-11 63 0,8-93 0,-1-1 0,-1 0 0,-1 0 0,-17 37 0,14-37 0,1 0 0,2 1 0,1 0 0,-5 38 0,-10 40 0,3-35 0,-29 114 0,38-137 0,-7 93 0,17 136 0,2-146 0,-4-93 80,-2 0-1,-13 62 1,-1-5-1684</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9:14.067"/>
    </inkml:context>
    <inkml:brush xml:id="br0">
      <inkml:brushProperty name="width" value="0.2" units="cm"/>
      <inkml:brushProperty name="height" value="0.2" units="cm"/>
      <inkml:brushProperty name="color" value="#CC0066"/>
    </inkml:brush>
  </inkml:definitions>
  <inkml:trace contextRef="#ctx0" brushRef="#br0">640 0 24575,'1'2'0,"-1"0"0,1 0 0,-1-1 0,1 1 0,0 0 0,-1-1 0,1 1 0,0-1 0,0 1 0,0-1 0,0 1 0,0-1 0,1 1 0,-1-1 0,0 0 0,1 0 0,-1 0 0,0 0 0,1 0 0,2 2 0,38 16 0,-36-16 0,368 113 0,-314-100 0,532 108 0,-469-102 0,34 3 0,2-7 0,282-5 0,50-15 0,-327 2 0,-134 2 0,1 1 0,50 12 0,12 1 0,299-2 0,-176-12 0,896 15 0,-709 5 0,-51 0 0,669-20 0,-499-4 0,-492 1 0,0-1 0,0-2 0,-1 0 0,1-3 0,-1 0 0,40-16 0,-24 7 0,0 2 0,1 2 0,69-8 0,-89 16 0,0-1 0,0-2 0,27-9 0,-47 14 0,-1 0 0,1 0 0,-1 1 0,1 0 0,9-1 0,-13 2 0,0 1 0,0-1 0,0 0 0,0 1 0,0-1 0,-1 1 0,1-1 0,0 1 0,0 0 0,-1 0 0,1 0 0,0 0 0,-1 0 0,1 0 0,-1 0 0,0 1 0,1-1 0,-1 0 0,0 1 0,2 1 0,3 7 0,1 1 0,-1 0 0,-1 0 0,0 0 0,-1 0 0,0 1 0,-1 0 0,0 0 0,2 23 0,-1 10 0,-4 60 0,0-71 0,-3 350 0,1-366 0,0 1 0,-1 0 0,-2 0 0,1-1 0,-14 32 0,-8 29 0,6-10 0,11-44 0,-7 38 0,5-8 0,-2 0 0,-26 68 0,37-119 0,0 0 0,1 0 0,-2-1 0,1 1 0,0 0 0,-1-1 0,1 0 0,-1 1 0,0-1 0,0 0 0,-1 0 0,1-1 0,0 1 0,-1-1 0,0 1 0,0-1 0,1-1 0,-1 1 0,0 0 0,0-1 0,-5 1 0,-7 1 0,-1 0 0,1-2 0,-1 0 0,-20-1 0,15-1 0,-62 0 0,-550 10 0,129 31 0,99-6 0,145-30 0,224-4 0,15 1 0,0 1 0,0 2 0,0 0 0,-27 9 0,-21 4 0,-27 2 0,-191 13 0,-346-34 0,307-8 0,-175-3 0,387 13 0,-741-13 0,-498 2 0,854 13 0,23-2 0,449-2 0,1-1 0,0-1 0,-36-10 0,-27-5 0,-25 5-682,-168 1-1</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09:27.600"/>
    </inkml:context>
    <inkml:brush xml:id="br0">
      <inkml:brushProperty name="width" value="0.2" units="cm"/>
      <inkml:brushProperty name="height" value="0.2" units="cm"/>
      <inkml:brushProperty name="color" value="#CC0066"/>
    </inkml:brush>
  </inkml:definitions>
  <inkml:trace contextRef="#ctx0" brushRef="#br0">0 1 24575,'3'2'0,"0"0"0,-1 0 0,1-1 0,0 1 0,0-1 0,0 0 0,0 1 0,0-1 0,0-1 0,0 1 0,1 0 0,-1-1 0,7 1 0,9 1 0,42 12 0,-20-4 0,58 6 0,214 9 0,309 34 0,-579-53-6,506 65-723,1-24 73,-5-44 656,-535-4-2,1 0 0,-1 1 1,0 0-1,0 1 0,0 1 0,0-1 0,13 5 1,-19-5 10,-1 1-1,1 0 1,0 0 0,-1 0 0,1 1 0,-1-1 0,0 1 0,0 0 0,0 0 0,0 0 0,0 0 0,0 1-1,-1-1 1,0 1 0,0-1 0,0 1 0,0 0 0,0 0 0,1 5 0,7 25 164,-1 0 0,-2 0 0,4 58 0,-4 108 354,-7-177-519,0 33-8,-3 190 0,1-216 0,-2 0 0,-1 0 0,-1 0 0,-2 0 0,-1-1 0,-16 35 0,17-44 0,1 1 0,1-1 0,-5 34 0,8-40 0,2-11 0,1 1 0,-1 0 0,0-1 0,-1 1 0,1-1 0,-1 1 0,1-1 0,-1 0 0,0 0 0,0 1 0,0-1 0,-1-1 0,1 1 0,-1 0 0,0-1 0,1 1 0,-1-1 0,0 0 0,-1 0 0,1 0 0,0 0 0,0 0 0,-1-1 0,1 1 0,-1-1 0,0 0 0,1 0 0,-1-1 0,0 1 0,1-1 0,-1 0 0,0 0 0,0 0 0,1 0 0,-1 0 0,0-1 0,1 0 0,-7-1 0,-5-3 0,1 0 0,-1 0 0,1-2 0,0 0 0,-26-16 0,-58-54 0,9 6 0,56 47 0,3 3 0,-39-21 0,68 41 0,0 1 0,0-1 0,0 1 0,0-1 0,0 1 0,0 0 0,0-1 0,0 1 0,0 0 0,0 0 0,0 0 0,0 0 0,0 0 0,0 0 0,-2 0 0,3 0 0,-1 0 0,1 1 0,0-1 0,-1 0 0,1 0 0,0 1 0,0-1 0,-1 0 0,1 0 0,0 1 0,0-1 0,-1 0 0,1 1 0,0-1 0,0 0 0,0 1 0,-1-1 0,1 1 0,0-1 0,0 0 0,0 1 0,0-1 0,0 1 0,0-1 0,0 0 0,0 1 0,0 3 0,1-1 0,-1 0 0,1 0 0,0 0 0,0 0 0,0 0 0,0 0 0,3 4 0,14 24 0,1-1 0,2-1 0,1 0 0,1-2 0,1-1 0,33 27 0,10 2 0,104 64 0,-152-107 0,0-1 0,1-1 0,0-1 0,0-1 0,1 0 0,35 7 0,-43-12 0,0-1 0,0-1 0,0 0 0,0-1 0,0-1 0,0 0 0,0 0 0,0-1 0,0-1 0,0 0 0,-1-1 0,21-9 0,-9 1 0,-1-2 0,0 0 0,-2-2 0,40-35 0,69-87 0,-108 114 0,27-33 171,-7 8-939,71-64 0,-73 79-6058</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0:14.514"/>
    </inkml:context>
    <inkml:brush xml:id="br0">
      <inkml:brushProperty name="width" value="0.2" units="cm"/>
      <inkml:brushProperty name="height" value="0.2" units="cm"/>
      <inkml:brushProperty name="color" value="#FFC114"/>
    </inkml:brush>
  </inkml:definitions>
  <inkml:trace contextRef="#ctx0" brushRef="#br0">1067 1 24575,'-7'22'0,"-1"0"0,-1-1 0,-1 0 0,-1 0 0,-14 19 0,-143 175 0,137-176 0,-16 24 0,-51 93 0,57-87 0,-58 75 0,16-31 0,71-95 0,2 1 0,0 0 0,1 1 0,-10 30 0,10 0 0,8-40 0,-1 0 0,0 0 0,0-1 0,-1 1 0,-5 13 0,1-5 0,0 1 0,2 0 0,0 0 0,-3 32 0,5-31 0,-1-1 0,0 1 0,-1-1 0,-9 21 0,13-37 0,0-1 0,0 1 0,-1-1 0,1 0 0,0 0 0,-1 0 0,0 0 0,1 0 0,-1 0 0,0 0 0,0-1 0,0 1 0,-3 1 0,4-3 0,0 1 0,0-1 0,0 0 0,0 0 0,0 0 0,0 1 0,0-1 0,0 0 0,0 0 0,0-1 0,0 1 0,0 0 0,0 0 0,0 0 0,0-1 0,0 1 0,0 0 0,1-1 0,-1 1 0,0-1 0,0 1 0,0-1 0,0 0 0,0 1 0,1-1 0,-1 0 0,0 1 0,1-1 0,-1 0 0,0 0 0,1 0 0,-1 0 0,1 1 0,0-1 0,-1-2 0,-4-7 0,0-1 0,1 0 0,0 0 0,-4-22 0,-9-25 0,5 30 0,-2 0 0,-1 2 0,-1 0 0,-25-31 0,27 38 0,0-1 0,-17-33 0,26 44 0,1 0 0,1 0 0,-1-1 0,2 1 0,-1-1 0,1 0 0,1 1 0,-1-18 0,5 14 0,4 15 0,8 18 0,-4 7 0,-1 1 0,-1 0 0,-1 1 0,4 36 0,-3-19 0,-2-8 0,-3-16 0,0-1 0,1 1 0,1 0 0,1-1 0,1-1 0,1 1 0,14 24 0,-18-38 0,-1 0 0,1 0 0,0 0 0,0 0 0,7 6 0,-10-11 0,1 0 0,-1-1 0,0 1 0,0-1 0,1 1 0,-1-1 0,0 0 0,1 0 0,-1 0 0,1 0 0,0-1 0,-1 1 0,1-1 0,0 1 0,-1-1 0,1 0 0,3 0 0,14-3 0,0 0 0,-1-1 0,0-1 0,0-1 0,0-1 0,23-12 0,105-64 0,-114 63 0,32-21 0,-28 17 0,2 1 0,60-27 0,-61 35-341,1 2 0,1 1-1,79-12 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5:29.486"/>
    </inkml:context>
    <inkml:brush xml:id="br0">
      <inkml:brushProperty name="width" value="0.1" units="cm"/>
      <inkml:brushProperty name="height" value="0.1" units="cm"/>
      <inkml:brushProperty name="color" value="#CC0066"/>
    </inkml:brush>
  </inkml:definitions>
  <inkml:trace contextRef="#ctx0" brushRef="#br0">1074 0 752 0 0,'4'7'41'0'0,"-1"0"0"0"0,1 0 0 0 0,0-1 0 0 0,1 0 0 0 0,-1 0 0 0 0,1 0 0 0 0,11 11 0 0 0,-11-13-12 0 0,2 0 37 0 0,0-3 163 0 0,-250 5 6016 0 0,18 10-4221 0 0,77 3-1111 0 0,75-7-581 0 0,-103 12 988 0 0,168-23-1291 0 0,-1 0 0 0 0,1 1-1 0 0,-1-1 1 0 0,1 2 0 0 0,0-1 0 0 0,0 1-1 0 0,0 1 1 0 0,0-1 0 0 0,1 1 0 0 0,-1 0-1 0 0,1 1 1 0 0,0 0 0 0 0,0 0 0 0 0,1 1-1 0 0,-1 0 1 0 0,1 0 0 0 0,1 0 0 0 0,-6 8 0 0 0,0 1 2 0 0,2 0 1 0 0,0 1-1 0 0,0 0 1 0 0,2 0-1 0 0,0 1 1 0 0,1 0-1 0 0,-7 29 1 0 0,-2 14 63 0 0,4-16 111 0 0,-13 87 1 0 0,19-64 131 0 0,4 1 0 0 0,7 75 0 0 0,20 74 569 0 0,-13-95-445 0 0,5 33 385 0 0,2-26 57 0 0,-15-86-651 0 0,15 100 346 0 0,9 115 419 0 0,-24-189-520 0 0,18 90-1 0 0,-10-79-324 0 0,3 34 538 0 0,16 91-174 0 0,37 176-62 0 0,-56-303-408 0 0,29 90 1 0 0,-24-93 54 0 0,-2 1 1 0 0,-4 0 0 0 0,2 79-1 0 0,-13-136-121 0 0,1-1 1 0 0,1 1-1 0 0,6 24 0 0 0,3 11 92 0 0,20 168 177 0 0,11-15-250 0 0,-40-188 34 0 0,0 1 1 0 0,1 37-1 0 0,-1 3 15 0 0,4 89 764 0 0,-3-134-740 0 0,-1-2 66 0 0,-2-10-159 0 0,0-3 14 0 0,0 1-1 0 0,0-1 1 0 0,0 0-1 0 0,-1 1 1 0 0,1-1-1 0 0,0 0 1 0 0,0 0 0 0 0,0 0-1 0 0,0 1 1 0 0,0-1-1 0 0,0 0 1 0 0,-1 0-1 0 0,1 0 1 0 0,0 0-1 0 0,0-1 1 0 0,0 1-1 0 0,0 0 1 0 0,0 0-1 0 0,0-1 1 0 0,3 1-14 0 0,7-1 60 0 0,1 0 1 0 0,-1-1-1 0 0,0 0 1 0 0,18-6-1 0 0,35-6-125 0 0,68 3-116 0 0,16-1-111 0 0,41-20 86 0 0,25-4 180 0 0,585-36-177 0 0,287 10 168 0 0,-724 37 169 0 0,-120 14 52 0 0,43-3-29 0 0,-171 4-150 0 0,148-8 139 0 0,-85 12-84 0 0,209-5 52 0 0,162-9 233 0 0,-319 9-398 0 0,415-31 382 0 0,215-6-413 0 0,-248 44 248 0 0,45-18-205 0 0,-326-3 70 0 0,321-18 82 0 0,-280 17 80 0 0,-50 1 6 0 0,342-23 292 0 0,-538 30-399 0 0,-37 4-36 0 0,-78 13-55 0 0,0-1 1 0 0,-1 0-1 0 0,1 0 1 0 0,-1 0-1 0 0,12-6 1 0 0,-19 6 285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5:31.302"/>
    </inkml:context>
    <inkml:brush xml:id="br0">
      <inkml:brushProperty name="width" value="0.1" units="cm"/>
      <inkml:brushProperty name="height" value="0.1" units="cm"/>
      <inkml:brushProperty name="color" value="#CC0066"/>
    </inkml:brush>
  </inkml:definitions>
  <inkml:trace contextRef="#ctx0" brushRef="#br0">68 10 624 0 0,'-5'-1'52'0'0,"-1"1"0"0"0,0 1 0 0 0,1-1 0 0 0,-1 1 0 0 0,1 0 0 0 0,-8 2 1 0 0,12-2 13 0 0,-1-1 1 0 0,1 1-1 0 0,0 0 1 0 0,-1 0-1 0 0,1 0 1 0 0,0 0-1 0 0,0-1 1 0 0,0 1-1 0 0,0 1 1 0 0,0-1-1 0 0,0 0 1 0 0,0 0-1 0 0,0 0 1 0 0,0 0-1 0 0,0 1 1 0 0,1-1-1 0 0,-1 0 1 0 0,0 1-1 0 0,1-1 1 0 0,-1 1-1 0 0,1-1 1 0 0,0 1-1 0 0,-1-1 1 0 0,1 1-1 0 0,0-1 1 0 0,0 0-1 0 0,0 4 1 0 0,3 3 678 0 0,11 5 170 0 0,-2-6-525 0 0,1 0 1 0 0,0 0 0 0 0,0-1-1 0 0,1-1 1 0 0,19 6 0 0 0,10 3 430 0 0,4 0-74 0 0,0-2 0 0 0,1-2 0 0 0,95 8 0 0 0,152-10 975 0 0,-227-8-1390 0 0,290 6 893 0 0,103 0 0 0 0,-8-29-317 0 0,-247 2-627 0 0,680-58 682 0 0,-157 55-387 0 0,-257 12-437 0 0,20 6 81 0 0,-416 6-180 0 0,698 15 884 0 0,273-6-156 0 0,-73-3 158 0 0,-69 4-566 0 0,-469-28-53 0 0,24 1 465 0 0,-231-5-570 0 0,-32 2-129 0 0,-174 19-47 0 0,1 2 0 0 0,30 4 0 0 0,-51-5-25 0 0,-1 1 0 0 0,0-1 0 0 0,0 1-1 0 0,0-1 1 0 0,0 1 0 0 0,0 0 0 0 0,0 0-1 0 0,0 0 1 0 0,0 0 0 0 0,0 0 0 0 0,2 2-1 0 0,-4-3 0 0 0,0 0-1 0 0,1 1 0 0 0,-1-1 0 0 0,0 0 0 0 0,1 1 0 0 0,-1-1 0 0 0,0 0 0 0 0,1 0 0 0 0,-1 0 0 0 0,1 1 0 0 0,-1-1 0 0 0,1 0 0 0 0,-1 0 0 0 0,0 0 0 0 0,1 0 0 0 0,-1 0 0 0 0,1 0 0 0 0,-1 0 0 0 0,1 0 0 0 0,-1 0 0 0 0,0 0 0 0 0,1 0 0 0 0,-1 0 0 0 0,1 0 0 0 0,-1 0 0 0 0,1 0 0 0 0,-1 0 0 0 0,0 0 0 0 0,1-1 0 0 0,-1 1 0 0 0,1 0 0 0 0,-1 0 0 0 0,1 0 1 0 0,-1 0-1 0 0,0 0 1 0 0,0-1-1 0 0,0 1 1 0 0,0 0-1 0 0,1 0 1 0 0,-1 0-1 0 0,0 0 1 0 0,0 0-1 0 0,0 0 1 0 0,0 0-1 0 0,1 0 1 0 0,-1 1-1 0 0,0-1 1 0 0,0 0-1 0 0,0 0 1 0 0,0 0-1 0 0,1 0 1 0 0,-1 0-1 0 0,0 0 1 0 0,0 0-1 0 0,0 0 1 0 0,0 0-1 0 0,0 0 1 0 0,1 1-1 0 0,-1-1 1 0 0,0 0-1 0 0,0 0 1 0 0,0 0-1 0 0,0 0 1 0 0,0 0-1 0 0,0 1 1 0 0,0-1-1 0 0,0 0 1 0 0,1 0-1 0 0,-1 0 1 0 0,0 0-1 0 0,0 1 1 0 0,0-1-1 0 0,0 0 1 0 0,2 14-117 0 0,-1 20-14 0 0,-2-27 221 0 0,2 7-61 0 0,1 1 0 0 0,1-1 0 0 0,-1 0 0 0 0,8 19 0 0 0,5 26 14 0 0,13 291-91 0 0,-19-165 29 0 0,50 330 47 0 0,-35-341 19 0 0,2 259 0 0 0,-36-65 3 0 0,1 89 56 0 0,4 338-282 0 0,5-775 175 0 0,-12 235-16 0 0,4-97 9 0 0,9-129-47 0 0,0 0 1 0 0,2 0-1 0 0,9 39 1 0 0,-11-43 863 0 0,-3-32-635 0 0,-3-2-158 0 0,-1 0 1 0 0,0 1-1 0 0,0 0 0 0 0,-1 0 0 0 0,0 1 1 0 0,-1 0-1 0 0,0 0 0 0 0,0 1 0 0 0,0 0 0 0 0,-1 0 1 0 0,0 1-1 0 0,-12-6 0 0 0,-13-3-320 0 0,0 2 1 0 0,-44-10-1 0 0,-19-7-4985 0 0,66 17-4181 0 0,11 5 1471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5:35.395"/>
    </inkml:context>
    <inkml:brush xml:id="br0">
      <inkml:brushProperty name="width" value="0.1" units="cm"/>
      <inkml:brushProperty name="height" value="0.1" units="cm"/>
      <inkml:brushProperty name="color" value="#CC0066"/>
    </inkml:brush>
  </inkml:definitions>
  <inkml:trace contextRef="#ctx0" brushRef="#br0">256 434 496 0 0,'-28'2'48'0'0,"-44"10"0"0"0,55-9-29 0 0,5-2 56 0 0,26 1-29 0 0,52 19 111 0 0,0-7-53 0 0,163 37 168 0 0,237 22 0 0 0,563-30 250 0 0,-448-67-311 0 0,-15-29-88 0 0,-338 28-76 0 0,295-17-76 0 0,85 58-172 0 0,-602-16 203 0 0,458 13 71 0 0,-149-16-122 0 0,20-24-276 0 0,-323 25 314 0 0,0 0 0 0 0,-1-1 0 0 0,22-8 0 0 0,-32 11 11 0 0,11-7-97 0 0,-27 2-258 0 0,-7 0 257 0 0,0 2 0 0 0,0 0 0 0 0,-23 1 0 0 0,-366-10-228 0 0,-44 5 126 0 0,-456 14 130 0 0,867-6 79 0 0,-422 12 37 0 0,-142 2-51 0 0,-973-6 199 0 0,1485-9-153 0 0,-538 24 1155 0 0,577-15-711 0 0,53-8-420 0 0,-6 2 189 0 0,32-2-82 0 0,254-10-35 0 0,-5-6-163 0 0,72-9-10 0 0,58 6 32 0 0,60 11-47 0 0,1119-10-44 0 0,396-47-50 0 0,-1623 49 141 0 0,-72 3-4 0 0,32 6 39 0 0,-280 6-25 0 0,-27 0-29 0 0,-18 0-72 0 0,-233 0 51 0 0,17 0 58 0 0,-58 0-31 0 0,-77 4-46 0 0,-924 15-413 0 0,371 7 650 0 0,480-11-192 0 0,-312-1 78 0 0,-299 12 830 0 0,819-15-432 0 0,162-9-294 0 0,-110 9 474 0 0,167-9-419 0 0,16-2-135 0 0,36 1-62 0 0,-26-1 6 0 0,162-3 5 0 0,106-14 20 0 0,102-17 2 0 0,89-2-102 0 0,57 5 18 0 0,915-1-128 0 0,-1150 28 47 0 0,236-5 277 0 0,25-12 18 0 0,-105 1-78 0 0,-104 3-74 0 0,-98 8-7 0 0,-187 8-6 0 0,-19-1 89 0 0,54-7-1 0 0,-176 3 739 0 0,-98-4-781 0 0,-96-1-74 0 0,-90 9-64 0 0,-74 2-54 0 0,-759 23-391 0 0,836-14 575 0 0,-1746 59 263 0 0,1646-52-139 0 0,62-1 11 0 0,68-3 96 0 0,-68 13 491 0 0,342-16-617 0 0,44-5-100 0 0,23-3 30 0 0,257-19-51 0 0,-153 6-73 0 0,306-29-60 0 0,-313 29 73 0 0,333-31-53 0 0,207 2-64 0 0,486 14-70 0 0,7 32-135 0 0,-110 0 111 0 0,-13-23 252 0 0,-471-6 69 0 0,-105 4 71 0 0,-117-5 4 0 0,-124 0 77 0 0,-128 10 300 0 0,-74 15-449 0 0,0 0 0 0 0,0-1 0 0 0,0 0 0 0 0,1 1 0 0 0,-1-1 0 0 0,-1 0 0 0 0,1 0 0 0 0,0 0 0 0 0,3-2 0 0 0,-5 3-83 0 0,0 0-1 0 0,0 0 0 0 0,0-1 1 0 0,0 1-1 0 0,0 0 0 0 0,1 0 1 0 0,-1 0-1 0 0,0-1 0 0 0,0 1 1 0 0,0 0-1 0 0,0 0 0 0 0,0 0 1 0 0,0-1-1 0 0,0 1 0 0 0,-1 0 0 0 0,1 0 1 0 0,0 0-1 0 0,0-1 0 0 0,0 1 1 0 0,0 0-1 0 0,0 0 0 0 0,0 0 1 0 0,0 0-1 0 0,0-1 0 0 0,0 1 1 0 0,0 0-1 0 0,-1 0 0 0 0,1 0 1 0 0,0 0-1 0 0,0-1 0 0 0,0 1 1 0 0,0 0-1 0 0,-1 0 0 0 0,1 0 1 0 0,0 0-1 0 0,0 0 0 0 0,-18-9 195 0 0,-13-1-957 0 0,-2 2 1 0 0,1 1-1 0 0,-40-3 0 0 0,-81-2-4122 0 0,149 12 4729 0 0,-34-2-1147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5:42.635"/>
    </inkml:context>
    <inkml:brush xml:id="br0">
      <inkml:brushProperty name="width" value="0.1" units="cm"/>
      <inkml:brushProperty name="height" value="0.1" units="cm"/>
      <inkml:brushProperty name="color" value="#CC0066"/>
    </inkml:brush>
  </inkml:definitions>
  <inkml:trace contextRef="#ctx0" brushRef="#br0">1 265 256 0 0,'5'-25'1696'0'0,"11"25"4374"0"0,108-1-2195 0 0,140 3-174 0 0,-137 8-3527 0 0,-56 1-92 0 0,15 1 7 0 0,113-4 86 0 0,5-6-81 0 0,96-15 72 0 0,7 7-183 0 0,25-2-37 0 0,3 0 1012 0 0,-209 9-743 0 0,279-1-181 0 0,-261 10-56 0 0,-53-1-2 0 0,554 10-32 0 0,-443-13 72 0 0,-90 0-146 0 0,154-14 0 0 0,-18-7-219 0 0,-25 2 290 0 0,57-15 211 0 0,165-12 467 0 0,-348 36-444 0 0,283-7 459 0 0,-76 1-266 0 0,-1-1-364 0 0,136 8-303 0 0,-134-2-114 0 0,1424-7-1612 0 0,-1391 12 2378 0 0,-127-12-4 0 0,-50 1-38 0 0,75-4 171 0 0,-48 2-30 0 0,-77 8 135 0 0,-110 5-566 0 0,0 0 1 0 0,0 0 0 0 0,0 0 0 0 0,-1 0 0 0 0,1 0 0 0 0,0 0-1 0 0,0 0 1 0 0,0 0 0 0 0,-1-1 0 0 0,1 1 0 0 0,0 0 0 0 0,0 0 0 0 0,-1-1-1 0 0,1 1 1 0 0,0 0 0 0 0,-1-1 0 0 0,1 1 0 0 0,0-1 0 0 0,-1 1 0 0 0,1-1-1 0 0,-1 1 1 0 0,1-1 0 0 0,-1 0 0 0 0,2 0 0 0 0,-1-2 150 0 0,0 0 0 0 0,0 0 0 0 0,-1-1 0 0 0,1 1 1 0 0,-1 0-1 0 0,1 0 0 0 0,-1 0 0 0 0,0-7 0 0 0,0 5 129 0 0,0 4-386 0 0,0-1 0 0 0,0 1 0 0 0,0-1-1 0 0,0 1 1 0 0,0-1 0 0 0,0 1 0 0 0,0 0-1 0 0,-1-1 1 0 0,1 1 0 0 0,0-1 0 0 0,-1 1-1 0 0,0-3 1 0 0,-14-11-1845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5:53.553"/>
    </inkml:context>
    <inkml:brush xml:id="br0">
      <inkml:brushProperty name="width" value="0.1" units="cm"/>
      <inkml:brushProperty name="height" value="0.1" units="cm"/>
      <inkml:brushProperty name="color" value="#CC0066"/>
    </inkml:brush>
  </inkml:definitions>
  <inkml:trace contextRef="#ctx0" brushRef="#br0">1722 135 1192 0 0,'12'-1'10'0'0,"-1"1"-1"0"0,1-2 1 0 0,23-4-1 0 0,-31 5 84 0 0,1-1-1 0 0,-1 1 0 0 0,0-1 1 0 0,0 1-1 0 0,0-1 1 0 0,0 0-1 0 0,0 0 0 0 0,0-1 1 0 0,-1 1-1 0 0,1-1 0 0 0,-1 0 1 0 0,0 0-1 0 0,0 0 1 0 0,3-4-1 0 0,-4 5 245 0 0,3-9 790 0 0,-6 9-1000 0 0,1 1-1 0 0,0-1 1 0 0,0 1 0 0 0,-1-1-1 0 0,1 1 1 0 0,-1-1 0 0 0,0 1-1 0 0,1-1 1 0 0,-1 1-1 0 0,0 0 1 0 0,0-1 0 0 0,0 1-1 0 0,0 0 1 0 0,-2-2 0 0 0,-1-2-39 0 0,-2 0 0 0 0,1 1 1 0 0,0 0-1 0 0,-1 0 1 0 0,0 0-1 0 0,0 1 1 0 0,0 0-1 0 0,0 0 0 0 0,-1 0 1 0 0,1 1-1 0 0,-1 0 1 0 0,1 0-1 0 0,-14-1 0 0 0,-10 0 97 0 0,-58 0-1 0 0,61 4-84 0 0,-198 6 432 0 0,-38 0 1655 0 0,173-12-529 0 0,-17 0-1452 0 0,-110 25 110 0 0,66-5 77 0 0,124-11-312 0 0,1 0-1 0 0,0 1 1 0 0,0 2 0 0 0,0 1-1 0 0,-45 20 1 0 0,36-11 49 0 0,1 1-1 0 0,1 2 1 0 0,-44 34 0 0 0,43-29 72 0 0,27-21-135 0 0,0 0-1 0 0,1 1 0 0 0,-1 0 1 0 0,1 0-1 0 0,0 1 0 0 0,0 0 1 0 0,0 0-1 0 0,1 0 0 0 0,0 0 0 0 0,0 1 1 0 0,-4 10-1 0 0,-1 4 73 0 0,2 1 0 0 0,0 1 0 0 0,1 0 1 0 0,-4 32-1 0 0,-4 94 473 0 0,14-143-592 0 0,0 32 306 0 0,1 1 0 0 0,8 54-1 0 0,20 78 407 0 0,-4-29-119 0 0,1 10-7 0 0,-19-125-476 0 0,1 0 0 0 0,1-1 0 0 0,18 38 0 0 0,25 58 71 0 0,-38-85-52 0 0,2 0 1 0 0,1-1-1 0 0,26 41 0 0 0,52 50 129 0 0,-74-93-204 0 0,-18-28-45 0 0,1-1 0 0 0,0 0 0 0 0,0 0 0 0 0,0 0 0 0 0,5 4 0 0 0,0-5 231 0 0,-8-4-254 0 0,1 0 0 0 0,-1 0 1 0 0,1 1-1 0 0,-1-1 0 0 0,1 0 0 0 0,-1 0 0 0 0,1 0 0 0 0,-1 0 0 0 0,0 1 0 0 0,1-1 1 0 0,-1 0-1 0 0,1 0 0 0 0,-1 1 0 0 0,0-1 0 0 0,1 0 0 0 0,-1 1 0 0 0,0-1 0 0 0,1 0 1 0 0,-1 1-1 0 0,0-1 0 0 0,1 1 0 0 0,-1 0 0 0 0,2 1 9 0 0,0 0 0 0 0,-1 0-1 0 0,1 0 1 0 0,0 0 0 0 0,0-1 0 0 0,1 1-1 0 0,-1-1 1 0 0,0 1 0 0 0,1-1 0 0 0,-1 0-1 0 0,3 2 1 0 0,-1-2-7 0 0,-1 1-1 0 0,0 0 1 0 0,1 0 0 0 0,-1 0-1 0 0,0 0 1 0 0,4 4 0 0 0,-3-2 1 0 0,1 0 1 0 0,0 0-1 0 0,0-1 1 0 0,0 0 0 0 0,0 0-1 0 0,1 0 1 0 0,-1-1-1 0 0,1 1 1 0 0,0-1 0 0 0,7 1-1 0 0,66 13 148 0 0,-62-13-138 0 0,179 21 486 0 0,314-13-80 0 0,-342-12-387 0 0,392 7-135 0 0,-281-17 535 0 0,1 0-327 0 0,-57 0-72 0 0,-100 3-34 0 0,814-12 59 0 0,-270-1 40 0 0,452-35-20 0 0,-297 46-70 0 0,147-2 97 0 0,-693 0-176 0 0,17 0 67 0 0,126-9 218 0 0,-44 1-184 0 0,104-10-204 0 0,-476 29 164 0 0,20-1 31 0 0,0-1 0 0 0,22-6 1 0 0,-44 8-31 0 0,0 1 1 0 0,1-1-1 0 0,-1 1 1 0 0,0-1 0 0 0,0 0-1 0 0,0 1 1 0 0,0-1-1 0 0,0 0 1 0 0,-1 0-1 0 0,1 1 1 0 0,0-1 0 0 0,0 0-1 0 0,0 0 1 0 0,-1 0-1 0 0,1 0 1 0 0,0 0-1 0 0,-1 0 1 0 0,1 0 0 0 0,-1 0-1 0 0,1-1 1 0 0,-1 1-1 0 0,0 0 1 0 0,1 0-1 0 0,-1 0 1 0 0,0 0 0 0 0,0-3-1 0 0,-2-33 206 0 0,-2 13-119 0 0,1 0 0 0 0,2 0 0 0 0,0 0 0 0 0,1 0 0 0 0,4-26 0 0 0,1 6-114 0 0,-2 0-1 0 0,-2-1 1 0 0,-6-59 0 0 0,1 52 35 0 0,3 0 1 0 0,2 1-1 0 0,3-1 1 0 0,10-54 0 0 0,10 4-20 0 0,20-101 37 0 0,-17 10-20 0 0,-24 172-51 0 0,-2 1-1 0 0,0-35 1 0 0,-2 18-42 0 0,-2 14 24 0 0,2 22 61 0 0,1 0 0 0 0,0 0 0 0 0,0 1 0 0 0,-1-1 0 0 0,1 0 1 0 0,0 1-1 0 0,-1-1 0 0 0,1 0 0 0 0,-1 1 0 0 0,1-1 1 0 0,-1 0-1 0 0,1 1 0 0 0,-1-1 0 0 0,1 1 0 0 0,-1-1 0 0 0,0 1 1 0 0,1-1-1 0 0,-1 1 0 0 0,0 0 0 0 0,1-1 0 0 0,-1 1 1 0 0,0 0-1 0 0,0-1 0 0 0,1 1 0 0 0,-1 0 0 0 0,0 0 0 0 0,-1 0 1 0 0,-8-8-215 0 0,-32-3 276 0 0,0 3 0 0 0,-71-5-1 0 0,-90 8 534 0 0,144 4-466 0 0,-187-5-34 0 0,-45-1-55 0 0,-691-6-951 0 0,652 13 837 0 0,-809-4-76 0 0,-3-34-230 0 0,250-22 645 0 0,465 30-369 0 0,-362-15 337 0 0,665 39-221 0 0,-111-1 37 0 0,214 7-58 0 0,-364 15-329 0 0,-98 9 587 0 0,369-23-148 0 0,14 1 494 0 0,0-4 0 0 0,-141-22 0 0 0,195 13-399 0 0,31 6-150 0 0,0 2 1 0 0,-1 0-1 0 0,-22-2 0 0 0,37 5-131 0 0,1 0 0 0 0,-1 0 0 0 0,1 0 0 0 0,-1 1 0 0 0,1-1-1 0 0,-1 0 1 0 0,1 0 0 0 0,0 0 0 0 0,-1 0 0 0 0,1 0 0 0 0,-1 1-1 0 0,1-1 1 0 0,0 0 0 0 0,-1 0 0 0 0,1 0 0 0 0,-1 1 0 0 0,1-1 0 0 0,0 0-1 0 0,-1 1 1 0 0,1-1 0 0 0,0 0 0 0 0,-1 1 0 0 0,-2 19-7747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5:56.596"/>
    </inkml:context>
    <inkml:brush xml:id="br0">
      <inkml:brushProperty name="width" value="0.1" units="cm"/>
      <inkml:brushProperty name="height" value="0.1" units="cm"/>
      <inkml:brushProperty name="color" value="#CC0066"/>
    </inkml:brush>
  </inkml:definitions>
  <inkml:trace contextRef="#ctx0" brushRef="#br0">456 247 776 0 0,'-10'-24'88'0'0,"7"19"-77"0"0,0 0 0 0 0,1-1 0 0 0,0 1 0 0 0,0-1 0 0 0,0 0 0 0 0,1 1-1 0 0,-1-1 1 0 0,2 0 0 0 0,-2-7 0 0 0,2 6 1 0 0,-1 5-9 0 0,1 1-1 0 0,0-1 0 0 0,0 1 0 0 0,0-1 1 0 0,0 0-1 0 0,0 1 0 0 0,0-1 1 0 0,0 1-1 0 0,1-1 0 0 0,-1 1 1 0 0,1-1-1 0 0,-1 1 0 0 0,1-1 1 0 0,-1 1-1 0 0,1-1 0 0 0,0 1 0 0 0,0 0 1 0 0,0-1-1 0 0,0 1 0 0 0,0 0 1 0 0,1-2-1 0 0,-2 3 36 0 0,1 0 0 0 0,-1-1 1 0 0,1 1-1 0 0,-1 0 0 0 0,0-1 0 0 0,1 1 1 0 0,-1 0-1 0 0,0-1 0 0 0,1 1 0 0 0,-1-1 0 0 0,0 1 1 0 0,1-1-1 0 0,-1 1 0 0 0,0-1 0 0 0,0 1 1 0 0,0-1-1 0 0,0 1 0 0 0,1-1 0 0 0,-1 1 0 0 0,0-1 1 0 0,0 1-1 0 0,0-1 0 0 0,0 1 0 0 0,0-1 1 0 0,0 1-1 0 0,0-1 0 0 0,0 1 0 0 0,-1-1 0 0 0,1 1 1 0 0,0-1-1 0 0,0 1 0 0 0,0-1 0 0 0,0 1 1 0 0,-1-1-1 0 0,1 1 0 0 0,0-1 0 0 0,0 1 0 0 0,-1-1 1 0 0,1 1-1 0 0,0 0 0 0 0,-1-1 0 0 0,1 1 1 0 0,-1 0-1 0 0,1-1 0 0 0,0 1 0 0 0,-1 0 0 0 0,1-1 1 0 0,-1 1-1 0 0,1 0 0 0 0,-1 0 0 0 0,1-1 1 0 0,-1 1-1 0 0,1 0 0 0 0,-1 0 0 0 0,1 0 0 0 0,-1 0 1 0 0,1 0-1 0 0,-2 0 0 0 0,-14-10 1703 0 0,15 10-1717 0 0,1 0 0 0 0,0 0 1 0 0,0 0-1 0 0,0-1 1 0 0,0 1-1 0 0,-1 0 1 0 0,1 0-1 0 0,0 0 1 0 0,0 0-1 0 0,0-1 1 0 0,0 1-1 0 0,0 0 1 0 0,0 0-1 0 0,0 0 1 0 0,-1-1-1 0 0,1 1 1 0 0,0 0-1 0 0,0 0 1 0 0,0 0-1 0 0,0-1 1 0 0,0 1-1 0 0,0 0 1 0 0,0 0-1 0 0,0 0 0 0 0,0-1 1 0 0,0 1-1 0 0,0 0 1 0 0,0 0-1 0 0,0 0 1 0 0,1-1-1 0 0,-1 1 1 0 0,0 0-1 0 0,0 0 1 0 0,0 0-1 0 0,0 0 1 0 0,0-1-1 0 0,0 1 1 0 0,0 0-1 0 0,1 0 1 0 0,9-4 110 0 0,38 3-63 0 0,-1 1-1 0 0,66 10 0 0 0,-47-3-26 0 0,227 27 124 0 0,49 4-119 0 0,-332-37 14 0 0,13 1 14 0 0,-21-3 454 0 0,-11-4 662 0 0,-35-10-1051 0 0,-1 2 0 0 0,1 3 1 0 0,-60-8-1 0 0,1 1 198 0 0,-6-6 230 0 0,-139-21 914 0 0,144 42-1305 0 0,68 2-233 0 0,34 0 50 0 0,1 0 0 0 0,-1 1 0 0 0,1-1 0 0 0,-1 0 0 0 0,1 0 1 0 0,-1 1-1 0 0,1-1 0 0 0,0 1 0 0 0,-1-1 0 0 0,1 1 0 0 0,0 0 1 0 0,-1-1-1 0 0,1 1 0 0 0,0 0 0 0 0,0 0 0 0 0,0 0 0 0 0,0 0 1 0 0,-2 1-1 0 0,2 0 11 0 0,0-1 1 0 0,-1 0-1 0 0,1 0 1 0 0,0 0 0 0 0,-1 0-1 0 0,1 0 1 0 0,-1 0-1 0 0,1 0 1 0 0,-1 0-1 0 0,0-1 1 0 0,1 1 0 0 0,-1-1-1 0 0,0 1 1 0 0,-3 0-1 0 0,-61 2 376 0 0,0-3 0 0 0,-80-10 0 0 0,93 3 580 0 0,-53-14 0 0 0,88 18-669 0 0,5-2 47 0 0,22 3-360 0 0,23 3-141 0 0,-7 1-58 0 0,49 11 1 0 0,1134 179 40 0 0,-1094-179 100 0 0,-203-12 48 0 0,-212-9 77 0 0,115 4 3 0 0,-16-2-8 0 0,173 4-38 0 0,-29 0 26 0 0,1-2-1 0 0,-105-23 0 0 0,146 20 5 0 0,17 2-24 0 0,11 1-19 0 0,73-10-93 0 0,91-4 1 0 0,-149 16 64 0 0,163-4-2092 0 0,-186 6 1986 0 0,25 0-691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25.231"/>
    </inkml:context>
    <inkml:brush xml:id="br0">
      <inkml:brushProperty name="width" value="0.05" units="cm"/>
      <inkml:brushProperty name="height" value="0.05" units="cm"/>
      <inkml:brushProperty name="color" value="#FFC114"/>
    </inkml:brush>
  </inkml:definitions>
  <inkml:trace contextRef="#ctx0" brushRef="#br0">411 1139 24575,'58'-1'0,"-32"-1"0,1 2 0,-1 0 0,1 2 0,-1 1 0,50 12 0,-48-7 0,0-1 0,0-1 0,1-2 0,36 1 0,116-7 0,-178 2 0,52-3 0,-1-2 0,1-3 0,75-21 0,-96 21 0,1 1 0,-1 2 0,46-2 0,108 8 0,-74 1 0,-83-2 0,-1-1 0,0-2 0,47-10 0,-22 2 0,0 2 0,79-2 0,114 12 0,-109 1 0,35 10 0,-24-1 0,22-8 0,174 8 0,191-1 0,-353-12 0,-148 3 0,0-3 0,0 0 0,0-3 0,-1-1 0,1-1 0,35-14 0,-55 16 0,68-26 0,93-20 0,-101 32 0,-36 8 0,60-9 0,-83 18 0,-1 0 0,1-2 0,-1 0 0,0 0 0,21-11 0,-32 13 0,0 0 0,0 0 0,-1-1 0,0 0 0,1 0 0,-1 0 0,0 0 0,0-1 0,-1 0 0,1 0 0,-1 0 0,0 0 0,0 0 0,0-1 0,0 1 0,-1-1 0,0 0 0,0 1 0,0-1 0,0 0 0,0-6 0,0-2 0,-2 0 0,0 0 0,0 0 0,-1 0 0,-1 0 0,0 1 0,-1-1 0,-5-15 0,-2-1 0,-2 0 0,-20-36 0,-3 7 0,-3 2 0,-58-67 0,91 119 0,0 0 0,1 0 0,-1 0 0,-1 1 0,1 0 0,0 0 0,-1 0 0,1 0 0,-1 1 0,-11-3 0,10 3 0,0 0 0,1-1 0,-1 0 0,0 0 0,1-1 0,0 1 0,-11-10 0,12 9 0,0 0 0,0 0 0,-1 1 0,1-1 0,-1 1 0,0 0 0,0 1 0,0 0 0,-12-4 0,-3 2 0,-36-3 0,36 6 0,-32-8 0,-53-24 0,70 21 0,-1 1 0,-57-10 0,-10 8 0,-107 0 0,57 15 0,-144-4 0,188-9 0,-38-1 0,-289 13 0,422-3 0,1 1 0,-1-2 0,1 0 0,0-1 0,0 0 0,-18-9 0,10 5 0,-29-7 0,14 7 0,-1 3 0,0 1 0,-1 2 0,1 1 0,0 2 0,-1 2 0,1 1 0,0 2 0,1 2 0,-70 24 0,39-10 0,-1-2 0,-123 18 0,45-6 0,54-9 0,6 2 0,58-15 0,-55 11 0,-335 13 0,-5-34 0,183-2 0,43 2 0,195 0 0,0 0 0,-1 0 0,1 0 0,0 1 0,0-1 0,-1 1 0,1 0 0,0 0 0,0 0 0,0 0 0,0 0 0,0 1 0,0-1 0,1 1 0,-1 0 0,0 0 0,1 0 0,-4 4 0,3-2 0,-1 2 0,1-1 0,0 0 0,1 0 0,-1 1 0,1 0 0,0-1 0,0 1 0,-1 9 0,-2 22 0,1 1 0,2-1 0,3 41 0,-1-41 0,1-24 0,0 0 0,1 0 0,0 0 0,1 0 0,0-1 0,1 1 0,1-1 0,5 12 0,10 12 0,28 42 0,11 21 0,-45-75 0,20 27 0,4 8 0,-33-49 0,0 1 0,0 0 0,3 17 0,10 22 0,-16-47 0,-1 0 0,1-1 0,0 1 0,1 0 0,-1-1 0,0 0 0,1 1 0,-1-1 0,1 0 0,0 0 0,0-1 0,3 3 0,39 15 0,-41-18 0,6 2 31,-1 0 0,1 0-1,0-2 1,0 1 0,0-1 0,0 0-1,0-1 1,-1 0 0,1-1 0,12-2-1,5-3-455,-1-1 0,35-15 0,-47 17-3,6-2-6398</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36.333"/>
    </inkml:context>
    <inkml:brush xml:id="br0">
      <inkml:brushProperty name="width" value="0.05" units="cm"/>
      <inkml:brushProperty name="height" value="0.05" units="cm"/>
      <inkml:brushProperty name="color" value="#FFC114"/>
    </inkml:brush>
  </inkml:definitions>
  <inkml:trace contextRef="#ctx0" brushRef="#br0">0 4 24575,'3'1'0,"-1"1"0,0-1 0,0 1 0,1 0 0,-1 0 0,0 0 0,0 0 0,-1 0 0,1 1 0,0-1 0,-1 0 0,3 5 0,-1-1 0,7 11 0,-1 0 0,0 0 0,-1 1 0,-2 0 0,8 31 0,15 99 0,-28-140 0,11 98 0,-4 156 0,-7-144 0,4-37 0,3 0 0,3-1 0,34 121 0,-44-193 0,2 0 0,-1-1 0,1 1 0,1-1 0,-1 1 0,7 8 0,-8-14 0,0 1 0,0-1 0,0 1 0,1-1 0,-1 0 0,1 0 0,0 0 0,0 0 0,-1-1 0,1 1 0,0-1 0,0 0 0,0 0 0,1 0 0,-1 0 0,0 0 0,6 0 0,26 1 0,0-2 0,49-5 0,-9-1 0,606 1-294,-404 7 114,-75-1 81,225-3 103,-382-2 152,64-13 1,26-4 99,-46 17-102,-45 3-475,1-2 0,-1-2 0,68-16 0,10-12-5240,-52 17 5530,1 3 0,79-5 0,320 13 2859,118-9 1128,-237 6-3956,-210 11 0,-88-1 0,70 12 0,-34-2 0,-87-12 0,1 1 0,-1-1 0,1 0 0,0-1 0,-1 1 0,1 0 0,0-1 0,-1 1 0,1-1 0,-1 0 0,1 0 0,-1 0 0,1 0 0,-1-1 0,0 1 0,0 0 0,3-3 0,-1 0 0,-1 0 0,1 1 0,-1-1 0,0-1 0,0 1 0,-1 0 0,1-1 0,2-7 0,1-5 0,-1-1 0,-1 0 0,5-36 0,-6 24 0,-2-1 0,0 1 0,-2-1 0,-2 1 0,-1-1 0,-1 1 0,-1 0 0,-19-54 0,-51-106 0,53 140 0,-51-80 0,46 86 0,11 16 0,-1 0 0,-42-47 0,50 65 0,-1 1 0,0 0 0,0 1 0,0 1 0,-1-1 0,-1 2 0,-12-6 0,-96-29 0,105 36 0,-21-4 0,-1 1 0,0 1 0,-46-1 0,-118 5 0,140 4 0,-72-1 0,-247 5 0,1 29 0,96 15 0,-152 20 0,287-50 0,32-3 0,-120 1 0,180-13 0,0 1 0,-77 19 0,74-12 0,-117 9 0,-347-20 0,241-3 0,4-11 0,84 3-1365,172 10-5461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39.428"/>
    </inkml:context>
    <inkml:brush xml:id="br0">
      <inkml:brushProperty name="width" value="0.05" units="cm"/>
      <inkml:brushProperty name="height" value="0.05" units="cm"/>
      <inkml:brushProperty name="color" value="#FFC114"/>
    </inkml:brush>
  </inkml:definitions>
  <inkml:trace contextRef="#ctx0" brushRef="#br0">1 213 24575,'0'2'-57,"0"-1"1,1 1-1,-1-1 0,1 1 0,0-1 1,-1 1-1,1-1 0,0 1 0,0-1 1,0 0-1,0 1 0,0-1 0,0 0 0,0 0 1,0 0-1,1 0 0,-1 0 0,0 0 1,1 0-1,-1-1 0,0 1 0,1 0 1,-1-1-1,1 1 0,-1-1 0,4 1 0,45 9 918,-46-9-992,80 14 436,114 37 0,-48-11-112,87 9-2008,2-10-1,336 12 0,490-43-5237,-920-11 6734,407-1 13138,-517 2-12980,1-2-1,-1-1 1,0-1-1,0-2 1,-1-2-1,49-18 1,-45 12-3428,-17 9 3176,0-2 0,0-1 0,-1-1 0,25-16 0,-44 26 475,0 0 0,-1-1-1,1 1 1,0-1 0,0 0 0,0 1-1,-1-1 1,1 0 0,0 1 0,-1-1-1,1 0 1,-1 0 0,1 1 0,-1-1-1,1 0 1,-1 0 0,0 0 0,1 0-1,-1 0 1,0 0 0,1 0 0,-1 0-1,0 0 1,0 0 0,0 0-1,0 1 1,0-1 0,0 0 0,0 0-1,-1 0 1,1 0 0,0 0 0,0 0-1,-1 0 1,1 0 0,0 0 0,-1 0-1,1 1 1,-1-1 0,-1-1 0,-2-3 559,-1 0 0,0 1 0,0-1 0,0 2 0,-7-6 0,-3 0-95,-161-114-526,76 56 0,42 32 0,42 27 0,1-1 0,0-1 0,1 0 0,-16-14 0,30 24 0,0-1 0,-1 1 0,1 0 0,0 0 0,0 0 0,-1 0 0,1-1 0,0 1 0,0 0 0,-1 0 0,1-1 0,0 1 0,0 0 0,0 0 0,-1-1 0,1 1 0,0 0 0,0-1 0,0 1 0,0 0 0,0 0 0,0-1 0,0 1 0,0 0 0,0-1 0,0 1 0,0 0 0,0-1 0,0 1 0,0 0 0,0-1 0,0 1 0,0 0 0,0-1 0,0 1 0,0 0 0,0 0 0,1-1 0,-1 1 0,0 0 0,0-1 0,0 1 0,0 0 0,1 0 0,-1-1 0,0 1 0,0 0 0,1 0 0,-1 0 0,0-1 0,0 1 0,1 0 0,0 0 0,18-3 0,-8 3-267,1 1 1,0 0-1,0 1 0,-1 1 0,1 0 1,-1 0-1,0 1 0,0 1 0,12 6 0,98 62-3471,-85-48 3360,-25-18 456,6 3-171,26 22-1,-38-27 249,1 1 0,-1-1 0,0 1 0,0 0 0,-1 1 0,0-1 0,6 13 0,0 8 1055,0 0 1,10 53 0,-15-53-706,2 1 0,2-1 1,11 28-1,50 98-505,-62-136 0,-5-9 0,1-1 0,-1 1 0,0 0 0,-1 0 0,2 10 0,-3-15 0,-1 0 0,0-1 0,0 1 0,0 0 0,-1 0 0,1-1 0,-1 1 0,1 0 0,-1-1 0,0 1 0,0 0 0,0-1 0,-1 1 0,1-1 0,0 0 0,-1 1 0,0-1 0,1 0 0,-1 0 0,-2 2 0,-21 17 0,0-2 0,0 0 0,-2-2 0,-37 18 0,26-14 0,-48 34 0,8-5 0,36-24 0,-45 19-1365,64-30-5461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1:47.745"/>
    </inkml:context>
    <inkml:brush xml:id="br0">
      <inkml:brushProperty name="width" value="0.05" units="cm"/>
      <inkml:brushProperty name="height" value="0.05" units="cm"/>
      <inkml:brushProperty name="color" value="#FFC114"/>
    </inkml:brush>
  </inkml:definitions>
  <inkml:trace contextRef="#ctx0" brushRef="#br0">1 150 24575,'1985'0'0,"-1810"-11"0,-23 0 0,136 22-4133,-49 1 2613,620-13 7173,-826 2-5653,42 8 0,14 1 0,448-6 0,-294-6 0,-162 1 0,90 3 0,-28 19 0,-101-13 0,1-1 0,58 1 0,-73-10 0,1-1 0,-1-1 0,29-8 0,51-8 0,180 14 0,-210 8 0,-59-1 0,0 1 0,-1 1 0,1 1 0,21 7 0,-19-4 0,1-2 0,35 5 0,244-7 0,-157-6 0,-10 3 0,621-8 0,608-6-2293,-478 73-3053,-845-51 7497,-1 1 0,59 23 0,-42-13-1008,-26-9-1137,14 5 3,0-2 1,0-1-1,77 8 0,-25-12-9,97 5 0,-182-12 0,40 3 0,-47-4 0,-1 1 0,1 0 0,0 0 0,-1 0 0,1 1 0,-1-1 0,1 1 0,-1 0 0,0 0 0,5 3 0,-7-4 0,-1-1 0,1 1 0,-1-1 0,1 1 0,-1-1 0,1 1 0,-1-1 0,0 1 0,1-1 0,-1 1 0,0 0 0,1-1 0,-1 1 0,0-1 0,0 1 0,0 0 0,1-1 0,-1 1 0,0 0 0,0 0 0,0-1 0,0 1 0,0 0 0,0-1 0,0 1 0,0 0 0,-1-1 0,1 1 0,0 0 0,0-1 0,-1 1 0,1-1 0,0 1 0,0 0 0,-1-1 0,1 1 0,-1-1 0,1 1 0,-1-1 0,1 1 0,-1-1 0,1 1 0,-1 0 0,-27 16 0,27-17 0,-79 32 0,53-23 0,-43 22 0,64-29 0,0 1 0,0-1 0,0-1 0,0 1 0,-7 0 0,8-1 0,0 0 0,0 0 0,0 1 0,0-1 0,1 1 0,-9 4 0,13-6 0,0 0 0,0 0 0,0 0 0,0 0 0,0 0 0,-1 0 0,1 0 0,0 0 0,0 0 0,0 0 0,0 0 0,0 0 0,0 1 0,0-1 0,0 0 0,0 0 0,-1 0 0,1 0 0,0 0 0,0 0 0,0 0 0,0 0 0,0 1 0,0-1 0,0 0 0,0 0 0,0 0 0,0 0 0,0 0 0,0 0 0,0 0 0,0 1 0,0-1 0,0 0 0,0 0 0,0 0 0,0 0 0,0 0 0,0 0 0,0 1 0,0-1 0,0 0 0,0 0 0,0 0 0,0 0 0,0 0 0,0 0 0,1 0 0,-1 0 0,0 1 0,0-1 0,0 0 0,0 0 0,0 0 0,0 0 0,11 4 0,13-2 0,-4-4 0,30-6 0,-29 3 0,30-1 0,-40 5 0,7 1 0,-1-1 0,0-1 0,0-1 0,24-6 0,-37 7 0,0 1 0,0-1 0,0 1 0,0-1 0,0-1 0,0 1 0,-1 0 0,1-1 0,-1 0 0,0 0 0,1 0 0,-1 0 0,-1 0 0,1-1 0,0 0 0,-1 1 0,0-1 0,0 0 0,0 0 0,0 0 0,-1 0 0,3-8 0,-3 0 0,0-1 0,-1 1 0,0-1 0,-1 1 0,0-1 0,-1 1 0,0 0 0,-1 0 0,0 0 0,-1 0 0,-9-18 0,-3 2 0,-2 1 0,-2 0 0,0 1 0,-32-31 0,-16-20 0,61 68-341,1 1 0,0-2-1,-5-10 1,2 0-6485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8:11.586"/>
    </inkml:context>
    <inkml:brush xml:id="br0">
      <inkml:brushProperty name="width" value="0.05" units="cm"/>
      <inkml:brushProperty name="height" value="0.0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0 362 24438,'4650'-362'0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8:14.542"/>
    </inkml:context>
    <inkml:brush xml:id="br0">
      <inkml:brushProperty name="width" value="0.05" units="cm"/>
      <inkml:brushProperty name="height" value="0.05" units="cm"/>
      <inkml:brushProperty name="color" value="#BB5B18"/>
      <inkml:brushProperty name="inkEffects" value="bronze"/>
      <inkml:brushProperty name="anchorX" value="-5163.95068"/>
      <inkml:brushProperty name="anchorY" value="-555.63257"/>
      <inkml:brushProperty name="scaleFactor" value="0.5"/>
    </inkml:brush>
  </inkml:definitions>
  <inkml:trace contextRef="#ctx0" brushRef="#br0">1 0 24575,'0'0'0,"7"0"0,9 9 0,-2 5 0,7 9 0,2 7 0,7 7 0,-5 9 0,5 3 0,-6-2 0,3-6 0,-1-1 0,5-4 0,-6 5 0,3-4 0,0-2 0,-6 5 0,-1-7 0,-5-3 0,-6-3 0,1-7 0,-3-2 0,-2 0 0,2-5 0,-1 2 0,3-4 0,-1 1 0,7-1 0,-1 5 0,6-1 0,-2 2 0,-4 1 0,1 2 0,0-4 0,2-3 0,2-4 0,-17-10 0,-1 1 0,1 0 0,-1 0 0,1-1 0,-1 1 0,0 0 0,1-1 0,2 0 0,21-6 0,-3-11 0,-6-8 0,-5-4 0,-5 0 0,-3 0 0,-3 2 0,-1 2 0,-1 6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18:15.489"/>
    </inkml:context>
    <inkml:brush xml:id="br0">
      <inkml:brushProperty name="width" value="0.05" units="cm"/>
      <inkml:brushProperty name="height" value="0.05" units="cm"/>
      <inkml:brushProperty name="color" value="#BB5B18"/>
      <inkml:brushProperty name="inkEffects" value="bronze"/>
      <inkml:brushProperty name="anchorX" value="-6763.91016"/>
      <inkml:brushProperty name="anchorY" value="-2039.80835"/>
      <inkml:brushProperty name="scaleFactor" value="0.5"/>
    </inkml:brush>
  </inkml:definitions>
  <inkml:trace contextRef="#ctx0" brushRef="#br0">622 0 24575,'0'0'0,"0"8"0,0 7 0,0 4 0,0 2 0,0 2 0,-5 10 0,1 1 0,-10-1 0,1 7 0,-8 3 0,-2 2 0,2-3 0,-4 4 0,4-3 0,0 4 0,1 5 0,-5 0 0,3 0 0,5-1 0,-4-2 0,0-1 0,-2-6 0,1-5 0,3-1 0,0 1 0,1-3 0,-1 1 0,-1-6 0,3 2 0,0-7 0,-1 2 0,-5 0 0,-2-2 0,0 1 0,-1-1 0,5-1 0,6-5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22:02.242"/>
    </inkml:context>
    <inkml:brush xml:id="br0">
      <inkml:brushProperty name="width" value="0.05" units="cm"/>
      <inkml:brushProperty name="height" value="0.05" units="cm"/>
      <inkml:brushProperty name="color" value="#66CC00"/>
    </inkml:brush>
  </inkml:definitions>
  <inkml:trace contextRef="#ctx0" brushRef="#br0">0 398 24575,'55'3'0,"-1"2"0,73 17 0,-11-2 0,428 30 0,-218-25 0,440 11 0,-611-38 0,-153 2 0,1 0 0,-1 0 0,0-1 0,1 1 0,-1 0 0,0-1 0,1 0 0,-1 1 0,0-1 0,0 0 0,0 0 0,0 0 0,0 0 0,0-1 0,0 1 0,2-2 0,-3 1 0,-1 1 0,1 0 0,-1-1 0,1 1 0,-1-1 0,1 1 0,-1-1 0,0 1 0,0-1 0,0 1 0,0-1 0,0 1 0,0-1 0,0 1 0,0-1 0,-1 1 0,1-1 0,0 1 0,-1-1 0,1 1 0,-1 0 0,0-1 0,0 1 0,1 0 0,-1-1 0,-1 0 0,-37-58 0,-52-63 0,81 110 0,-15-19 0,-1 1 0,-2 2 0,-1 0 0,-1 2 0,-35-24 0,46 40 0,-1 1 0,0 1 0,0 0 0,-43-11 0,28 10 0,7-4 0,17 4 0,11 9 0,-1 1 0,1 0 0,0 0 0,0-1 0,0 1 0,0 0 0,0-1 0,0 1 0,0 0 0,0 0 0,0-1 0,0 1 0,0 0 0,0-1 0,0 1 0,0 0 0,0 0 0,0-1 0,0 1 0,1 0 0,-1-1 0,0 1 0,0 0 0,0 0 0,0-1 0,1 1 0,-1 0 0,0 0 0,0 0 0,0-1 0,1 1 0,-1 0 0,0 0 0,0 0 0,1 0 0,-1-1 0,1 1 0,1-1 0,0 1 0,0-1 0,0 0 0,0 1 0,1-1 0,-1 1 0,0 0 0,0 0 0,1 0 0,-1 0 0,0 0 0,0 1 0,1-1 0,-1 1 0,0-1 0,4 2 0,37 18 0,-41-19 0,405 245 0,-233-134 0,-170-109 0,0 0 0,0 0 0,0 1 0,-1 0 0,1 0 0,-1 0 0,0 0 0,0 0 0,-1 0 0,1 1 0,-1 0 0,0-1 0,0 1 0,0 0 0,-1 0 0,0 0 0,1 10 0,1 9 0,-2-1 0,-2 41 0,-1-30 0,2-9 0,-2 0 0,0 0 0,-2 1 0,-1-2 0,0 1 0,-2-1 0,-1 0 0,-17 35 0,-12 16 0,-4-2 0,-76 103 0,12-42-1365,91-115-5461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10.112"/>
    </inkml:context>
    <inkml:brush xml:id="br0">
      <inkml:brushProperty name="width" value="0.05" units="cm"/>
      <inkml:brushProperty name="height" value="0.05" units="cm"/>
      <inkml:brushProperty name="color" value="#CC0066"/>
    </inkml:brush>
  </inkml:definitions>
  <inkml:trace contextRef="#ctx0" brushRef="#br0">0 2609 24575,'19'-34'0,"40"-53"0,-23 35 0,726-995-834,-732 1008 1043,0-1-1,-3-2 1,32-63-1,-47 79-208,0 0 0,2 1 0,1 1 0,1 0 0,2 1 0,0 1 0,35-34 0,349-261 0,-342 273 0,69-42 0,-80 55 0,-1-2 0,82-73 0,146-175 0,-257 260-1365,-5 3-5461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13.540"/>
    </inkml:context>
    <inkml:brush xml:id="br0">
      <inkml:brushProperty name="width" value="0.05" units="cm"/>
      <inkml:brushProperty name="height" value="0.05" units="cm"/>
      <inkml:brushProperty name="color" value="#CC0066"/>
    </inkml:brush>
  </inkml:definitions>
  <inkml:trace contextRef="#ctx0" brushRef="#br0">1054 116 24575,'-13'-1'0,"0"0"0,0-1 0,0-1 0,-20-6 0,-10-2 0,-252-46 0,-5 26 0,59 32 0,152 0 0,948-1 0,-848 0 0,0 1 0,0 1 0,0 0 0,0 0 0,0 1 0,-1 0 0,1 1 0,-1 0 0,0 1 0,0 0 0,15 11 0,-4-4 0,-12-7 0,-1 0 0,1 0 0,-1 1 0,-1 0 0,11 10 0,-8-6 0,0-1 0,1 0 0,0 0 0,1-1 0,0 0 0,0-1 0,22 9 0,-32-15 0,0-1 0,-1 1 0,1-1 0,-1 1 0,1 0 0,-1 0 0,1 0 0,-1 0 0,0 0 0,1 0 0,-1 0 0,0 0 0,0 1 0,0-1 0,0 0 0,0 1 0,0-1 0,0 1 0,0-1 0,0 1 0,-1-1 0,1 1 0,-1-1 0,1 1 0,-1 0 0,0-1 0,1 1 0,-1 0 0,0 0 0,0-1 0,0 1 0,0 0 0,-1-1 0,1 1 0,0 0 0,-1-1 0,1 1 0,-1 0 0,-1 2 0,-3 7 0,-1 1 0,0-1 0,-1 0 0,-11 14 0,4-6 0,-56 94 0,-87 188 0,129-243 0,-2-2 0,-2-1 0,-55 71 0,80-118 0,1 1 0,0 0 0,0 1 0,1-1 0,0 1 0,1 0 0,-5 17 0,9-33 0,1 0 0,1 0 0,-1 0 0,1 0 0,0 0 0,0 0 0,7-11 0,28-40 0,-8 12 0,1-10 0,30-81 0,11-64 0,-54 151 0,3-6 0,-12 38 0,-2 1 0,0-1 0,-1-1 0,-1 1 0,0-1 0,1-33 0,-6-43-1365,1 70-5461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13.893"/>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25.359"/>
    </inkml:context>
    <inkml:brush xml:id="br0">
      <inkml:brushProperty name="width" value="0.05" units="cm"/>
      <inkml:brushProperty name="height" value="0.05" units="cm"/>
      <inkml:brushProperty name="color" value="#CC0066"/>
    </inkml:brush>
  </inkml:definitions>
  <inkml:trace contextRef="#ctx0" brushRef="#br0">0 232 24575,'3709'0'0,"-3651"-1"0,0-4 0,0-1 0,-1-4 0,100-29 0,-58 6 0,170-84 0,-261 113 0,1 1 0,0 0 0,-1 0 0,2 1 0,-1 0 0,0 1 0,12-1 0,69 4 0,-33 1 0,79-3-1365,-116 0-5461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3:26.160"/>
    </inkml:context>
    <inkml:brush xml:id="br0">
      <inkml:brushProperty name="width" value="0.05" units="cm"/>
      <inkml:brushProperty name="height" value="0.05" units="cm"/>
      <inkml:brushProperty name="color" value="#CC0066"/>
    </inkml:brush>
  </inkml:definitions>
  <inkml:trace contextRef="#ctx0" brushRef="#br0">1 0 24575,'0'0'-8191</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6:15.019"/>
    </inkml:context>
    <inkml:brush xml:id="br0">
      <inkml:brushProperty name="width" value="0.1" units="cm"/>
      <inkml:brushProperty name="height" value="0.1" units="cm"/>
      <inkml:brushProperty name="color" value="#CC0066"/>
    </inkml:brush>
  </inkml:definitions>
  <inkml:trace contextRef="#ctx0" brushRef="#br0">86 262 816 0 0,'-52'0'188'0'0,"18"0"1770"0"0,143 2 1187 0 0,5 1-2210 0 0,8-3-11 0 0,233 1 971 0 0,428-4-179 0 0,-494-9-1098 0 0,-147 5-411 0 0,935-8 214 0 0,-916 15-285 0 0,0-10 395 0 0,-151 8 130 0 0,-11-2-460 0 0,-11-3-339 0 0,12 7 144 0 0,-21-10-165 0 0,-1-1-1 0 0,2-1 0 0 0,0-1 0 0 0,0 0 1 0 0,1-2-1 0 0,-17-16 0 0 0,21 19 254 0 0,0 1 1 0 0,-1 0-1 0 0,-1 1 1 0 0,0 1-1 0 0,-1 0 0 0 0,1 1 1 0 0,-1 1-1 0 0,-1 1 0 0 0,1 1 1 0 0,-1 0-1 0 0,0 2 1 0 0,0 0-1 0 0,-1 1 0 0 0,-20 0 1 0 0,40 2-96 0 0,0 0 1 0 0,0 0-1 0 0,0 0 0 0 0,0 0 1 0 0,0 0-1 0 0,0 0 1 0 0,0 0-1 0 0,1 0 0 0 0,-1 1 1 0 0,0-1-1 0 0,0 0 1 0 0,0 0-1 0 0,0 0 1 0 0,0 0-1 0 0,0 0 0 0 0,0 0 1 0 0,0 0-1 0 0,0 0 1 0 0,0 0-1 0 0,0 0 1 0 0,0 0-1 0 0,0 0 0 0 0,0 0 1 0 0,0 0-1 0 0,0 0 1 0 0,0 1-1 0 0,0-1 0 0 0,0 0 1 0 0,0 0-1 0 0,1 0 1 0 0,-1 0-1 0 0,0 0 1 0 0,0 0-1 0 0,0 0 0 0 0,0 0 1 0 0,0 0-1 0 0,-1 0 1 0 0,1 1-1 0 0,0-1 1 0 0,0 0-1 0 0,0 0 0 0 0,0 0 1 0 0,0 0-1 0 0,0 0 1 0 0,0 0-1 0 0,0 0 0 0 0,0 0 1 0 0,0 0-1 0 0,0 0 1 0 0,0 0-1 0 0,0 0 1 0 0,0 0-1 0 0,0 1 0 0 0,0-1 1 0 0,0 0-1 0 0,0 0 1 0 0,0 0-1 0 0,0 0 1 0 0,-1 0-1 0 0,1 0 0 0 0,0 0 1 0 0,0 0-1 0 0,0 0 1 0 0,0 0-1 0 0,0 0 1 0 0,0 0-1 0 0,0 0 0 0 0,0 0 1 0 0,0 0-1 0 0,8 8 17 0 0,-6-6-14 0 0,55 45 125 0 0,119 77 1 0 0,-153-110-118 0 0,78 48-2 0 0,-88-53 90 0 0,-1 0 0 0 0,-1 1 0 0 0,0 0 0 0 0,-1 1 0 0 0,15 18 0 0 0,-23-27-27 0 0,-1-1 0 0 0,0 1 0 0 0,0 0-1 0 0,0 0 1 0 0,0-1 0 0 0,0 1 0 0 0,0 0-1 0 0,0 0 1 0 0,0 0 0 0 0,-1 0 0 0 0,1 0-1 0 0,-1 0 1 0 0,0 0 0 0 0,1 0 0 0 0,-1 0-1 0 0,0 0 1 0 0,0 0 0 0 0,-1 4 0 0 0,0-4-9 0 0,0-1 0 0 0,1 1-1 0 0,-1 0 1 0 0,0-1 0 0 0,-1 0 0 0 0,1 1 0 0 0,0-1 0 0 0,0 1 0 0 0,-1-1 0 0 0,1 0 0 0 0,0 0 0 0 0,-1 0 0 0 0,1 0 0 0 0,-1 0-1 0 0,0 0 1 0 0,1 0 0 0 0,-1-1 0 0 0,0 1 0 0 0,-2 0 0 0 0,-27 7-1806 0 0,-2-5-4268 0 0,-14-2-4163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6:21.852"/>
    </inkml:context>
    <inkml:brush xml:id="br0">
      <inkml:brushProperty name="width" value="0.1" units="cm"/>
      <inkml:brushProperty name="height" value="0.1" units="cm"/>
      <inkml:brushProperty name="color" value="#CC0066"/>
    </inkml:brush>
  </inkml:definitions>
  <inkml:trace contextRef="#ctx0" brushRef="#br0">72 24 912 0 0,'-39'-3'42'0'0,"37"3"71"0"0,0 0-1 0 0,1-1 0 0 0,-1 1 0 0 0,0 0 0 0 0,0-1 1 0 0,1 1-1 0 0,-1-1 0 0 0,0 1 0 0 0,1-1 1 0 0,-1 0-1 0 0,1 0 0 0 0,-1 1 0 0 0,1-1 0 0 0,-1 0 1 0 0,1-1-1 0 0,0 1 0 0 0,-1 0 0 0 0,1 0 0 0 0,-1-6 1674 0 0,8 7 712 0 0,-1 2-2187 0 0,-1 0 0 0 0,1 1 1 0 0,0-1-1 0 0,-1 1 0 0 0,7 5 0 0 0,15 10 210 0 0,11 3-216 0 0,1-2 1 0 0,1-1-1 0 0,70 21 1 0 0,139 18 104 0 0,268 68-177 0 0,9 29 127 0 0,-349-101-198 0 0,100 27-92 0 0,116 34-154 0 0,-107-21-13 0 0,198 59-95 0 0,-185-76 260 0 0,-157-41 29 0 0,32 7-67 0 0,109 29-52 0 0,-192-43 31 0 0,94 41 0 0 0,-170-64-14 0 0,-10-3 10 0 0,-1-1 1 0 0,1 0-1 0 0,0 1 1 0 0,0 0 0 0 0,-1 0-1 0 0,1 0 1 0 0,-1 1-1 0 0,1-1 1 0 0,3 4-1 0 0,-7-4 65 0 0,0-1-21 0 0,0-5-25 0 0,0 0 1 0 0,-1 0-1 0 0,0 1 0 0 0,0-1 0 0 0,0 0 1 0 0,-1 1-1 0 0,1-1 0 0 0,-1 0 0 0 0,0 1 1 0 0,0 0-1 0 0,0-1 0 0 0,0 1 0 0 0,0 0 1 0 0,-1 0-1 0 0,-5-5 0 0 0,-5-4 158 0 0,-1 1-1 0 0,-17-11 1 0 0,23 16-144 0 0,-68-38 1091 0 0,92 46-904 0 0,7 7-226 0 0,-1 2-1 0 0,0 1 1 0 0,0 0 0 0 0,-1 2 0 0 0,30 25-1 0 0,-16-13-9 0 0,-22-16-7 0 0,-1 0 0 0 0,22 22-1 0 0,-31-28 31 0 0,1 1-1 0 0,0-1 1 0 0,-1 1-1 0 0,0 0 1 0 0,0 0-1 0 0,0 0 1 0 0,0 1-1 0 0,-1-1 1 0 0,0 1-1 0 0,0-1 1 0 0,1 8-1 0 0,-3-11 16 0 0,0 0 0 0 0,0 0 0 0 0,-1 0 0 0 0,1-1-1 0 0,0 1 1 0 0,-1 0 0 0 0,1 0 0 0 0,-1 0 0 0 0,0 0 0 0 0,1-1 0 0 0,-1 1 0 0 0,0 0 0 0 0,0-1 0 0 0,0 1-1 0 0,0-1 1 0 0,0 1 0 0 0,-1-1 0 0 0,1 1 0 0 0,0-1 0 0 0,-1 0 0 0 0,1 1 0 0 0,-1-1 0 0 0,1 0-1 0 0,-1 0 1 0 0,0 0 0 0 0,-2 1 0 0 0,-8 3-1061 0 0,0 1-1 0 0,-23 6 1 0 0,14-6-4580 0 0,1 2-978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6:22.264"/>
    </inkml:context>
    <inkml:brush xml:id="br0">
      <inkml:brushProperty name="width" value="0.1" units="cm"/>
      <inkml:brushProperty name="height" value="0.1" units="cm"/>
      <inkml:brushProperty name="color" value="#CC0066"/>
    </inkml:brush>
  </inkml:definitions>
  <inkml:trace contextRef="#ctx0" brushRef="#br0">1 30 1152 0 0,'0'0'40'0'0,"4"-15"-96"0"0,31 11-16 0 0,18-2 64 0 0,-10 6 8 0 0,28-4 16 0 0,-22 4-8 0 0,3 0-48 0 0,-43 0-992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6:22.933"/>
    </inkml:context>
    <inkml:brush xml:id="br0">
      <inkml:brushProperty name="width" value="0.1" units="cm"/>
      <inkml:brushProperty name="height" value="0.1" units="cm"/>
      <inkml:brushProperty name="color" value="#CC0066"/>
    </inkml:brush>
  </inkml:definitions>
  <inkml:trace contextRef="#ctx0" brushRef="#br0">202 172 1160 0 0,'-21'-1'129'0'0,"-34"-5"0"0"0,34 3 97 0 0,-34-1 1 0 0,15 1 2492 0 0,30 2-875 0 0,28 0-1241 0 0,22 1-288 0 0,1948 11 1218 0 0,-1917-9-1184 0 0,174-4 2212 0 0,-211-3-1844 0 0,-32 5-605 0 0,0-1 0 0 0,0 1 0 0 0,0-1 0 0 0,0 1 0 0 0,0-1 0 0 0,0 0 0 0 0,0 0 0 0 0,0 0 0 0 0,0 0 0 0 0,0 0 0 0 0,-1-1 0 0 0,4-1 0 0 0,-5 2-89 0 0,0 1 0 0 0,1-1 1 0 0,-1 0-1 0 0,0 1 1 0 0,0-1-1 0 0,0 0 0 0 0,1 1 1 0 0,-1-1-1 0 0,0 0 1 0 0,0 1-1 0 0,0-1 1 0 0,0 0-1 0 0,0 0 0 0 0,0 1 1 0 0,0-1-1 0 0,0 0 1 0 0,0 1-1 0 0,-1-1 1 0 0,1 0-1 0 0,0 1 0 0 0,0-1 1 0 0,0 0-1 0 0,-1 1 1 0 0,1-1-1 0 0,0 0 1 0 0,-1 1-1 0 0,1-1 0 0 0,-1 1 1 0 0,1-1-1 0 0,-1 1 1 0 0,0-1-1 0 0,-19-15-42 0 0,17 15 56 0 0,-32-20 293 0 0,-1 3 0 0 0,-68-26 1 0 0,94 40-196 0 0,7 4-70 0 0,1-1-1 0 0,-1 0 1 0 0,0 0 0 0 0,1 0 0 0 0,-1-1 0 0 0,1 1 0 0 0,-1-1 0 0 0,1 1 0 0 0,-5-5 0 0 0,5 2 83 0 0,11 5-150 0 0,42 14 91 0 0,0 3 0 0 0,59 30 0 0 0,-95-40-70 0 0,-1 0 0 0 0,0 1 0 0 0,0 0 1 0 0,13 13-1 0 0,-21-18 22 0 0,-1 1-1 0 0,0 0 1 0 0,0 1 0 0 0,0-1 0 0 0,-1 1 0 0 0,0 0-1 0 0,0 0 1 0 0,0 1 0 0 0,-1-1 0 0 0,0 1 0 0 0,3 8-1 0 0,-5-13-60 0 0,-1 0 0 0 0,0 0 0 0 0,1 0 0 0 0,-1 0 0 0 0,0 0 0 0 0,0 0 0 0 0,0 0 0 0 0,0 0 0 0 0,0 0 0 0 0,-1 0 0 0 0,1 1 0 0 0,-1-1 0 0 0,1 0 0 0 0,-1 0-1 0 0,0-1 1 0 0,0 1 0 0 0,0 0 0 0 0,0 0 0 0 0,0 0 0 0 0,0 0 0 0 0,0-1 0 0 0,-1 1 0 0 0,1-1 0 0 0,0 1 0 0 0,-1-1 0 0 0,1 1 0 0 0,-1-1 0 0 0,-3 2 0 0 0,-4 2-1604 0 0,1-1 1 0 0,-1 0 0 0 0,1 0-1 0 0,-19 4 1 0 0,19-5-534 0 0,-30 8-4408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6:25.127"/>
    </inkml:context>
    <inkml:brush xml:id="br0">
      <inkml:brushProperty name="width" value="0.1" units="cm"/>
      <inkml:brushProperty name="height" value="0.1" units="cm"/>
      <inkml:brushProperty name="color" value="#CC0066"/>
    </inkml:brush>
  </inkml:definitions>
  <inkml:trace contextRef="#ctx0" brushRef="#br0">0 27 1016 0 0,'0'-3'339'0'0,"0"2"-298"0"0,0 0 1 0 0,0 0-1 0 0,0 0 1 0 0,1 0 0 0 0,-1 0-1 0 0,0 0 1 0 0,0 0-1 0 0,1 0 1 0 0,-1 1 0 0 0,1-1-1 0 0,-1 0 1 0 0,1 0-1 0 0,-1 0 1 0 0,1 1 0 0 0,-1-1-1 0 0,1 0 1 0 0,-1 1-1 0 0,1-1 1 0 0,0 0 0 0 0,0 1-1 0 0,-1-1 1 0 0,1 1-1 0 0,0-1 1 0 0,0 1 0 0 0,0-1-1 0 0,-1 1 1 0 0,1 0-1 0 0,0-1 1 0 0,0 1 0 0 0,0 0-1 0 0,0 0 1 0 0,0-1-1 0 0,1 1 1 0 0,7-1 519 0 0,-1 1 1 0 0,0 0-1 0 0,12 1 1 0 0,4 0 590 0 0,51 3 510 0 0,0 4-1 0 0,92 20 1 0 0,-47-7-824 0 0,68 8-13 0 0,31 3-243 0 0,509 105 605 0 0,47 17-553 0 0,-319-72-579 0 0,223 44 682 0 0,-622-115-528 0 0,204 38 149 0 0,-186-39 187 0 0,110 1-1 0 0,-184-11-527 0 0,-1 0 1 0 0,0 0-1 0 0,1 0 1 0 0,-1 0 0 0 0,1 0-1 0 0,-1-1 1 0 0,0 1-1 0 0,1 0 1 0 0,-1 0-1 0 0,0 0 1 0 0,1-1 0 0 0,-1 1-1 0 0,0 0 1 0 0,1-1-1 0 0,-1 1 1 0 0,0 0-1 0 0,0-1 1 0 0,1 1 0 0 0,-1 0-1 0 0,0-1 1 0 0,0 1-1 0 0,0 0 1 0 0,1-1 0 0 0,-1 1-1 0 0,0-1 1 0 0,0 1-1 0 0,0 0 1 0 0,0-1-1 0 0,0 1 1 0 0,0-1 0 0 0,0 1-1 0 0,0-1 1 0 0,0 1-1 0 0,0 0 1 0 0,0-1-1 0 0,0 1 1 0 0,0-1 0 0 0,0 1-1 0 0,-1-1 1 0 0,-4-14-33 0 0,-12 5-54 0 0,-1 0 1 0 0,0 2 0 0 0,-1 0 0 0 0,0 0 0 0 0,-20-3-1 0 0,-30-13 333 0 0,43 16-205 0 0,20 7-50 0 0,1-1-1 0 0,-1 0 0 0 0,1 0 1 0 0,0 0-1 0 0,0 0 0 0 0,-6-4 1 0 0,11 6-10 0 0,0 0 0 0 0,0 0 1 0 0,0 0-1 0 0,0 0 0 0 0,0 0 0 0 0,0 0 1 0 0,1 0-1 0 0,-1 0 0 0 0,0 0 1 0 0,0 0-1 0 0,0 0 0 0 0,0 0 1 0 0,0 0-1 0 0,0 0 0 0 0,0 0 0 0 0,0 0 1 0 0,0 0-1 0 0,0 0 0 0 0,0 0 1 0 0,1-1-1 0 0,-1 1 0 0 0,0 0 0 0 0,0 0 1 0 0,0 0-1 0 0,0 0 0 0 0,0 0 1 0 0,0 0-1 0 0,0 0 0 0 0,0 0 1 0 0,0 0-1 0 0,0 0 0 0 0,0 0 0 0 0,0 0 1 0 0,0 0-1 0 0,0-1 0 0 0,0 1 1 0 0,0 0-1 0 0,0 0 0 0 0,0 0 0 0 0,0 0 1 0 0,0 0-1 0 0,0 0 0 0 0,0 0 1 0 0,0 0-1 0 0,0 0 0 0 0,0 0 1 0 0,0-1-1 0 0,0 1 0 0 0,0 0 0 0 0,0 0 1 0 0,0 0-1 0 0,0 0 0 0 0,0 0 1 0 0,0 0-1 0 0,0 0 0 0 0,0 0 0 0 0,0 0 1 0 0,0 0-1 0 0,0 0 0 0 0,-1 0 1 0 0,1 0-1 0 0,0-1 0 0 0,0 1 1 0 0,0 0-1 0 0,0 0 0 0 0,0 0 0 0 0,0 0 1 0 0,12-1-6 0 0,-1 0 0 0 0,1 1 1 0 0,0 0-1 0 0,0 1 1 0 0,0 0-1 0 0,11 3 0 0 0,5 0 2 0 0,59 10-60 0 0,105 32 1 0 0,86 40-174 0 0,-237-73 145 0 0,-22-5 94 0 0,-15-6 27 0 0,0-1 1 0 0,-1 1-1 0 0,1-1 0 0 0,0 1 1 0 0,0-1-1 0 0,0 0 1 0 0,1-1-1 0 0,6 1 0 0 0,-10-1 149 0 0,-18-11 108 0 0,17 9-283 0 0,-1 1 0 0 0,-1-1 0 0 0,1 0 0 0 0,0 0 0 0 0,0 1 0 0 0,-1-1 0 0 0,1 1 0 0 0,-1-1 0 0 0,1 1 0 0 0,-1 0 0 0 0,-3-3 0 0 0,-7-7-632 0 0,2 5-2789 0 0,-17 3 2519 0 0,22 3 974 0 0,-1 1-1 0 0,1-1 1 0 0,0 1-1 0 0,0 0 1 0 0,0 0 0 0 0,-7 2-1 0 0,-32 26-78 0 0,34-21 170 0 0,1-2 1 0 0,-1 1 0 0 0,-18 8 0 0 0,-35 6 457 0 0,0-2 0 0 0,-123 20 0 0 0,156-36-683 0 0,28-2 6 0 0,1 0-1 0 0,0 0 0 0 0,0 0 0 0 0,0 0 0 0 0,-1 0 1 0 0,1 0-1 0 0,0 1 0 0 0,0-1 0 0 0,1 0 1 0 0,-1 1-1 0 0,0-1 0 0 0,0 1 0 0 0,0 1 0 0 0,-1 1-45 0 0,-6 1 69 0 0,8-5 30 0 0,-1 0-1 0 0,0 1 0 0 0,1-1 1 0 0,-1 0-1 0 0,1 0 0 0 0,-1 1 1 0 0,1-1-1 0 0,-1 0 0 0 0,1 1 1 0 0,-1-1-1 0 0,1 1 0 0 0,-1-1 1 0 0,1 1-1 0 0,0-1 0 0 0,-1 1 1 0 0,1-1-1 0 0,0 1 0 0 0,-1 0 1 0 0,4 2-122 0 0,3-3 87 0 0,0 0 0 0 0,0 0 0 0 0,0 0 0 0 0,0-1 0 0 0,0 0 0 0 0,-1-1 0 0 0,1 1 0 0 0,9-4 0 0 0,5-1 34 0 0,36-11 55 0 0,0-2 0 0 0,-1-2 0 0 0,65-36 0 0 0,-82 36 24 0 0,-12 6-67 0 0,2 0-1 0 0,0 2 1 0 0,36-12-1 0 0,-51 21-9 0 0,6-2-56 0 0,-228 18 312 0 0,165-11-138 0 0,1-2 1 0 0,-1-2-1 0 0,-83-17 0 0 0,113 16-111 0 0,-16-3 43 0 0,27 6-288 0 0,9 0-78 0 0,9-1-130 0 0,-11 2 396 0 0,35 1-3420 0 0,-34 0 2184 0 0,0-1 0 0 0,-1 1 0 0 0,1 0 0 0 0,-1 1 0 0 0,0-1 0 0 0,7 4 0 0 0,3 5-1536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6:26.338"/>
    </inkml:context>
    <inkml:brush xml:id="br0">
      <inkml:brushProperty name="width" value="0.1" units="cm"/>
      <inkml:brushProperty name="height" value="0.1" units="cm"/>
      <inkml:brushProperty name="color" value="#CC0066"/>
    </inkml:brush>
  </inkml:definitions>
  <inkml:trace contextRef="#ctx0" brushRef="#br0">310 125 792 0 0,'-73'1'297'0'0,"15"0"1401"0"0,6-1 2195 0 0,-75-5 1240 0 0,279 11-4080 0 0,-32 0-938 0 0,798-1 585 0 0,-550-6 1267 0 0,-381-10-1512 0 0,-97-40-175 0 0,71 35-265 0 0,10 4 273 0 0,-59-17 1 0 0,83 28-291 0 0,-1-1-1 0 0,1 1 1 0 0,0-1-1 0 0,1 0 1 0 0,-1-1-1 0 0,0 1 1 0 0,-4-4-1 0 0,81 39-120 0 0,-23-9 59 0 0,-1 2 0 0 0,77 55 0 0 0,-116-75 59 0 0,-1 2-1 0 0,0-1 0 0 0,0 1 0 0 0,-1 1 0 0 0,8 10 0 0 0,-13-15 37 0 0,1 0 0 0 0,-1 0 0 0 0,1 0 0 0 0,-2 0 0 0 0,1 0 0 0 0,0 1-1 0 0,-1-1 1 0 0,0 1 0 0 0,0-1 0 0 0,0 1 0 0 0,0 0 0 0 0,-1-1 0 0 0,0 1-1 0 0,0 6 1 0 0,0-10-147 0 0,-1 1 0 0 0,1-1 0 0 0,-1 1 0 0 0,0-1-1 0 0,1 0 1 0 0,-1 1 0 0 0,0-1 0 0 0,0 1 0 0 0,0-1 0 0 0,0 0-1 0 0,0 0 1 0 0,0 0 0 0 0,-1 0 0 0 0,1 0 0 0 0,0 0 0 0 0,-1 0-1 0 0,1 0 1 0 0,-3 1 0 0 0,-27 12-8205 0 0,25-12 5676 0 0,-10 4-1242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6:28.503"/>
    </inkml:context>
    <inkml:brush xml:id="br0">
      <inkml:brushProperty name="width" value="0.1" units="cm"/>
      <inkml:brushProperty name="height" value="0.1" units="cm"/>
      <inkml:brushProperty name="color" value="#CC0066"/>
    </inkml:brush>
  </inkml:definitions>
  <inkml:trace contextRef="#ctx0" brushRef="#br0">0 203 1072 0 0,'0'0'395'0'0,"1"-1"-284"0"0,-1 1 1 0 0,1-1-1 0 0,-1 1 1 0 0,1-1-1 0 0,-1 1 1 0 0,1 0-1 0 0,0-1 1 0 0,-1 1-1 0 0,1 0 1 0 0,-1-1-1 0 0,1 1 1 0 0,0 0-1 0 0,-1 0 1 0 0,1 0-1 0 0,0 0 1 0 0,-1 0 0 0 0,1-1-1 0 0,0 1 1 0 0,-1 0-1 0 0,1 0 1 0 0,0 1-1 0 0,-1-1 1 0 0,1 0-1 0 0,1 0 1 0 0,93 0 475 0 0,-6 0-255 0 0,288-17 733 0 0,5 0 438 0 0,-28 1-823 0 0,-344 15-550 0 0,0 0 0 0 0,0 0-1 0 0,0-1 1 0 0,18-6 0 0 0,-14 0 1985 0 0,-17 4-996 0 0,0 0-957 0 0,0 1 0 0 0,0-1 1 0 0,-1 1-1 0 0,0 0 0 0 0,1 0 1 0 0,-1 0-1 0 0,-8-4 0 0 0,-35-17-159 0 0,36 19 90 0 0,-26-10 72 0 0,25 11-88 0 0,1-1 0 0 0,-22-11 0 0 0,30 14-30 0 0,-1 0 0 0 0,1 0 0 0 0,-1 0 0 0 0,0 0 0 0 0,0 0 1 0 0,1 1-1 0 0,-1 0 0 0 0,-7-1 0 0 0,3-2 61 0 0,8 4-109 0 0,0 0-1 0 0,0 0 1 0 0,0 0 0 0 0,0 0 0 0 0,0 0-1 0 0,0-1 1 0 0,0 1 0 0 0,0 0 0 0 0,0 0-1 0 0,0 0 1 0 0,0 0 0 0 0,0 0-1 0 0,0 0 1 0 0,0 0 0 0 0,0 0 0 0 0,0 0-1 0 0,0 0 1 0 0,0-1 0 0 0,0 1 0 0 0,0 0-1 0 0,0 0 1 0 0,0 0 0 0 0,0 0-1 0 0,0 0 1 0 0,0 0 0 0 0,0 0 0 0 0,0 0-1 0 0,0 0 1 0 0,0 0 0 0 0,0-1 0 0 0,0 1-1 0 0,0 0 1 0 0,0 0 0 0 0,0 0-1 0 0,0 0 1 0 0,0 0 0 0 0,0 0 0 0 0,1 0-1 0 0,-1 0 1 0 0,0 0 0 0 0,0 0 0 0 0,0 0-1 0 0,0 0 1 0 0,0 0 0 0 0,0 0-1 0 0,0 0 1 0 0,0 0 0 0 0,0 0 0 0 0,0 0-1 0 0,1 0 1 0 0,-1 0 0 0 0,0 0 0 0 0,0 0-1 0 0,0 0 1 0 0,0 0 0 0 0,0 0-1 0 0,0 0 1 0 0,0 0 0 0 0,0 0 0 0 0,0 0-1 0 0,0 0 1 0 0,1 0 0 0 0,-1 0 0 0 0,0 0-1 0 0,0 0 1 0 0,4 1-16 0 0,0-1 0 0 0,0 1-1 0 0,0 0 1 0 0,0 1 0 0 0,-1-1 0 0 0,1 1-1 0 0,0 0 1 0 0,0-1 0 0 0,3 5 0 0 0,5 0 26 0 0,17 9-27 0 0,31 22 0 0 0,-53-32 22 0 0,1 1 0 0 0,-1 0 0 0 0,0 0 0 0 0,0 0 0 0 0,-1 1-1 0 0,0 0 1 0 0,0 1 0 0 0,7 12 0 0 0,-11-18 41 0 0,-1 1-1 0 0,0-1 1 0 0,0 1 0 0 0,0-1-1 0 0,0 1 1 0 0,0-1 0 0 0,-1 1-1 0 0,1-1 1 0 0,-1 1 0 0 0,0 0-1 0 0,0-1 1 0 0,0 1 0 0 0,0-1-1 0 0,0 1 1 0 0,0 0 0 0 0,-1-1-1 0 0,1 1 1 0 0,-2 2 0 0 0,-10 15-2175 0 0,-20 12-10960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47.350"/>
    </inkml:context>
    <inkml:brush xml:id="br0">
      <inkml:brushProperty name="width" value="0.05" units="cm"/>
      <inkml:brushProperty name="height" value="0.05" units="cm"/>
      <inkml:brushProperty name="color" value="#66CC00"/>
    </inkml:brush>
  </inkml:definitions>
  <inkml:trace contextRef="#ctx0" brushRef="#br0">11 0 23563,'0'1295'0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1.221"/>
    </inkml:context>
    <inkml:brush xml:id="br0">
      <inkml:brushProperty name="width" value="0.05" units="cm"/>
      <inkml:brushProperty name="height" value="0.05" units="cm"/>
      <inkml:brushProperty name="color" value="#66CC00"/>
    </inkml:brush>
  </inkml:definitions>
  <inkml:trace contextRef="#ctx0" brushRef="#br0">1 1 24575,'78'0'0,"491"18"0,16 11 0,423-31 0,-547 3 0,-441 0 0,0 1 0,0 0 0,-1 1 0,24 7 0,74 30 0,-1 0 0,-96-35 0,0 0 0,0-1 0,1-2 0,20 1 0,94-6-1365,-116 2-5461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2.653"/>
    </inkml:context>
    <inkml:brush xml:id="br0">
      <inkml:brushProperty name="width" value="0.05" units="cm"/>
      <inkml:brushProperty name="height" value="0.05" units="cm"/>
      <inkml:brushProperty name="color" value="#66CC00"/>
    </inkml:brush>
  </inkml:definitions>
  <inkml:trace contextRef="#ctx0" brushRef="#br0">1 1436 24575,'-1'-39'0,"4"-79"0,-1 99 0,0 1 0,1 0 0,1 0 0,9-24 0,-4 21 0,-1 0 0,-2 0 0,0 0 0,-1-1 0,-1 0 0,-1 0 0,0-35 0,-6-604 113,4 390-1591,-1 246-5348</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3.898"/>
    </inkml:context>
    <inkml:brush xml:id="br0">
      <inkml:brushProperty name="width" value="0.05" units="cm"/>
      <inkml:brushProperty name="height" value="0.05" units="cm"/>
      <inkml:brushProperty name="color" value="#66CC00"/>
    </inkml:brush>
  </inkml:definitions>
  <inkml:trace contextRef="#ctx0" brushRef="#br0">3559 1 24575,'-3472'0'0,"3405"0"-1365,47 0-5461</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3:54.299"/>
    </inkml:context>
    <inkml:brush xml:id="br0">
      <inkml:brushProperty name="width" value="0.05" units="cm"/>
      <inkml:brushProperty name="height" value="0.05" units="cm"/>
      <inkml:brushProperty name="color" value="#66CC00"/>
    </inkml:brush>
  </inkml:definitions>
  <inkml:trace contextRef="#ctx0" brushRef="#br0">0 1 24575,'0'0'-8191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01.032"/>
    </inkml:context>
    <inkml:brush xml:id="br0">
      <inkml:brushProperty name="width" value="0.05" units="cm"/>
      <inkml:brushProperty name="height" value="0.05" units="cm"/>
      <inkml:brushProperty name="color" value="#66CC00"/>
    </inkml:brush>
  </inkml:definitions>
  <inkml:trace contextRef="#ctx0" brushRef="#br0">0 0 24575,'2395'0'0,"-2356"1"0,0 1 0,-1 2 0,1 2 0,59 17 0,220 56 0,-265-69 0,108 4 0,57-14 0,-97-2 0,467 2-1365,-569 0-5461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05.814"/>
    </inkml:context>
    <inkml:brush xml:id="br0">
      <inkml:brushProperty name="width" value="0.05" units="cm"/>
      <inkml:brushProperty name="height" value="0.05" units="cm"/>
      <inkml:brushProperty name="color" value="#66CC00"/>
    </inkml:brush>
  </inkml:definitions>
  <inkml:trace contextRef="#ctx0" brushRef="#br0">0 2 24575,'342'-1'-79,"277"1"-277,-5 23 132,-436-11 224,395 30 0,-5 25 0,-353-33 0,241 34 0,5-35 0,353 34 659,-616-39-659,337 93 0,-63-4 0,-438-111 0,0 2 0,-1 2 0,-1 0 0,1 3 0,-2 0 0,0 2 0,-1 2 0,46 31 0,18 28 0,-4 3 0,-3 4 0,129 159 0,-155-160 0,52 90 0,-94-139 0,-2 1 0,-2 1 0,-1 0 0,18 69 0,-27-74 0,-2 0 0,0 1 0,-2-1 0,-4 44 0,1 2 0,2 59-1365,0-115-5461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06.344"/>
    </inkml:context>
    <inkml:brush xml:id="br0">
      <inkml:brushProperty name="width" value="0.05" units="cm"/>
      <inkml:brushProperty name="height" value="0.05" units="cm"/>
      <inkml:brushProperty name="color" value="#66CC00"/>
    </inkml:brush>
  </inkml:definitions>
  <inkml:trace contextRef="#ctx0" brushRef="#br0">1 1 24575,'0'0'-8191</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4:16.732"/>
    </inkml:context>
    <inkml:brush xml:id="br0">
      <inkml:brushProperty name="width" value="0.05" units="cm"/>
      <inkml:brushProperty name="height" value="0.05" units="cm"/>
      <inkml:brushProperty name="color" value="#66CC00"/>
    </inkml:brush>
  </inkml:definitions>
  <inkml:trace contextRef="#ctx0" brushRef="#br0">0 1 24575,'0'48'0,"2"0"0,2 0 0,3-1 0,17 68 0,17 50 0,-35-129 0,-1 0 0,0 63 0,-7-14 0,2 97 0,2-167 0,1 0 0,1 0 0,1 0 0,-1-1 0,12 23 0,-9-24 0,-1 1 0,-1 0 0,-1 0 0,0 0 0,0 1 0,1 17 0,-5 80-1365,-1-92-5461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07.811"/>
    </inkml:context>
    <inkml:brush xml:id="br0">
      <inkml:brushProperty name="width" value="0.035" units="cm"/>
      <inkml:brushProperty name="height" value="0.035" units="cm"/>
    </inkml:brush>
  </inkml:definitions>
  <inkml:trace contextRef="#ctx0" brushRef="#br0">16 227 744 0 0,'-16'-40'3211'0'0,"18"64"699"0"0,-2-5-3263 0 0,6 24 357 0 0,4 19-143 0 0,-2-6-353 0 0,-1-2 131 0 0,28 105 0 0 0,-18-107-161 0 0,40 86 0 0 0,-49-122-433 0 0,0 0-1 0 0,1-1 1 0 0,1-1-1 0 0,0 1 0 0 0,1-2 1 0 0,1 1-1 0 0,0-2 1 0 0,1 1-1 0 0,21 14 0 0 0,-30-24-10 0 0,0 0-1 0 0,0 0 0 0 0,1-1 0 0 0,-1 1 0 0 0,1-1 0 0 0,-1 0 1 0 0,1-1-1 0 0,0 1 0 0 0,0-1 0 0 0,0 0 0 0 0,0 0 0 0 0,0 0 1 0 0,0-1-1 0 0,0 0 0 0 0,0 0 0 0 0,0 0 0 0 0,0-1 0 0 0,0 1 1 0 0,0-1-1 0 0,0-1 0 0 0,0 1 0 0 0,-1-1 0 0 0,1 1 0 0 0,0-1 1 0 0,-1 0-1 0 0,1-1 0 0 0,-1 1 0 0 0,0-1 0 0 0,0 0 0 0 0,0 0 1 0 0,0 0-1 0 0,0-1 0 0 0,6-7 0 0 0,6-10 23 0 0,-1 0 0 0 0,0-1 0 0 0,-2-1 0 0 0,-1 0-1 0 0,0-1 1 0 0,-2 0 0 0 0,-1 0 0 0 0,0-1 0 0 0,-2 0 0 0 0,-1-1 0 0 0,3-33 0 0 0,-2-10-47 0 0,-3-1 1 0 0,-3 0 0 0 0,-9-72-1 0 0,7 119-19 0 0,1 10 18 0 0,-1 0 0 0 0,0 0-1 0 0,-1 0 1 0 0,-1 0 0 0 0,0 0 0 0 0,-8-22-1 0 0,10 33-2 0 0,0-1-1 0 0,-1 1 0 0 0,1 0 0 0 0,0 0 1 0 0,-1 0-1 0 0,1 0 0 0 0,-1 0 1 0 0,-3-3-1 0 0,-11-2-341 0 0,16 7 335 0 0,0 0 0 0 0,0 0 0 0 0,0 0 0 0 0,0-1 0 0 0,0 1 1 0 0,-1 0-1 0 0,1 0 0 0 0,0 0 0 0 0,0 0 0 0 0,0 0 0 0 0,0 0 0 0 0,0 0 0 0 0,0 0 1 0 0,-1 0-1 0 0,1 0 0 0 0,0 0 0 0 0,0 0 0 0 0,0 0 0 0 0,0 0 0 0 0,0 0 1 0 0,-1 0-1 0 0,1 0 0 0 0,0 0 0 0 0,0 0 0 0 0,0 0 0 0 0,0 0 0 0 0,0 0 1 0 0,0 1-1 0 0,-1-1 0 0 0,1 0 0 0 0,0 0 0 0 0,0 0 0 0 0,0 0 0 0 0,0 0 1 0 0,0 0-1 0 0,0 0 0 0 0,0 0 0 0 0,0 0 0 0 0,-1 1 0 0 0,1-1 0 0 0,0 0 1 0 0,0 0-1 0 0,0 0 0 0 0,0 0 0 0 0,0 0 0 0 0,0 0 0 0 0,0 1 0 0 0,0-1 1 0 0,0 0-1 0 0,0 0 0 0 0,0 0 0 0 0,0 0 0 0 0,0 0 0 0 0,0 1 0 0 0,0-1 0 0 0,0 0 1 0 0,0 0-1 0 0,0 0 0 0 0,0 0 0 0 0,0 0 0 0 0,0 0 0 0 0,0 1 0 0 0,1-1 1 0 0,-1 1-14 0 0,3 56 21 0 0,3-1 0 0 0,3 0-1 0 0,23 83 1 0 0,3 15 82 0 0,-29-116-157 0 0,2 0 0 0 0,1 0 0 0 0,23 56 0 0 0,-26-81 92 0 0,0 1 0 0 0,1-1 0 0 0,1-1-1 0 0,0 0 1 0 0,1 0 0 0 0,1 0 0 0 0,19 18 0 0 0,-23-25 11 0 0,-1 0 0 0 0,1-1 0 0 0,0 0 0 0 0,0 0 0 0 0,1-1 0 0 0,-1 1 0 0 0,13 3 0 0 0,-14-6-11 0 0,-1 0 0 0 0,1 0 0 0 0,-1 0 0 0 0,1-1 0 0 0,-1 1 1 0 0,1-1-1 0 0,-1-1 0 0 0,1 1 0 0 0,-1 0 0 0 0,1-1 0 0 0,-1 0 0 0 0,1 0 1 0 0,5-3-1 0 0,-1 0 15 0 0,0 0 1 0 0,-1-1-1 0 0,0-1 1 0 0,0 1-1 0 0,0-1 1 0 0,0 0-1 0 0,-1-1 1 0 0,9-10-1 0 0,1-3 83 0 0,27-43 0 0 0,-27 35-90 0 0,-2-2 0 0 0,-1 0 0 0 0,-1-1 1 0 0,-2 0-1 0 0,-1-1 0 0 0,-2 0 1 0 0,9-61-1 0 0,-7-6-10 0 0,-4-123 0 0 0,-6 199-66 0 0,1 13 27 0 0,-1 1-1 0 0,0-1 1 0 0,0 1-1 0 0,-1-1 1 0 0,0 1-1 0 0,-1 0 1 0 0,0-1-1 0 0,-5-13 1 0 0,6 21 20 0 0,-1 0-1 0 0,1 0 1 0 0,-1 0-1 0 0,0 0 1 0 0,1 0 0 0 0,-1 0-1 0 0,0 0 1 0 0,0 1 0 0 0,0-1-1 0 0,0 1 1 0 0,0-1-1 0 0,-1 1 1 0 0,1 0 0 0 0,-4-2-1 0 0,5 3-4 0 0,0 0-1 0 0,0-1 1 0 0,0 1-1 0 0,0 0 1 0 0,0-1-1 0 0,0 1 1 0 0,0 0-1 0 0,0 0 1 0 0,0 0-1 0 0,0 0 1 0 0,-1 0 0 0 0,1 0-1 0 0,0 0 1 0 0,0 0-1 0 0,0 1 1 0 0,0-1-1 0 0,0 0 1 0 0,0 1-1 0 0,0-1 1 0 0,0 1-1 0 0,0-1 1 0 0,0 1-1 0 0,0-1 1 0 0,0 1-1 0 0,0 0 1 0 0,0-1-1 0 0,1 1 1 0 0,-1 0-1 0 0,0 0 1 0 0,0 0 0 0 0,1-1-1 0 0,-1 1 1 0 0,1 0-1 0 0,-2 2 1 0 0,0 4 16 0 0,0 0 1 0 0,1 1-1 0 0,0-1 0 0 0,0 1 1 0 0,0-1-1 0 0,1 1 1 0 0,0-1-1 0 0,1 1 1 0 0,0-1-1 0 0,0 1 0 0 0,0-1 1 0 0,3 8-1 0 0,0-1 19 0 0,1-1 0 0 0,0 0 0 0 0,1 0 0 0 0,0 0-1 0 0,1 0 1 0 0,16 20 0 0 0,60 65-28 0 0,-51-63 47 0 0,-11-12-15 0 0,23 26 75 0 0,-2 1 0 0 0,47 73 0 0 0,-89-123-111 0 0,51 93 86 0 0,-46-81-69 0 0,0 0 1 0 0,0 0 0 0 0,-2 0-1 0 0,1 1 1 0 0,-2-1 0 0 0,2 14-1 0 0,-4-22 0 0 0,1 0 0 0 0,-1 0-1 0 0,0 0 1 0 0,0 0-1 0 0,-1 0 1 0 0,1 0 0 0 0,-1 0-1 0 0,0-1 1 0 0,0 1-1 0 0,0 0 1 0 0,0 0 0 0 0,-1-1-1 0 0,0 1 1 0 0,0-1-1 0 0,1 1 1 0 0,-2-1 0 0 0,-3 5-1 0 0,0-2 29 0 0,0-1 0 0 0,0 0 0 0 0,0-1 0 0 0,-1 1 0 0 0,0-1 0 0 0,0-1 0 0 0,0 1 0 0 0,-9 2 0 0 0,-2 1 30 0 0,-1-2-1 0 0,-1 0 0 0 0,1-1 1 0 0,0 0-1 0 0,-1-2 0 0 0,0 0 1 0 0,0-2-1 0 0,1 0 0 0 0,-32-4 1 0 0,13-2-415 0 0,1-2-1 0 0,0-1 1 0 0,0-1 0 0 0,-36-17 0 0 0,62 22-719 0 0,1 1 1 0 0,-1-1-1 0 0,1-1 1 0 0,0 0-1 0 0,-9-8 1 0 0,15 11 383 0 0,1 0 0 0 0,0 0 0 0 0,0-1 1 0 0,0 1-1 0 0,0-1 0 0 0,0 0 0 0 0,1 0 0 0 0,-1 0 0 0 0,1 0 1 0 0,0 0-1 0 0,0 0 0 0 0,1-1 0 0 0,-2-7 0 0 0,0-11-493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08.288"/>
    </inkml:context>
    <inkml:brush xml:id="br0">
      <inkml:brushProperty name="width" value="0.035" units="cm"/>
      <inkml:brushProperty name="height" value="0.035" units="cm"/>
    </inkml:brush>
  </inkml:definitions>
  <inkml:trace contextRef="#ctx0" brushRef="#br0">1 401 3840 0 0,'9'8'240'0'0,"1"-1"0"0"0,0-1 1 0 0,0 1-1 0 0,1-2 0 0 0,0 1 0 0 0,0-1 1 0 0,0-1-1 0 0,1 0 0 0 0,-1-1 0 0 0,1 0 1 0 0,0-1-1 0 0,0 0 0 0 0,0-1 0 0 0,0 0 1 0 0,0-1-1 0 0,0 0 0 0 0,21-4 0 0 0,-1-1 429 0 0,-1-2-1 0 0,1-1 1 0 0,-1-1-1 0 0,-1-2 1 0 0,41-20-1 0 0,-40 16-245 0 0,-1-2-1 0 0,45-32 0 0 0,-61 38-330 0 0,0 0 1 0 0,-1-1-1 0 0,0 0 0 0 0,-1-1 1 0 0,-1 0-1 0 0,19-28 0 0 0,-25 32-41 0 0,-1 1-1 0 0,0-1 0 0 0,5-17 1 0 0,-7 21-31 0 0,-1-1 1 0 0,0 1 0 0 0,0 0-1 0 0,0-1 1 0 0,-1 1-1 0 0,1-1 1 0 0,-1 1 0 0 0,-1-1-1 0 0,1 1 1 0 0,-1 0-1 0 0,0-1 1 0 0,0 1 0 0 0,-4-10-1 0 0,4 12-10 0 0,-1-1-1 0 0,-1 0 1 0 0,1 1-1 0 0,-1 0 1 0 0,1-1-1 0 0,-1 1 0 0 0,0 0 1 0 0,0 0-1 0 0,0 1 1 0 0,-1-1-1 0 0,1 1 1 0 0,-1-1-1 0 0,1 1 0 0 0,-1 0 1 0 0,0 0-1 0 0,0 1 1 0 0,1-1-1 0 0,-7-1 1 0 0,1 1-11 0 0,1 1 1 0 0,0 0 0 0 0,0 0-1 0 0,0 0 1 0 0,0 1-1 0 0,-1 0 1 0 0,1 1 0 0 0,0 0-1 0 0,0 0 1 0 0,0 0 0 0 0,-13 5-1 0 0,-3 3 20 0 0,0 1 0 0 0,-34 19 0 0 0,31-14 200 0 0,1 1 0 0 0,0 1 0 0 0,-41 36 0 0 0,56-42-48 0 0,0 0-1 0 0,1 1 1 0 0,0 0-1 0 0,1 0 1 0 0,0 1-1 0 0,1 0 1 0 0,0 0-1 0 0,2 1 1 0 0,-11 28-1 0 0,12-24-67 0 0,1-1 0 0 0,0 1 0 0 0,2-1 0 0 0,0 1 0 0 0,1 0 0 0 0,0 0-1 0 0,2 0 1 0 0,0 0 0 0 0,1-1 0 0 0,1 1 0 0 0,0 0 0 0 0,2-1 0 0 0,0 0 0 0 0,1 0 0 0 0,0 0 0 0 0,1-1 0 0 0,1 0 0 0 0,1 0-1 0 0,0-1 1 0 0,1 0 0 0 0,1-1 0 0 0,0 0 0 0 0,1-1 0 0 0,19 17 0 0 0,-14-15-4 0 0,2-1 0 0 0,0 0 0 0 0,0-2 0 0 0,1 0 0 0 0,1-1 0 0 0,37 14 0 0 0,-41-19 3 0 0,1-1-1 0 0,0-1 1 0 0,0 0 0 0 0,0-1 0 0 0,0-1 0 0 0,1 0 0 0 0,-1-2-1 0 0,36-3 1 0 0,-44 2-83 0 0,0-2 0 0 0,-1 1-1 0 0,1-1 1 0 0,0-1 0 0 0,-1 1-1 0 0,0-2 1 0 0,0 1 0 0 0,9-7-1 0 0,-7 4-742 0 0,-1-1-1 0 0,0 0 0 0 0,10-11 1 0 0,14-23-5194 0 0,-11-1-4393 0 0,-18 33 7705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0.837"/>
    </inkml:context>
    <inkml:brush xml:id="br0">
      <inkml:brushProperty name="width" value="0.035" units="cm"/>
      <inkml:brushProperty name="height" value="0.035" units="cm"/>
    </inkml:brush>
  </inkml:definitions>
  <inkml:trace contextRef="#ctx0" brushRef="#br0">112 163 3280 0 0,'-1'-1'91'0'0,"0"0"0"0"0,0 1 1 0 0,0-1-1 0 0,0 1 0 0 0,1-1 0 0 0,-1 1 0 0 0,0 0 0 0 0,0-1 1 0 0,0 1-1 0 0,0 0 0 0 0,0 0 0 0 0,0 0 0 0 0,0-1 0 0 0,-1 1 1 0 0,1 0-1 0 0,0 0 0 0 0,0 1 0 0 0,0-1 0 0 0,0 0 0 0 0,0 0 1 0 0,-1 1-1 0 0,1 0-101 0 0,0 0 1 0 0,0 0 0 0 0,1 0-1 0 0,-1 0 1 0 0,0 0 0 0 0,0 0-1 0 0,0 0 1 0 0,1 1-1 0 0,-1-1 1 0 0,1 0 0 0 0,-1 0-1 0 0,1 1 1 0 0,0-1 0 0 0,-1 0-1 0 0,1 1 1 0 0,0-1-1 0 0,0 1 1 0 0,0-1 0 0 0,0 3-1 0 0,-2 37 1303 0 0,3 0 1 0 0,6 49-1 0 0,21 82 2064 0 0,-13-84-2262 0 0,8 65 93 0 0,-7 9-555 0 0,23 303 1530 0 0,-38-437-1933 0 0,-1-19 111 0 0,0-9-309 0 0,0 0 0 0 0,0 0 0 0 0,0 0-1 0 0,0 0 1 0 0,-1 0 0 0 0,1 0-1 0 0,0 0 1 0 0,0 0 0 0 0,0 0-1 0 0,0 0 1 0 0,0 0 0 0 0,0 0-1 0 0,0 0 1 0 0,0 0 0 0 0,0 0-1 0 0,0 0 1 0 0,0 0 0 0 0,0 0 0 0 0,0 0-1 0 0,0 0 1 0 0,0 0 0 0 0,0 0-1 0 0,0 0 1 0 0,0 0 0 0 0,0 0-1 0 0,0 0 1 0 0,0 0 0 0 0,0 0-1 0 0,0 0 1 0 0,0 0 0 0 0,0 0-1 0 0,-1 1 1 0 0,1-1 0 0 0,0 0 0 0 0,-40-128 57 0 0,-24-96-1343 0 0,56 185 1049 0 0,-62-333-866 0 0,58 289 1175 0 0,5-1 0 0 0,4-124 0 0 0,4 186 5 0 0,1-1 0 0 0,1 0-1 0 0,1 0 1 0 0,7-21 0 0 0,-8 34-83 0 0,0 1-1 0 0,1 1 0 0 0,0-1 1 0 0,0 1-1 0 0,1-1 1 0 0,0 1-1 0 0,1 0 0 0 0,0 1 1 0 0,0-1-1 0 0,1 1 1 0 0,-1 1-1 0 0,11-9 0 0 0,-8 9-58 0 0,0 0 0 0 0,0 0 0 0 0,1 1-1 0 0,-1 0 1 0 0,1 1 0 0 0,0 0 0 0 0,0 1-1 0 0,1 0 1 0 0,-1 0 0 0 0,15-1 0 0 0,-17 3 21 0 0,0 1 1 0 0,0 0-1 0 0,0 0 1 0 0,0 1-1 0 0,0 0 1 0 0,-1 0 0 0 0,1 1-1 0 0,0 0 1 0 0,-1 0-1 0 0,1 1 1 0 0,-1 0-1 0 0,0 0 1 0 0,0 1-1 0 0,13 8 1 0 0,-3 3-18 0 0,0 0 0 0 0,-1 1 1 0 0,-1 1-1 0 0,-1 0 0 0 0,0 1 0 0 0,21 37 1 0 0,-11-12-95 0 0,-2 1 0 0 0,28 84 1 0 0,-46-117 114 0 0,16 49 76 0 0,-3 1 0 0 0,-2 1 0 0 0,-4 0 0 0 0,-2 0 0 0 0,-2 1 0 0 0,-4 105 0 0 0,-4-145 11 0 0,-1 1 1 0 0,-1-1-1 0 0,-1 0 0 0 0,-2 0 1 0 0,-9 28-1 0 0,10-40-6 0 0,1 0-1 0 0,-2 0 0 0 0,1-1 1 0 0,-1 1-1 0 0,-1-1 0 0 0,0-1 1 0 0,0 1-1 0 0,-1-2 1 0 0,0 1-1 0 0,-1-1 0 0 0,0 0 1 0 0,-13 9-1 0 0,10-10 65 0 0,0 0 0 0 0,-1 0 0 0 0,0-1 0 0 0,-1-1 0 0 0,1 0 0 0 0,-1-1 0 0 0,0 0 0 0 0,0-1 0 0 0,0-1 0 0 0,0 0 0 0 0,0-1 0 0 0,-21-1 0 0 0,24-1-396 0 0,0 0 1 0 0,0-1-1 0 0,0 0 1 0 0,0-1-1 0 0,1 0 1 0 0,-1-1 0 0 0,-12-6-1 0 0,15 6-854 0 0,0-1-1 0 0,0 0 1 0 0,1 0 0 0 0,-1-1-1 0 0,1 0 1 0 0,1 0 0 0 0,-1 0-1 0 0,1-1 1 0 0,-8-12-1 0 0,-8-19-4464 0 0,15 26 3966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1.201"/>
    </inkml:context>
    <inkml:brush xml:id="br0">
      <inkml:brushProperty name="width" value="0.035" units="cm"/>
      <inkml:brushProperty name="height" value="0.035" units="cm"/>
    </inkml:brush>
  </inkml:definitions>
  <inkml:trace contextRef="#ctx0" brushRef="#br0">61 518 6569 0 0,'16'-5'554'0'0,"0"1"-1"0"0,1 0 1 0 0,-1 2 0 0 0,31-3-1 0 0,-30 4-809 0 0,1-1 0 0 0,28-6 0 0 0,-33 3 393 0 0,0-1-1 0 0,-1 1 1 0 0,0-2-1 0 0,0 0 1 0 0,0 0 0 0 0,-1-1-1 0 0,0-1 1 0 0,0 0-1 0 0,-1 0 1 0 0,-1-1 0 0 0,1 0-1 0 0,14-22 1 0 0,-18 23 145 0 0,0 0 0 0 0,0-1 1 0 0,-1 0-1 0 0,0 0 0 0 0,0 0 1 0 0,-1 0-1 0 0,-1-1 0 0 0,0 1 1 0 0,0-1-1 0 0,-1 0 0 0 0,0 0 1 0 0,-1 0-1 0 0,0 0 0 0 0,-1 0 1 0 0,0-1-1 0 0,-3-12 0 0 0,1 14 28 0 0,-1 0 0 0 0,-1 0 0 0 0,0 0 0 0 0,-6-12 0 0 0,7 16-158 0 0,-1 1 1 0 0,1-1-1 0 0,-1 0 1 0 0,0 1-1 0 0,0 0 1 0 0,0 0-1 0 0,-8-6 1 0 0,4 4-53 0 0,-1 0 1 0 0,0 1 0 0 0,0 0-1 0 0,0 1 1 0 0,-1 0 0 0 0,0 1-1 0 0,0 0 1 0 0,0 0 0 0 0,0 1-1 0 0,-1 0 1 0 0,1 1 0 0 0,-1 0-1 0 0,0 1 1 0 0,1 0-1 0 0,-1 1 1 0 0,0 0 0 0 0,-11 2-1 0 0,13-2-139 0 0,0 2-1 0 0,0-1 1 0 0,1 1-1 0 0,-1 0 1 0 0,1 1-1 0 0,-1 0 1 0 0,1 1-1 0 0,0-1 0 0 0,0 2 1 0 0,0-1-1 0 0,1 1 1 0 0,-1 0-1 0 0,1 0 1 0 0,1 1-1 0 0,-1 0 1 0 0,1 1-1 0 0,0-1 1 0 0,0 1-1 0 0,1 0 0 0 0,-1 0 1 0 0,2 1-1 0 0,-7 13 1 0 0,4-5-771 0 0,0 0 0 0 0,-6 30 0 0 0,9-28-559 0 0,1 1 0 0 0,1-1-1 0 0,0 1 1 0 0,2 0 0 0 0,0 0 0 0 0,1 0-1 0 0,1-1 1 0 0,6 28 0 0 0,26 60-2558 0 0,-33-102 3799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1.455"/>
    </inkml:context>
    <inkml:brush xml:id="br0">
      <inkml:brushProperty name="width" value="0.035" units="cm"/>
      <inkml:brushProperty name="height" value="0.035" units="cm"/>
    </inkml:brush>
  </inkml:definitions>
  <inkml:trace contextRef="#ctx0" brushRef="#br0">13 16 7401 0 0,'-8'-12'2920'0'0,"4"9"-2295"0"0,4 7-1196 0 0,22 123 4963 0 0,-11-52-2323 0 0,3 4-585 0 0,15 96 339 0 0,-21-108-1503 0 0,-6-41-297 0 0,-2-17-291 0 0,1 1 1 0 0,0-1 0 0 0,0 1-1 0 0,1-1 1 0 0,4 14-1 0 0,-1-18-4662 0 0,3-13-2160 0 0,2-21 1873 0 0,-6 9 3581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1.728"/>
    </inkml:context>
    <inkml:brush xml:id="br0">
      <inkml:brushProperty name="width" value="0.035" units="cm"/>
      <inkml:brushProperty name="height" value="0.035" units="cm"/>
    </inkml:brush>
  </inkml:definitions>
  <inkml:trace contextRef="#ctx0" brushRef="#br0">89 15 8649 0 0,'1'-1'266'0'0,"0"0"1"0"0,0 0-1 0 0,0 0 1 0 0,-1 0-1 0 0,1 0 0 0 0,0 0 1 0 0,0 0-1 0 0,0 0 0 0 0,0 0 1 0 0,1 1-1 0 0,-1-1 1 0 0,0 0-1 0 0,0 1 0 0 0,0-1 1 0 0,1 1-1 0 0,-1 0 0 0 0,0-1 1 0 0,2 1-1 0 0,30 1-1283 0 0,-29-1 1062 0 0,57 6-163 0 0,0 3 0 0 0,-1 3-1 0 0,85 26 1 0 0,-125-30 337 0 0,1 1-1 0 0,-1 1 0 0 0,0 0 1 0 0,-1 1-1 0 0,28 22 0 0 0,-36-24-71 0 0,-1 1 0 0 0,0 0-1 0 0,0 0 1 0 0,-1 1 0 0 0,0 1-1 0 0,-1-1 1 0 0,0 1-1 0 0,-1 1 1 0 0,10 22 0 0 0,-15-30-102 0 0,0-1 1 0 0,0 1 0 0 0,0 0 0 0 0,-1 0 0 0 0,1 0 0 0 0,-1 0-1 0 0,-1 0 1 0 0,1 0 0 0 0,-1 0 0 0 0,0 0 0 0 0,0 0-1 0 0,0 0 1 0 0,-1 0 0 0 0,1 0 0 0 0,-1 0 0 0 0,-1 0 0 0 0,1 0-1 0 0,-1 0 1 0 0,1-1 0 0 0,-2 1 0 0 0,-2 6 0 0 0,0-5 23 0 0,0 0-1 0 0,0-1 1 0 0,-1 0 0 0 0,0 0 0 0 0,1 0 0 0 0,-2 0 0 0 0,-8 4-1 0 0,-11 6 78 0 0,-1-1-1 0 0,0-2 0 0 0,0-1 1 0 0,-53 14-1 0 0,36-15-112 0 0,-1-2 1 0 0,-72 4-1 0 0,99-12-326 0 0,0 1-1 0 0,0-2 1 0 0,0-1 0 0 0,0 0 0 0 0,-20-5-1 0 0,30 5-422 0 0,0-1 0 0 0,0 0 0 0 0,1 0 0 0 0,-1 0 0 0 0,1-1 0 0 0,0 0 0 0 0,-1-1 0 0 0,2 1 1 0 0,-1-2-1 0 0,1 1 0 0 0,-1 0 0 0 0,2-1 0 0 0,-11-12 0 0 0,11 9-133 0 0,-1 0 0 0 0,1-1 0 0 0,0 1 0 0 0,-3-12 0 0 0,2 0-542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1.937"/>
    </inkml:context>
    <inkml:brush xml:id="br0">
      <inkml:brushProperty name="width" value="0.035" units="cm"/>
      <inkml:brushProperty name="height" value="0.035" units="cm"/>
    </inkml:brush>
  </inkml:definitions>
  <inkml:trace contextRef="#ctx0" brushRef="#br0">537 29 7617 0 0,'-56'-28'4057'0'0,"-13"29"-3881"0"0,5 14 584 0 0,-32 9 2697 0 0,6 12-1193 0 0,17-6-1615 0 0,22 12-561 0 0,25 1-1337 0 0,14-2-5376 0 0,20 1-2905 0 0,-3-34 7874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2.411"/>
    </inkml:context>
    <inkml:brush xml:id="br0">
      <inkml:brushProperty name="width" value="0.035" units="cm"/>
      <inkml:brushProperty name="height" value="0.035" units="cm"/>
    </inkml:brush>
  </inkml:definitions>
  <inkml:trace contextRef="#ctx0" brushRef="#br0">122 295 10170 0 0,'0'-1'90'0'0,"0"1"1"0"0,-1-1-1 0 0,1 1 0 0 0,-1-1 1 0 0,1 1-1 0 0,-1 0 0 0 0,1-1 1 0 0,-1 1-1 0 0,1 0 0 0 0,-1-1 1 0 0,0 1-1 0 0,1 0 1 0 0,-1 0-1 0 0,1 0 0 0 0,-1 0 1 0 0,0-1-1 0 0,1 1 0 0 0,-1 0 1 0 0,0 0-1 0 0,1 0 0 0 0,-1 0 1 0 0,0 0-1 0 0,1 0 0 0 0,-1 1 1 0 0,1-1-1 0 0,-1 0 0 0 0,0 0 1 0 0,1 0-1 0 0,-2 1 0 0 0,2 0-76 0 0,-1 0-1 0 0,0 0 1 0 0,1 0-1 0 0,0 0 1 0 0,-1 0-1 0 0,1 0 1 0 0,0 0-1 0 0,-1 1 1 0 0,1-1-1 0 0,0 0 1 0 0,0 0-1 0 0,0 0 1 0 0,0 0-1 0 0,0 0 0 0 0,0 2 1 0 0,2 13-539 0 0,8 31 0 0 0,-7-38 854 0 0,69 417 4637 0 0,-63-362-4833 0 0,49 390 761 0 0,-46-335-812 0 0,-2-22 543 0 0,-11-88 18 0 0,-5-22-61 0 0,5 11-537 0 0,-103-260 434 0 0,6-90-555 0 0,74 235-185 0 0,-14-196-1 0 0,36 277 187 0 0,1-1 0 0 0,2 1-1 0 0,1 0 1 0 0,2-1-1 0 0,9-38 1 0 0,-10 63 46 0 0,0 0 0 0 0,1 0 0 0 0,1 1 0 0 0,0-1 0 0 0,0 1 0 0 0,1 0 0 0 0,1 0 0 0 0,0 1 0 0 0,0 0 1 0 0,1 0-1 0 0,0 1 0 0 0,0 0 0 0 0,1 0 0 0 0,1 1 0 0 0,0 0 0 0 0,0 1 0 0 0,20-12 0 0 0,-15 12-8 0 0,0 0 0 0 0,1 1 0 0 0,0 0 0 0 0,0 1 0 0 0,0 1 0 0 0,1 1 0 0 0,0 1 0 0 0,-1 0 0 0 0,1 1 0 0 0,0 0 0 0 0,0 2 0 0 0,0 0 0 0 0,0 1 0 0 0,-1 0 0 0 0,30 9 1 0 0,-29-4 19 0 0,-1 0 0 0 0,1 1 0 0 0,-2 1 0 0 0,1 0 0 0 0,-1 1 0 0 0,-1 1 0 0 0,0 0 1 0 0,21 22-1 0 0,-18-15 7 0 0,-1 1 0 0 0,-1 1 0 0 0,0 0-1 0 0,-2 0 1 0 0,21 43 0 0 0,-27-46 45 0 0,-1-1-1 0 0,0 1 0 0 0,-2 0 1 0 0,0 1-1 0 0,0-1 1 0 0,-2 1-1 0 0,0-1 0 0 0,-1 1 1 0 0,-1 0-1 0 0,-4 29 1 0 0,2-31 15 0 0,0 0 0 0 0,-2-1 1 0 0,0 1-1 0 0,-1-1 0 0 0,0 0 1 0 0,-2 0-1 0 0,1-1 0 0 0,-2 1 1 0 0,0-2-1 0 0,0 1 0 0 0,-1-1 1 0 0,-1 0-1 0 0,0-1 0 0 0,-1 0 1 0 0,-1-1-1 0 0,-12 10 0 0 0,-1-2-79 0 0,0-1 0 0 0,-1-1-1 0 0,0-1 1 0 0,-1-2 0 0 0,-1-1-1 0 0,0-1 1 0 0,-36 10 0 0 0,39-14-1750 0 0,0-2-1 0 0,-45 5 1 0 0,62-10 752 0 0,-1-1 0 0 0,0 1-1 0 0,1-1 1 0 0,-1-1-1 0 0,1 0 1 0 0,-1 0 0 0 0,1 0-1 0 0,0-1 1 0 0,-1-1-1 0 0,1 1 1 0 0,-8-5-1 0 0,15 7 948 0 0,0-1-1 0 0,0 0 1 0 0,0 1-1 0 0,0-1 0 0 0,0 0 1 0 0,0 0-1 0 0,1 1 1 0 0,-1-1-1 0 0,0 0 0 0 0,1 0 1 0 0,-1 0-1 0 0,0 0 1 0 0,1 0-1 0 0,-1 0 0 0 0,1 0 1 0 0,0 0-1 0 0,-1 0 0 0 0,1 0 1 0 0,0 0-1 0 0,-1 0 1 0 0,1-2-1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3.146"/>
    </inkml:context>
    <inkml:brush xml:id="br0">
      <inkml:brushProperty name="width" value="0.035" units="cm"/>
      <inkml:brushProperty name="height" value="0.035" units="cm"/>
    </inkml:brush>
  </inkml:definitions>
  <inkml:trace contextRef="#ctx0" brushRef="#br0">482 475 4833 0 0,'8'-57'5235'0'0,"1"-26"-4594"0"0,-8 73-362 0 0,-1 0 0 0 0,-1 1 0 0 0,0-1 0 0 0,0 0 0 0 0,-1 0 0 0 0,-4-12 0 0 0,4 17-167 0 0,0 0-1 0 0,0 1 0 0 0,0-1 1 0 0,-1 1-1 0 0,0 0 0 0 0,0 0 1 0 0,0 0-1 0 0,0 0 0 0 0,0 1 1 0 0,-1-1-1 0 0,0 1 0 0 0,0 0 1 0 0,0 0-1 0 0,0 0 0 0 0,0 0 1 0 0,0 1-1 0 0,-1 0 0 0 0,1 0 1 0 0,-1 0-1 0 0,-8-2 0 0 0,5 2-10 0 0,0 0-1 0 0,-1 1 1 0 0,1 0 0 0 0,-1 0-1 0 0,1 1 1 0 0,-1 0-1 0 0,1 1 1 0 0,-1 0-1 0 0,1 0 1 0 0,-1 1-1 0 0,-14 4 1 0 0,6 2 68 0 0,1 0 1 0 0,0 1-1 0 0,0 0 0 0 0,1 1 1 0 0,0 1-1 0 0,1 0 0 0 0,0 2 1 0 0,-22 24-1 0 0,21-21 29 0 0,2 1-1 0 0,0 0 1 0 0,-13 25 0 0 0,15-21-111 0 0,2 0-1 0 0,0 1 1 0 0,2-1 0 0 0,0 2-1 0 0,1-1 1 0 0,-2 25 0 0 0,4-14-23 0 0,1 0-1 0 0,2 0 1 0 0,4 48 0 0 0,-1-62-74 0 0,0-1 1 0 0,1 0-1 0 0,1 0 0 0 0,1 0 1 0 0,1-1-1 0 0,15 33 0 0 0,-16-41-9 0 0,0 0-1 0 0,0-1 0 0 0,1 1 1 0 0,0-1-1 0 0,1-1 0 0 0,0 1 1 0 0,0-1-1 0 0,1-1 0 0 0,-1 1 1 0 0,1-1-1 0 0,1 0 0 0 0,-1-1 1 0 0,1 0-1 0 0,9 4 0 0 0,-6-4-57 0 0,0-1-1 0 0,0 0 1 0 0,0-1-1 0 0,0 0 0 0 0,1-1 1 0 0,-1-1-1 0 0,1 0 1 0 0,-1 0-1 0 0,1-1 1 0 0,0-1-1 0 0,15-2 1 0 0,-19 1 30 0 0,0 0 0 0 0,0 0 0 0 0,-1-1 0 0 0,1-1-1 0 0,-1 1 1 0 0,1-1 0 0 0,-1-1 0 0 0,0 0 0 0 0,-1 0 0 0 0,1 0 0 0 0,-1-1 0 0 0,0 0 0 0 0,0 0 0 0 0,-1-1 0 0 0,0 0 0 0 0,7-10 0 0 0,-3 0 58 0 0,0-1 1 0 0,-2 0-1 0 0,0 0 0 0 0,0-1 1 0 0,-2 0-1 0 0,-1 0 0 0 0,0 0 1 0 0,-1-1-1 0 0,-1 0 0 0 0,1-33 1 0 0,-4 16 68 0 0,-1-1 0 0 0,-2 0 0 0 0,-1 1 0 0 0,-15-61 0 0 0,16 87 7 0 0,1 0-1 0 0,-1 1 0 0 0,-1-1 1 0 0,0 1-1 0 0,0-1 0 0 0,-1 1 1 0 0,-1 1-1 0 0,1-1 0 0 0,-11-12 1 0 0,15 21-75 0 0,0-1 0 0 0,-1 1 0 0 0,1-1 0 0 0,-1 1 0 0 0,0 0 0 0 0,1 0 0 0 0,-1-1 0 0 0,0 1 0 0 0,1 0 0 0 0,-4-1 0 0 0,4 2-14 0 0,0 0 1 0 0,1 0-1 0 0,-1 0 0 0 0,1 0 0 0 0,-1 0 0 0 0,0 0 0 0 0,1 0 0 0 0,-1 0 0 0 0,1 0 0 0 0,-1 0 0 0 0,1 0 0 0 0,-1 0 0 0 0,0 1 0 0 0,1-1 0 0 0,-1 0 0 0 0,1 0 0 0 0,-1 1 0 0 0,1-1 0 0 0,-1 0 0 0 0,1 1 0 0 0,-1-1 0 0 0,1 0 0 0 0,-1 1 0 0 0,1 0 0 0 0,-2 2-11 0 0,0 0 1 0 0,0 0 0 0 0,1 1-1 0 0,0-1 1 0 0,-1 0-1 0 0,1 1 1 0 0,0-1-1 0 0,1 1 1 0 0,-1-1-1 0 0,1 7 1 0 0,-2 14 12 0 0,2 1 1 0 0,1-1-1 0 0,0 0 1 0 0,2 0-1 0 0,1 0 1 0 0,13 42-1 0 0,-3-23-7 0 0,1-1 0 0 0,40 74 0 0 0,-47-102-4 0 0,0-1 0 0 0,1 1 0 0 0,0-1 0 0 0,1-1 0 0 0,1 1 0 0 0,0-2 0 0 0,0 0 0 0 0,15 11 0 0 0,-19-16 10 0 0,1-1-1 0 0,0-1 1 0 0,0 1-1 0 0,0-1 1 0 0,1-1 0 0 0,-1 0-1 0 0,1 0 1 0 0,0 0 0 0 0,0-1-1 0 0,0-1 1 0 0,0 1-1 0 0,0-2 1 0 0,1 1 0 0 0,-1-1-1 0 0,12-2 1 0 0,-12 1 15 0 0,0-1 0 0 0,0 0 0 0 0,-1-1 0 0 0,1 0 0 0 0,-1 0 0 0 0,0-1 0 0 0,0 0 0 0 0,0-1 0 0 0,0 0 0 0 0,-1 0 0 0 0,0 0 0 0 0,0-1 0 0 0,0 0 0 0 0,-1-1 0 0 0,11-12 0 0 0,-7 6-10 0 0,0-2-1 0 0,0 1 1 0 0,-1-1 0 0 0,-1-1-1 0 0,-1 0 1 0 0,0 0-1 0 0,6-23 1 0 0,-6 9-5 0 0,-1-2 1 0 0,-1 1-1 0 0,0-53 0 0 0,-9-98 168 0 0,3 166-144 0 0,-11-149 281 0 0,7 133-163 0 0,-1 0 1 0 0,-1 0 0 0 0,-11-32-1 0 0,5 39 79 0 0,13 24-219 0 0,0 1 0 0 0,0 0 0 0 0,0 0 0 0 0,0 0-1 0 0,-1 0 1 0 0,1-1 0 0 0,0 1 0 0 0,0 0 0 0 0,0 0-1 0 0,0 0 1 0 0,0 0 0 0 0,-1 0 0 0 0,1-1 0 0 0,0 1-1 0 0,0 0 1 0 0,0 0 0 0 0,0 0 0 0 0,-1 0 0 0 0,1 0 0 0 0,0 0-1 0 0,0 0 1 0 0,0 0 0 0 0,-1 0 0 0 0,1 0 0 0 0,0 0-1 0 0,0 0 1 0 0,0 0 0 0 0,-1 0 0 0 0,1 0 0 0 0,0 0-1 0 0,0 0 1 0 0,0 0 0 0 0,-1 0 0 0 0,1 0 0 0 0,0 0-1 0 0,0 0 1 0 0,0 0 0 0 0,-1 0 0 0 0,1 0 0 0 0,0 0-1 0 0,0 0 1 0 0,0 1 0 0 0,0-1 0 0 0,-1 0 0 0 0,1 0 0 0 0,0 0-1 0 0,0 0 1 0 0,0 0 0 0 0,0 1 0 0 0,0-1 0 0 0,-1 0-1 0 0,1 0 1 0 0,0 0 0 0 0,0 0 0 0 0,0 1 0 0 0,0-1-1 0 0,0 0 1 0 0,0 0 0 0 0,0 0 0 0 0,0 1 0 0 0,0-1-1 0 0,0 0 1 0 0,0 0 0 0 0,0 1 0 0 0,-3 22 70 0 0,4 17 365 0 0,1 1 0 0 0,14 77 0 0 0,33 88 503 0 0,-14-60-656 0 0,25 142-147 0 0,-58-282-4210 0 0,-1-10 1487 0 0,0-15-2250 0 0,-3 3 2031 0 0,0 1 1 0 0,-5-19-1 0 0,-11-26 719 0 0,10 26 1290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3.828"/>
    </inkml:context>
    <inkml:brush xml:id="br0">
      <inkml:brushProperty name="width" value="0.035" units="cm"/>
      <inkml:brushProperty name="height" value="0.035" units="cm"/>
    </inkml:brush>
  </inkml:definitions>
  <inkml:trace contextRef="#ctx0" brushRef="#br0">27 532 2400 0 0,'-22'-5'4299'0'0,"17"2"-2132"0"0,16 3-898 0 0,32 1-695 0 0,0-1 1 0 0,-1-2-1 0 0,54-11 0 0 0,129-34-39 0 0,-111 21-145 0 0,65-18 1613 0 0,-122 29-773 0 0,-7 3 348 0 0,-50 12-1543 0 0,0 0 0 0 0,1 0 0 0 0,-1 0 0 0 0,0 0 0 0 0,0 0 0 0 0,0 0 0 0 0,1-1 0 0 0,-1 1 0 0 0,0 0 0 0 0,0 0 0 0 0,0 0 0 0 0,0 0 0 0 0,1-1 0 0 0,-1 1 0 0 0,0 0 0 0 0,0 0 0 0 0,0 0 0 0 0,0-1 0 0 0,0 1 0 0 0,0 0 0 0 0,0 0 0 0 0,0 0 0 0 0,0-1 0 0 0,0 1 0 0 0,0 0 0 0 0,0 0 0 0 0,0-1 0 0 0,0 1 0 0 0,0 0 0 0 0,0 0 0 0 0,0 0 0 0 0,0-1 0 0 0,0 1 0 0 0,0 0 0 0 0,0 0 0 0 0,0-1 0 0 0,0 1 0 0 0,0 0 0 0 0,0 0 0 0 0,0 0 0 0 0,-1-1 0 0 0,1 1 0 0 0,0 0 0 0 0,0 0 0 0 0,0 0 0 0 0,0 0 0 0 0,0 0 0 0 0,-1-1 0 0 0,1 1 0 0 0,0 0 0 0 0,0 0 0 0 0,0 0 0 0 0,-1 0 0 0 0,-8-8 287 0 0,5 7-300 0 0,0 0-1 0 0,0 0 1 0 0,0 0 0 0 0,0 1-1 0 0,0 0 1 0 0,0 0 0 0 0,0 0-1 0 0,-1 0 1 0 0,1 0 0 0 0,0 1-1 0 0,0 0 1 0 0,1 0 0 0 0,-1 0-1 0 0,0 0 1 0 0,0 1-1 0 0,0-1 1 0 0,1 1 0 0 0,-1 0-1 0 0,1 0 1 0 0,-1 1 0 0 0,1-1-1 0 0,0 1 1 0 0,-4 3 0 0 0,-3 4 135 0 0,1 0 0 0 0,0 1 0 0 0,0 1 0 0 0,1-1 1 0 0,-7 17-1 0 0,8-17-102 0 0,2 0-1 0 0,0 1 1 0 0,0 0 0 0 0,1 0 0 0 0,1 1 0 0 0,0-1 0 0 0,0 0 0 0 0,2 1 0 0 0,-1 0-1 0 0,2 0 1 0 0,-1-1 0 0 0,2 1 0 0 0,0 0 0 0 0,0 0 0 0 0,1-1 0 0 0,8 25 0 0 0,-5-22-33 0 0,1 0 0 0 0,0 0 0 0 0,1 0 0 0 0,1-1 0 0 0,1 0 0 0 0,0-1 0 0 0,0 0 0 0 0,2 0 0 0 0,-1-1 0 0 0,2 0 1 0 0,-1-1-1 0 0,22 16 0 0 0,-20-19-25 0 0,1-1 1 0 0,-1 0-1 0 0,1 0 0 0 0,1-2 1 0 0,-1 0-1 0 0,1 0 1 0 0,0-1-1 0 0,0-1 1 0 0,0-1-1 0 0,15 1 1 0 0,-21-1-14 0 0,0-2 1 0 0,1 0 0 0 0,-1 0 0 0 0,0 0 0 0 0,0-1-1 0 0,0-1 1 0 0,0 1 0 0 0,0-1 0 0 0,10-4 0 0 0,-4-1-7 0 0,0 0 1 0 0,0-1-1 0 0,15-11 1 0 0,-24 15 12 0 0,9-6-10 0 0,-1-1 1 0 0,0 0-1 0 0,-1-1 1 0 0,0 0-1 0 0,-1-1 1 0 0,0 0-1 0 0,-1-1 1 0 0,-1 0-1 0 0,0-1 1 0 0,-1 0-1 0 0,-1-1 1 0 0,0 0-1 0 0,-1 0 0 0 0,-1-1 1 0 0,0 0-1 0 0,-1 0 1 0 0,-1 0-1 0 0,-1 0 1 0 0,0-1-1 0 0,0-29 1 0 0,-1 17-9 0 0,-2 0 1 0 0,0-1-1 0 0,-3 1 1 0 0,0 0-1 0 0,-13-51 1 0 0,-67-148 214 0 0,76 211-145 0 0,6 13-25 0 0,-1 0 0 0 0,0 0 1 0 0,0 0-1 0 0,-1 1 0 0 0,1-1 1 0 0,-1 1-1 0 0,0-1 0 0 0,0 1 0 0 0,0 0 1 0 0,-7-7-1 0 0,-1 7-87 0 0,11 4 60 0 0,-1 1 0 0 0,0 0 1 0 0,1-1-1 0 0,0 1 0 0 0,-1-1 0 0 0,1 1 0 0 0,-1 0 1 0 0,1-1-1 0 0,-1 1 0 0 0,1 0 0 0 0,0-1 1 0 0,0 1-1 0 0,-1 0 0 0 0,1 0 0 0 0,0-1 1 0 0,0 1-1 0 0,0 0 0 0 0,0 0 0 0 0,0-1 1 0 0,0 1-1 0 0,0 0 0 0 0,0 1 0 0 0,-1 37 45 0 0,2 1-1 0 0,2-1 0 0 0,8 39 0 0 0,31 124 324 0 0,-8-49-299 0 0,-19-66-61 0 0,23 97 6 0 0,-33-160 13 0 0,-1-5 459 0 0,0-38 169 0 0,2-33-1084 0 0,2 1-1 0 0,3 0 0 0 0,2 0 0 0 0,2 1 0 0 0,29-64 1 0 0,-36 96 141 0 0,0 1 0 0 0,2 1 0 0 0,0-1 1 0 0,21-25-1 0 0,-25 36 249 0 0,0-1 0 0 0,1 1 0 0 0,0 0 0 0 0,0 0 0 0 0,0 1 0 0 0,1 0 0 0 0,0 0 0 0 0,0 1 0 0 0,0 0 1 0 0,0 1-1 0 0,18-6 0 0 0,-20 8 53 0 0,0 0 0 0 0,0 0 0 0 0,0 1 0 0 0,0 0 0 0 0,0 0 1 0 0,-1 0-1 0 0,1 1 0 0 0,0 0 0 0 0,0 0 0 0 0,0 1 0 0 0,-1-1 1 0 0,1 1-1 0 0,0 0 0 0 0,-1 1 0 0 0,0-1 0 0 0,1 1 0 0 0,-1 0 1 0 0,-1 1-1 0 0,1-1 0 0 0,0 1 0 0 0,-1 0 0 0 0,1 0 0 0 0,4 7 1 0 0,2 2 117 0 0,0 0 1 0 0,-1 1 0 0 0,-1 0 0 0 0,-1 0 0 0 0,0 1 0 0 0,12 32-1 0 0,-8-8 104 0 0,-2 0 0 0 0,7 49 0 0 0,-10-45-457 0 0,16 54 1 0 0,-22-93-149 0 0,1 0 1 0 0,-1 0 0 0 0,1-1 0 0 0,0 1 0 0 0,0-1 0 0 0,5 7 0 0 0,-5-8-369 0 0,0 0 1 0 0,0 0 0 0 0,0 0-1 0 0,1 0 1 0 0,-1 0 0 0 0,1-1-1 0 0,-1 1 1 0 0,1-1 0 0 0,0 0-1 0 0,-1 0 1 0 0,1 0 0 0 0,0 0-1 0 0,0 0 1 0 0,0 0 0 0 0,0-1-1 0 0,0 0 1 0 0,0 1 0 0 0,0-1-1 0 0,0 0 1 0 0,3-1 0 0 0,14-3-1582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4.209"/>
    </inkml:context>
    <inkml:brush xml:id="br0">
      <inkml:brushProperty name="width" value="0.035" units="cm"/>
      <inkml:brushProperty name="height" value="0.035" units="cm"/>
    </inkml:brush>
  </inkml:definitions>
  <inkml:trace contextRef="#ctx0" brushRef="#br0">174 1 11970 0 0,'-94'41'6177'0'0,"46"49"-5793"0"0,27 30-272 0 0,10 19 825 0 0,11 6 439 0 0,29-9-728 0 0,28-21-296 0 0,15-26-304 0 0,9-19-480 0 0,5-35-3145 0 0,-14-25-5841 0 0,18-45 2009 0 0,-79 25 6249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4.398"/>
    </inkml:context>
    <inkml:brush xml:id="br0">
      <inkml:brushProperty name="width" value="0.035" units="cm"/>
      <inkml:brushProperty name="height" value="0.035" units="cm"/>
    </inkml:brush>
  </inkml:definitions>
  <inkml:trace contextRef="#ctx0" brushRef="#br0">0 0 15843 0 0,'23'0'4441'0'0,"40"72"-4761"0"0,25 33 104 0 0,-5 13 224 0 0,-31 7 960 0 0,-36 0 928 0 0,-16 1-335 0 0,-14-25-921 0 0,-32 16-488 0 0,-6-33-1320 0 0,-18-24-9619 0 0,26-40-759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5.703"/>
    </inkml:context>
    <inkml:brush xml:id="br0">
      <inkml:brushProperty name="width" value="0.035" units="cm"/>
      <inkml:brushProperty name="height" value="0.035" units="cm"/>
    </inkml:brush>
  </inkml:definitions>
  <inkml:trace contextRef="#ctx0" brushRef="#br0">5 0 1536 0 0,'-4'5'3050'0'0,"4"12"-2986"0"0,0-11 290 0 0,3 19 754 0 0,1 1 0 0 0,1-1 1 0 0,1 0-1 0 0,19 48 1 0 0,3 15 610 0 0,39 267 1905 0 0,-45-213-2743 0 0,-5-43-400 0 0,-13-78-573 0 0,18 121 865 0 0,-16-47-3642 0 0,-13-126-12186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6.242"/>
    </inkml:context>
    <inkml:brush xml:id="br0">
      <inkml:brushProperty name="width" value="0.035" units="cm"/>
      <inkml:brushProperty name="height" value="0.035" units="cm"/>
    </inkml:brush>
  </inkml:definitions>
  <inkml:trace contextRef="#ctx0" brushRef="#br0">6 724 8713 0 0,'-2'-11'997'0'0,"1"10"-918"0"0,1-1-1 0 0,-1 0 1 0 0,1 0 0 0 0,-1 0 0 0 0,1 0-1 0 0,0 0 1 0 0,0 0 0 0 0,0 0 0 0 0,0 0-1 0 0,0 1 1 0 0,0-1 0 0 0,1 0 0 0 0,-1 0-1 0 0,1 0 1 0 0,-1 0 0 0 0,1 0 0 0 0,0 1 0 0 0,0-1-1 0 0,-1 0 1 0 0,1 0 0 0 0,0 1 0 0 0,1-1-1 0 0,-1 1 1 0 0,0-1 0 0 0,0 1 0 0 0,1-1-1 0 0,-1 1 1 0 0,4-2 0 0 0,126-76-716 0 0,102-91 1322 0 0,-173 124-512 0 0,-17 14-92 0 0,7-4-28 0 0,-2-3 0 0 0,44-45 0 0 0,-82 73-57 0 0,0 0 0 0 0,12-20 0 0 0,-18 25 13 0 0,-1 0 1 0 0,1 0-1 0 0,-2 0 0 0 0,1-1 0 0 0,1-6 0 0 0,-3 10 17 0 0,0 0 0 0 0,0 0 0 0 0,-1 0 1 0 0,1 0-1 0 0,-1 0 0 0 0,0 0 0 0 0,0 0 0 0 0,0 0 0 0 0,-1 0 1 0 0,1 0-1 0 0,-1 0 0 0 0,1 0 0 0 0,-1 0 0 0 0,0 1 0 0 0,0-1 1 0 0,-2-4-1 0 0,1 5-1 0 0,1 0 1 0 0,0 0 0 0 0,-1 1-1 0 0,0-1 1 0 0,1 1-1 0 0,-1-1 1 0 0,0 1-1 0 0,0 0 1 0 0,0-1 0 0 0,0 1-1 0 0,0 0 1 0 0,0 0-1 0 0,0 1 1 0 0,0-1 0 0 0,0 0-1 0 0,0 1 1 0 0,0-1-1 0 0,-1 1 1 0 0,1 0 0 0 0,0-1-1 0 0,0 1 1 0 0,-3 0-1 0 0,3 0-6 0 0,-1 0-1 0 0,1 0 0 0 0,0 0 1 0 0,-1 0-1 0 0,1 0 0 0 0,0 1 0 0 0,-1-1 1 0 0,1 1-1 0 0,0-1 0 0 0,0 1 1 0 0,-1 0-1 0 0,1 0 0 0 0,0 0 0 0 0,0 0 1 0 0,0 0-1 0 0,0 0 0 0 0,0 1 1 0 0,0-1-1 0 0,1 1 0 0 0,-1-1 0 0 0,0 1 1 0 0,1 0-1 0 0,-1 0 0 0 0,1-1 1 0 0,0 1-1 0 0,-1 0 0 0 0,1 0 1 0 0,0 0-1 0 0,0 1 0 0 0,0-1 0 0 0,1 0 1 0 0,-1 0-1 0 0,0 0 0 0 0,1 1 1 0 0,-1-1-1 0 0,1 5 0 0 0,-1 4 79 0 0,0 0-1 0 0,0 0 1 0 0,1 1 0 0 0,1-1-1 0 0,0 0 1 0 0,1 0 0 0 0,3 16-1 0 0,5 5 273 0 0,17 37 0 0 0,-19-48-192 0 0,131 367 1859 0 0,-117-318-1393 0 0,-4 0 0 0 0,-3 2 0 0 0,-2 0 0 0 0,1 75 0 0 0,-13-146-601 0 0,-1-1-1 0 0,0 1 1 0 0,0-1 0 0 0,0 1 0 0 0,0 0 0 0 0,1-1 0 0 0,-1 1 0 0 0,0 0 0 0 0,0-1 0 0 0,0 1 0 0 0,0 0-1 0 0,-1-1 1 0 0,1 1 0 0 0,0 0 0 0 0,0-1 0 0 0,0 1 0 0 0,0-1 0 0 0,-1 1 0 0 0,1 0 0 0 0,0-1 0 0 0,-1 1-1 0 0,1-1 1 0 0,0 1 0 0 0,-1-1 0 0 0,1 1 0 0 0,-1-1 0 0 0,1 1 0 0 0,-1-1 0 0 0,1 1 0 0 0,-1-1-1 0 0,0 1 1 0 0,0-1-7 0 0,0-1 0 0 0,0 1-1 0 0,0-1 1 0 0,0 1-1 0 0,0-1 1 0 0,1 0-1 0 0,-1 1 1 0 0,0-1-1 0 0,0 0 1 0 0,1 0 0 0 0,-1 0-1 0 0,1 1 1 0 0,-1-1-1 0 0,0 0 1 0 0,1 0-1 0 0,-1 0 1 0 0,1 0 0 0 0,0 0-1 0 0,-1 0 1 0 0,1-2-1 0 0,-6-16-71 0 0,2-1-1 0 0,0 0 0 0 0,1 0 0 0 0,1-1 0 0 0,1-21 1 0 0,-1-2-831 0 0,2 0 1 0 0,3 0 0 0 0,1 0 0 0 0,17-71 0 0 0,-17 97 580 0 0,1 0-1 0 0,1 0 1 0 0,1 1 0 0 0,0 0-1 0 0,2 0 1 0 0,-1 1 0 0 0,2 0-1 0 0,0 0 1 0 0,1 1 0 0 0,1 1-1 0 0,0 0 1 0 0,1 0 0 0 0,29-23-1 0 0,-34 31 260 0 0,0 1 1 0 0,1 0-1 0 0,0 0 0 0 0,0 0 0 0 0,0 1 0 0 0,0 1 0 0 0,1 0 0 0 0,0 0 1 0 0,13-2-1 0 0,-17 4 36 0 0,1 1 1 0 0,0 0-1 0 0,0 0 1 0 0,-1 0-1 0 0,1 1 1 0 0,0 0-1 0 0,-1 0 1 0 0,1 1-1 0 0,-1 0 1 0 0,1 0-1 0 0,-1 1 1 0 0,0-1-1 0 0,0 1 1 0 0,0 1-1 0 0,6 3 1 0 0,1 3 96 0 0,-1 1-1 0 0,1 0 1 0 0,-2 1 0 0 0,0 0 0 0 0,0 0 0 0 0,-1 2 0 0 0,-1-1 0 0 0,0 1 0 0 0,-1 0-1 0 0,0 1 1 0 0,-1 0 0 0 0,9 29 0 0 0,-2 3 13 0 0,-3 0-1 0 0,-1 0 1 0 0,3 59-1 0 0,-12-100-403 0 0,4 20-103 0 0,-5-25 147 0 0,0-1 0 0 0,0 1 0 0 0,1 0 0 0 0,-1-1 0 0 0,1 1 0 0 0,-1 0 0 0 0,1-1-1 0 0,-1 1 1 0 0,1-1 0 0 0,-1 1 0 0 0,1-1 0 0 0,-1 1 0 0 0,1-1 0 0 0,0 1 0 0 0,-1-1 0 0 0,1 0 0 0 0,0 1 0 0 0,0-1 0 0 0,0 0 70 0 0,-1 1 0 0 0,0-1 0 0 0,1 0 1 0 0,-1 0-1 0 0,1 0 0 0 0,-1 0 1 0 0,0 0-1 0 0,1-1 0 0 0,-1 1 1 0 0,0 0-1 0 0,1 0 0 0 0,-1 0 0 0 0,0 0 1 0 0,1 0-1 0 0,-1 0 0 0 0,0-1 1 0 0,1 1-1 0 0,-1 0 0 0 0,0 0 1 0 0,1 0-1 0 0,-1-1 0 0 0,0 1 0 0 0,1 0 1 0 0,-1 0-1 0 0,0-1 0 0 0,0 1 1 0 0,0 0-1 0 0,1-1 0 0 0,-1 1 1 0 0,0 0-1 0 0,0-1 0 0 0,0 1 0 0 0,0 0 1 0 0,1-1-1 0 0,12-29-3606 0 0,-6 12 2529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6.511"/>
    </inkml:context>
    <inkml:brush xml:id="br0">
      <inkml:brushProperty name="width" value="0.035" units="cm"/>
      <inkml:brushProperty name="height" value="0.035" units="cm"/>
    </inkml:brush>
  </inkml:definitions>
  <inkml:trace contextRef="#ctx0" brushRef="#br0">83 512 6617 0 0,'0'-1'-15'0'0,"1"0"1"0"0,-1 0-1 0 0,0 0 1 0 0,1 1-1 0 0,-1-1 1 0 0,1 0-1 0 0,0 1 1 0 0,-1-1-1 0 0,1 0 0 0 0,-1 1 1 0 0,1-1-1 0 0,0 1 1 0 0,0-1-1 0 0,-1 1 1 0 0,1-1-1 0 0,0 1 0 0 0,0-1 1 0 0,0 1-1 0 0,-1 0 1 0 0,1 0-1 0 0,0-1 1 0 0,0 1-1 0 0,0 0 1 0 0,0 0-1 0 0,0 0 0 0 0,0 0 1 0 0,-1 0-1 0 0,1 0 1 0 0,1 0-1 0 0,4 0-436 0 0,7-4 334 0 0,-1 1-1 0 0,1-2 1 0 0,-1 1 0 0 0,1-2-1 0 0,-2 0 1 0 0,1 0 0 0 0,0-1 0 0 0,-1 0-1 0 0,-1-1 1 0 0,14-13 0 0 0,1-2 1238 0 0,-1-1 0 0 0,39-52 1 0 0,-55 65-716 0 0,-1 0 1 0 0,0-1 0 0 0,0 0 0 0 0,-1-1 0 0 0,-1 0 0 0 0,0 1 0 0 0,-1-2 0 0 0,4-17 0 0 0,-7 26-240 0 0,0 0 0 0 0,0 0 0 0 0,-1 0-1 0 0,0 0 1 0 0,0 0 0 0 0,0 0 0 0 0,0 0 0 0 0,-1 0 0 0 0,0 0 0 0 0,0 0 0 0 0,0 1 0 0 0,-1-1 0 0 0,0 0 0 0 0,0 1 0 0 0,0-1 0 0 0,0 1 0 0 0,-1-1 0 0 0,1 1 0 0 0,-1 0 0 0 0,0 0 0 0 0,-4-4 0 0 0,1 2 24 0 0,0 1 0 0 0,-1 0 1 0 0,1 0-1 0 0,-1 0 1 0 0,0 0-1 0 0,-10-4 1 0 0,7 5-84 0 0,0 0 1 0 0,-1 1-1 0 0,1 0 1 0 0,-1 0-1 0 0,1 1 1 0 0,-1 0-1 0 0,0 1 1 0 0,0 1 0 0 0,0-1-1 0 0,0 2 1 0 0,0-1-1 0 0,1 2 1 0 0,-1-1-1 0 0,-11 4 1 0 0,13-2-121 0 0,0-1 0 0 0,0 2 0 0 0,1-1 0 0 0,-1 1 0 0 0,1 1 0 0 0,0-1 0 0 0,0 1 0 0 0,0 1 0 0 0,1-1 0 0 0,0 1 0 0 0,0 1 0 0 0,0-1 0 0 0,1 1 0 0 0,0 0 0 0 0,0 1 0 0 0,1-1 0 0 0,-5 10 0 0 0,4-2-519 0 0,1 1 1 0 0,0 0 0 0 0,1 0-1 0 0,0 0 1 0 0,2 1 0 0 0,0 0-1 0 0,0-1 1 0 0,2 27 0 0 0,1-24-1282 0 0,1 0 1 0 0,1 0-1 0 0,8 34 0 0 0,19 34-2140 0 0,-25-73 3537 0 0,23 54-1080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6.765"/>
    </inkml:context>
    <inkml:brush xml:id="br0">
      <inkml:brushProperty name="width" value="0.035" units="cm"/>
      <inkml:brushProperty name="height" value="0.035" units="cm"/>
    </inkml:brush>
  </inkml:definitions>
  <inkml:trace contextRef="#ctx0" brushRef="#br0">36 23 1984 0 0,'-19'-19'2424'0'0,"6"16"-3048"0"0,10 7 448 0 0,3 13 1297 0 0,16 22 1991 0 0,11 31 65 0 0,-9-25-409 0 0,21 57-399 0 0,-24-27-1297 0 0,10 3-192 0 0,-2-24-592 0 0,-6-8-96 0 0,12-18-168 0 0,-7-12-1392 0 0,-3-13-2897 0 0,-2-12-4625 0 0,0-25 4810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7.197"/>
    </inkml:context>
    <inkml:brush xml:id="br0">
      <inkml:brushProperty name="width" value="0.035" units="cm"/>
      <inkml:brushProperty name="height" value="0.035" units="cm"/>
    </inkml:brush>
  </inkml:definitions>
  <inkml:trace contextRef="#ctx0" brushRef="#br0">16 720 7345 0 0,'-13'1'2513'0'0,"11"1"-2398"0"0,4-2-129 0 0,-1-1 0 0 0,1 1 1 0 0,0-1-1 0 0,0 1 0 0 0,-1-1 1 0 0,1 0-1 0 0,0 0 1 0 0,-1 0-1 0 0,1 0 0 0 0,-1 0 1 0 0,1 0-1 0 0,1-2 0 0 0,48-41 170 0 0,-2-2 0 0 0,-3-3 0 0 0,52-67 0 0 0,-73 82-61 0 0,-2-1 0 0 0,-2-1 0 0 0,-1 0 0 0 0,-1-2 0 0 0,-2-1-1 0 0,14-49 1 0 0,-25 65-42 0 0,3-31 0 0 0,-6 36-27 0 0,-2 15-16 0 0,0-1 1 0 0,0 1-1 0 0,0-1 1 0 0,-1 0-1 0 0,0 1 1 0 0,0-1-1 0 0,0 0 1 0 0,0 0-1 0 0,0 1 1 0 0,-1-1-1 0 0,0 0 1 0 0,-1-4-1 0 0,2 8-8 0 0,0 0-1 0 0,0 0 1 0 0,0 0-1 0 0,0-1 1 0 0,0 1-1 0 0,-1 0 1 0 0,1 0-1 0 0,0 0 1 0 0,0 0-1 0 0,0-1 0 0 0,0 1 1 0 0,-1 0-1 0 0,1 0 1 0 0,0 0-1 0 0,0 0 1 0 0,0 0-1 0 0,-1 0 1 0 0,1-1-1 0 0,0 1 1 0 0,0 0-1 0 0,-1 0 1 0 0,1 0-1 0 0,0 0 0 0 0,0 0 1 0 0,0 0-1 0 0,-1 0 1 0 0,1 0-1 0 0,0 0 1 0 0,0 0-1 0 0,-1 0 1 0 0,1 0-1 0 0,0 0 1 0 0,-1 1-1 0 0,1-1-1 0 0,0 0 0 0 0,-1 1 0 0 0,1-1 0 0 0,-1 0 0 0 0,1 1 0 0 0,0-1 0 0 0,-1 1 0 0 0,1-1 0 0 0,0 1 0 0 0,-1-1 0 0 0,1 1 0 0 0,0-1 0 0 0,0 1 0 0 0,-1-1 0 0 0,1 1 0 0 0,0-1 0 0 0,0 1 0 0 0,0 0 0 0 0,0-1 0 0 0,0 2 0 0 0,-1 11 115 0 0,1-1 1 0 0,0 1 0 0 0,1 0 0 0 0,1-1-1 0 0,0 1 1 0 0,0-1 0 0 0,2 1 0 0 0,6 18-1 0 0,50 100 951 0 0,-40-90-804 0 0,31 56 314 0 0,31 72 390 0 0,-78-159-875 0 0,0 0-1 0 0,-1 0 1 0 0,0 1-1 0 0,0-1 1 0 0,-1 1-1 0 0,-1 0 1 0 0,1 14-1 0 0,-2-21-57 0 0,0 0 1 0 0,-1-1-1 0 0,1 1 0 0 0,-1-1 1 0 0,0 1-1 0 0,0-1 0 0 0,0 1 0 0 0,0-1 1 0 0,-1 1-1 0 0,1-1 0 0 0,-1 0 1 0 0,0 0-1 0 0,0 0 0 0 0,0 0 0 0 0,0 0 1 0 0,0 0-1 0 0,-1 0 0 0 0,1-1 1 0 0,-1 1-1 0 0,0-1 0 0 0,0 0 0 0 0,0 0 1 0 0,0 0-1 0 0,-5 2 0 0 0,-2 0 41 0 0,1 0 0 0 0,-1-1-1 0 0,0-1 1 0 0,0 1-1 0 0,-1-2 1 0 0,1 1 0 0 0,0-1-1 0 0,-19-1 1 0 0,8-2-38 0 0,0 0-1 0 0,0-1 1 0 0,-25-7 0 0 0,14 1-668 0 0,0-2 1 0 0,-39-19-1 0 0,10-5-4294 0 0,51 28 2733 0 0,1 0 0 0 0,-1-1-1 0 0,-9-10 1 0 0,10 3 121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8.913"/>
    </inkml:context>
    <inkml:brush xml:id="br0">
      <inkml:brushProperty name="width" value="0.035" units="cm"/>
      <inkml:brushProperty name="height" value="0.035" units="cm"/>
    </inkml:brush>
  </inkml:definitions>
  <inkml:trace contextRef="#ctx0" brushRef="#br0">66 6 1880 0 0,'-2'-1'236'0'0,"-1"0"0"0"0,0 0 0 0 0,1 1 0 0 0,-1-1-1 0 0,0 1 1 0 0,0-1 0 0 0,1 1 0 0 0,-1 0 0 0 0,0 0 0 0 0,0 0 0 0 0,-4 1 0 0 0,6 0-219 0 0,-1 0 0 0 0,1-1 0 0 0,-1 1 0 0 0,1 0 0 0 0,0 0 0 0 0,-1 0 0 0 0,1 0 0 0 0,0 0 0 0 0,0 1 1 0 0,0-1-1 0 0,0 0 0 0 0,0 0 0 0 0,0 1 0 0 0,0-1 0 0 0,0 1 0 0 0,1-1 0 0 0,-1 1 0 0 0,1-1 0 0 0,-1 1 0 0 0,1-1 1 0 0,-1 1-1 0 0,1 2 0 0 0,-3 8 489 0 0,2-1 0 0 0,0 1 0 0 0,0 0 0 0 0,1 0 0 0 0,0 0 0 0 0,4 22 0 0 0,20 74 2179 0 0,-9-50-1522 0 0,43 209 1685 0 0,-36-119-2128 0 0,-9-30-250 0 0,-3-21-45 0 0,30 128 0 0 0,-33-200-280 0 0,-3-12 122 0 0,-1 0 0 0 0,0 0 0 0 0,-1 1-1 0 0,1 20 1 0 0,-9-52 919 0 0,-55-240-670 0 0,45 180-519 0 0,2 12-271 0 0,-10-132 0 0 0,23 179 190 0 0,2 1 1 0 0,0-1-1 0 0,0 1 0 0 0,2 0 0 0 0,1 0 1 0 0,0 0-1 0 0,10-26 0 0 0,-8 29 8 0 0,1 1 1 0 0,1-1-1 0 0,1 1 1 0 0,0 1-1 0 0,0 0 1 0 0,1 0-1 0 0,1 1 0 0 0,17-16 1 0 0,-16 18 22 0 0,0 0 0 0 0,1 0-1 0 0,0 1 1 0 0,1 1 0 0 0,0 0 0 0 0,0 1 0 0 0,1 0 0 0 0,0 1-1 0 0,26-6 1 0 0,-29 9 19 0 0,-1 1 0 0 0,1 1 1 0 0,-1 0-1 0 0,1 0 0 0 0,-1 1 0 0 0,1 1 0 0 0,0 0 0 0 0,-1 0 0 0 0,1 1 0 0 0,-1 1 0 0 0,0-1 0 0 0,0 2 0 0 0,0 0 1 0 0,14 7-1 0 0,-4 1 28 0 0,-1 1 1 0 0,-1 1-1 0 0,0 1 1 0 0,-1 0 0 0 0,-1 2-1 0 0,0 0 1 0 0,-1 1 0 0 0,-1 0-1 0 0,0 1 1 0 0,-2 1-1 0 0,12 23 1 0 0,-5-6 89 0 0,-2 2-1 0 0,-1 0 1 0 0,-3 0 0 0 0,-1 2-1 0 0,11 59 1 0 0,-14-41 119 0 0,-2 1 0 0 0,-1 88 0 0 0,-7-146-302 0 0,1 5 43 0 0,-1 0 0 0 0,-1-1 0 0 0,1 1 0 0 0,-1 0 0 0 0,-2 9 0 0 0,-6 0-4365 0 0,5-43-7855 0 0,4 20 10748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9.282"/>
    </inkml:context>
    <inkml:brush xml:id="br0">
      <inkml:brushProperty name="width" value="0.035" units="cm"/>
      <inkml:brushProperty name="height" value="0.035" units="cm"/>
    </inkml:brush>
  </inkml:definitions>
  <inkml:trace contextRef="#ctx0" brushRef="#br0">11 341 8945 0 0,'-7'23'2584'0'0,"5"-7"-2508"0"0,1-1 1 0 0,0 1-1 0 0,1 0 1 0 0,1 0 0 0 0,1 0-1 0 0,0 0 1 0 0,1 0 0 0 0,0-1-1 0 0,1 1 1 0 0,1-1 0 0 0,1 0-1 0 0,0-1 1 0 0,1 1 0 0 0,14 22-1 0 0,-7-15 315 0 0,0-2 0 0 0,2 0 0 0 0,0-1 0 0 0,1 0-1 0 0,33 27 1 0 0,-37-36-262 0 0,0-1 1 0 0,0 0-1 0 0,1-1 0 0 0,1-1 0 0 0,-1 0 0 0 0,1-1 1 0 0,0-1-1 0 0,0 0 0 0 0,1-1 0 0 0,18 3 0 0 0,-19-5-71 0 0,0 0 0 0 0,0-1 0 0 0,0-1-1 0 0,0 0 1 0 0,26-4 0 0 0,-34 2-50 0 0,1 1 0 0 0,-1-2 0 0 0,-1 1 0 0 0,1-1 0 0 0,0 0 0 0 0,-1 0 1 0 0,1 0-1 0 0,-1-1 0 0 0,0 0 0 0 0,0-1 0 0 0,0 1 0 0 0,-1-1 0 0 0,0 0 0 0 0,7-8 0 0 0,-1-3 9 0 0,0 0-1 0 0,14-27 1 0 0,-14 19-13 0 0,-1-1 0 0 0,-1 0-1 0 0,-1 0 1 0 0,-1-1 0 0 0,-2 0 0 0 0,0 0 0 0 0,-2-1 0 0 0,-1 1 0 0 0,0-1 0 0 0,-3 1 0 0 0,-3-32 0 0 0,1 34 25 0 0,-1 0 1 0 0,-1 1-1 0 0,-1 0 1 0 0,-1 0-1 0 0,-14-29 1 0 0,14 36 2 0 0,-1 1 1 0 0,-1 1 0 0 0,0 0 0 0 0,-1 0 0 0 0,0 0 0 0 0,-1 2 0 0 0,-25-23-1 0 0,27 27-21 0 0,-1 1 0 0 0,0 1 0 0 0,0 0 0 0 0,0 0-1 0 0,-1 1 1 0 0,0 0 0 0 0,0 1 0 0 0,0 1 0 0 0,-1-1 0 0 0,1 2-1 0 0,-1-1 1 0 0,0 2 0 0 0,1 0 0 0 0,-1 0 0 0 0,0 1-1 0 0,0 0 1 0 0,0 1 0 0 0,0 1 0 0 0,1 0 0 0 0,-1 0 0 0 0,1 1-1 0 0,-18 7 1 0 0,14-5-25 0 0,0 2 0 0 0,0 0 0 0 0,1 1-1 0 0,0 0 1 0 0,0 1 0 0 0,1 1 0 0 0,0 0-1 0 0,0 0 1 0 0,1 2 0 0 0,1-1 0 0 0,0 1 0 0 0,1 1-1 0 0,0 0 1 0 0,1 1 0 0 0,-13 24 0 0 0,15-21-297 0 0,0 0 1 0 0,2 0 0 0 0,0 0 0 0 0,1 1 0 0 0,0-1-1 0 0,2 1 1 0 0,-1 28 0 0 0,3-28-661 0 0,1-1 0 0 0,0 1-1 0 0,1-1 1 0 0,1 0 0 0 0,1 0 0 0 0,0 0 0 0 0,2 0 0 0 0,0-1-1 0 0,0 0 1 0 0,2 0 0 0 0,0-1 0 0 0,15 23 0 0 0,44 40-1384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9.659"/>
    </inkml:context>
    <inkml:brush xml:id="br0">
      <inkml:brushProperty name="width" value="0.035" units="cm"/>
      <inkml:brushProperty name="height" value="0.035" units="cm"/>
    </inkml:brush>
  </inkml:definitions>
  <inkml:trace contextRef="#ctx0" brushRef="#br0">71 334 5825 0 0,'-3'8'816'0'0,"1"0"0"0"0,-1 0 0 0 0,1 0 0 0 0,1 0 0 0 0,-2 13 0 0 0,2-8-536 0 0,2-1 0 0 0,-1 0 0 0 0,1 1 0 0 0,1-1 0 0 0,6 23 0 0 0,-2-16-158 0 0,1-1 0 0 0,1 1 0 0 0,0-1 0 0 0,1-1 0 0 0,1 0 0 0 0,14 18 0 0 0,-13-21 180 0 0,0-1 0 0 0,1 0 0 0 0,1-1 0 0 0,0 0 0 0 0,1-1 0 0 0,0 0 0 0 0,1-1 0 0 0,0-1 0 0 0,0-1 0 0 0,28 12 0 0 0,-31-16-208 0 0,1 1 0 0 0,0-1 1 0 0,0-1-1 0 0,0 0 1 0 0,0-1-1 0 0,1-1 1 0 0,-1 0-1 0 0,1-1 1 0 0,-1 0-1 0 0,1-1 1 0 0,-1 0-1 0 0,0-1 1 0 0,1-1-1 0 0,16-5 1 0 0,-22 5-64 0 0,-1 0-1 0 0,1-1 1 0 0,-1 0 0 0 0,0 0 0 0 0,-1 0 0 0 0,1-1-1 0 0,7-7 1 0 0,-6 4 11 0 0,1-1 0 0 0,-2 0-1 0 0,1 0 1 0 0,10-19-1 0 0,-11 14-34 0 0,0 0 0 0 0,-1 0 0 0 0,-1-1 0 0 0,-1 1 0 0 0,0-1 0 0 0,0 0 0 0 0,-2-1 0 0 0,0 1 0 0 0,0 0 0 0 0,-2-1 0 0 0,0 1 0 0 0,-2-17 0 0 0,-1 6 13 0 0,-1 0 0 0 0,-2 0 0 0 0,0 0 0 0 0,-2 1 0 0 0,-1 0 0 0 0,-12-26 0 0 0,8 25 110 0 0,0 0-1 0 0,-2 0 0 0 0,-34-44 1 0 0,41 60-51 0 0,-1 1 1 0 0,0 0-1 0 0,-1 0 1 0 0,1 1 0 0 0,-2 0-1 0 0,1 1 1 0 0,-1 0-1 0 0,0 1 1 0 0,0 0-1 0 0,-1 1 1 0 0,0 0-1 0 0,-13-3 1 0 0,8 4-23 0 0,-1 0 0 0 0,1 2 0 0 0,-1 0 0 0 0,1 0-1 0 0,-1 2 1 0 0,1 0 0 0 0,-1 2 0 0 0,0 0 0 0 0,1 0 0 0 0,-33 10 0 0 0,39-8-159 0 0,1 0-1 0 0,0 1 1 0 0,-1 0-1 0 0,2 0 1 0 0,-1 1-1 0 0,1 0 0 0 0,0 1 1 0 0,-10 8-1 0 0,12-8-283 0 0,1 0 0 0 0,0 0 0 0 0,0 1 0 0 0,1-1 0 0 0,0 1 0 0 0,0 0 0 0 0,1 1 0 0 0,0-1 0 0 0,0 1 0 0 0,-4 16 0 0 0,6-15-606 0 0,0-1 0 0 0,1 0 0 0 0,0 1 0 0 0,0-1 0 0 0,1 1 0 0 0,0-1 0 0 0,1 1 0 0 0,0-1 0 0 0,0 0 0 0 0,1 1 0 0 0,0-1 0 0 0,1 0 0 0 0,6 15 0 0 0,-8-21 768 0 0,1 0 0 0 0,0 0 0 0 0,0 0 0 0 0,0-1 0 0 0,0 1 0 0 0,1-1 0 0 0,4 5 0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19.947"/>
    </inkml:context>
    <inkml:brush xml:id="br0">
      <inkml:brushProperty name="width" value="0.035" units="cm"/>
      <inkml:brushProperty name="height" value="0.035" units="cm"/>
    </inkml:brush>
  </inkml:definitions>
  <inkml:trace contextRef="#ctx0" brushRef="#br0">65 31 11714 0 0,'-2'-2'266'0'0,"1"-1"1"0"0,-1 1-1 0 0,0 0 0 0 0,1 0 1 0 0,-1 0-1 0 0,0 0 0 0 0,0 0 0 0 0,0 0 1 0 0,0 1-1 0 0,-1-1 0 0 0,1 1 1 0 0,0-1-1 0 0,-1 1 0 0 0,1 0 1 0 0,-1 0-1 0 0,-3-1 0 0 0,6 2-291 0 0,-1 0 0 0 0,0 0 0 0 0,0 0 0 0 0,0 0 0 0 0,1 0 0 0 0,-1 0-1 0 0,0 0 1 0 0,0 0 0 0 0,1 1 0 0 0,-1-1 0 0 0,0 0 0 0 0,0 0 0 0 0,1 1 0 0 0,-1-1-1 0 0,0 1 1 0 0,1-1 0 0 0,-1 1 0 0 0,0-1 0 0 0,1 1 0 0 0,-2 0 0 0 0,1 1-38 0 0,0-1-1 0 0,0 1 1 0 0,0 0 0 0 0,0-1 0 0 0,0 1 0 0 0,1 0 0 0 0,-1 0 0 0 0,0 0 0 0 0,1 0 0 0 0,-1 0-1 0 0,1 2 1 0 0,-1 8 141 0 0,2 0-1 0 0,-1 0 0 0 0,1 0 0 0 0,1-1 0 0 0,0 1 0 0 0,1 0 0 0 0,7 21 1 0 0,3 8 909 0 0,67 253 4080 0 0,-55-163-3944 0 0,13 218 0 0 0,-36-220-851 0 0,-2 108-749 0 0,-1-221-2044 0 0,-9-37-13643 0 0,1-13 11188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0.217"/>
    </inkml:context>
    <inkml:brush xml:id="br0">
      <inkml:brushProperty name="width" value="0.035" units="cm"/>
      <inkml:brushProperty name="height" value="0.035" units="cm"/>
    </inkml:brush>
  </inkml:definitions>
  <inkml:trace contextRef="#ctx0" brushRef="#br0">0 653 9265 0 0,'0'-14'370'0'0,"1"0"1"0"0,0-1-1 0 0,1 1 1 0 0,1 0-1 0 0,0 0 0 0 0,1 0 1 0 0,9-23-1 0 0,-3 16 291 0 0,1 2-1 0 0,1-1 1 0 0,1 1-1 0 0,24-27 1 0 0,2 0 194 0 0,3 2 1 0 0,2 2-1 0 0,1 2 0 0 0,91-62 1 0 0,-126 96-802 0 0,123-69 877 0 0,-120 68-1091 0 0,0 2-1 0 0,1 0 1 0 0,0 0 0 0 0,-1 1-1 0 0,2 1 1 0 0,-1 0 0 0 0,27-1 0 0 0,-41 4-16 0 0,1-1 1 0 0,0 1 0 0 0,0 0 0 0 0,0 0 0 0 0,0 0-1 0 0,-1 0 1 0 0,1 0 0 0 0,0 0 0 0 0,0 0 0 0 0,0 1-1 0 0,0-1 1 0 0,0 0 0 0 0,-1 0 0 0 0,1 1 0 0 0,0-1-1 0 0,0 0 1 0 0,0 1 0 0 0,-1-1 0 0 0,1 1 0 0 0,0-1-1 0 0,-1 1 1 0 0,2 0 0 0 0,-4 4-1171 0 0,1-2 718 0 0,0 0 1 0 0,0 0-1 0 0,0 1 0 0 0,-1-1 1 0 0,1 0-1 0 0,-1 0 0 0 0,1-1 1 0 0,-1 1-1 0 0,0 0 0 0 0,0 0 1 0 0,-1-1-1 0 0,1 1 0 0 0,0-1 1 0 0,-1 0-1 0 0,0 0 0 0 0,-3 3 1 0 0,-9 6-526 0 0,-26 13 0 0 0,-27 12 765 0 0,57-29-375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0.471"/>
    </inkml:context>
    <inkml:brush xml:id="br0">
      <inkml:brushProperty name="width" value="0.035" units="cm"/>
      <inkml:brushProperty name="height" value="0.035" units="cm"/>
    </inkml:brush>
  </inkml:definitions>
  <inkml:trace contextRef="#ctx0" brushRef="#br0">7 8 2376 0 0,'-4'-4'3145'0'0,"1"1"-2881"0"0,15 16 816 0 0,19 43 2993 0 0,16 24-1225 0 0,6 17-599 0 0,9 7-753 0 0,-6 2-464 0 0,-7-22 33 0 0,2-15-425 0 0,-12-14-512 0 0,-12-24-552 0 0,-2-8-3385 0 0,-5-14-7537 0 0,-7-13 6537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2.667"/>
    </inkml:context>
    <inkml:brush xml:id="br0">
      <inkml:brushProperty name="width" value="0.035" units="cm"/>
      <inkml:brushProperty name="height" value="0.035" units="cm"/>
    </inkml:brush>
  </inkml:definitions>
  <inkml:trace contextRef="#ctx0" brushRef="#br0">468 789 976 0 0,'15'-65'947'0'0,"-14"54"361"0"0,0 0-1 0 0,0 0 1 0 0,-2-20-1 0 0,1 28-1041 0 0,-1 1 0 0 0,1-1-1 0 0,-1 0 1 0 0,0 0 0 0 0,0 0 0 0 0,0 1 0 0 0,-1-1-1 0 0,1 1 1 0 0,-1-1 0 0 0,1 1 0 0 0,-1-1 0 0 0,0 1-1 0 0,0 0 1 0 0,0 0 0 0 0,0 0 0 0 0,0 0 0 0 0,0 0-1 0 0,-1 0 1 0 0,1 1 0 0 0,0-1 0 0 0,-1 1 0 0 0,0-1-1 0 0,-2 0 1 0 0,-3-1 6 0 0,1 0 0 0 0,-1 1 0 0 0,0 0 0 0 0,0 1-1 0 0,0-1 1 0 0,0 2 0 0 0,-8-1 0 0 0,7 1-192 0 0,0 1 1 0 0,0 0-1 0 0,0 0 0 0 0,1 1 0 0 0,-1 0 1 0 0,0 1-1 0 0,1 0 0 0 0,0 0 1 0 0,-1 1-1 0 0,1 0 0 0 0,1 0 0 0 0,-1 1 1 0 0,-8 6-1 0 0,-3 4 129 0 0,0 0 1 0 0,-16 20-1 0 0,16-15 15 0 0,2 1 1 0 0,0 0-1 0 0,2 2 0 0 0,0 0 1 0 0,2 0-1 0 0,0 1 0 0 0,2 1 1 0 0,-16 47-1 0 0,21-50-140 0 0,0 1 1 0 0,1 0-1 0 0,2 0 1 0 0,0 0-1 0 0,2 0 0 0 0,0 1 1 0 0,2-1-1 0 0,0 0 1 0 0,2 0-1 0 0,8 38 1 0 0,-7-48-92 0 0,1-1 0 0 0,0 1 0 0 0,1-1 0 0 0,0-1 0 0 0,1 1 0 0 0,0-1 0 0 0,0 0 0 0 0,2 0 0 0 0,-1-1 0 0 0,1-1 0 0 0,1 1 0 0 0,-1-1 0 0 0,13 8 0 0 0,-11-9-6 0 0,1 0-1 0 0,0-1 0 0 0,0 0 1 0 0,0 0-1 0 0,1-2 1 0 0,0 0-1 0 0,0 0 0 0 0,0-1 1 0 0,0-1-1 0 0,1 0 0 0 0,0-1 1 0 0,0 0-1 0 0,-1-1 1 0 0,1 0-1 0 0,0-2 0 0 0,0 1 1 0 0,16-4-1 0 0,-18 1 23 0 0,0 0 0 0 0,-1-1 0 0 0,1 0 0 0 0,-1-1 0 0 0,0 0 0 0 0,0-1 1 0 0,-1 0-1 0 0,0 0 0 0 0,0-1 0 0 0,0-1 0 0 0,-1 0 0 0 0,0 0 0 0 0,-1 0 0 0 0,1-1 0 0 0,9-15 0 0 0,-5 5-35 0 0,0-1-1 0 0,-1 0 0 0 0,-1-1 1 0 0,-2 0-1 0 0,0-1 0 0 0,-1 1 1 0 0,7-29-1 0 0,-8 15 3 0 0,0-1-1 0 0,-3 0 1 0 0,1-40-1 0 0,-5 55 34 0 0,0 1 1 0 0,-2-1-1 0 0,0 1 0 0 0,-2-1 0 0 0,0 1 0 0 0,-14-38 1 0 0,16 53 21 0 0,0 0 0 0 0,0 0 0 0 0,-1 0 0 0 0,-6-8 0 0 0,8 12-30 0 0,0-1 0 0 0,0 1 0 0 0,0 0 0 0 0,0 0-1 0 0,-1 0 1 0 0,1 0 0 0 0,0 0 0 0 0,0 0 0 0 0,-1 1 0 0 0,1-1 0 0 0,0 0 0 0 0,-1 1-1 0 0,1-1 1 0 0,-1 1 0 0 0,1-1 0 0 0,-1 1 0 0 0,1-1 0 0 0,-1 1 0 0 0,1 0 0 0 0,-1 0-1 0 0,-2 0 1 0 0,4 0-7 0 0,-1 0 0 0 0,0 1 0 0 0,1-1 0 0 0,-1 0 0 0 0,0 0-1 0 0,0 1 1 0 0,1-1 0 0 0,-1 0 0 0 0,1 1 0 0 0,-1-1 0 0 0,0 1-1 0 0,1-1 1 0 0,-1 1 0 0 0,1-1 0 0 0,-1 1 0 0 0,1-1 0 0 0,-1 1-1 0 0,1-1 1 0 0,0 1 0 0 0,-1 0 0 0 0,1-1 0 0 0,-1 1 0 0 0,1 0-1 0 0,0-1 1 0 0,-1 2 0 0 0,-3 24-164 0 0,4-21 146 0 0,-2 17-26 0 0,0 0 1 0 0,2 0-1 0 0,1 0 1 0 0,0 0-1 0 0,2 0 1 0 0,0 0-1 0 0,13 42 1 0 0,-8-42 2 0 0,1-1 1 0 0,1 0-1 0 0,1 0 0 0 0,0-1 1 0 0,2 0-1 0 0,0-1 1 0 0,22 24-1 0 0,-29-37-8 0 0,1 1 0 0 0,0-1 0 0 0,0-1 0 0 0,1 1 0 0 0,0-1 0 0 0,0 0 0 0 0,0-1 0 0 0,0 0 0 0 0,13 4 0 0 0,-14-6 31 0 0,0 0 1 0 0,0-1 0 0 0,0 0 0 0 0,0 0 0 0 0,0-1-1 0 0,0 0 1 0 0,0 0 0 0 0,0-1 0 0 0,0 0 0 0 0,0 0 0 0 0,0-1-1 0 0,0 1 1 0 0,12-6 0 0 0,-6 1-77 0 0,-1-1 0 0 0,0 0 0 0 0,-1 0 0 0 0,1-1 0 0 0,-2-1 0 0 0,1 1 0 0 0,-1-2 1 0 0,0 0-1 0 0,-1 0 0 0 0,11-16 0 0 0,1-5-283 0 0,-1-1 0 0 0,26-56 0 0 0,-27 43 330 0 0,-2 0 1 0 0,-2-1-1 0 0,14-71 1 0 0,8-144 606 0 0,-27-6 798 0 0,-9 249-1165 0 0,-1 1-1 0 0,-1-1 1 0 0,-1 1-1 0 0,0-1 1 0 0,-1 1 0 0 0,-6-19-1 0 0,8 34-184 0 0,0-1 0 0 0,0 1 0 0 0,0-1 0 0 0,-1 1 0 0 0,1 0 0 0 0,-1-1 0 0 0,1 1 1 0 0,-1 0-1 0 0,0 0 0 0 0,0 0 0 0 0,0 0 0 0 0,0 0 0 0 0,0 0 0 0 0,0 1 0 0 0,0-1 0 0 0,-1 1 0 0 0,1-1 0 0 0,0 1 0 0 0,-1 0 0 0 0,1 0 0 0 0,-1 0 0 0 0,0 0 0 0 0,1 1 0 0 0,-1-1 0 0 0,0 1 0 0 0,0-1 0 0 0,1 1 0 0 0,-1 0 0 0 0,0 0 0 0 0,1 0 1 0 0,-1 1-1 0 0,0-1 0 0 0,0 1 0 0 0,1-1 0 0 0,-1 1 0 0 0,0 0 0 0 0,1 0 0 0 0,-1 0 0 0 0,1 0 0 0 0,-1 0 0 0 0,1 1 0 0 0,0-1 0 0 0,0 1 0 0 0,-1 0 0 0 0,1-1 0 0 0,0 1 0 0 0,0 0 0 0 0,1 0 0 0 0,-1 0 0 0 0,-2 4 0 0 0,-2 5 12 0 0,0 1 0 0 0,0 1 0 0 0,1-1 0 0 0,1 1-1 0 0,0-1 1 0 0,1 1 0 0 0,-3 18 0 0 0,-4 104 69 0 0,8-14-66 0 0,15 140-1 0 0,-4-186-22 0 0,3-1-1 0 0,4 0 0 0 0,26 78 0 0 0,-34-128 31 0 0,1 0 0 0 0,1 0-1 0 0,22 36 1 0 0,-28-53-36 0 0,1 0-1 0 0,0 0 1 0 0,1-1 0 0 0,0 0 0 0 0,0 1-1 0 0,0-2 1 0 0,1 1 0 0 0,-1-1 0 0 0,1 0-1 0 0,1 0 1 0 0,-1-1 0 0 0,1 0 0 0 0,0-1-1 0 0,11 5 1 0 0,-9-5 5 0 0,0-1 1 0 0,1 0-1 0 0,-1 0 1 0 0,1-1-1 0 0,-1-1 1 0 0,1 0-1 0 0,-1 0 1 0 0,1-1-1 0 0,-1 0 1 0 0,1-1-1 0 0,-1 0 1 0 0,1 0-1 0 0,-1-1 1 0 0,0-1-1 0 0,0 0 1 0 0,-1 0-1 0 0,1-1 1 0 0,16-11-1 0 0,-4 0-53 0 0,-1-1 0 0 0,0-2-1 0 0,-2 0 1 0 0,0 0 0 0 0,-1-2-1 0 0,18-26 1 0 0,-11 9-26 0 0,-1-1 1 0 0,-2 0-1 0 0,-1-2 0 0 0,-3-1 1 0 0,-1 0-1 0 0,-2-1 0 0 0,10-50 1 0 0,-7 8 189 0 0,-5 0-1 0 0,5-154 1 0 0,-18 239-102 0 0,2-33 178 0 0,-2 0 1 0 0,-1 1 0 0 0,-1-1-1 0 0,-9-41 1 0 0,9 69-184 0 0,0 0 0 0 0,0-1 0 0 0,0 1 0 0 0,-1 0 0 0 0,0 0 0 0 0,0 0 0 0 0,0 1 0 0 0,0-1 0 0 0,-1 1 0 0 0,0-1-1 0 0,0 1 1 0 0,0 0 0 0 0,0 1 0 0 0,-1-1 0 0 0,1 1 0 0 0,-1 0 0 0 0,0 0 0 0 0,0 0 0 0 0,0 1 0 0 0,-1 0 0 0 0,1 0 0 0 0,0 0 0 0 0,-1 0 0 0 0,1 1 0 0 0,-1 0-1 0 0,0 0 1 0 0,1 1 0 0 0,-1-1 0 0 0,0 1 0 0 0,1 0 0 0 0,-1 1 0 0 0,0 0 0 0 0,1 0 0 0 0,-1 0 0 0 0,1 0 0 0 0,-1 1 0 0 0,1 0 0 0 0,0 0 0 0 0,-1 0 0 0 0,1 1-1 0 0,0 0 1 0 0,-8 6 0 0 0,4 0-4 0 0,1 0 0 0 0,0 0 0 0 0,0 1 0 0 0,1-1-1 0 0,0 2 1 0 0,1-1 0 0 0,0 1 0 0 0,1 0 0 0 0,0 1 0 0 0,1-1-1 0 0,-3 15 1 0 0,-2 11 10 0 0,1 1 0 0 0,-3 55 0 0 0,7-21-224 0 0,2 1 1 0 0,4-1-1 0 0,2 0 1 0 0,4 1-1 0 0,28 114 0 0 0,-33-173 117 0 0,6 24-1070 0 0,1-1 1 0 0,2 0-1 0 0,25 54 1 0 0,-33-84 872 0 0,0 1-1 0 0,0-1 1 0 0,1 0-1 0 0,0-1 1 0 0,0 1-1 0 0,1-1 1 0 0,0 0-1 0 0,0 0 1 0 0,0-1-1 0 0,1 1 1 0 0,-1-1 0 0 0,1-1-1 0 0,1 0 1 0 0,-1 0-1 0 0,1 0 1 0 0,-1-1-1 0 0,1 0 1 0 0,0 0-1 0 0,0-1 1 0 0,0 0-1 0 0,1 0 1 0 0,-1-1 0 0 0,0 0-1 0 0,1-1 1 0 0,-1 0-1 0 0,1 0 1 0 0,-1 0-1 0 0,0-1 1 0 0,1-1-1 0 0,-1 1 1 0 0,0-2-1 0 0,0 1 1 0 0,0-1-1 0 0,0 0 1 0 0,-1 0 0 0 0,1-1-1 0 0,6-5 1 0 0,4-2 251 0 0,0-1 1 0 0,24-22 0 0 0,-35 27 86 0 0,0 0 0 0 0,-1 0 0 0 0,1-1 0 0 0,-1 1 1 0 0,-1-2-1 0 0,0 1 0 0 0,0 0 0 0 0,5-12 0 0 0,-4-3 930 0 0,0 0 0 0 0,-2 0 0 0 0,0-1-1 0 0,-2 1 1 0 0,0-1 0 0 0,-2 0-1 0 0,-4-43 1 0 0,3 62-603 0 0,1 4-283 0 0,0 0 0 0 0,0 0 0 0 0,0-1-1 0 0,0 1 1 0 0,0 0 0 0 0,0 0 0 0 0,0 0-1 0 0,-1 0 1 0 0,1 0 0 0 0,-1 0 0 0 0,1 0-1 0 0,0 0 1 0 0,-1 0 0 0 0,0 0 0 0 0,1 0-1 0 0,-1 0 1 0 0,0 0 0 0 0,1 0 0 0 0,-1 0-1 0 0,0 0 1 0 0,0 1 0 0 0,-1-2 0 0 0,2 2-50 0 0,-1 0 0 0 0,1 1 1 0 0,-1-1-1 0 0,1 0 0 0 0,0 0 0 0 0,-1 1 1 0 0,1-1-1 0 0,0 0 0 0 0,-1 1 1 0 0,1-1-1 0 0,0 0 0 0 0,-1 1 1 0 0,1-1-1 0 0,0 1 0 0 0,0-1 0 0 0,0 1 1 0 0,-1-1-1 0 0,1 0 0 0 0,0 1 1 0 0,0-1-1 0 0,0 1 0 0 0,0-1 1 0 0,0 1-1 0 0,0-1 0 0 0,0 1 1 0 0,0-1-1 0 0,0 1 0 0 0,0-1 0 0 0,0 1 1 0 0,0 0-1 0 0,-2 25 650 0 0,0 9-75 0 0,3 0 1 0 0,1 0 0 0 0,1 0 0 0 0,2-1-1 0 0,1 1 1 0 0,2-1 0 0 0,16 44 0 0 0,-14-52-510 0 0,1 0 1 0 0,1 0-1 0 0,1-1 1 0 0,2-1 0 0 0,0-1-1 0 0,31 38 1 0 0,-38-53-81 0 0,0 0 1 0 0,1 0 0 0 0,-1-1 0 0 0,1 0 0 0 0,1-1 0 0 0,-1 0-1 0 0,1-1 1 0 0,17 8 0 0 0,-19-10-6 0 0,0-1 0 0 0,0 0 0 0 0,0 0 0 0 0,1-1 0 0 0,-1 0 0 0 0,0-1-1 0 0,1 1 1 0 0,-1-2 0 0 0,1 1 0 0 0,-1-1 0 0 0,0 0 0 0 0,16-5 0 0 0,-13 2-28 0 0,0-1-1 0 0,0 0 1 0 0,0 0 0 0 0,-1-1-1 0 0,0 0 1 0 0,0-1-1 0 0,-1 0 1 0 0,0-1 0 0 0,0 0-1 0 0,0 0 1 0 0,9-13 0 0 0,-5 5-125 0 0,-1 0 1 0 0,-1-1 0 0 0,-1-1 0 0 0,0 0 0 0 0,13-35 0 0 0,-13 26 146 0 0,-3-1 1 0 0,0 0-1 0 0,-2 1 1 0 0,0-2-1 0 0,-2 1 1 0 0,-2 0-1 0 0,0-1 1 0 0,-2 1-1 0 0,-1-1 1 0 0,-1 1-1 0 0,-2 0 1 0 0,0 0-1 0 0,-18-50 1 0 0,18 65 99 0 0,-2-1 1 0 0,1 1-1 0 0,-1 1 0 0 0,-1-1 1 0 0,0 2-1 0 0,-1-1 1 0 0,-11-11-1 0 0,13 17-39 0 0,0-1 0 0 0,-1 1 0 0 0,1 0-1 0 0,-2 0 1 0 0,1 1 0 0 0,0 0 0 0 0,-1 1-1 0 0,0 0 1 0 0,0 0 0 0 0,0 1 0 0 0,-16-4 0 0 0,5 4-43 0 0,0 1 0 0 0,0 1 0 0 0,0 0 1 0 0,0 1-1 0 0,0 2 0 0 0,1 0 0 0 0,-1 1 1 0 0,0 1-1 0 0,1 0 0 0 0,0 2 0 0 0,0 0 1 0 0,0 1-1 0 0,1 1 0 0 0,0 1 0 0 0,-22 14 1 0 0,33-18-30 0 0,0 0-1 0 0,0 1 1 0 0,1-1 0 0 0,0 1 0 0 0,0 0 0 0 0,0 1 0 0 0,1 0 0 0 0,0 0 0 0 0,0 0 0 0 0,1 0 0 0 0,0 1 0 0 0,0-1-1 0 0,0 1 1 0 0,1 0 0 0 0,1 0 0 0 0,-1 0 0 0 0,1 1 0 0 0,1-1 0 0 0,-1 1 0 0 0,2-1 0 0 0,-1 1 0 0 0,1-1 0 0 0,0 1-1 0 0,1-1 1 0 0,2 12 0 0 0,-1-7-17 0 0,1 1 0 0 0,0-1 0 0 0,2 0 0 0 0,-1 0 0 0 0,2 0 0 0 0,-1-1 0 0 0,2 0 0 0 0,0 0 0 0 0,0 0 0 0 0,1-1 0 0 0,0 0 0 0 0,1-1 0 0 0,0 1 0 0 0,18 14 0 0 0,-11-13-40 0 0,1-1 1 0 0,-1-1-1 0 0,2 0 0 0 0,-1-2 1 0 0,1 1-1 0 0,1-2 0 0 0,-1-1 1 0 0,1 0-1 0 0,0-1 0 0 0,1-1 1 0 0,-1-1-1 0 0,31 1 1 0 0,-33-5 0 0 0,0 0 0 0 0,0-1 0 0 0,-1-1 0 0 0,1-1 0 0 0,-1-1 0 0 0,1 0 0 0 0,-1-1 0 0 0,-1 0 1 0 0,1-1-1 0 0,-1-1 0 0 0,-1-1 0 0 0,28-20 0 0 0,-30 20 53 0 0,-1-1 0 0 0,0-1-1 0 0,0 0 1 0 0,15-21 0 0 0,-13 14 45 0 0,-2-1 0 0 0,0-1 0 0 0,-1 0 0 0 0,15-40 0 0 0,-10 7 408 0 0,-2-1 0 0 0,10-86-1 0 0,-20 63 1275 0 0,-4 116-1718 0 0,1 0 0 0 0,2 0 0 0 0,2-1 0 0 0,10 46 0 0 0,1-19 23 0 0,38 100-1 0 0,-50-156-45 0 0,1 0 0 0 0,0 0 1 0 0,1-1-1 0 0,0 1 0 0 0,0-1 0 0 0,1 0 1 0 0,0 0-1 0 0,0-1 0 0 0,10 9 0 0 0,-13-13-61 0 0,0-1-1 0 0,0 0 1 0 0,0 1-1 0 0,0-1 1 0 0,1-1-1 0 0,-1 1 0 0 0,0 0 1 0 0,1-1-1 0 0,0 0 1 0 0,-1 0-1 0 0,1 0 1 0 0,-1 0-1 0 0,1 0 0 0 0,0-1 1 0 0,0 0-1 0 0,-1 0 1 0 0,1 0-1 0 0,0 0 1 0 0,0 0-1 0 0,-1-1 0 0 0,1 0 1 0 0,0 1-1 0 0,-1-1 1 0 0,1-1-1 0 0,-1 1 1 0 0,1 0-1 0 0,3-3 1 0 0,-1 0-124 0 0,1 0 0 0 0,-1-1 0 0 0,-1 1 0 0 0,1-1 0 0 0,-1 0 0 0 0,0-1 0 0 0,0 1 0 0 0,0-1 0 0 0,-1 0 0 0 0,1 0 0 0 0,2-7 0 0 0,3-6-170 0 0,-2 0 0 0 0,11-31 0 0 0,-6 5 450 0 0,-2 0-1 0 0,10-82 0 0 0,-19 106 85 0 0,-2 34 30 0 0,1-1 0 0 0,0 0 0 0 0,0 1 0 0 0,1-1 0 0 0,1 0 0 0 0,0 0 0 0 0,9 23 0 0 0,-3-12-45 0 0,1 0 0 0 0,1-1 1 0 0,19 31-1 0 0,-24-46-115 0 0,0 0 0 0 0,1 0 0 0 0,-1-1 0 0 0,1 1 0 0 0,0-1 0 0 0,1-1 0 0 0,0 1-1 0 0,-1-2 1 0 0,2 1 0 0 0,-1-1 0 0 0,0 0 0 0 0,1 0 0 0 0,0-1 0 0 0,0 0 0 0 0,0-1 0 0 0,0 0 0 0 0,0-1 0 0 0,1 1 0 0 0,9-1 0 0 0,-14-2 36 0 0,1 1 0 0 0,-1 0 1 0 0,1-1-1 0 0,0 0 0 0 0,-1-1 0 0 0,0 1 1 0 0,1-1-1 0 0,-1 0 0 0 0,0 0 1 0 0,0-1-1 0 0,0 1 0 0 0,0-1 0 0 0,6-5 1 0 0,-3 1 50 0 0,0 0 0 0 0,0 0 0 0 0,0-1 0 0 0,-1 0 0 0 0,10-13 0 0 0,-10 7 33 0 0,0 1 0 0 0,0-1 1 0 0,-1 0-1 0 0,-1-1 0 0 0,0 1 0 0 0,2-17 0 0 0,-2 14 24 0 0,0-7 91 0 0,-1 0 0 0 0,0 0 0 0 0,-2 0-1 0 0,-1 0 1 0 0,-1 0 0 0 0,-1 0 0 0 0,-1 0 0 0 0,-1 0-1 0 0,-1 0 1 0 0,-8-25 0 0 0,2-3-3632 0 0,9 43 612 0 0,0 0-1 0 0,1 0 1 0 0,0 0-1 0 0,1 1 1 0 0,2-14-1 0 0,-2 15-1009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3.858"/>
    </inkml:context>
    <inkml:brush xml:id="br0">
      <inkml:brushProperty name="width" value="0.035" units="cm"/>
      <inkml:brushProperty name="height" value="0.035" units="cm"/>
    </inkml:brush>
  </inkml:definitions>
  <inkml:trace contextRef="#ctx0" brushRef="#br0">13 226 5809 0 0,'-6'-16'2475'0'0,"6"16"-2467"0"0,0 0 0 0 0,0 0 0 0 0,-1 0 0 0 0,1 0-1 0 0,0-1 1 0 0,0 1 0 0 0,0 0 0 0 0,0 0 0 0 0,0 0 0 0 0,0 0 0 0 0,0 0 0 0 0,0 0 0 0 0,0 0 0 0 0,0 0 0 0 0,-1 0 0 0 0,1 0 0 0 0,0 0 0 0 0,0 0 0 0 0,0 0 0 0 0,0 0 0 0 0,0 0 0 0 0,0 0 0 0 0,0 0 0 0 0,0 0 0 0 0,0 0 0 0 0,-1 0 0 0 0,1 0 0 0 0,0 0-1 0 0,0 0 1 0 0,0 0 0 0 0,0 0 0 0 0,0 0 0 0 0,0 0 0 0 0,0 0 0 0 0,0 0 0 0 0,-1 0 0 0 0,1 0 0 0 0,0 0 0 0 0,0 0 0 0 0,0 0 0 0 0,0 1 0 0 0,0-1 0 0 0,0 0 0 0 0,0 0 0 0 0,0 0 0 0 0,0 0 0 0 0,0 0 0 0 0,0 0 0 0 0,0 0 0 0 0,0 0 0 0 0,0 0 0 0 0,0 0-1 0 0,0 1 1 0 0,0-1 0 0 0,0 0 0 0 0,-1 0 0 0 0,1 0 0 0 0,0 0 0 0 0,0 0 0 0 0,0 0 0 0 0,1 1 0 0 0,-2 3 13 0 0,0 0-1 0 0,1 1 1 0 0,-1-1 0 0 0,1 1-1 0 0,1 8 1 0 0,3 21 591 0 0,2 1 1 0 0,20 64-1 0 0,35 65 1657 0 0,-51-140-2057 0 0,0-1 1 0 0,2-1-1 0 0,0 0 0 0 0,1-1 0 0 0,20 24 0 0 0,-23-35-140 0 0,-1-1-1 0 0,1 0 0 0 0,12 8 1 0 0,-15-12-37 0 0,1 0 0 0 0,-1-1 0 0 0,1 1 0 0 0,-1-2 0 0 0,1 1 0 0 0,9 2 0 0 0,-14-5-29 0 0,0 0 0 0 0,1 0 0 0 0,-1-1 0 0 0,0 0 0 0 0,0 1 0 0 0,1-1 1 0 0,-1 0-1 0 0,0-1 0 0 0,1 1 0 0 0,-1-1 0 0 0,0 1 0 0 0,0-1 0 0 0,1 0 0 0 0,-1 0 1 0 0,0 0-1 0 0,0-1 0 0 0,0 1 0 0 0,5-4 0 0 0,0-1 11 0 0,-1 0 0 0 0,1-1 0 0 0,-1 0 0 0 0,-1 0 0 0 0,1-1 0 0 0,-1 1 0 0 0,0-2 0 0 0,-1 1 0 0 0,0 0 0 0 0,0-1 0 0 0,5-15 0 0 0,2-10-9 0 0,14-67 0 0 0,-26 100-8 0 0,21-119 140 0 0,7-221 0 0 0,-27 301-241 0 0,13 294 436 0 0,-9-214-291 0 0,2 0 1 0 0,2-1-1 0 0,1 0 1 0 0,20 47-1 0 0,-26-76-37 0 0,1 0 1 0 0,0 0-1 0 0,1 0 0 0 0,0-1 0 0 0,0 0 1 0 0,1 0-1 0 0,0 0 0 0 0,1-1 0 0 0,15 13 1 0 0,-19-18-9 0 0,0 0 0 0 0,1 0 0 0 0,-1-1 0 0 0,0 0 0 0 0,1 0 0 0 0,0 0 0 0 0,-1 0 0 0 0,1-1 0 0 0,0 1 0 0 0,0-1 0 0 0,0-1 0 0 0,0 1 0 0 0,0-1 0 0 0,0 1 0 0 0,0-2 0 0 0,0 1 0 0 0,0 0 0 0 0,0-1 0 0 0,0 0 0 0 0,-1 0 0 0 0,1 0 0 0 0,0-1 0 0 0,0 0 0 0 0,5-3 0 0 0,2-1 18 0 0,0-2-1 0 0,-1 1 1 0 0,0-2-1 0 0,0 1 1 0 0,-1-1 0 0 0,0-1-1 0 0,13-17 1 0 0,-1 0 71 0 0,33-59 0 0 0,-40 57-91 0 0,-2 0 0 0 0,-1-1 0 0 0,-1 0 0 0 0,-1 0 0 0 0,-2-2 0 0 0,-2 1 0 0 0,0 0 0 0 0,-2-1 0 0 0,-2 0 0 0 0,-1 0-1 0 0,-1 0 1 0 0,-6-41 0 0 0,1 39-329 0 0,30 61-581 0 0,184 247 1552 0 0,-206-270-579 0 0,0-1 0 0 0,0 1 0 0 0,-1-1 0 0 0,1 1 0 0 0,-1 0 0 0 0,0 0 0 0 0,0 0 0 0 0,-1 0 0 0 0,1 0 0 0 0,-1 1 0 0 0,0-1 0 0 0,0 0 0 0 0,0 1 0 0 0,0-1 0 0 0,-1 9 0 0 0,-1-9-18 0 0,1 0 0 0 0,-1 0 0 0 0,-1 0 1 0 0,1 0-1 0 0,-1 0 0 0 0,1 0 0 0 0,-1 0 0 0 0,0-1 1 0 0,-1 1-1 0 0,1-1 0 0 0,0 0 0 0 0,-1 1 1 0 0,0-1-1 0 0,0 0 0 0 0,0 0 0 0 0,0-1 0 0 0,-7 5 1 0 0,-16 11 36 0 0,0-2 0 0 0,-2-1 0 0 0,-40 16 0 0 0,-94 25-402 0 0,106-44-1639 0 0,55-11 1671 0 0,-1-1-1 0 0,1 0 1 0 0,0 0-1 0 0,0 1 0 0 0,-1-1 1 0 0,1 0-1 0 0,0 0 1 0 0,0 0-1 0 0,-1-1 0 0 0,1 1 1 0 0,0 0-1 0 0,0 0 1 0 0,0-1-1 0 0,-1 1 0 0 0,1-1 1 0 0,0 1-1 0 0,0-1 0 0 0,0 1 1 0 0,0-1-1 0 0,0 0 1 0 0,0 1-1 0 0,0-1 0 0 0,0 0 1 0 0,0 0-1 0 0,0 0 1 0 0,0 0-1 0 0,1 0 0 0 0,-1 0 1 0 0,0 0-1 0 0,0 0 0 0 0,1 0 1 0 0,-1 0-1 0 0,1 0 1 0 0,-1 0-1 0 0,1 0 0 0 0,0-1 1 0 0,-1 1-1 0 0,1 0 1 0 0,0 0-1 0 0,0-1 0 0 0,0 1 1 0 0,0-2-1 0 0,-1 1-132 0 0,1-5-1950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5.562"/>
    </inkml:context>
    <inkml:brush xml:id="br0">
      <inkml:brushProperty name="width" value="0.035" units="cm"/>
      <inkml:brushProperty name="height" value="0.035" units="cm"/>
    </inkml:brush>
  </inkml:definitions>
  <inkml:trace contextRef="#ctx0" brushRef="#br0">50 12 3896 0 0,'0'0'81'0'0,"-1"-1"1"0"0,1 1-1 0 0,0-1 1 0 0,0 0-1 0 0,0 1 0 0 0,-1-1 1 0 0,1 1-1 0 0,0-1 1 0 0,-1 1-1 0 0,1-1 1 0 0,0 1-1 0 0,-1-1 0 0 0,1 1 1 0 0,0 0-1 0 0,-1-1 1 0 0,1 1-1 0 0,-1 0 0 0 0,1-1 1 0 0,-1 1-1 0 0,1 0 1 0 0,-1-1-1 0 0,1 1 0 0 0,-1 0 1 0 0,1 0-1 0 0,-1-1 1 0 0,0 1-1 0 0,1 0 0 0 0,-1 0 1 0 0,1 0-1 0 0,-1 0 1 0 0,1 0-1 0 0,-1 0 1 0 0,0 0-1 0 0,1 0 0 0 0,-1 0 1 0 0,1 0-1 0 0,-1 0 1 0 0,0 0-1 0 0,1 1 0 0 0,-1-1 1 0 0,1 0-1 0 0,-1 0 1 0 0,0 1-1 0 0,-1 1-100 0 0,1 0 0 0 0,-1 0 0 0 0,1 0 0 0 0,0 0-1 0 0,-1 0 1 0 0,1 0 0 0 0,0 0 0 0 0,0 1 0 0 0,1-1 0 0 0,-2 5 0 0 0,-3 17 603 0 0,1 0 0 0 0,1 1-1 0 0,1-1 1 0 0,1 1 0 0 0,3 25 0 0 0,18 130 4138 0 0,-15-145-4430 0 0,47 364 3527 0 0,-40-297-3310 0 0,-6-43-297 0 0,-1-12-422 0 0,-1 47 0 0 0,-15-124-11050 0 0,1 5 7230 0 0,-6-25 630 0 0,8 23 2193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6.005"/>
    </inkml:context>
    <inkml:brush xml:id="br0">
      <inkml:brushProperty name="width" value="0.035" units="cm"/>
      <inkml:brushProperty name="height" value="0.035" units="cm"/>
    </inkml:brush>
  </inkml:definitions>
  <inkml:trace contextRef="#ctx0" brushRef="#br0">48 467 3256 0 0,'-3'-1'431'0'0,"-1"1"-1"0"0,1-1 1 0 0,0 0 0 0 0,-1-1-1 0 0,1 1 1 0 0,0 0 0 0 0,0-1-1 0 0,0 0 1 0 0,0 0 0 0 0,1 0-1 0 0,-1 0 1 0 0,-4-5 0 0 0,6 7-393 0 0,1 0 0 0 0,0-1 0 0 0,0 1 0 0 0,-1 0 1 0 0,1-1-1 0 0,0 1 0 0 0,0-1 0 0 0,-1 1 1 0 0,1 0-1 0 0,0-1 0 0 0,0 1 0 0 0,0-1 1 0 0,0 1-1 0 0,0 0 0 0 0,0-1 0 0 0,0 1 0 0 0,0-1 1 0 0,0 1-1 0 0,0 0 0 0 0,0-1 0 0 0,0 1 1 0 0,0-1-1 0 0,0 1 0 0 0,0-1 0 0 0,0 1 1 0 0,0 0-1 0 0,0-1 0 0 0,1 1 0 0 0,-1 0 1 0 0,0-1-1 0 0,0 1 0 0 0,1-1 0 0 0,-1 1 0 0 0,14-13 214 0 0,-11 10-189 0 0,22-14-23 0 0,0 2 1 0 0,1 0 0 0 0,1 2-1 0 0,48-18 1 0 0,-37 15-32 0 0,206-74 69 0 0,-183 69 22 0 0,19-5 23 0 0,-2-5 56 0 0,-68 26-14 0 0,1-1 0 0 0,15-12 1 0 0,-18 9 914 0 0,-14 7-47 0 0,-18 7-229 0 0,21-2-743 0 0,-1-1 1 0 0,1 1-1 0 0,0 0 0 0 0,0-1 1 0 0,0 1-1 0 0,0 1 1 0 0,0-1-1 0 0,1 0 1 0 0,0 1-1 0 0,-1-1 1 0 0,1 1-1 0 0,0 0 0 0 0,1 0 1 0 0,-3 5-1 0 0,0 5 152 0 0,0-1-1 0 0,-3 26 0 0 0,5-17-114 0 0,1-1 0 0 0,1 1 0 0 0,1 0 0 0 0,1 0 0 0 0,1-1 0 0 0,0 1 0 0 0,2-1 0 0 0,1 0 0 0 0,0 0 0 0 0,2 0 0 0 0,0-1 0 0 0,1 0 0 0 0,1-1 0 0 0,19 28 0 0 0,-22-36-111 0 0,1-1 0 0 0,0 0 0 0 0,0 0 0 0 0,1-1 0 0 0,0 0 0 0 0,1 0 0 0 0,0-1 0 0 0,0 0 0 0 0,1-1 0 0 0,17 9 0 0 0,-18-11 15 0 0,0-2 1 0 0,-1 1 0 0 0,1-1-1 0 0,1-1 1 0 0,-1 1-1 0 0,0-2 1 0 0,0 0 0 0 0,1 0-1 0 0,-1-1 1 0 0,0 0-1 0 0,1 0 1 0 0,-1-1-1 0 0,16-4 1 0 0,-14 2 17 0 0,0-1 0 0 0,0 0 0 0 0,-1 0 0 0 0,0-1 0 0 0,0-1 0 0 0,0 0 1 0 0,18-13-1 0 0,-20 12 2 0 0,0-1 0 0 0,0-1 1 0 0,0 1-1 0 0,-1-1 0 0 0,-1-1 1 0 0,0 0-1 0 0,0 0 0 0 0,0 0 1 0 0,-2-1-1 0 0,1 1 0 0 0,-1-1 1 0 0,-1-1-1 0 0,4-12 0 0 0,-3 2 87 0 0,0 0 0 0 0,-2 0 1 0 0,0 0-1 0 0,-2 0 0 0 0,-2-42 0 0 0,0 50-3 0 0,-1 0 0 0 0,-1 0 1 0 0,0 0-1 0 0,-1 0 0 0 0,0 1 1 0 0,-1-1-1 0 0,0 1 0 0 0,-2 0 0 0 0,1 1 1 0 0,-13-18-1 0 0,9 17 71 0 0,-2 0-1 0 0,1 1 1 0 0,-2 1 0 0 0,1 0 0 0 0,-1 0-1 0 0,-1 1 1 0 0,0 1 0 0 0,-1 0 0 0 0,1 1-1 0 0,-2 1 1 0 0,-20-8 0 0 0,23 10-120 0 0,-1 1 0 0 0,0 0 0 0 0,0 1 0 0 0,0 1 0 0 0,0 0 0 0 0,0 1 0 0 0,-1 0 0 0 0,1 1 0 0 0,0 1 0 0 0,-1 0 0 0 0,1 1 0 0 0,0 1 0 0 0,-24 7 0 0 0,31-8-251 0 0,1 2 0 0 0,-1-1 0 0 0,0 1 0 0 0,1 0 0 0 0,0 0 0 0 0,0 0 0 0 0,0 1 0 0 0,0 0 1 0 0,1 0-1 0 0,0 1 0 0 0,-5 6 0 0 0,4-4-1163 0 0,1 0 1 0 0,0 0-1 0 0,1 0 0 0 0,0 1 1 0 0,0-1-1 0 0,1 1 1 0 0,0 0-1 0 0,0 0 1 0 0,1 0-1 0 0,1 0 0 0 0,-1 1 1 0 0,1 12-1 0 0,4-2-1383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6.862"/>
    </inkml:context>
    <inkml:brush xml:id="br0">
      <inkml:brushProperty name="width" value="0.035" units="cm"/>
      <inkml:brushProperty name="height" value="0.035" units="cm"/>
    </inkml:brush>
  </inkml:definitions>
  <inkml:trace contextRef="#ctx0" brushRef="#br0">1 211 952 0 0,'-1'-6'45'0'0,"1"-2"849"0"0,0 1 0 0 0,0-1 1 0 0,3-14-1 0 0,-3 21-783 0 0,0 0 0 0 0,0 0 0 0 0,1 1 1 0 0,-1-1-1 0 0,0 0 0 0 0,0 0 0 0 0,0 1 0 0 0,1-1 1 0 0,-1 0-1 0 0,0 0 0 0 0,1 1 0 0 0,-1-1 0 0 0,1 0 1 0 0,-1 1-1 0 0,1-1 0 0 0,-1 0 0 0 0,1 1 0 0 0,-1-1 1 0 0,1 1-1 0 0,0-1 0 0 0,-1 1 0 0 0,1-1 0 0 0,0 1 0 0 0,-1 0 1 0 0,1-1-1 0 0,0 1 0 0 0,0 0 0 0 0,-1-1 0 0 0,1 1 1 0 0,0 0-1 0 0,0 0 0 0 0,-1 0 0 0 0,1 0 0 0 0,0-1 1 0 0,0 1-1 0 0,0 0 0 0 0,-1 1 0 0 0,1-1 0 0 0,0 0 1 0 0,0 0-1 0 0,0 0 0 0 0,-1 0 0 0 0,1 1 0 0 0,0-1 1 0 0,0 0-1 0 0,-1 1 0 0 0,2 0 0 0 0,0 0 83 0 0,1 0 0 0 0,-1 1 0 0 0,0 0-1 0 0,0-1 1 0 0,0 1 0 0 0,0 0 0 0 0,-1 0 0 0 0,3 3-1 0 0,10 17 488 0 0,-2 1-1 0 0,-1 0 0 0 0,-1 0 0 0 0,0 1 0 0 0,6 29 1 0 0,-1-8-78 0 0,19 58 360 0 0,-17-53-516 0 0,38 76 1 0 0,-47-111-406 0 0,0 0 0 0 0,1-1 0 0 0,1 0 0 0 0,0 0 0 0 0,0-2 0 0 0,2 1 0 0 0,-1-1 0 0 0,2-1 0 0 0,15 12 0 0 0,-22-19 5 0 0,1 0 1 0 0,-1 0 0 0 0,1-1-1 0 0,0 0 1 0 0,0 0 0 0 0,0-1-1 0 0,0 0 1 0 0,1 0 0 0 0,-1 0-1 0 0,1-1 1 0 0,-1 0 0 0 0,1-1-1 0 0,-1 0 1 0 0,1 0-1 0 0,-1-1 1 0 0,1 0 0 0 0,-1 0-1 0 0,1 0 1 0 0,12-5 0 0 0,-16 4-17 0 0,0-1 0 0 0,0 1 0 0 0,0-1 0 0 0,-1 0 0 0 0,1 0 0 0 0,-1 0 0 0 0,1 0 0 0 0,-1-1 0 0 0,4-5 0 0 0,8-11 36 0 0,-1-1 1 0 0,-1-1-1 0 0,-1-1 0 0 0,0 0 0 0 0,-2 0 0 0 0,-1-1 0 0 0,11-43 1 0 0,-9 18 80 0 0,-2 0 0 0 0,-3-1 1 0 0,1-53-1 0 0,-6 66-9 0 0,-1 1 1 0 0,-7-48-1 0 0,5 72-166 0 0,0 0 0 0 0,-1 1 0 0 0,0-1 0 0 0,-1 1 0 0 0,0 0 0 0 0,-1 0 0 0 0,0 0 0 0 0,0 0 0 0 0,-2 1 0 0 0,-13-19 0 0 0,9 18-3529 0 0,22 30-12143 0 0,-7-14 15709 0 0,-1-1-1890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7.180"/>
    </inkml:context>
    <inkml:brush xml:id="br0">
      <inkml:brushProperty name="width" value="0.035" units="cm"/>
      <inkml:brushProperty name="height" value="0.035" units="cm"/>
    </inkml:brush>
  </inkml:definitions>
  <inkml:trace contextRef="#ctx0" brushRef="#br0">167 40 11706 0 0,'-24'-14'4721'0'0,"16"9"-4356"0"0,0 1 0 0 0,0 0 0 0 0,0 0 0 0 0,-15-4 1 0 0,176 44-769 0 0,-103-25 439 0 0,-1 2 1 0 0,0 3-1 0 0,-1 1 1 0 0,85 44-1 0 0,-115-50-43 0 0,1 1 0 0 0,24 20 0 0 0,-35-25 8 0 0,-1 0 1 0 0,1 1 0 0 0,-1 0 0 0 0,0 0-1 0 0,-1 0 1 0 0,9 16 0 0 0,-12-18 20 0 0,0 0 1 0 0,-1 1-1 0 0,0-1 0 0 0,0 0 1 0 0,-1 1-1 0 0,1-1 0 0 0,-1 12 1 0 0,0-13 6 0 0,-2 1 0 0 0,1 0 0 0 0,0-1 0 0 0,-1 1 0 0 0,0-1 0 0 0,-1 1 0 0 0,1-1 0 0 0,-1 1-1 0 0,0-1 1 0 0,0 0 0 0 0,-1 0 0 0 0,0 0 0 0 0,0 0 0 0 0,0 0 0 0 0,0-1 0 0 0,-1 1 0 0 0,1-1 0 0 0,-1 0 0 0 0,0 0 0 0 0,-1-1 0 0 0,1 1 0 0 0,-1-1 0 0 0,1 0 0 0 0,-7 3 0 0 0,-10 6 33 0 0,0-2 0 0 0,-1 0-1 0 0,-1-1 1 0 0,-35 8 0 0 0,17-6-202 0 0,0-2 0 0 0,-1-1 0 0 0,-1-2 0 0 0,1-3 1 0 0,-62-1-1 0 0,90-3-540 0 0,1-1 0 0 0,-1 0-1 0 0,-13-5 1 0 0,20 5-171 0 0,-1 0 0 0 0,1-1 0 0 0,0 0 0 0 0,0-1 0 0 0,0 0 0 0 0,0 0 0 0 0,1 0-1 0 0,0-1 1 0 0,-1 0 0 0 0,-7-8 0 0 0,8 5-120 0 0,0 1 0 0 0,1-1 1 0 0,-1-1-1 0 0,-7-15 0 0 0,5-1-480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7.372"/>
    </inkml:context>
    <inkml:brush xml:id="br0">
      <inkml:brushProperty name="width" value="0.035" units="cm"/>
      <inkml:brushProperty name="height" value="0.035" units="cm"/>
    </inkml:brush>
  </inkml:definitions>
  <inkml:trace contextRef="#ctx0" brushRef="#br0">466 66 7121 0 0,'-55'-49'6689'0'0,"-22"36"-6232"0"0,4 10 319 0 0,2 3 1600 0 0,-7 13-183 0 0,22 9-985 0 0,22 0-960 0 0,16 2-624 0 0,15 7-2529 0 0,10-8-6257 0 0,13 4 1593 0 0,-15-23 6521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27.818"/>
    </inkml:context>
    <inkml:brush xml:id="br0">
      <inkml:brushProperty name="width" value="0.035" units="cm"/>
      <inkml:brushProperty name="height" value="0.035" units="cm"/>
    </inkml:brush>
  </inkml:definitions>
  <inkml:trace contextRef="#ctx0" brushRef="#br0">1 260 7713 0 0,'12'4'3355'0'0,"-2"1"-3064"0"0,13 4-121 0 0,0-1 0 0 0,1-1-1 0 0,0-1 1 0 0,1-2-1 0 0,-1 0 1 0 0,1-1 0 0 0,0-2-1 0 0,-1 0 1 0 0,1-2-1 0 0,0 0 1 0 0,31-7 0 0 0,-33 3 29 0 0,0-1 0 0 0,0 0 0 0 0,-1-2 0 0 0,0 0 0 0 0,0-2 0 0 0,-1 0 1 0 0,0-2-1 0 0,-1 0 0 0 0,0-1 0 0 0,-1-1 0 0 0,31-29 0 0 0,-45 38-147 0 0,0 0 0 0 0,-1-1 0 0 0,1 1-1 0 0,6-12 1 0 0,-10 15-19 0 0,0 0 0 0 0,0 0 0 0 0,0-1 1 0 0,0 1-1 0 0,-1 0 0 0 0,1-1 0 0 0,-1 1 0 0 0,1 0 1 0 0,-1-1-1 0 0,0 1 0 0 0,0 0 0 0 0,0-1 0 0 0,0 1 0 0 0,-1 0 1 0 0,0-4-1 0 0,0 3 11 0 0,0 0 0 0 0,0 0 0 0 0,0 0 0 0 0,-1 1 0 0 0,1-1 0 0 0,-1 0 1 0 0,1 1-1 0 0,-1-1 0 0 0,0 1 0 0 0,-3-3 0 0 0,-1 0-18 0 0,-1 0 0 0 0,1 0 0 0 0,-1 1 0 0 0,0 0 0 0 0,0 0 0 0 0,0 1 0 0 0,-1 0 0 0 0,1 1 0 0 0,-1-1 0 0 0,0 1 1 0 0,0 1-1 0 0,0-1 0 0 0,0 1 0 0 0,0 1 0 0 0,-10 0 0 0 0,-1 0-72 0 0,1 1 0 0 0,-1 1 1 0 0,1 1-1 0 0,-1 0 0 0 0,-28 10 1 0 0,17-2 300 0 0,0 1 0 0 0,1 2 0 0 0,0 0 0 0 0,1 2 0 0 0,1 1 1 0 0,-39 33-1 0 0,53-38-10 0 0,0 0 1 0 0,1 2-1 0 0,1-1 1 0 0,0 1-1 0 0,1 1 0 0 0,1 0 1 0 0,0 0-1 0 0,1 1 1 0 0,1 0-1 0 0,0 0 0 0 0,1 1 1 0 0,1 0-1 0 0,1 0 1 0 0,0 0-1 0 0,1 1 1 0 0,1-1-1 0 0,0 19 0 0 0,1-19-190 0 0,1-1-1 0 0,1 1 1 0 0,0-1-1 0 0,1 0 1 0 0,1 1-1 0 0,0-1 0 0 0,2-1 1 0 0,0 1-1 0 0,0 0 1 0 0,2-1-1 0 0,-1 0 1 0 0,2-1-1 0 0,0 0 0 0 0,1 0 1 0 0,0 0-1 0 0,1-1 1 0 0,1-1-1 0 0,19 19 1 0 0,-13-18-87 0 0,0-1 1 0 0,0-1-1 0 0,1 0 1 0 0,1-1-1 0 0,0-2 1 0 0,0 1-1 0 0,1-2 1 0 0,-1-1-1 0 0,2 0 1 0 0,39 5-1 0 0,-40-9-734 0 0,1-1 0 0 0,0 0 0 0 0,0-2 0 0 0,-1 0-1 0 0,1-1 1 0 0,-1-1 0 0 0,21-6 0 0 0,-6-3-4341 0 0,46-21 1 0 0,6-9-2637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0.194"/>
    </inkml:context>
    <inkml:brush xml:id="br0">
      <inkml:brushProperty name="width" value="0.035" units="cm"/>
      <inkml:brushProperty name="height" value="0.035" units="cm"/>
    </inkml:brush>
  </inkml:definitions>
  <inkml:trace contextRef="#ctx0" brushRef="#br0">487 654 1240 0 0,'-3'-9'257'0'0,"-1"0"0"0"0,0 1 0 0 0,-1-1 0 0 0,1 1 0 0 0,-1 0 0 0 0,-1 1 0 0 0,0-1 0 0 0,0 1 0 0 0,-11-11 0 0 0,10 12-91 0 0,-1 0 0 0 0,1 0 0 0 0,-1 1 0 0 0,0 0 1 0 0,0 1-1 0 0,-1-1 0 0 0,1 1 0 0 0,-1 1 0 0 0,0 0 1 0 0,0 0-1 0 0,0 1 0 0 0,0 0 0 0 0,-1 1 0 0 0,1 0 1 0 0,0 0-1 0 0,-1 1 0 0 0,1 0 0 0 0,-1 0 0 0 0,1 1 1 0 0,0 1-1 0 0,0-1 0 0 0,-1 2 0 0 0,1-1 0 0 0,0 1 1 0 0,1 1-1 0 0,-1-1 0 0 0,0 1 0 0 0,1 1 0 0 0,0 0 1 0 0,0 0-1 0 0,1 0 0 0 0,-1 1 0 0 0,-9 11 1 0 0,6-6-2 0 0,1 1 0 0 0,1 0 0 0 0,-10 16 0 0 0,7-7 231 0 0,-15 36 0 0 0,20-41-230 0 0,1 0 0 0 0,1 1 0 0 0,0 0-1 0 0,1 0 1 0 0,0 0 0 0 0,2 1 0 0 0,0-1 0 0 0,1 1 0 0 0,1-1 0 0 0,0 1 0 0 0,2-1 0 0 0,4 24 0 0 0,-5-32-149 0 0,2 0 0 0 0,-1 0 0 0 0,1 0 0 0 0,1-1 0 0 0,0 1 0 0 0,0-1 0 0 0,0 0 0 0 0,1 0 0 0 0,0 0 0 0 0,1 0 0 0 0,0-1 0 0 0,0 0 0 0 0,1 0 0 0 0,-1-1 0 0 0,11 7 0 0 0,-4-2-30 0 0,1-2-1 0 0,18 9 1 0 0,-26-15 21 0 0,0 0 0 0 0,1 0 1 0 0,-1-1-1 0 0,1 0 1 0 0,0-1-1 0 0,-1 1 1 0 0,1-1-1 0 0,0 0 1 0 0,10-1-1 0 0,-6-1 4 0 0,-1 0 1 0 0,0-1-1 0 0,0-1 1 0 0,0 0-1 0 0,-1 0 0 0 0,1-1 1 0 0,-1 0-1 0 0,0 0 1 0 0,0-1-1 0 0,0 0 0 0 0,0-1 1 0 0,-1 0-1 0 0,0 0 0 0 0,0-1 1 0 0,-1 0-1 0 0,0-1 1 0 0,0 1-1 0 0,8-14 0 0 0,0 1-82 0 0,-2-1 0 0 0,-1 0-1 0 0,-1-1 1 0 0,0-1-1 0 0,-2 1 1 0 0,11-41 0 0 0,-11 25 78 0 0,-3 0 0 0 0,-1 0 0 0 0,1-57 0 0 0,-6 46 156 0 0,-1 0 0 0 0,-3 0-1 0 0,-2 1 1 0 0,-2-1 0 0 0,-17-56 0 0 0,21 88-145 0 0,-5-23 34 0 0,-1 1 0 0 0,-3 1 0 0 0,-1 0 0 0 0,-22-42 0 0 0,34 76-46 0 0,-14-21 41 0 0,15 24-49 0 0,0-1 0 0 0,1 1 0 0 0,-1 1 0 0 0,0-1 0 0 0,0 0 0 0 0,0 0-1 0 0,0 0 1 0 0,0 0 0 0 0,0 1 0 0 0,0-1 0 0 0,0 0 0 0 0,0 1 0 0 0,0-1 0 0 0,0 1-1 0 0,-1-1 1 0 0,1 1 0 0 0,-2-1 0 0 0,2 1 1 0 0,1 0 1 0 0,-1 1-1 0 0,1-1 1 0 0,-1 0-1 0 0,1 0 1 0 0,0 0-1 0 0,-1 0 1 0 0,1 1-1 0 0,-1-1 0 0 0,1 0 1 0 0,0 1-1 0 0,-1-1 1 0 0,1 0-1 0 0,0 1 1 0 0,-1-1-1 0 0,1 0 1 0 0,0 1-1 0 0,-1-1 0 0 0,1 0 1 0 0,0 1-1 0 0,0-1 1 0 0,0 1-1 0 0,-1-1 1 0 0,1 1-1 0 0,0-1 1 0 0,0 1-1 0 0,0-1 0 0 0,0 0 1 0 0,0 1-1 0 0,-2 8 78 0 0,0-1 0 0 0,1 1 0 0 0,0 0 0 0 0,1-1 0 0 0,0 1 0 0 0,0 0 0 0 0,1-1 0 0 0,2 12 0 0 0,2 6 170 0 0,14 39 0 0 0,16 29 420 0 0,3-2 0 0 0,74 127 0 0 0,-34-98-379 0 0,-64-102-292 0 0,1-2 1 0 0,0 1-1 0 0,1-2 0 0 0,28 23 1 0 0,-37-35-176 0 0,0 1 1 0 0,0-1 0 0 0,0 0 0 0 0,0-1 0 0 0,0 0-1 0 0,1 0 1 0 0,14 3 0 0 0,-17-5-411 0 0,0 0 0 0 0,0 0 0 0 0,0-1 0 0 0,0 0 0 0 0,8-1 0 0 0,-10 0-199 0 0,1 1-1 0 0,0-1 1 0 0,-1 0 0 0 0,1-1 0 0 0,-1 1-1 0 0,1 0 1 0 0,-1-1 0 0 0,4-2 0 0 0,-2 0-396 0 0,0 0 0 0 0,-1 0 0 0 0,1-1 0 0 0,5-7 0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0.496"/>
    </inkml:context>
    <inkml:brush xml:id="br0">
      <inkml:brushProperty name="width" value="0.035" units="cm"/>
      <inkml:brushProperty name="height" value="0.035" units="cm"/>
    </inkml:brush>
  </inkml:definitions>
  <inkml:trace contextRef="#ctx0" brushRef="#br0">75 470 4392 0 0,'3'5'584'0'0,"3"-3"-570"0"0,-1 0 1 0 0,1-1 0 0 0,0 1 0 0 0,0-1-1 0 0,0-1 1 0 0,0 1 0 0 0,0-1 0 0 0,0 0-1 0 0,0 0 1 0 0,0-1 0 0 0,-1 1 0 0 0,1-1-1 0 0,0-1 1 0 0,6-1 0 0 0,3-2 131 0 0,0-1 0 0 0,-1 0 0 0 0,1-1 0 0 0,-2-1 0 0 0,1 0-1 0 0,-1-1 1 0 0,0 0 0 0 0,0-1 0 0 0,-2 0 0 0 0,1-1 0 0 0,18-23 0 0 0,-19 21 186 0 0,-2 0 1 0 0,1-1-1 0 0,-2 0 1 0 0,0 0-1 0 0,0-1 1 0 0,-2 0-1 0 0,0 0 1 0 0,0-1-1 0 0,-1 0 1 0 0,-1 0-1 0 0,3-29 1 0 0,-6 38-36 0 0,-1 1-1 0 0,0-1 1 0 0,0 0-1 0 0,-1 0 1 0 0,0 0-1 0 0,0 0 1 0 0,-3-8-1 0 0,3 11-140 0 0,-1 0 1 0 0,0 0-1 0 0,0 0 0 0 0,0 1 0 0 0,-1-1 0 0 0,1 1 0 0 0,-1-1 1 0 0,0 1-1 0 0,0 0 0 0 0,0 0 0 0 0,-6-4 0 0 0,2 2-64 0 0,0 0 0 0 0,0 1 0 0 0,-1 0 0 0 0,1 0 0 0 0,-1 1 0 0 0,0 0 0 0 0,0 0 0 0 0,0 1 0 0 0,0 0 1 0 0,-1 1-1 0 0,1 0 0 0 0,0 0 0 0 0,-1 0 0 0 0,-15 2 0 0 0,14 0-106 0 0,0 1 1 0 0,0 0-1 0 0,0 0 0 0 0,0 1 1 0 0,0 0-1 0 0,1 1 1 0 0,-1 0-1 0 0,1 0 1 0 0,0 1-1 0 0,1 0 0 0 0,-1 1 1 0 0,-8 6-1 0 0,2 1-198 0 0,0 1 0 0 0,1 0 0 0 0,1 1 0 0 0,0 0 0 0 0,-12 21 0 0 0,19-26-453 0 0,1 0 1 0 0,0 0-1 0 0,1 0 1 0 0,-5 16-1 0 0,7-18-418 0 0,0 1 0 0 0,1-1 0 0 0,0 1 0 0 0,0-1 0 0 0,1 1 0 0 0,1 13 0 0 0,9 27-1933 0 0,-4-28 1828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1.131"/>
    </inkml:context>
    <inkml:brush xml:id="br0">
      <inkml:brushProperty name="width" value="0.035" units="cm"/>
      <inkml:brushProperty name="height" value="0.035" units="cm"/>
    </inkml:brush>
  </inkml:definitions>
  <inkml:trace contextRef="#ctx0" brushRef="#br0">0 407 2760 0 0,'4'15'322'0'0,"-1"1"0"0"0,2-1 1 0 0,0 0-1 0 0,1 0 0 0 0,1-1 0 0 0,0 0 0 0 0,0 0 1 0 0,2 0-1 0 0,0-1 0 0 0,0 0 0 0 0,21 21 0 0 0,-23-27-173 0 0,1-1 0 0 0,-1 0-1 0 0,1 0 1 0 0,0-1-1 0 0,0 0 1 0 0,1 0 0 0 0,0-1-1 0 0,0 0 1 0 0,0 0 0 0 0,16 3-1 0 0,-18-5-52 0 0,0 0 0 0 0,0-1-1 0 0,1-1 1 0 0,-1 1 0 0 0,0-1 0 0 0,0 0 0 0 0,1-1-1 0 0,-1 0 1 0 0,0 0 0 0 0,0 0 0 0 0,0-1-1 0 0,0 0 1 0 0,0-1 0 0 0,11-5 0 0 0,-8 2-63 0 0,0-1 0 0 0,0-1 0 0 0,-1 1 1 0 0,0-2-1 0 0,-1 1 0 0 0,0-1 0 0 0,0-1 1 0 0,-1 1-1 0 0,11-21 0 0 0,-10 15-84 0 0,0-1 0 0 0,7-23 0 0 0,-7 11 91 0 0,-1-1 0 0 0,0 1 0 0 0,-3-1 1 0 0,3-49-1 0 0,-6 59 104 0 0,-2 0 0 0 0,0 1 0 0 0,-1-1-1 0 0,-1 1 1 0 0,0-1 0 0 0,-1 1 0 0 0,-1 0 0 0 0,-10-21 0 0 0,13 34-51 0 0,-1-1 0 0 0,0 1 1 0 0,0-1-1 0 0,0 1 0 0 0,0 0 1 0 0,-1 1-1 0 0,0-1 0 0 0,0 0 1 0 0,-9-6-1 0 0,12 10-91 0 0,1 1 0 0 0,-1 0-1 0 0,1-1 1 0 0,-1 1 0 0 0,1 0 0 0 0,-1-1-1 0 0,1 1 1 0 0,-1 0 0 0 0,0 0 0 0 0,1-1-1 0 0,-1 1 1 0 0,0 0 0 0 0,1 0 0 0 0,-1 0-1 0 0,0 0 1 0 0,1 0 0 0 0,-1 0 0 0 0,0 0-1 0 0,1 0 1 0 0,-1 0 0 0 0,1 0 0 0 0,-1 1-1 0 0,0-1 1 0 0,1 0 0 0 0,-1 0 0 0 0,1 1-1 0 0,-1-1 1 0 0,0 0 0 0 0,1 1 0 0 0,-2 0-1 0 0,1 0 10 0 0,0 1 0 0 0,0-1 0 0 0,-1 1-1 0 0,1 0 1 0 0,0-1 0 0 0,0 1-1 0 0,0 0 1 0 0,1 0 0 0 0,-2 3-1 0 0,-2 9 139 0 0,1 0-1 0 0,0 1 1 0 0,1 0-1 0 0,0 0 1 0 0,2 0-1 0 0,-1 0 1 0 0,2 0-1 0 0,0-1 1 0 0,1 1-1 0 0,0 0 0 0 0,6 16 1 0 0,2 6 68 0 0,3 0 1 0 0,1-1-1 0 0,20 37 1 0 0,-20-44-137 0 0,2 0 0 0 0,36 50-1 0 0,-47-72-70 0 0,0-1 0 0 0,0 0 0 0 0,1 0 0 0 0,-1-1 0 0 0,1 1 0 0 0,0-1 0 0 0,1-1 0 0 0,-1 1 0 0 0,1-1 1 0 0,0 0-1 0 0,0 0 0 0 0,1-1 0 0 0,-1 0 0 0 0,1-1 0 0 0,-1 1 0 0 0,1-1 0 0 0,13 1 0 0 0,-17-3-9 0 0,1 0 1 0 0,-1 0-1 0 0,0-1 0 0 0,1 1 1 0 0,-1-1-1 0 0,0 0 1 0 0,0 0-1 0 0,0-1 1 0 0,0 1-1 0 0,0-1 0 0 0,0 0 1 0 0,0 0-1 0 0,4-4 1 0 0,1 0-47 0 0,0-2 0 0 0,-1 1 0 0 0,13-16 0 0 0,-1-3-74 0 0,-1 0 0 0 0,-1-1 0 0 0,-2-1 0 0 0,0-1 0 0 0,-2 0 0 0 0,-1 0 0 0 0,11-43 0 0 0,-12 32 153 0 0,-3 0 0 0 0,-1-1 0 0 0,-2 0 0 0 0,-1 0 0 0 0,-2-50 0 0 0,-4 81-134 0 0,1-3-134 0 0,3 18 100 0 0,10 27 251 0 0,3-3 43 0 0,1-1 1 0 0,28 35-1 0 0,36 25 241 0 0,-50-57 123 0 0,-1 1 0 0 0,48 70-1 0 0,-74-96-398 0 0,-1-1 0 0 0,0 1 0 0 0,0 0 0 0 0,-1 0 0 0 0,1 0 0 0 0,-1 1 0 0 0,-1-1 0 0 0,1 0 0 0 0,0 12 0 0 0,-2-15-97 0 0,0 1 0 0 0,0-1 0 0 0,-1 0 1 0 0,1 1-1 0 0,-1-1 0 0 0,0 1 1 0 0,0-1-1 0 0,0 0 0 0 0,0 0 1 0 0,-1 0-1 0 0,1 1 0 0 0,-1-1 0 0 0,0 0 1 0 0,0-1-1 0 0,0 1 0 0 0,0 0 1 0 0,-1-1-1 0 0,-4 5 0 0 0,-3 1 34 0 0,0-1 0 0 0,0 0 0 0 0,-1-1 0 0 0,0 0 0 0 0,0-1 0 0 0,-20 7 0 0 0,0-2-426 0 0,-45 8 0 0 0,2-8-3239 0 0,58-10 889 0 0,1 0 1 0 0,-24-3-1 0 0,32 2 1127 0 0,0 0 0 0 0,0-1 1 0 0,-13-6-1 0 0,19 8 1457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1.530"/>
    </inkml:context>
    <inkml:brush xml:id="br0">
      <inkml:brushProperty name="width" value="0.035" units="cm"/>
      <inkml:brushProperty name="height" value="0.035" units="cm"/>
    </inkml:brush>
  </inkml:definitions>
  <inkml:trace contextRef="#ctx0" brushRef="#br0">3 440 9506 0 0,'1'2'217'0'0,"-1"0"0"0"0,0 0 0 0 0,0 0 0 0 0,1 0 0 0 0,-1-1 0 0 0,1 1 0 0 0,0 0-1 0 0,0 0 1 0 0,-1-1 0 0 0,1 1 0 0 0,0 0 0 0 0,0-1 0 0 0,1 1 0 0 0,-1-1 0 0 0,2 3 0 0 0,24 17-164 0 0,-16-15 111 0 0,1 0 0 0 0,-1 0 0 0 0,2-1 0 0 0,-1 0 0 0 0,0-1 0 0 0,1-1 0 0 0,0 0 0 0 0,0-1 0 0 0,0 0 0 0 0,0-1 0 0 0,0 0 0 0 0,0-1 1 0 0,0-1-1 0 0,0 0 0 0 0,0 0 0 0 0,0-1 0 0 0,22-7 0 0 0,-18 4-105 0 0,0-1 0 0 0,0-1 1 0 0,-1 0-1 0 0,0-1 0 0 0,0-1 1 0 0,-1 0-1 0 0,0-1 0 0 0,-1-1 0 0 0,0 0 1 0 0,-1-1-1 0 0,0 0 0 0 0,19-24 1 0 0,-24 24-42 0 0,0 0 0 0 0,-1 0 1 0 0,8-17-1 0 0,-12 22-7 0 0,0 0 1 0 0,-1-1-1 0 0,0 1 1 0 0,0-1-1 0 0,0 1 1 0 0,-1-1-1 0 0,0 0 1 0 0,-1 0-1 0 0,0 0 0 0 0,0 1 1 0 0,0-1-1 0 0,-1 0 1 0 0,0 0-1 0 0,-1 0 1 0 0,-4-12-1 0 0,2 10-40 0 0,0 1-1 0 0,-1 0 1 0 0,0 0-1 0 0,-1 0 1 0 0,0 0 0 0 0,0 1-1 0 0,-1 0 1 0 0,0 0-1 0 0,-1 1 1 0 0,-15-13 0 0 0,12 12 6 0 0,-2-1 1 0 0,1 2 0 0 0,-1-1-1 0 0,0 2 1 0 0,0 0 0 0 0,-1 0-1 0 0,0 1 1 0 0,0 1 0 0 0,0 0-1 0 0,-1 1 1 0 0,1 1 0 0 0,-1 0-1 0 0,1 1 1 0 0,-1 0 0 0 0,0 2-1 0 0,-26 2 1 0 0,30 0 42 0 0,1 0 0 0 0,-1 0 0 0 0,0 1 0 0 0,1 0 0 0 0,0 1 0 0 0,0 0 0 0 0,0 1 0 0 0,0 0 0 0 0,1 0 0 0 0,0 1-1 0 0,0 0 1 0 0,1 1 0 0 0,0 0 0 0 0,0 0 0 0 0,1 1 0 0 0,0 0 0 0 0,1 0 0 0 0,0 0 0 0 0,0 1 0 0 0,1 0 0 0 0,0 0 0 0 0,1 1 0 0 0,0-1 0 0 0,0 1 0 0 0,1 0 0 0 0,-2 16 0 0 0,3-7 76 0 0,0 0-1 0 0,2 0 1 0 0,0 0 0 0 0,1 0 0 0 0,1-1 0 0 0,1 1 0 0 0,5 20-1 0 0,48 137 963 0 0,-30-104-747 0 0,85 291 1201 0 0,-106-347-2067 0 0,1 7 538 0 0,-5-13-3870 0 0,-1 4-3679 0 0,0-23-894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2.233"/>
    </inkml:context>
    <inkml:brush xml:id="br0">
      <inkml:brushProperty name="width" value="0.035" units="cm"/>
      <inkml:brushProperty name="height" value="0.035" units="cm"/>
    </inkml:brush>
  </inkml:definitions>
  <inkml:trace contextRef="#ctx0" brushRef="#br0">374 718 3312 0 0,'1'-15'1232'0'0,"1"-1"1"0"0,0 1-1 0 0,7-23 1 0 0,-4 21 25 0 0,-1 0 0 0 0,2-30 0 0 0,-6 43-1101 0 0,1-1 0 0 0,-2 1 0 0 0,1-1 0 0 0,0 1 1 0 0,-1-1-1 0 0,0 1 0 0 0,0-1 0 0 0,0 1 0 0 0,-1 0 1 0 0,1 0-1 0 0,-1-1 0 0 0,0 1 0 0 0,-1 0 0 0 0,-4-6 0 0 0,5 7-136 0 0,-1 0-1 0 0,0 0 0 0 0,1 1 0 0 0,-1 0 0 0 0,0-1 0 0 0,0 1 1 0 0,-1 0-1 0 0,1 0 0 0 0,0 1 0 0 0,-1-1 0 0 0,1 1 0 0 0,-1 0 1 0 0,0-1-1 0 0,1 2 0 0 0,-1-1 0 0 0,0 0 0 0 0,1 1 0 0 0,-1-1 1 0 0,0 1-1 0 0,0 0 0 0 0,0 1 0 0 0,1-1 0 0 0,-1 1 0 0 0,0-1 1 0 0,1 1-1 0 0,-1 0 0 0 0,-4 2 0 0 0,-4 1 15 0 0,0 1-1 0 0,1 1 1 0 0,0 0-1 0 0,0 0 1 0 0,0 1 0 0 0,-17 14-1 0 0,11-6 45 0 0,1 0 0 0 0,-15 19-1 0 0,16-15 1 0 0,1 1 1 0 0,1 0-1 0 0,1 1 0 0 0,0 0 0 0 0,2 0 0 0 0,0 1 0 0 0,1 1 0 0 0,2 0 0 0 0,-7 30 0 0 0,12-40-26 0 0,0-1 0 0 0,1 1 0 0 0,1-1 0 0 0,0 1 0 0 0,0 0 0 0 0,1-1 0 0 0,1 1 0 0 0,4 18 0 0 0,-3-22-58 0 0,0-1 0 0 0,0 0 0 0 0,1 0 0 0 0,0 0 0 0 0,1 0 0 0 0,-1-1 1 0 0,2 1-1 0 0,-1-1 0 0 0,1 0 0 0 0,0-1 0 0 0,0 0 0 0 0,0 0 0 0 0,10 7 0 0 0,-8-8-34 0 0,1 1 0 0 0,-1-2 0 0 0,1 1 1 0 0,0-1-1 0 0,1 0 0 0 0,-1-1 0 0 0,1 0 0 0 0,-1 0 0 0 0,1-1 0 0 0,0-1 1 0 0,0 1-1 0 0,0-2 0 0 0,0 1 0 0 0,0-1 0 0 0,0-1 0 0 0,0 0 1 0 0,-1 0-1 0 0,1-1 0 0 0,0 0 0 0 0,0-1 0 0 0,-1 0 0 0 0,1-1 0 0 0,-1 0 1 0 0,0 0-1 0 0,0-1 0 0 0,-1 0 0 0 0,1 0 0 0 0,14-13 0 0 0,-5-1 18 0 0,0 0 0 0 0,-1-1 0 0 0,-2-1 0 0 0,0-1 0 0 0,-1 0 0 0 0,-1-1 0 0 0,20-47 0 0 0,-21 39 61 0 0,-2-1 0 0 0,-2 1-1 0 0,0-1 1 0 0,-3-1-1 0 0,0 1 1 0 0,0-47 0 0 0,-5 78-43 0 0,-1-21-50 0 0,1 22 50 0 0,0 0 0 0 0,0-1 1 0 0,0 1-1 0 0,0 0 0 0 0,0 0 1 0 0,0-1-1 0 0,0 1 1 0 0,0 0-1 0 0,0-1 0 0 0,0 1 1 0 0,0 0-1 0 0,0-1 0 0 0,0 1 1 0 0,0 0-1 0 0,0-1 0 0 0,0 1 1 0 0,0 0-1 0 0,0 0 1 0 0,0-1-1 0 0,-1 1 0 0 0,1 0 1 0 0,0-1-1 0 0,0 1 0 0 0,0 0 1 0 0,-1 0-1 0 0,1 0 0 0 0,0-1 1 0 0,0 1-1 0 0,0 0 1 0 0,-1 0-1 0 0,1 0 0 0 0,0-1 1 0 0,0 1-1 0 0,-1 0 0 0 0,1 0 1 0 0,0 0-1 0 0,-1 0 0 0 0,1 0 1 0 0,0 0-1 0 0,0-1 1 0 0,-1 1-1 0 0,1 0 0 0 0,0 0 1 0 0,-1 0-1 0 0,1 0 0 0 0,-1 0 1 0 0,1 1-1 0 0,-1 0 1 0 0,0 0-1 0 0,1 0 1 0 0,-1 0 0 0 0,0 0-1 0 0,1 0 1 0 0,0 0-1 0 0,-1 0 1 0 0,1 0 0 0 0,-1 1-1 0 0,1-1 1 0 0,0 0-1 0 0,0 0 1 0 0,0 2 0 0 0,-2 19-2 0 0,1 1 0 0 0,1-1 0 0 0,1 0 1 0 0,0 1-1 0 0,2-1 0 0 0,1 0 0 0 0,1 0 1 0 0,1-1-1 0 0,0 0 0 0 0,2 0 0 0 0,0 0 1 0 0,2-1-1 0 0,0 0 0 0 0,1 0 0 0 0,18 23 1 0 0,-23-36-8 0 0,-1-1 0 0 0,1 1 1 0 0,1-1-1 0 0,-1 0 1 0 0,1-1-1 0 0,0 1 0 0 0,0-1 1 0 0,1-1-1 0 0,-1 1 0 0 0,1-1 1 0 0,0-1-1 0 0,0 0 1 0 0,1 0-1 0 0,-1 0 0 0 0,1-1 1 0 0,-1 0-1 0 0,1-1 0 0 0,0 0 1 0 0,-1 0-1 0 0,1-1 1 0 0,0 0-1 0 0,0 0 0 0 0,-1-1 1 0 0,1 0-1 0 0,0-1 0 0 0,-1 0 1 0 0,1 0-1 0 0,-1-1 0 0 0,0 0 1 0 0,0 0-1 0 0,0-1 1 0 0,8-5-1 0 0,3-3-102 0 0,0-2 0 0 0,0 0-1 0 0,-2-1 1 0 0,1-1 0 0 0,-2 0 0 0 0,-1-2 0 0 0,0 1 0 0 0,23-37-1 0 0,-23 28 117 0 0,-1 0 0 0 0,-2-1 0 0 0,0-1-1 0 0,-2 0 1 0 0,-1 0 0 0 0,10-53-1 0 0,-8 1 264 0 0,-4 1 0 0 0,-2-116-1 0 0,-6 173-98 0 0,-1 0 0 0 0,-1 0 0 0 0,-9-35 0 0 0,10 51-97 0 0,0-1 0 0 0,-1 1 0 0 0,1 0 0 0 0,-1 0 0 0 0,-5-6 0 0 0,7 10-52 0 0,0 1 0 0 0,0 0 1 0 0,0-1-1 0 0,0 1 0 0 0,0 0 1 0 0,0 0-1 0 0,-1-1 1 0 0,1 1-1 0 0,-1 0 0 0 0,1 1 1 0 0,-1-1-1 0 0,1 0 0 0 0,-1 0 1 0 0,1 1-1 0 0,-1-1 0 0 0,0 0 1 0 0,1 1-1 0 0,-3-1 0 0 0,3 1-12 0 0,0 0-1 0 0,1 0 0 0 0,-1 0 0 0 0,0 0 1 0 0,1 1-1 0 0,-1-1 0 0 0,0 0 0 0 0,1 0 1 0 0,-1 0-1 0 0,1 1 0 0 0,-1-1 0 0 0,0 0 1 0 0,1 0-1 0 0,-1 1 0 0 0,1-1 0 0 0,-1 1 1 0 0,1-1-1 0 0,-1 0 0 0 0,1 1 0 0 0,-1-1 1 0 0,1 1-1 0 0,0-1 0 0 0,-1 1 0 0 0,1-1 1 0 0,0 1-1 0 0,-1 0 0 0 0,1-1 0 0 0,0 1 1 0 0,0-1-1 0 0,-1 1 0 0 0,1 0 0 0 0,-4 13 188 0 0,0-1 0 0 0,1 1 0 0 0,0 0 0 0 0,1 0 0 0 0,0 0-1 0 0,2 24 1 0 0,8 103 993 0 0,-6-121-1211 0 0,28 278 1187 0 0,-16-200-2626 0 0,29 103 1 0 0,-33-170-3453 0 0,1-9-3646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2.899"/>
    </inkml:context>
    <inkml:brush xml:id="br0">
      <inkml:brushProperty name="width" value="0.035" units="cm"/>
      <inkml:brushProperty name="height" value="0.035" units="cm"/>
    </inkml:brush>
  </inkml:definitions>
  <inkml:trace contextRef="#ctx0" brushRef="#br0">4 521 8649 0 0,'-3'-2'3281'0'0,"7"-2"-2842"0"0,12-5-730 0 0,203-59 388 0 0,63-39 611 0 0,-147 55-25 0 0,-63 26-244 0 0,-63 22-349 0 0,1 1 225 0 0,0 0 0 0 0,-1-1 1 0 0,1 0-1 0 0,-1-1 0 0 0,0 0 0 0 0,13-11 1 0 0,-22 16-296 0 0,1 0 0 0 0,-1 0 0 0 0,0 0 0 0 0,0 0 0 0 0,0 0 1 0 0,1-1-1 0 0,-1 1 0 0 0,0 0 0 0 0,0 0 0 0 0,0 0 0 0 0,0-1 1 0 0,0 1-1 0 0,0 0 0 0 0,1 0 0 0 0,-1 0 0 0 0,0-1 0 0 0,0 1 0 0 0,0 0 1 0 0,0 0-1 0 0,0 0 0 0 0,0-1 0 0 0,0 1 0 0 0,0 0 0 0 0,0 0 1 0 0,0-1-1 0 0,0 1 0 0 0,0 0 0 0 0,0 0 0 0 0,0 0 0 0 0,0-1 0 0 0,0 1 1 0 0,0 0-1 0 0,0 0 0 0 0,0-1 0 0 0,0 1 0 0 0,-1 0 0 0 0,1 0 1 0 0,0 0-1 0 0,0-1 0 0 0,0 1 0 0 0,0 0 0 0 0,0 0 0 0 0,-1 0 0 0 0,1 0 1 0 0,0-1-1 0 0,0 1 0 0 0,0 0 0 0 0,0 0 0 0 0,-1 0 0 0 0,1 0 1 0 0,-12-4 292 0 0,8 3-298 0 0,-1 0 0 0 0,0 1-1 0 0,1-1 1 0 0,-1 1 0 0 0,1 0 0 0 0,-1 1-1 0 0,1-1 1 0 0,-1 1 0 0 0,1 0 0 0 0,0 0 0 0 0,-1 1-1 0 0,1-1 1 0 0,0 1 0 0 0,0 0 0 0 0,0 0-1 0 0,0 0 1 0 0,0 0 0 0 0,0 1 0 0 0,0 0 0 0 0,1-1-1 0 0,0 1 1 0 0,-1 1 0 0 0,1-1 0 0 0,-4 6-1 0 0,-3 5 20 0 0,1-1-1 0 0,1 1 1 0 0,0 1 0 0 0,1-1-1 0 0,-9 27 1 0 0,8-18 23 0 0,1 1 0 0 0,0-1 0 0 0,3 2 0 0 0,0-1 0 0 0,1 0 1 0 0,1 1-1 0 0,1 0 0 0 0,3 27 0 0 0,-1-40-35 0 0,1 0 0 0 0,0 0 0 0 0,0-1 0 0 0,1 1 0 0 0,1-1 0 0 0,0 0 0 0 0,0 0 0 0 0,1 0 0 0 0,0 0 0 0 0,1-1 0 0 0,0 0 0 0 0,1 0 0 0 0,0 0 1 0 0,1-1-1 0 0,0 0 0 0 0,0-1 0 0 0,1 0 0 0 0,14 11 0 0 0,-17-15-9 0 0,0 0 0 0 0,0-1 0 0 0,1 0 0 0 0,-1 0 0 0 0,1 0 0 0 0,-1-1 0 0 0,1 0 0 0 0,0 0 0 0 0,0-1 0 0 0,0 0 0 0 0,0 0 0 0 0,0-1 0 0 0,0 1 0 0 0,14-3 0 0 0,-11 0-22 0 0,0 0-1 0 0,0 0 1 0 0,-1-2 0 0 0,0 1 0 0 0,0-1-1 0 0,0 0 1 0 0,0-1 0 0 0,0 0 0 0 0,13-11-1 0 0,-5 2-27 0 0,0-1 0 0 0,-1-1 0 0 0,-1-1 0 0 0,0-1-1 0 0,-1 0 1 0 0,-1 0 0 0 0,-1-1 0 0 0,16-35 0 0 0,-18 28 74 0 0,-1 0 0 0 0,-1-1 0 0 0,-2 0 0 0 0,-1 0 0 0 0,0 0 0 0 0,0-34-1 0 0,-7-150-91 0 0,2 205 45 0 0,-1-22 55 0 0,-2 0 1 0 0,-11-56-1 0 0,10 71-214 0 0,3 15-209 0 0,5 20 145 0 0,34 110 608 0 0,25 103 290 0 0,-51-167-497 0 0,33 138 1067 0 0,-39-185-887 0 0,-6-20-340 0 0,0-1 0 0 0,0 0 1 0 0,0 0-1 0 0,0 0 0 0 0,0 1 1 0 0,0-1-1 0 0,0 0 0 0 0,0 0 1 0 0,0 0-1 0 0,1 1 0 0 0,-1-1 1 0 0,0 0-1 0 0,0 0 0 0 0,0 0 1 0 0,0 1-1 0 0,0-1 0 0 0,0 0 1 0 0,0 0-1 0 0,1 0 0 0 0,-1 0 1 0 0,0 0-1 0 0,0 1 0 0 0,0-1 1 0 0,0 0-1 0 0,0 0 0 0 0,1 0 1 0 0,-1 0-1 0 0,0 0 0 0 0,0 0 1 0 0,0 0-1 0 0,1 0 0 0 0,-1 1 0 0 0,0-1 1 0 0,0 0-1 0 0,0 0 0 0 0,1 0 1 0 0,-1 0-1 0 0,0 0 0 0 0,0 0 1 0 0,0 0-1 0 0,1 0 0 0 0,-1 0 1 0 0,0 0-1 0 0,0 0 0 0 0,1-1 1 0 0,6-8-100 0 0,28-67-1197 0 0,-1 3 97 0 0,-32 69 1144 0 0,12-23-140 0 0,2 1-1 0 0,19-26 1 0 0,-30 46 268 0 0,0-1 0 0 0,0 1 1 0 0,1 0-1 0 0,0 1 1 0 0,0-1-1 0 0,1 1 1 0 0,-1 0-1 0 0,1 1 1 0 0,0 0-1 0 0,0 0 0 0 0,1 0 1 0 0,-1 1-1 0 0,9-3 1 0 0,-13 6-14 0 0,0-1 0 0 0,-1 1 0 0 0,1 0 1 0 0,0-1-1 0 0,0 1 0 0 0,-1 0 1 0 0,1 1-1 0 0,0-1 0 0 0,0 1 0 0 0,-1-1 1 0 0,1 1-1 0 0,0 0 0 0 0,-1 0 0 0 0,1 0 1 0 0,-1 0-1 0 0,1 0 0 0 0,-1 0 0 0 0,1 1 1 0 0,-1 0-1 0 0,0-1 0 0 0,0 1 0 0 0,0 0 1 0 0,0 0-1 0 0,0 0 0 0 0,0 0 1 0 0,0 0-1 0 0,-1 0 0 0 0,1 1 0 0 0,1 2 1 0 0,3 8 123 0 0,1 0 0 0 0,-2 0 1 0 0,1 1-1 0 0,3 17 0 0 0,-6-20-237 0 0,11 47 58 0 0,-2-11-811 0 0,-3-17-2508 0 0,0-8-2250 0 0,3-3-3352 0 0,-5-13 4908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4.493"/>
    </inkml:context>
    <inkml:brush xml:id="br0">
      <inkml:brushProperty name="width" value="0.035" units="cm"/>
      <inkml:brushProperty name="height" value="0.035" units="cm"/>
    </inkml:brush>
  </inkml:definitions>
  <inkml:trace contextRef="#ctx0" brushRef="#br0">39 580 1272 0 0,'-2'0'201'0'0,"0"0"0"0"0,1 0 0 0 0,-1 1 0 0 0,0-1 0 0 0,1 1 0 0 0,-1-1 0 0 0,0 1 0 0 0,1 0 0 0 0,-1-1 0 0 0,1 1 0 0 0,-1 0 0 0 0,1 0-1 0 0,-1 0 1 0 0,1 0 0 0 0,0 0 0 0 0,0 1 0 0 0,-1-1 0 0 0,1 0 0 0 0,0 0 0 0 0,0 1 0 0 0,0-1 0 0 0,0 1 0 0 0,1-1 0 0 0,-1 1 0 0 0,0-1 0 0 0,0 4 0 0 0,0-4-53 0 0,1 0-1 0 0,-1 1 1 0 0,1-1-1 0 0,0 0 1 0 0,-1 1 0 0 0,1-1-1 0 0,0 1 1 0 0,0-1-1 0 0,0 0 1 0 0,0 1 0 0 0,0-1-1 0 0,1 1 1 0 0,-1-1-1 0 0,0 0 1 0 0,1 1 0 0 0,-1-1-1 0 0,1 0 1 0 0,-1 1-1 0 0,1-1 1 0 0,0 0-1 0 0,-1 0 1 0 0,1 1 0 0 0,0-1-1 0 0,0 0 1 0 0,0 0-1 0 0,0 0 1 0 0,0 0 0 0 0,0 0-1 0 0,0 0 1 0 0,0 0-1 0 0,0-1 1 0 0,2 2 0 0 0,1 0 4 0 0,0-1 1 0 0,0 1-1 0 0,0-1 1 0 0,1 0 0 0 0,-1 0-1 0 0,0 0 1 0 0,1-1-1 0 0,-1 1 1 0 0,0-1-1 0 0,1 0 1 0 0,-1-1 0 0 0,0 1-1 0 0,1-1 1 0 0,-1 0-1 0 0,0 0 1 0 0,1 0 0 0 0,-1 0-1 0 0,0-1 1 0 0,0 1-1 0 0,4-4 1 0 0,6-3 2 0 0,-1 0 1 0 0,0-2-1 0 0,0 1 0 0 0,18-19 1 0 0,-15 12-41 0 0,-1 0 0 0 0,19-28 0 0 0,-17 19-111 0 0,-1 0 1 0 0,17-39-1 0 0,-25 45 78 0 0,-1 0 0 0 0,0-1-1 0 0,-2 0 1 0 0,-1 0-1 0 0,0 0 1 0 0,-1-1 0 0 0,-1 1-1 0 0,-2-33 1 0 0,-1 42-52 0 0,0 0 0 0 0,-1 0 0 0 0,0 0-1 0 0,0 1 1 0 0,-1-1 0 0 0,-1 1 0 0 0,-7-16 0 0 0,7 19-37 0 0,1 1 0 0 0,-1 0 1 0 0,0 1-1 0 0,-1-1 0 0 0,1 1 0 0 0,-1 0 0 0 0,0 0 1 0 0,0 0-1 0 0,-1 1 0 0 0,1-1 0 0 0,-1 1 0 0 0,-10-5 1 0 0,14 8-3 0 0,0 0 1 0 0,0 0 0 0 0,-1 0-1 0 0,1 1 1 0 0,0-1 0 0 0,0 0 0 0 0,0 1-1 0 0,-1-1 1 0 0,1 1 0 0 0,0 0-1 0 0,0 0 1 0 0,-1 0 0 0 0,1 0-1 0 0,0 0 1 0 0,0 1 0 0 0,-1-1 0 0 0,1 0-1 0 0,0 1 1 0 0,-3 1 0 0 0,2-1 2 0 0,0 1 1 0 0,1 0 0 0 0,-1 0-1 0 0,1 0 1 0 0,-1 0 0 0 0,1 0-1 0 0,0 1 1 0 0,0-1 0 0 0,0 1-1 0 0,0-1 1 0 0,0 1 0 0 0,-1 3-1 0 0,-3 8 3 0 0,0 0 0 0 0,1 0-1 0 0,1 1 1 0 0,-4 23 0 0 0,-1 18 24 0 0,3 0 0 0 0,0 58 0 0 0,14 119-26 0 0,11-55 541 0 0,47 195-1 0 0,-58-332-432 0 0,36 156 180 0 0,-35-166-175 0 0,2 0-1 0 0,1-1 1 0 0,1 0 0 0 0,22 38-1 0 0,-31-62-76 0 0,0 0 0 0 0,0-1-1 0 0,0 1 1 0 0,1-1 0 0 0,0 0 0 0 0,0 0-1 0 0,0 0 1 0 0,0-1 0 0 0,1 0 0 0 0,7 5-1 0 0,-11-8-33 0 0,1 0 1 0 0,-1 0-1 0 0,1 0 0 0 0,-1 0 0 0 0,1-1 0 0 0,0 1 0 0 0,-1-1 0 0 0,1 0 1 0 0,0 1-1 0 0,-1-1 0 0 0,1 0 0 0 0,-1 0 0 0 0,1-1 0 0 0,0 1 0 0 0,-1-1 1 0 0,1 1-1 0 0,-1-1 0 0 0,1 0 0 0 0,-1 0 0 0 0,1 0 0 0 0,-1 0 0 0 0,1 0 1 0 0,-1-1-1 0 0,0 1 0 0 0,0-1 0 0 0,0 1 0 0 0,4-4 0 0 0,-2 0 9 0 0,1 0-1 0 0,-1 0 1 0 0,0 0-1 0 0,-1 0 0 0 0,1 0 1 0 0,-1-1-1 0 0,0 0 1 0 0,-1 0-1 0 0,3-6 0 0 0,2-9-48 0 0,4-28 0 0 0,-9 36 7 0 0,7-37-17 0 0,-2-1 0 0 0,-3 0 0 0 0,-2 0 0 0 0,-2-1 0 0 0,-3 1 0 0 0,-11-65 0 0 0,3 54 125 0 0,-3 1 0 0 0,-3 1-1 0 0,-2 0 1 0 0,-45-93 0 0 0,50 124-82 0 0,-1 0-1 0 0,-1 2 1 0 0,-1 0 0 0 0,-39-45-1 0 0,52 68-10 0 0,0 0 0 0 0,0 0-1 0 0,-1 0 1 0 0,1 0 0 0 0,-1 1-1 0 0,0 0 1 0 0,1 0 0 0 0,-1 0-1 0 0,-1 1 1 0 0,1 0 0 0 0,0 0-1 0 0,-1 0 1 0 0,1 0 0 0 0,-1 1 0 0 0,1 0-1 0 0,-1 0 1 0 0,0 1 0 0 0,-9-1-1 0 0,12 2 5 0 0,-1-1 0 0 0,1 1 1 0 0,0-1-1 0 0,0 1 0 0 0,0 0 0 0 0,0 0 0 0 0,0 0 0 0 0,0 0 0 0 0,0 1 0 0 0,1-1 0 0 0,-1 1 0 0 0,0 0 0 0 0,1 0 0 0 0,-1 0 0 0 0,-2 3 0 0 0,-1 1 2 0 0,1 1 0 0 0,0-1 1 0 0,1 1-1 0 0,-5 7 0 0 0,9-13 12 0 0,-5 8-8 0 0,0 1 0 0 0,1 0 0 0 0,0 0 0 0 0,0 0 0 0 0,1 1 0 0 0,1-1 0 0 0,0 1 0 0 0,0-1 0 0 0,1 1 0 0 0,1 0 0 0 0,-1 0 0 0 0,2-1 0 0 0,-1 1 0 0 0,2 0 0 0 0,-1 0 0 0 0,1-1 0 0 0,1 1 0 0 0,0-1 0 0 0,7 15 0 0 0,-5-14 20 0 0,1 0 0 0 0,0 0 1 0 0,0 0-1 0 0,2-1 0 0 0,-1 0 1 0 0,1 0-1 0 0,1-1 1 0 0,-1 0-1 0 0,2 0 0 0 0,-1-1 1 0 0,1 0-1 0 0,0-1 0 0 0,1 0 1 0 0,0 0-1 0 0,0-1 1 0 0,21 7-1 0 0,-11-6-1 0 0,-1-1 0 0 0,1-1 0 0 0,0-1 0 0 0,0-1-1 0 0,0-1 1 0 0,41-1 0 0 0,-47-1 11 0 0,1-2 0 0 0,-1 0 0 0 0,0-1 0 0 0,0-1 0 0 0,0 0 0 0 0,0 0 0 0 0,-1-2 0 0 0,0 0 0 0 0,0-1 0 0 0,26-16 0 0 0,-20 7 68 0 0,-1-1-1 0 0,0-1 1 0 0,-2-1 0 0 0,0 0 0 0 0,-1-1 0 0 0,-1-1-1 0 0,0-1 1 0 0,-2 0 0 0 0,13-28 0 0 0,-17 30-37 0 0,-2 0 1 0 0,9-31 0 0 0,-8 20-51 0 0,0 6 12 0 0,-1 0 0 0 0,-2-1 1 0 0,-1 0-1 0 0,-1 0 0 0 0,0-32 0 0 0,-3 54 44 0 0,0 0 0 0 0,-1 0 0 0 0,1 0-1 0 0,-1 0 1 0 0,-2-8 0 0 0,3 12-51 0 0,0 0 0 0 0,0-1 0 0 0,0 1 0 0 0,0 0 0 0 0,-1-1 0 0 0,1 1 0 0 0,0 0 0 0 0,0-1 0 0 0,0 1 0 0 0,0 0-1 0 0,-1-1 1 0 0,1 1 0 0 0,0 0 0 0 0,0-1 0 0 0,-1 1 0 0 0,1 0 0 0 0,0 0 0 0 0,-1-1 0 0 0,1 1 0 0 0,0 0 0 0 0,-1 0 0 0 0,1 0 0 0 0,0 0 0 0 0,-1-1 0 0 0,1 1 0 0 0,0 0 0 0 0,-1 0 0 0 0,1 0 0 0 0,0 0 0 0 0,-1 0 0 0 0,1 0-1 0 0,-1 0 1 0 0,1 0 0 0 0,0 0 0 0 0,-1 0 0 0 0,1 0 0 0 0,0 0 0 0 0,-1 0 0 0 0,1 0 0 0 0,-1 0 0 0 0,1 1 0 0 0,0-1 0 0 0,-1 0 0 0 0,1 0 0 0 0,0 0 0 0 0,-1 0 0 0 0,1 1 0 0 0,0-1 0 0 0,0 0 0 0 0,-1 0 0 0 0,1 1 0 0 0,0-1 0 0 0,0 0-1 0 0,-1 1 1 0 0,1-1 0 0 0,0 0 0 0 0,0 0 0 0 0,0 1 0 0 0,-1-1 0 0 0,1 1 0 0 0,0-1 0 0 0,0 0 0 0 0,0 1 0 0 0,-4 5 49 0 0,1 0-1 0 0,0 0 1 0 0,0 1 0 0 0,0-1 0 0 0,1 1-1 0 0,0-1 1 0 0,1 1 0 0 0,-1 0 0 0 0,0 9-1 0 0,-1 70 178 0 0,3-66-295 0 0,0 25 36 0 0,2 0 0 0 0,2 0 0 0 0,18 81 0 0 0,-16-103 27 0 0,1 0-1 0 0,1 0 0 0 0,1-1 1 0 0,1 0-1 0 0,0-1 0 0 0,2 0 1 0 0,1 0-1 0 0,26 33 0 0 0,-34-49 25 0 0,-1 0 0 0 0,1 1 0 0 0,0-2 0 0 0,1 1 0 0 0,-1-1 0 0 0,1 1 1 0 0,0-2-1 0 0,0 1 0 0 0,0-1 0 0 0,0 1 0 0 0,0-2 0 0 0,1 1 0 0 0,0-1 0 0 0,-1 0 0 0 0,1 0 0 0 0,0-1 0 0 0,0 0 0 0 0,0 0 0 0 0,0-1 0 0 0,0 1 0 0 0,0-2 0 0 0,0 1 0 0 0,0-1 0 0 0,0 0 0 0 0,8-2 0 0 0,-3-2 6 0 0,0-1 0 0 0,-1 0 0 0 0,0 0 1 0 0,1-2-1 0 0,-2 1 0 0 0,1-1 0 0 0,-1 0 0 0 0,-1-1 0 0 0,0-1 0 0 0,0 1 0 0 0,8-12 1 0 0,2-6 94 0 0,-1 0 0 0 0,-1-1 0 0 0,18-41 1 0 0,-9 11-140 0 0,-4 0 1 0 0,-1-2 0 0 0,-4 0 0 0 0,-2-1 0 0 0,8-77-1 0 0,-22 138 8 0 0,-1-1 0 0 0,0 0 0 0 0,0 0 1 0 0,0 1-1 0 0,0-1 0 0 0,0 0 0 0 0,0 1 0 0 0,0-1 0 0 0,0 0 0 0 0,0 0 0 0 0,0 1 0 0 0,0-1 0 0 0,0 0 0 0 0,-1 0 0 0 0,1 1 0 0 0,0-1 0 0 0,0 0 0 0 0,-1 0 0 0 0,0 1 3 0 0,1 0 0 0 0,-1 0 0 0 0,1 0 0 0 0,0 0 0 0 0,-1 0 0 0 0,1 0 0 0 0,-1 0 0 0 0,1 0 0 0 0,0 1 0 0 0,-1-1 0 0 0,1 0 0 0 0,-1 0 0 0 0,1 0 0 0 0,0 1 0 0 0,-1-1 0 0 0,1 0 0 0 0,0 0 0 0 0,-1 1 0 0 0,1-1 0 0 0,0 0 0 0 0,0 1 0 0 0,-1-1 0 0 0,1 0 0 0 0,0 1 0 0 0,0-1 0 0 0,-1 1 0 0 0,-4 7 28 0 0,0 1 0 0 0,0-1 0 0 0,1 1 0 0 0,0 0-1 0 0,1 0 1 0 0,0 0 0 0 0,0 1 0 0 0,-1 15 0 0 0,-7 86-248 0 0,8-64 127 0 0,7 86 1 0 0,-2-115 83 0 0,1 0-1 0 0,1-1 1 0 0,0 1-1 0 0,1 0 1 0 0,1-1 0 0 0,0 0-1 0 0,16 28 1 0 0,-18-39 26 0 0,-1-1 0 0 0,1 1 0 0 0,0-1 0 0 0,0 0 0 0 0,1 0 0 0 0,-1-1 0 0 0,1 1 0 0 0,0-1 0 0 0,0 0 0 0 0,1-1 0 0 0,10 6 0 0 0,-13-7-8 0 0,0-1-1 0 0,0 0 1 0 0,0 0 0 0 0,1 0-1 0 0,-1-1 1 0 0,0 1 0 0 0,1-1 0 0 0,-1 0-1 0 0,0 0 1 0 0,1 0 0 0 0,-1 0 0 0 0,0 0-1 0 0,1-1 1 0 0,-1 1 0 0 0,0-1 0 0 0,0 0-1 0 0,1 0 1 0 0,-1-1 0 0 0,0 1-1 0 0,0 0 1 0 0,0-1 0 0 0,0 0 0 0 0,4-3-1 0 0,3-3 19 0 0,-1-1-1 0 0,0 0 1 0 0,0-1-1 0 0,0 1 1 0 0,-1-2-1 0 0,-1 1 1 0 0,0-1-1 0 0,0 0 0 0 0,-1-1 1 0 0,4-12-1 0 0,6-17 0 0 0,15-72 0 0 0,-18 62 71 0 0,2-5-564 0 0,42-102 0 0 0,-53 151 404 0 0,0 0 1 0 0,1 0-1 0 0,-1 0 1 0 0,1 0 0 0 0,1 0-1 0 0,-1 1 1 0 0,1 0-1 0 0,0 1 1 0 0,0-1-1 0 0,1 1 1 0 0,0 0 0 0 0,7-4-1 0 0,-10 7 34 0 0,1-1 0 0 0,0 1 0 0 0,0 0 0 0 0,0 1 0 0 0,0-1 0 0 0,0 1 0 0 0,0 0 0 0 0,0 0 0 0 0,1 1 0 0 0,-1-1 0 0 0,0 1 0 0 0,0 0 0 0 0,1 1 0 0 0,-1-1 0 0 0,0 1 0 0 0,0 0 0 0 0,0 0 0 0 0,0 1 0 0 0,6 2 0 0 0,-5-1 31 0 0,0 0 0 0 0,0 1 1 0 0,0 0-1 0 0,0 1 0 0 0,-1-1 1 0 0,0 1-1 0 0,0 0 0 0 0,0 0 1 0 0,0 1-1 0 0,-1-1 0 0 0,0 1 1 0 0,0 0-1 0 0,3 8 0 0 0,2 4 66 0 0,0 1 0 0 0,-2 0 0 0 0,7 28 0 0 0,-6-13 192 0 0,-1 1 1 0 0,-3 1-1 0 0,0-1 1 0 0,-3 50-1 0 0,0-77-110 0 0,-1 0 0 0 0,0 0 0 0 0,-1-1 1 0 0,1 1-1 0 0,-1 0 0 0 0,-1 0 0 0 0,0 0 0 0 0,0-1 0 0 0,0 1 0 0 0,-1-1 0 0 0,0 0 0 0 0,-5 9 0 0 0,8-16-143 0 0,0 0 0 0 0,0 0-1 0 0,0 0 1 0 0,0 0 0 0 0,0 1 0 0 0,0-1 0 0 0,0 0 0 0 0,0 0-1 0 0,0 0 1 0 0,0 0 0 0 0,0 1 0 0 0,0-1 0 0 0,0 0-1 0 0,0 0 1 0 0,0 0 0 0 0,0 0 0 0 0,-1 1 0 0 0,1-1 0 0 0,0 0-1 0 0,0 0 1 0 0,0 0 0 0 0,0 0 0 0 0,0 0 0 0 0,0 0-1 0 0,-1 0 1 0 0,1 1 0 0 0,0-1 0 0 0,0 0 0 0 0,0 0 0 0 0,0 0-1 0 0,-1 0 1 0 0,1 0 0 0 0,0 0 0 0 0,0 0 0 0 0,0 0-1 0 0,-1 0 1 0 0,1 0 0 0 0,0 0 0 0 0,0 0 0 0 0,0 0 0 0 0,0 0-1 0 0,-1 0 1 0 0,1 0 0 0 0,0 0 0 0 0,0 0 0 0 0,0 0-1 0 0,0 0 1 0 0,-1 0 0 0 0,1-1 0 0 0,0 1 0 0 0,0 0 0 0 0,0 0-1 0 0,0 0 1 0 0,-1 0 0 0 0,1 0 0 0 0,0 0 0 0 0,0-1-1 0 0,0 1 1 0 0,0 0 0 0 0,-2-16-175 0 0,5-4-215 0 0,0 1 0 0 0,1-1-1 0 0,1 1 1 0 0,1-1-1 0 0,1 2 1 0 0,18-37 0 0 0,65-100-1435 0 0,-79 137 1806 0 0,0 2-1 0 0,0 0 0 0 0,2 0 0 0 0,0 1 0 0 0,1 0 0 0 0,0 2 0 0 0,1-1 0 0 0,30-19 0 0 0,-37 27 46 0 0,1 1-1 0 0,0 1 0 0 0,-1 0 0 0 0,2 0 1 0 0,16-5-1 0 0,-24 9-16 0 0,1-1 0 0 0,-1 1 0 0 0,1 0 0 0 0,-1 0 0 0 0,1 0 0 0 0,-1 0 0 0 0,1 0 0 0 0,-1 0 0 0 0,1 1 0 0 0,-1-1 0 0 0,0 1 0 0 0,1 0 0 0 0,-1 0 1 0 0,0 0-1 0 0,1 0 0 0 0,-1 0 0 0 0,0 0 0 0 0,0 0 0 0 0,0 1 0 0 0,0-1 0 0 0,0 1 0 0 0,0 0 0 0 0,0-1 0 0 0,0 1 0 0 0,-1 0 0 0 0,3 3 0 0 0,0 2 107 0 0,0 1 1 0 0,0-1-1 0 0,-1 1 0 0 0,1-1 1 0 0,-2 1-1 0 0,1 0 0 0 0,-1 0 1 0 0,-1 0-1 0 0,2 13 0 0 0,-1 11-126 0 0,-2 38 1 0 0,-1-30-97 0 0,-1 75-1044 0 0,0-57-1408 0 0,2 1-3563 0 0,0-53 4734 0 0,0 0-1 0 0,0 0 0 0 0,1 0 0 0 0,2 9 0 0 0,-3-14 1132 0 0,1 1 0 0 0,-1-1 0 0 0,1 1 0 0 0,0-1 0 0 0,0 1 0 0 0,0-1 0 0 0,0 0 0 0 0,0 1 0 0 0,0-1 0 0 0,0 0 0 0 0,2 1 0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4.892"/>
    </inkml:context>
    <inkml:brush xml:id="br0">
      <inkml:brushProperty name="width" value="0.035" units="cm"/>
      <inkml:brushProperty name="height" value="0.035" units="cm"/>
    </inkml:brush>
  </inkml:definitions>
  <inkml:trace contextRef="#ctx0" brushRef="#br0">186 454 10538 0 0,'-43'2'4630'0'0,"37"-1"-4407"0"0,-1 0 0 0 0,1 0 1 0 0,-1 1-1 0 0,1 0 0 0 0,0 0 1 0 0,-9 5-1 0 0,10-4-232 0 0,0 1 1 0 0,0 0-1 0 0,0 0 1 0 0,0 0-1 0 0,1 0 1 0 0,-1 1 0 0 0,1 0-1 0 0,0 0 1 0 0,1 0-1 0 0,-1 0 1 0 0,1 0-1 0 0,0 1 1 0 0,-4 11-1 0 0,1-1 243 0 0,1 0 0 0 0,0 1 0 0 0,2-1 0 0 0,0 1 1 0 0,0 0-1 0 0,1 27 0 0 0,2-21-184 0 0,1 0-1 0 0,1 0 1 0 0,1 0 0 0 0,6 23 0 0 0,-6-35-97 0 0,0-1-1 0 0,0 1 0 0 0,1-1 0 0 0,1 0 1 0 0,-1 0-1 0 0,2-1 0 0 0,-1 1 0 0 0,1-1 1 0 0,1 0-1 0 0,0-1 0 0 0,0 1 0 0 0,0-1 1 0 0,1-1-1 0 0,0 0 0 0 0,1 0 0 0 0,0 0 1 0 0,0-1-1 0 0,0 0 0 0 0,1-1 0 0 0,11 5 1 0 0,-9-6-169 0 0,-1-1 0 0 0,1 0 0 0 0,0-1 0 0 0,14 1 0 0 0,-15-3-59 0 0,0 0 1 0 0,0 0 0 0 0,-1-2 0 0 0,1 1 0 0 0,0-1-1 0 0,0-1 1 0 0,-1 0 0 0 0,1 0 0 0 0,-1-1-1 0 0,0-1 1 0 0,0 0 0 0 0,-1 0 0 0 0,1 0-1 0 0,12-11 1 0 0,-2-1-340 0 0,0 0 1 0 0,-2-1-1 0 0,0-1 0 0 0,-1 0 0 0 0,18-27 0 0 0,-14 13 550 0 0,-1-1-1 0 0,-2-1 0 0 0,-2-1 1 0 0,-1 0-1 0 0,-2-1 1 0 0,10-42-1 0 0,-11 25 947 0 0,-3-1-1 0 0,-3 0 1 0 0,-1 0-1 0 0,-3 0 1 0 0,-8-77-1 0 0,6 119-475 0 0,0 3 101 0 0,-1 0-1 0 0,1 0 1 0 0,-2-1 0 0 0,1 1-1 0 0,-1 0 1 0 0,-1 0 0 0 0,0 1-1 0 0,0-1 1 0 0,-7-13 0 0 0,10 22-476 0 0,-1 1 0 0 0,1-1 0 0 0,0 1 0 0 0,0-1 0 0 0,-1 1 0 0 0,1-1 0 0 0,0 0 0 0 0,-1 1 0 0 0,1-1 0 0 0,-1 1 0 0 0,1-1 0 0 0,-1 1 0 0 0,1 0 0 0 0,-1-1 0 0 0,1 1 0 0 0,-1-1 0 0 0,1 1 0 0 0,-1 0 0 0 0,1 0 0 0 0,-1-1 0 0 0,0 1 0 0 0,1 0 0 0 0,-1 0 0 0 0,0 0 0 0 0,1-1 0 0 0,-1 1 0 0 0,1 0 0 0 0,-1 0 0 0 0,0 0 0 0 0,1 0 0 0 0,-1 0 0 0 0,0 0 0 0 0,1 0 0 0 0,-1 1 0 0 0,0-1 0 0 0,1 0 0 0 0,-1 0 0 0 0,1 0 0 0 0,-1 1 0 0 0,0-1 0 0 0,1 0 0 0 0,-1 1 0 0 0,1-1 0 0 0,-1 0 0 0 0,1 1 0 0 0,-1-1 0 0 0,1 1 0 0 0,-1-1 0 0 0,1 1 0 0 0,-1-1 0 0 0,1 1 0 0 0,0-1 0 0 0,-1 1 0 0 0,1-1 0 0 0,0 1 0 0 0,0 0 0 0 0,-1-1 0 0 0,1 1 0 0 0,0-1 0 0 0,0 1 0 0 0,0 0 0 0 0,0-1 0 0 0,-1 2 0 0 0,-4 18 321 0 0,1 0 0 0 0,1 0 0 0 0,-2 37 0 0 0,3-33-124 0 0,-6 291 1777 0 0,10-262-2967 0 0,3 1 1 0 0,2 0 0 0 0,26 97 0 0 0,-14-104-6122 0 0,-19-45 6535 0 0,1 0 1 0 0,0-1-1 0 0,0 1 1 0 0,0-1-1 0 0,0 1 1 0 0,0 0-1 0 0,0-1 1 0 0,0 0-1 0 0,0 1 1 0 0,1-1-1 0 0,-1 0 1 0 0,0 0-1 0 0,1 1 1 0 0,-1-1-1 0 0,1 0 1 0 0,-1 0-1 0 0,1-1 1 0 0,0 1-1 0 0,-1 0 1 0 0,1 0-1 0 0,3 0 1 0 0,1-5-1028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5.144"/>
    </inkml:context>
    <inkml:brush xml:id="br0">
      <inkml:brushProperty name="width" value="0.035" units="cm"/>
      <inkml:brushProperty name="height" value="0.035" units="cm"/>
    </inkml:brush>
  </inkml:definitions>
  <inkml:trace contextRef="#ctx0" brushRef="#br0">9 884 4128 0 0,'-8'-19'6596'0'0,"8"5"-4666"0"0,2 11-1911 0 0,0 1 0 0 0,0-1 1 0 0,0 1-1 0 0,0-1 1 0 0,0 1-1 0 0,1 0 0 0 0,-1 0 1 0 0,1 0-1 0 0,-1 0 0 0 0,1 0 1 0 0,4-2-1 0 0,98-57 514 0 0,166-106 1159 0 0,-226 135-718 0 0,-2-1 0 0 0,-1-2 0 0 0,68-74 0 0 0,-94 89-362 0 0,-1 0 1 0 0,16-27-1 0 0,-21 30-63 0 0,-2-1-1 0 0,11-27 1 0 0,-16 39-433 0 0,-1 1 1 0 0,-1-1 0 0 0,1 0-1 0 0,-1 0 1 0 0,0 0 0 0 0,-1 0-1 0 0,1 0 1 0 0,-1-1 0 0 0,0 1-1 0 0,-1 0 1 0 0,1 0 0 0 0,-1 0 0 0 0,0 0-1 0 0,-1 0 1 0 0,0 0 0 0 0,0 0-1 0 0,0 1 1 0 0,0-1 0 0 0,-1 1-1 0 0,0-1 1 0 0,0 1 0 0 0,0 0 0 0 0,-1 0-1 0 0,0 0 1 0 0,0 1 0 0 0,0-1-1 0 0,-1 1 1 0 0,1 0 0 0 0,-10-6-1 0 0,3 3-49 0 0,0 1 0 0 0,0 0 0 0 0,0 1 0 0 0,-1 1 0 0 0,0 0 0 0 0,1 0-1 0 0,-2 1 1 0 0,1 0 0 0 0,0 1 0 0 0,0 1 0 0 0,-1 0 0 0 0,1 0 0 0 0,-20 3-1 0 0,16 0-113 0 0,0 2-1 0 0,0 0 0 0 0,1 0 0 0 0,-1 1 1 0 0,1 1-1 0 0,0 1 0 0 0,1 0 0 0 0,0 1 1 0 0,0 0-1 0 0,-13 11 0 0 0,18-12-151 0 0,0 1-1 0 0,1 0 1 0 0,0 0-1 0 0,1 1 1 0 0,0 0-1 0 0,0 0 1 0 0,-9 16 0 0 0,6-4-966 0 0,0 1 0 0 0,-7 25 0 0 0,8-16-1810 0 0,2 0 1 0 0,1 0-1 0 0,1 0 1 0 0,1 1 0 0 0,2 48-1 0 0,7-5-481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5.352"/>
    </inkml:context>
    <inkml:brush xml:id="br0">
      <inkml:brushProperty name="width" value="0.035" units="cm"/>
      <inkml:brushProperty name="height" value="0.035" units="cm"/>
    </inkml:brush>
  </inkml:definitions>
  <inkml:trace contextRef="#ctx0" brushRef="#br0">65 55 9642 0 0,'-4'-6'3768'0'0,"-26"-23"329"0"0,8 10-3097 0 0,13 19 601 0 0,9 1-57 0 0,0 23 104 0 0,10 33-495 0 0,2 12-489 0 0,-9-27 424 0 0,5 12-784 0 0,-3 9-408 0 0,2-1-144 0 0,6 3-2008 0 0,-2-30-4138 0 0,1-8-5440 0 0,5-17 7017 0 0,-14-10 3969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6.036"/>
    </inkml:context>
    <inkml:brush xml:id="br0">
      <inkml:brushProperty name="width" value="0.035" units="cm"/>
      <inkml:brushProperty name="height" value="0.035" units="cm"/>
    </inkml:brush>
  </inkml:definitions>
  <inkml:trace contextRef="#ctx0" brushRef="#br0">52 274 9281 0 0,'-2'0'292'0'0,"0"0"-1"0"0,1 1 1 0 0,-1-1 0 0 0,1 1 0 0 0,-1-1-1 0 0,0 1 1 0 0,1-1 0 0 0,-1 1 0 0 0,1 0-1 0 0,0 0 1 0 0,-1 0 0 0 0,1 0 0 0 0,0 0-1 0 0,-1 0 1 0 0,1 0 0 0 0,-1 2 0 0 0,0 0-163 0 0,0 0 1 0 0,0 0 0 0 0,0 0-1 0 0,0 0 1 0 0,1 0 0 0 0,-3 7-1 0 0,1 1-325 0 0,1 0-1 0 0,0 0 0 0 0,-1 15 1 0 0,3-24 350 0 0,0 9-23 0 0,0 0-1 0 0,0-1 0 0 0,1 1 1 0 0,1 0-1 0 0,0-1 0 0 0,0 0 1 0 0,1 1-1 0 0,0-1 0 0 0,1 0 1 0 0,0 0-1 0 0,8 12 0 0 0,-4-9 66 0 0,0 1 0 0 0,2-1 0 0 0,0-1 0 0 0,0 1-1 0 0,1-2 1 0 0,19 17 0 0 0,-23-23-164 0 0,0 0 0 0 0,0 0 0 0 0,1-1 1 0 0,0 0-1 0 0,0 0 0 0 0,0-1 0 0 0,0 0 0 0 0,0 0 0 0 0,1-1 0 0 0,-1 0 1 0 0,1 0-1 0 0,-1-1 0 0 0,1 0 0 0 0,0-1 0 0 0,0 0 0 0 0,-1 0 1 0 0,12-2-1 0 0,-13 0-18 0 0,0 0 0 0 0,-1 0 1 0 0,0-1-1 0 0,0 0 0 0 0,1 0 0 0 0,7-6 1 0 0,-4 1-19 0 0,0 0 0 0 0,-1-1 1 0 0,1 0-1 0 0,-2 0 0 0 0,0-1 1 0 0,0-1-1 0 0,0 1 1 0 0,-1-1-1 0 0,-1 0 0 0 0,10-24 1 0 0,-8 15 22 0 0,-2 1 0 0 0,0-2 0 0 0,-1 1 0 0 0,-1 0 1 0 0,-1-1-1 0 0,0 0 0 0 0,-2-40 0 0 0,-1 47 4 0 0,-2 1 1 0 0,1 0-1 0 0,-1 0 1 0 0,-1 0-1 0 0,-1 0 1 0 0,1 0-1 0 0,-2 1 1 0 0,0-1-1 0 0,0 1 1 0 0,-2 1-1 0 0,1-1 1 0 0,-16-20-1 0 0,16 25-23 0 0,1 1 0 0 0,-2-1-1 0 0,1 1 1 0 0,-1 1 0 0 0,0-1 0 0 0,0 1-1 0 0,0 0 1 0 0,-1 1 0 0 0,1-1 0 0 0,-1 2-1 0 0,0-1 1 0 0,-1 1 0 0 0,1 0 0 0 0,-1 1-1 0 0,1 0 1 0 0,-1 0 0 0 0,0 1 0 0 0,1 0-1 0 0,-1 0 1 0 0,-9 1 0 0 0,10 1 18 0 0,1 0 0 0 0,-1 1 0 0 0,1 0 0 0 0,-1 0 0 0 0,1 0 0 0 0,0 1 0 0 0,0 0 0 0 0,0 0 0 0 0,1 1 0 0 0,-1 0 0 0 0,1 0 0 0 0,0 1 0 0 0,0-1 0 0 0,0 1 0 0 0,1 1 0 0 0,-1-1 0 0 0,1 1 0 0 0,0 0 0 0 0,1 0 0 0 0,0 0 0 0 0,0 1 0 0 0,0-1 0 0 0,-5 15 0 0 0,5-11-13 0 0,0 0 0 0 0,1 0 0 0 0,0 0-1 0 0,1 0 1 0 0,0 0 0 0 0,0 1 0 0 0,1-1-1 0 0,0 1 1 0 0,1-1 0 0 0,1 1 0 0 0,0-1-1 0 0,0 1 1 0 0,0-1 0 0 0,2 1 0 0 0,-1-1-1 0 0,8 19 1 0 0,-7-23 7 0 0,0-1-1 0 0,-1 1 1 0 0,2-1-1 0 0,-1 0 1 0 0,1 0 0 0 0,-1 0-1 0 0,1 0 1 0 0,1 0 0 0 0,-1-1-1 0 0,1 0 1 0 0,0 0-1 0 0,0 0 1 0 0,0-1 0 0 0,0 1-1 0 0,0-1 1 0 0,1-1-1 0 0,0 1 1 0 0,-1-1 0 0 0,1 0-1 0 0,0 0 1 0 0,0 0-1 0 0,0-1 1 0 0,8 1 0 0 0,-4-1 10 0 0,0 0-1 0 0,0 0 1 0 0,0-1 0 0 0,0-1 0 0 0,0 0 0 0 0,-1 0 0 0 0,1-1 0 0 0,0 0 0 0 0,0 0 0 0 0,-1-1 0 0 0,0-1 0 0 0,0 1-1 0 0,0-2 1 0 0,0 1 0 0 0,0-1 0 0 0,-1-1 0 0 0,0 1 0 0 0,0-1 0 0 0,0-1 0 0 0,12-12 0 0 0,14-22 23 0 0,-2-1 0 0 0,-2-1 0 0 0,47-90 1 0 0,-48 80-13 0 0,-25 47-40 0 0,-1 0-1 0 0,1 0 1 0 0,0 1-1 0 0,0-1 1 0 0,1 1-1 0 0,5-6 1 0 0,-9 11 2 0 0,0-1 0 0 0,0 0 1 0 0,0 1-1 0 0,0-1 0 0 0,0 0 1 0 0,0 1-1 0 0,0 0 0 0 0,0-1 1 0 0,0 1-1 0 0,0-1 0 0 0,1 1 1 0 0,-1 0-1 0 0,0 0 0 0 0,0 0 1 0 0,0 0-1 0 0,0 0 0 0 0,3 0 1 0 0,-3 0 6 0 0,0 1 0 0 0,1-1 1 0 0,-1 1-1 0 0,0 0 1 0 0,0-1-1 0 0,0 1 1 0 0,1 0-1 0 0,-1 0 0 0 0,0 0 1 0 0,0 0-1 0 0,0 0 1 0 0,0 0-1 0 0,-1 0 1 0 0,1 0-1 0 0,0 1 0 0 0,0-1 1 0 0,-1 0-1 0 0,2 3 1 0 0,4 10 247 0 0,0 2 1 0 0,-2-1-1 0 0,1 1 1 0 0,-2-1-1 0 0,3 31 1 0 0,1 84 1224 0 0,-7-123-1436 0 0,-10 163 1895 0 0,3-95-938 0 0,8-74-882 0 0,2-5-163 0 0,7-13-316 0 0,-10 16 339 0 0,137-258-3999 0 0,-132 248 3938 0 0,54-89-313 0 0,-51 89 478 0 0,0 1 0 0 0,0-1 0 0 0,1 2 0 0 0,1-1 0 0 0,-1 1 0 0 0,1 1 0 0 0,13-9 0 0 0,-20 16 18 0 0,-1-1 1 0 0,0 1-1 0 0,0 0 1 0 0,1 0 0 0 0,-1 0-1 0 0,0 0 1 0 0,1 0-1 0 0,-1 0 1 0 0,4 0-1 0 0,-5 2-31 0 0,-1-1 0 0 0,1 0-1 0 0,0 0 1 0 0,0 0 0 0 0,0 0 0 0 0,0 1 0 0 0,-1-1-1 0 0,1 0 1 0 0,0 1 0 0 0,0-1 0 0 0,0 0-1 0 0,-1 1 1 0 0,1-1 0 0 0,0 1 0 0 0,-1-1 0 0 0,1 1-1 0 0,0 0 1 0 0,-1-1 0 0 0,1 1 0 0 0,-1 0 0 0 0,1-1-1 0 0,-1 1 1 0 0,1 0 0 0 0,-1 0 0 0 0,1-1-1 0 0,-1 1 1 0 0,0 0 0 0 0,0 0 0 0 0,1 0 0 0 0,-1 0-1 0 0,0 1 1 0 0,4 15 410 0 0,-2 0 1 0 0,1 1-1 0 0,-2-1 0 0 0,-1 1 0 0 0,0-1 0 0 0,-5 33 1 0 0,-25 101 240 0 0,26-137-946 0 0,-3 21-1857 0 0,7-14-6083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37.804"/>
    </inkml:context>
    <inkml:brush xml:id="br0">
      <inkml:brushProperty name="width" value="0.035" units="cm"/>
      <inkml:brushProperty name="height" value="0.035" units="cm"/>
    </inkml:brush>
  </inkml:definitions>
  <inkml:trace contextRef="#ctx0" brushRef="#br0">1303 116 832 0 0,'-1'-4'142'0'0,"-1"1"1"0"0,0-1-1 0 0,0 0 0 0 0,-1 0 0 0 0,1 1 1 0 0,-1-1-1 0 0,0 1 0 0 0,1 0 0 0 0,-1 0 1 0 0,-1 0-1 0 0,1 0 0 0 0,0 1 0 0 0,-1-1 1 0 0,1 1-1 0 0,-1 0 0 0 0,0 0 0 0 0,0 0 1 0 0,-5-2-1 0 0,-16-6 818 0 0,1 0-1 0 0,-1 1 1 0 0,0 2 0 0 0,-1 0-1 0 0,0 2 1 0 0,0 1 0 0 0,-48-1 0 0 0,62 5-814 0 0,0 1 1 0 0,0 0-1 0 0,1 1 1 0 0,-1 1 0 0 0,1 0-1 0 0,-1 0 1 0 0,1 1-1 0 0,0 1 1 0 0,-17 8 0 0 0,-3 7 126 0 0,-52 40 0 0 0,60-43-168 0 0,-89 79 330 0 0,81-66-195 0 0,-41 55-1 0 0,49-53-56 0 0,2 1 0 0 0,1 1 0 0 0,2 0 0 0 0,1 1 1 0 0,2 2-1 0 0,1-1 0 0 0,2 1 0 0 0,2 1 0 0 0,1 0 0 0 0,-6 71 0 0 0,12-65-36 0 0,2 0 0 0 0,2 1 0 0 0,1-1 0 0 0,3 0-1 0 0,2 0 1 0 0,1-1 0 0 0,3 0 0 0 0,1 0 0 0 0,23 52 0 0 0,-25-72-164 0 0,1 1-1 0 0,1-2 1 0 0,1 1 0 0 0,0-2-1 0 0,2 0 1 0 0,1 0 0 0 0,26 26-1 0 0,-25-28 33 0 0,-32-20 20 0 0,-6-4-98 0 0,7 3 43 0 0,-7-2-55 0 0,0 1 1 0 0,-22 0 0 0 0,34 3 27 0 0,0 1 0 0 0,0-1-1 0 0,0 2 1 0 0,0-1-1 0 0,1 1 1 0 0,-1 1-1 0 0,0 0 1 0 0,-11 5 0 0 0,-2 4 45 0 0,0 0 1 0 0,2 2-1 0 0,0 0 1 0 0,0 2-1 0 0,1 0 1 0 0,1 1-1 0 0,1 1 1 0 0,0 0-1 0 0,2 1 1 0 0,0 1-1 0 0,1 1 1 0 0,1 0-1 0 0,-13 28 1 0 0,13-20 56 0 0,1 0 1 0 0,1 0-1 0 0,1 2 1 0 0,2-1 0 0 0,1 1-1 0 0,2 0 1 0 0,1 0-1 0 0,1 1 1 0 0,2-1 0 0 0,3 43-1 0 0,7-11-63 0 0,2 0-1 0 0,3-1 1 0 0,3 0 0 0 0,2-1-1 0 0,3-1 1 0 0,3-1-1 0 0,2-2 1 0 0,41 65-1 0 0,-55-101 57 0 0,0-1-1 0 0,2-1 1 0 0,0 0-1 0 0,18 17 1 0 0,-31-34-42 0 0,-1 0 1 0 0,1 0 0 0 0,-1 0-1 0 0,0 0 1 0 0,0 0 0 0 0,0 0-1 0 0,0 0 1 0 0,0 1 0 0 0,0-1-1 0 0,0 0 1 0 0,-1 1 0 0 0,1-1-1 0 0,-1 0 1 0 0,1 1-1 0 0,-1-1 1 0 0,0 1 0 0 0,0-1-1 0 0,-1 4 1 0 0,0 6 33 0 0,-1 0-1 0 0,-6 19 1 0 0,3-15-24 0 0,-11 54-42 0 0,3 1 1 0 0,4 1-1 0 0,-2 93 0 0 0,11-128 61 0 0,0 1-1 0 0,3 0 1 0 0,1-1-1 0 0,2 0 1 0 0,15 54-1 0 0,-19-82-37 0 0,1-1 1 0 0,0 0-1 0 0,0 0 0 0 0,1 0 1 0 0,0 0-1 0 0,0 0 0 0 0,1-1 1 0 0,6 8-1 0 0,-8-11 21 0 0,0-1 1 0 0,1 0-1 0 0,0 0 0 0 0,0 0 1 0 0,0 0-1 0 0,5 2 0 0 0,-6-3-10 0 0,0-1-1 0 0,-1 1 1 0 0,1 0-1 0 0,0 0 1 0 0,-1 0-1 0 0,1 0 1 0 0,-1 0-1 0 0,1 1 1 0 0,2 4-1 0 0,-4-5 16 0 0,0 1-1 0 0,0-1 1 0 0,0 0-1 0 0,-1 1 1 0 0,1-1 0 0 0,-1 1-1 0 0,0-1 1 0 0,0 1-1 0 0,0-1 1 0 0,0 1 0 0 0,0 0-1 0 0,0-1 1 0 0,-1 1-1 0 0,1-1 1 0 0,-1 1-1 0 0,1-1 1 0 0,-1 0 0 0 0,-2 3-1 0 0,-61 136 815 0 0,45-105-660 0 0,2 0 0 0 0,1 1 0 0 0,-17 59 0 0 0,32-90-167 0 0,1 0 0 0 0,-1 1-1 0 0,1-1 1 0 0,0 0 0 0 0,0 1 0 0 0,1-1-1 0 0,0 0 1 0 0,0 1 0 0 0,0-1 0 0 0,1 0 0 0 0,0 0-1 0 0,0 0 1 0 0,1 0 0 0 0,-1 0 0 0 0,1-1-1 0 0,5 7 1 0 0,2 2-16 0 0,0-1 0 0 0,1 0-1 0 0,0-1 1 0 0,23 19 0 0 0,-31-28 35 0 0,0 0 1 0 0,1-1 0 0 0,-1 1 0 0 0,1-1-1 0 0,0 0 1 0 0,-1 0 0 0 0,1 0-1 0 0,0-1 1 0 0,0 1 0 0 0,0-1 0 0 0,1 0-1 0 0,-1 0 1 0 0,0-1 0 0 0,0 1 0 0 0,0-1-1 0 0,9 0 1 0 0,-4-3 289 0 0,-11 2-129 0 0,1 1-190 0 0,0 1 0 0 0,-1-1 0 0 0,1 1 0 0 0,-1 0 0 0 0,1 0 0 0 0,0-1 0 0 0,0 1 0 0 0,0 0 0 0 0,-1 0 0 0 0,1 0 0 0 0,0 0 0 0 0,0 0 0 0 0,0 0 0 0 0,0 1 0 0 0,0 1 0 0 0,-9 13-16 0 0,1 1-1 0 0,1 0 0 0 0,1 0 0 0 0,0 1 0 0 0,1 0 1 0 0,1 0-1 0 0,1 1 0 0 0,-2 19 0 0 0,-7 155 22 0 0,11-122-80 0 0,11 100 1 0 0,-7-151 93 0 0,1 0 0 0 0,1 1 0 0 0,1-1 0 0 0,1-1 0 0 0,0 1 0 0 0,2-1 0 0 0,0 0 0 0 0,1 0 0 0 0,18 26 0 0 0,-24-41-38 0 0,-1-1-1 0 0,1 0 1 0 0,0 0-1 0 0,0 0 1 0 0,0 0-1 0 0,1-1 1 0 0,-1 1-1 0 0,1-1 1 0 0,-1 0-1 0 0,1 0 1 0 0,0 0 0 0 0,0-1-1 0 0,0 1 1 0 0,0-1-1 0 0,0 0 1 0 0,5 1-1 0 0,-15 0-1 0 0,1 1-1 0 0,0 0 1 0 0,0 1-1 0 0,0-1 1 0 0,0 1-1 0 0,0 0 1 0 0,1 0-1 0 0,0 0 1 0 0,0 1-1 0 0,0 0 1 0 0,0-1-1 0 0,1 1 1 0 0,-1 1-1 0 0,1-1 1 0 0,1 0-1 0 0,-1 1 1 0 0,-2 8-1 0 0,-4 14 68 0 0,1 0 0 0 0,-7 39 0 0 0,12-49 22 0 0,-4 24 214 0 0,1 0 0 0 0,2 0-1 0 0,3 0 1 0 0,5 73 0 0 0,-1-87-237 0 0,1 0 0 0 0,2 0-1 0 0,1-1 1 0 0,1 0 0 0 0,1 0 0 0 0,1-1 0 0 0,26 46 0 0 0,-31-63-41 0 0,1-1 0 0 0,0 0 0 0 0,0 0 0 0 0,1-1-1 0 0,0 0 1 0 0,0 0 0 0 0,1 0 0 0 0,0-1 0 0 0,0 0 0 0 0,11 5 0 0 0,-15-9-4 0 0,0 0 0 0 0,-1-1 0 0 0,1 0 0 0 0,0 0 1 0 0,0 0-1 0 0,0 0 0 0 0,0-1 0 0 0,0 0 0 0 0,0 1 0 0 0,0-1 1 0 0,0-1-1 0 0,0 1 0 0 0,0-1 0 0 0,-1 1 0 0 0,1-1 0 0 0,0 0 1 0 0,5-3-1 0 0,-7 4-1 0 0,0-1 0 0 0,0 0 0 0 0,-1 1 0 0 0,1-1 1 0 0,0 0-1 0 0,-1-1 0 0 0,1 1 0 0 0,-1 0 0 0 0,1 0 0 0 0,-1-1 1 0 0,1 1-1 0 0,-1 0 0 0 0,0-1 0 0 0,0 1 0 0 0,0-1 1 0 0,0 0-1 0 0,0 1 0 0 0,0-1 0 0 0,0 0 0 0 0,-1 0 0 0 0,1 0 1 0 0,-1 1-1 0 0,1-1 0 0 0,-1 0 0 0 0,1 0 0 0 0,-1 0 0 0 0,0 0 1 0 0,0 0-1 0 0,0 0 0 0 0,0 0 0 0 0,-1 0 0 0 0,1 1 0 0 0,0-1 1 0 0,-1 0-1 0 0,0-3 0 0 0,0 3-6 0 0,0 0 1 0 0,0 1-1 0 0,0-1 0 0 0,0 1 1 0 0,0-1-1 0 0,-1 1 1 0 0,1 0-1 0 0,0-1 0 0 0,-1 1 1 0 0,1 0-1 0 0,-1 0 0 0 0,1 0 1 0 0,-1 0-1 0 0,1 0 0 0 0,-1 0 1 0 0,0 0-1 0 0,0 1 1 0 0,1-1-1 0 0,-1 1 0 0 0,0-1 1 0 0,0 1-1 0 0,0 0 0 0 0,1-1 1 0 0,-1 1-1 0 0,0 0 1 0 0,0 0-1 0 0,0 0 0 0 0,0 1 1 0 0,0-1-1 0 0,1 0 0 0 0,-1 1 1 0 0,0-1-1 0 0,0 1 0 0 0,1-1 1 0 0,-1 1-1 0 0,0 0 1 0 0,1 0-1 0 0,-3 2 0 0 0,-1 1 3 0 0,0 0 0 0 0,1 0-1 0 0,0 1 1 0 0,0 0 0 0 0,0-1-1 0 0,1 2 1 0 0,-1-1-1 0 0,1 0 1 0 0,0 1 0 0 0,1-1-1 0 0,-1 1 1 0 0,-1 6 0 0 0,-1 6 76 0 0,1 0 1 0 0,0 0-1 0 0,-1 22 1 0 0,2-14 27 0 0,2 0 1 0 0,1 1-1 0 0,1-1 0 0 0,1 1 1 0 0,1-1-1 0 0,2 0 1 0 0,1 0-1 0 0,0 0 1 0 0,2-1-1 0 0,1 0 1 0 0,1-1-1 0 0,1 0 1 0 0,19 30-1 0 0,-17-35-16 0 0,1 0 1 0 0,1-1-1 0 0,0-1 0 0 0,2 0 1 0 0,0-1-1 0 0,22 16 0 0 0,-23-21-345 0 0,-1-1-1 0 0,1 0 1 0 0,23 9-1 0 0,-26-14-718 0 0,-1-1-1 0 0,1 0 1 0 0,0 0-1 0 0,0-2 0 0 0,16 3 1 0 0,-27-5 357 0 0,0 0 1 0 0,-1 0 0 0 0,1 0-1 0 0,0 0 1 0 0,-1 0 0 0 0,1 0-1 0 0,-1 0 1 0 0,1-1 0 0 0,0 1-1 0 0,-1-1 1 0 0,1 1 0 0 0,-1-1-1 0 0,1 1 1 0 0,-1-1 0 0 0,1 0-1 0 0,-1 0 1 0 0,1 0 0 0 0,-1 0-1 0 0,0 0 1 0 0,0 0 0 0 0,1 0-1 0 0,-1 0 1 0 0,2-3 0 0 0,1-6-1968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41.108"/>
    </inkml:context>
    <inkml:brush xml:id="br0">
      <inkml:brushProperty name="width" value="0.035" units="cm"/>
      <inkml:brushProperty name="height" value="0.035" units="cm"/>
    </inkml:brush>
  </inkml:definitions>
  <inkml:trace contextRef="#ctx0" brushRef="#br0">5 807 2344 0 0,'-3'-20'606'0'0,"3"18"-579"0"0,-1 0 1 0 0,1 0 0 0 0,0 0-1 0 0,0 0 1 0 0,0 1 0 0 0,-1-1-1 0 0,2 0 1 0 0,-1 0 0 0 0,0 0-1 0 0,0 0 1 0 0,1 0 0 0 0,-1 0-1 0 0,1 0 1 0 0,-1 0 0 0 0,1 1-1 0 0,0-1 1 0 0,0 0-1 0 0,0 0 1 0 0,0 1 0 0 0,0-1-1 0 0,0 1 1 0 0,0-1 0 0 0,2-1-1 0 0,24-25 147 0 0,1 1-1 0 0,1 1 0 0 0,62-42 1 0 0,-67 52 50 0 0,0 2 1 0 0,2 1-1 0 0,-1 0 0 0 0,2 2 1 0 0,0 1-1 0 0,0 2 0 0 0,55-11 1 0 0,-17 10 331 0 0,0 2 1 0 0,88 4 0 0 0,-5 11-69 0 0,275 69 1298 0 0,-342-54-761 0 0,141 59-1 0 0,-220-81-898 0 0,0 0 0 0 0,0 0-1 0 0,0 0 1 0 0,1 0 0 0 0,-1-1-1 0 0,0 1 1 0 0,0-1 0 0 0,1 0-1 0 0,-1 0 1 0 0,0 0 0 0 0,0 0-1 0 0,1 0 1 0 0,-1 0 0 0 0,0 0-1 0 0,0-1 1 0 0,1 1 0 0 0,-1-1-1 0 0,0 0 1 0 0,0 0 0 0 0,0 1-1 0 0,0-1 1 0 0,0-1 0 0 0,2 0-1 0 0,2-3 124 0 0,-1 0 0 0 0,-1 0 0 0 0,1 0-1 0 0,-1 0 1 0 0,0-1 0 0 0,4-6 0 0 0,1-1-272 0 0,2-3 176 0 0,88-117 432 0 0,-72 100-526 0 0,2 1-1 0 0,1 1 1 0 0,1 2-1 0 0,2 1 1 0 0,40-27-1 0 0,-39 35-17 0 0,1 1 0 0 0,0 2-1 0 0,1 2 1 0 0,1 1 0 0 0,1 1 0 0 0,-1 2 0 0 0,63-9 0 0 0,-73 17-29 0 0,1 0 1 0 0,0 2 0 0 0,0 1-1 0 0,0 1 1 0 0,0 2 0 0 0,0 1-1 0 0,0 1 1 0 0,-1 1 0 0 0,0 1-1 0 0,0 2 1 0 0,35 16 0 0 0,4 8 125 0 0,-23-11 523 0 0,69 26-1 0 0,-109-47-566 0 0,0 0-1 0 0,0 0 1 0 0,0-1 0 0 0,0 0-1 0 0,0 0 1 0 0,0 1-1 0 0,0-2 1 0 0,0 1-1 0 0,0 0 1 0 0,0-1 0 0 0,0 1-1 0 0,0-1 1 0 0,0 0-1 0 0,0 0 1 0 0,0 0-1 0 0,0 0 1 0 0,0-1-1 0 0,-1 1 1 0 0,1-1 0 0 0,2-2-1 0 0,6-4-35 0 0,0-1-1 0 0,-2-1 1 0 0,14-15-1 0 0,5-5-36 0 0,-6 10-56 0 0,1 2-1 0 0,1 1 0 0 0,0 0 1 0 0,1 2-1 0 0,1 1 0 0 0,0 1 1 0 0,1 1-1 0 0,0 2 1 0 0,1 0-1 0 0,0 2 0 0 0,1 1 1 0 0,0 1-1 0 0,0 2 0 0 0,40-2 1 0 0,-51 6 8 0 0,1 1 1 0 0,0 1-1 0 0,-1 0 1 0 0,1 2-1 0 0,-1 0 1 0 0,30 11-1 0 0,100 53-159 0 0,-145-66 186 0 0,26 13 30 0 0,0 0 1 0 0,-1 2 0 0 0,-1 2-1 0 0,-1 0 1 0 0,0 2 0 0 0,-2 0-1 0 0,0 2 1 0 0,20 25 0 0 0,-43-46-11 0 0,0-1-1 0 0,0 0 1 0 0,0 1 0 0 0,0-1 0 0 0,0 0 0 0 0,0 0 0 0 0,0 0 0 0 0,1 0 0 0 0,-1 0 0 0 0,0 0 0 0 0,1 0 0 0 0,-1-1-1 0 0,1 1 1 0 0,-1 0 0 0 0,1-1 0 0 0,-1 1 0 0 0,1-1 0 0 0,0 0 0 0 0,-1 1 0 0 0,1-1 0 0 0,-1 0 0 0 0,1 0-1 0 0,0 0 1 0 0,-1 0 0 0 0,1 0 0 0 0,0-1 0 0 0,-1 1 0 0 0,1 0 0 0 0,-1-1 0 0 0,3 0 0 0 0,3-3 11 0 0,0 1 1 0 0,0-1 0 0 0,-1-1 0 0 0,0 1 0 0 0,8-8-1 0 0,-5 5-34 0 0,41-37 109 0 0,-33 28-97 0 0,1 0 0 0 0,1 1 1 0 0,0 0-1 0 0,1 2 0 0 0,1 1 0 0 0,31-15 0 0 0,-20 15-84 0 0,1 1-1 0 0,0 1 1 0 0,1 2-1 0 0,42-5 0 0 0,-62 12 75 0 0,0 0-1 0 0,-1 0 0 0 0,1 2 0 0 0,0-1 0 0 0,0 2 0 0 0,-1 0 0 0 0,1 0 0 0 0,-1 1 0 0 0,0 1 0 0 0,1 0 0 0 0,-2 1 0 0 0,1 1 0 0 0,18 10 0 0 0,-1 6 7 0 0,-1 2 0 0 0,-2 0 0 0 0,34 40 0 0 0,3 1 216 0 0,-59-60-185 0 0,0 0 0 0 0,0 0-1 0 0,1 0 1 0 0,0-1-1 0 0,0 0 1 0 0,0 0 0 0 0,1-1-1 0 0,-1 1 1 0 0,1-2 0 0 0,0 1-1 0 0,0-1 1 0 0,-1 0-1 0 0,2 0 1 0 0,-1 0 0 0 0,0-1-1 0 0,0-1 1 0 0,0 1-1 0 0,1-1 1 0 0,-1 0 0 0 0,0-1-1 0 0,0 1 1 0 0,1-1 0 0 0,-1-1-1 0 0,0 0 1 0 0,0 0-1 0 0,0 0 1 0 0,9-5 0 0 0,23-12-80 0 0,-1-2 0 0 0,55-41 1 0 0,-57 37-112 0 0,1 1 0 0 0,65-31 0 0 0,-73 43 18 0 0,1 1 0 0 0,1 1 1 0 0,0 2-1 0 0,0 1 1 0 0,0 2-1 0 0,33-2 0 0 0,-47 6 141 0 0,1 1-1 0 0,0 1 0 0 0,-1 0 1 0 0,1 1-1 0 0,-1 1 0 0 0,0 0 0 0 0,0 2 1 0 0,0 0-1 0 0,0 1 0 0 0,-1 0 1 0 0,0 2-1 0 0,20 11 0 0 0,66 57 113 0 0,1 0 48 0 0,-87-66-126 0 0,1-1 1 0 0,0 0-1 0 0,0-1 1 0 0,33 9-1 0 0,-42-14-12 0 0,1-2 1 0 0,0 1-1 0 0,0-1 0 0 0,0-1 0 0 0,0 0 0 0 0,0 0 0 0 0,-1 0 1 0 0,1-1-1 0 0,0-1 0 0 0,0 1 0 0 0,11-5 0 0 0,6-3-18 0 0,-1-2 0 0 0,32-17-1 0 0,-37 18-16 0 0,69-39-57 0 0,71-33-173 0 0,-135 71 215 0 0,0 2-1 0 0,1 0 0 0 0,0 2 0 0 0,45-7 0 0 0,-62 13 28 0 0,1 0 1 0 0,-1 1-1 0 0,1 0 0 0 0,-1 0 1 0 0,0 1-1 0 0,18 3 0 0 0,-22-2 6 0 0,0 0-1 0 0,0 0 0 0 0,0 0 1 0 0,0 0-1 0 0,0 1 0 0 0,-1 0 1 0 0,1 0-1 0 0,-1 0 0 0 0,0 0 1 0 0,0 1-1 0 0,0 0 0 0 0,0-1 1 0 0,6 10-1 0 0,1 5 38 0 0,-1 0 0 0 0,0 1 0 0 0,10 27 0 0 0,-10-22 82 0 0,-8-20-101 0 0,0 0 0 0 0,0 0 0 0 0,0 0 0 0 0,0-1 0 0 0,0 1 0 0 0,5 5 0 0 0,-6-8-19 0 0,0 0 0 0 0,0 0-1 0 0,1-1 1 0 0,-1 1 0 0 0,0 0-1 0 0,0 0 1 0 0,1-1 0 0 0,-1 1 0 0 0,0-1-1 0 0,1 1 1 0 0,-1-1 0 0 0,1 1-1 0 0,-1-1 1 0 0,0 0 0 0 0,1 0-1 0 0,-1 0 1 0 0,1 0 0 0 0,-1 0-1 0 0,1 0 1 0 0,-1 0 0 0 0,1 0-1 0 0,-1-1 1 0 0,0 1 0 0 0,3-1-1 0 0,5-3 28 0 0,0 0-1 0 0,0-1 0 0 0,0 0 0 0 0,0 0 0 0 0,12-11 1 0 0,3-1-25 0 0,18-12-32 0 0,0 2 0 0 0,53-24 1 0 0,-80 44 10 0 0,0 0 1 0 0,0 1-1 0 0,1 1 0 0 0,0 1 1 0 0,0 0-1 0 0,0 1 1 0 0,0 1-1 0 0,1 0 1 0 0,-1 1-1 0 0,0 1 1 0 0,19 2-1 0 0,-29-1 12 0 0,-1 0 0 0 0,0 0 0 0 0,1 1 1 0 0,-1 0-1 0 0,0 0 0 0 0,0 0 0 0 0,0 0 0 0 0,-1 1 0 0 0,1 0 0 0 0,-1 0 0 0 0,5 4 0 0 0,2 3 18 0 0,-1 0 1 0 0,14 21-1 0 0,-18-24-19 0 0,-1 1 1 0 0,1-1-1 0 0,1 0 0 0 0,-1 0 0 0 0,1-1 1 0 0,0 0-1 0 0,1 0 0 0 0,8 5 1 0 0,-9-8 7 0 0,-1 0 0 0 0,1-1 0 0 0,-1 0 1 0 0,1 0-1 0 0,0-1 0 0 0,0 0 0 0 0,0 0 1 0 0,0 0-1 0 0,0-1 0 0 0,0 0 0 0 0,-1-1 1 0 0,9 0-1 0 0,1-1 1 0 0,21-3-9 0 0,-1-1 0 0 0,1-2-1 0 0,-1-2 1 0 0,39-16 0 0 0,-21 8-9 0 0,-7 2-38 0 0,-17 5 45 0 0,0 1 0 0 0,1 2 0 0 0,0 1 0 0 0,50-5 0 0 0,-73 12 0 0 0,0 0 1 0 0,-1 0-1 0 0,1 1 1 0 0,0 0-1 0 0,-1 1 0 0 0,1-1 1 0 0,-1 1-1 0 0,0 1 1 0 0,1-1-1 0 0,-1 2 0 0 0,0-1 1 0 0,-1 1-1 0 0,1-1 1 0 0,0 2-1 0 0,-1-1 0 0 0,0 1 1 0 0,6 6-1 0 0,7 8 19 0 0,-2 1 0 0 0,-1 1-1 0 0,23 37 1 0 0,-1-3 5 0 0,-25-37-8 0 0,1-1 0 0 0,0 0-1 0 0,2-1 1 0 0,-1-1 0 0 0,24 17 0 0 0,-31-26 1 0 0,1-1 0 0 0,-1-1 0 0 0,1 1 0 0 0,0-1 0 0 0,0-1 0 0 0,0 1 0 0 0,0-2 0 0 0,1 1 0 0 0,-1-1 0 0 0,1-1 0 0 0,-1 1 1 0 0,1-2-1 0 0,0 1 0 0 0,15-3 0 0 0,-12 1-13 0 0,0-2 0 0 0,1 0 0 0 0,-1-1-1 0 0,0 0 1 0 0,-1-1 0 0 0,22-10 0 0 0,70-50 35 0 0,-53 32-14 0 0,-45 30-25 0 0,0 0 1 0 0,0 1-1 0 0,0 0 0 0 0,0 0 0 0 0,1 0 0 0 0,-1 1 0 0 0,1-1 1 0 0,-1 2-1 0 0,1-1 0 0 0,-1 1 0 0 0,1 0 0 0 0,-1 0 0 0 0,1 1 0 0 0,-1-1 1 0 0,1 2-1 0 0,-1-1 0 0 0,11 4 0 0 0,-8-2 90 0 0,-1 0 0 0 0,0 0 0 0 0,0 1 0 0 0,-1 0 1 0 0,1 1-1 0 0,-1 0 0 0 0,0 0 0 0 0,0 0 0 0 0,0 1 0 0 0,-1 0 0 0 0,0 0 0 0 0,10 13 0 0 0,-15-18-38 0 0,-1 0-1 0 0,1 0 0 0 0,0 0 0 0 0,-1 0 1 0 0,1 0-1 0 0,-1 0 0 0 0,1 0 0 0 0,-1 0 1 0 0,0 0-1 0 0,1 0 0 0 0,-1 1 0 0 0,0-1 1 0 0,0 0-1 0 0,0 0 0 0 0,0 0 1 0 0,0 0-1 0 0,0 1 0 0 0,0-1 0 0 0,0 0 1 0 0,0 0-1 0 0,-1 0 0 0 0,1 0 0 0 0,0 1 1 0 0,-1-1-1 0 0,1 0 0 0 0,-1 0 0 0 0,1 0 1 0 0,-1 0-1 0 0,0 0 0 0 0,-1 1 0 0 0,-1 1 108 0 0,0 0-1 0 0,-1 0 0 0 0,1 0 0 0 0,-1 0 0 0 0,0-1 0 0 0,-5 4 0 0 0,-96 42 1167 0 0,-5 4-522 0 0,98-42-701 0 0,12-10-98 0 0,0 0-1 0 0,0 0 0 0 0,0 0 1 0 0,0 1-1 0 0,0-1 1 0 0,0 0-1 0 0,0 0 1 0 0,0 0-1 0 0,0 0 1 0 0,0 0-1 0 0,0 1 0 0 0,0-1 1 0 0,0 0-1 0 0,0 0 1 0 0,0 0-1 0 0,0 0 1 0 0,0 0-1 0 0,0 0 1 0 0,0 1-1 0 0,0-1 0 0 0,1 0 1 0 0,-1 0-1 0 0,0 0 1 0 0,0 0-1 0 0,0 0 1 0 0,0 0-1 0 0,0 1 1 0 0,0-1-1 0 0,0 0 0 0 0,0 0 1 0 0,0 0-1 0 0,1 0 1 0 0,-1 0-1 0 0,0 0 1 0 0,0 0-1 0 0,0 0 1 0 0,0 0-1 0 0,0 0 0 0 0,0 0 1 0 0,1 1-1 0 0,-1-1 1 0 0,0 0-1 0 0,0 0 1 0 0,24 2 83 0 0,-18-2-57 0 0,21 2 4 0 0,-20-1-16 0 0,1-1-1 0 0,-1 1 1 0 0,0-1-1 0 0,0-1 1 0 0,0 1-1 0 0,0-1 1 0 0,13-4-1 0 0,0 1-32 0 0,0-2 1 0 0,0 0-1 0 0,-1-1 0 0 0,0-1 0 0 0,24-14 0 0 0,83-51-284 0 0,-33 17-202 0 0,103-44-1 0 0,-114 67 305 0 0,0 4-1 0 0,2 3 1 0 0,89-14 0 0 0,-138 34 151 0 0,1 1-1 0 0,-1 2 1 0 0,1 2-1 0 0,59 5 1 0 0,-72-2 36 0 0,-1 2 1 0 0,0 1-1 0 0,0 1 0 0 0,-1 0 1 0 0,0 2-1 0 0,0 0 1 0 0,0 2-1 0 0,25 15 0 0 0,-22-9 4 0 0,-1 0-1 0 0,32 29 1 0 0,-44-35 9 0 0,-2 1 1 0 0,1-1-1 0 0,-1 2 0 0 0,-1-1 1 0 0,0 1-1 0 0,11 22 0 0 0,-14-24 12 0 0,0 1 0 0 0,0 0 0 0 0,-1 0-1 0 0,-1 0 1 0 0,0 0 0 0 0,-1 1 0 0 0,0-1 0 0 0,0 1-1 0 0,-1-1 1 0 0,-1 1 0 0 0,-1 14 0 0 0,1-26-12 0 0,0 1-1 0 0,0-1 1 0 0,0 0-1 0 0,0 0 1 0 0,0 0-1 0 0,0 1 1 0 0,0-1-1 0 0,0 0 1 0 0,0 0-1 0 0,0 0 1 0 0,0 1-1 0 0,0-1 0 0 0,0 0 1 0 0,0 0-1 0 0,0 1 1 0 0,0-1-1 0 0,0 0 1 0 0,0 0-1 0 0,0 0 1 0 0,0 1-1 0 0,0-1 1 0 0,0 0-1 0 0,0 0 1 0 0,0 0-1 0 0,1 1 0 0 0,-1-1 1 0 0,0 0-1 0 0,0 0 1 0 0,0 0-1 0 0,0 0 1 0 0,0 1-1 0 0,1-1 1 0 0,-1 0-1 0 0,0 0 1 0 0,0 0-1 0 0,0 0 0 0 0,1 0 1 0 0,-1 0-1 0 0,4 1-4 0 0,0-1 0 0 0,0-1 0 0 0,-1 1 0 0 0,1-1-1 0 0,0 1 1 0 0,-1-1 0 0 0,1 0 0 0 0,0 0 0 0 0,-1-1-1 0 0,1 1 1 0 0,-1-1 0 0 0,0 0 0 0 0,1 0 0 0 0,2-2-1 0 0,5-2-10 0 0,118-53-319 0 0,-111 53 217 0 0,1 0-1 0 0,-1 1 1 0 0,1 0-1 0 0,0 2 1 0 0,33-2-1 0 0,-46 5 93 0 0,-1 1 0 0 0,1-1 0 0 0,0 1 0 0 0,-1 1-1 0 0,1-1 1 0 0,0 1 0 0 0,-1 0 0 0 0,0 0 0 0 0,1 0 0 0 0,-1 1 0 0 0,0 0 0 0 0,0 0-1 0 0,0 0 1 0 0,-1 1 0 0 0,1-1 0 0 0,-1 1 0 0 0,0 0 0 0 0,0 0 0 0 0,0 1 0 0 0,-1-1 0 0 0,5 7-1 0 0,3 7 7 0 0,-1 0 0 0 0,-1 1-1 0 0,-1 0 1 0 0,12 37 0 0 0,-3 2 15 0 0,-3 1 1 0 0,-2 0 0 0 0,-2 1-1 0 0,-4 0 1 0 0,-2 1 0 0 0,-2-1-1 0 0,-9 82 1 0 0,5-128 47 0 0,-1-1-1 0 0,0 0 1 0 0,0 0 0 0 0,-2 0 0 0 0,1-1-1 0 0,-9 15 1 0 0,-2 0 64 0 0,-27 36 1 0 0,41-63-116 0 0,1 1 1 0 0,0 0 0 0 0,0-1-1 0 0,0 1 1 0 0,-1-1-1 0 0,1 1 1 0 0,0-1 0 0 0,0 1-1 0 0,0 0 1 0 0,0-1 0 0 0,0 1-1 0 0,0-1 1 0 0,0 1-1 0 0,0 0 1 0 0,1-1 0 0 0,-1 1-1 0 0,0-1 1 0 0,0 1 0 0 0,0-1-1 0 0,1 1 1 0 0,-1-1 0 0 0,0 1-1 0 0,0 0 1 0 0,1-1-1 0 0,-1 0 1 0 0,0 1 0 0 0,1-1-1 0 0,-1 1 1 0 0,1-1 0 0 0,-1 1-1 0 0,1-1 1 0 0,-1 0-1 0 0,1 1 1 0 0,-1-1 0 0 0,1 0-1 0 0,-1 0 1 0 0,1 1 0 0 0,0-1-1 0 0,27 14-26 0 0,-20-11-8 0 0,-2 0 37 0 0,0 0 0 0 0,-1 0 0 0 0,0 1 1 0 0,1 0-1 0 0,-1 0 0 0 0,-1 0 0 0 0,1 0 0 0 0,0 1 0 0 0,-1 0 0 0 0,0 0 0 0 0,0 0 1 0 0,-1 1-1 0 0,1-1 0 0 0,2 7 0 0 0,-3-4-4 0 0,0 1 0 0 0,-1-1 0 0 0,0 1 0 0 0,0 0 0 0 0,-1 0 0 0 0,0 0 0 0 0,-1 0-1 0 0,0 0 1 0 0,-1 17 0 0 0,-4 5 14 0 0,-2-1-1 0 0,0 0 0 0 0,-17 40 0 0 0,-8 31-38 0 0,30-94 29 0 0,1 0-1 0 0,-1 0 1 0 0,1 0 0 0 0,0 0-1 0 0,1 0 1 0 0,0 1-1 0 0,1 9 1 0 0,0-14-2 0 0,-1 0-1 0 0,1 0 1 0 0,0 0 0 0 0,0 0-1 0 0,0 0 1 0 0,1 0 0 0 0,-1 0-1 0 0,1-1 1 0 0,0 1 0 0 0,-1-1-1 0 0,1 1 1 0 0,0-1 0 0 0,0 1 0 0 0,1-1-1 0 0,-1 0 1 0 0,0 0 0 0 0,1 0-1 0 0,-1 0 1 0 0,1-1 0 0 0,4 3-1 0 0,147 75-191 0 0,-142-72 194 0 0,-1 0 0 0 0,-1 1 0 0 0,1 0 0 0 0,-1 1 0 0 0,-1 0 0 0 0,1 0 0 0 0,-2 1 0 0 0,1 0 0 0 0,-1 1 1 0 0,-1 0-1 0 0,0 0 0 0 0,-1 1 0 0 0,0 0 0 0 0,6 16 0 0 0,-7-12 24 0 0,0 1-1 0 0,-1 0 1 0 0,-1 1-1 0 0,0-1 1 0 0,-2 1 0 0 0,0-1-1 0 0,-1 1 1 0 0,0-1 0 0 0,-2 1-1 0 0,-3 20 1 0 0,-5 1 185 0 0,-14 41-1 0 0,-7 26 83 0 0,27-91-266 0 0,2 0-1 0 0,0 0 1 0 0,0 0-1 0 0,2 1 0 0 0,1 15 1 0 0,-1-25-17 0 0,1 0 0 0 0,0 0-1 0 0,1-1 1 0 0,-1 1 0 0 0,1-1 0 0 0,0 1 0 0 0,1-1 0 0 0,-1 0 0 0 0,1 0 0 0 0,0 0 0 0 0,1 0 0 0 0,-1 0 0 0 0,1-1 0 0 0,0 1 0 0 0,0-1 0 0 0,0 0 0 0 0,0 0 0 0 0,1-1-1 0 0,8 6 1 0 0,7 2-25 0 0,-1-1-1 0 0,1-1 0 0 0,40 12 0 0 0,-29-11 19 0 0,35 12 33 0 0,-19-7 46 0 0,88 41 0 0 0,-130-53-83 0 0,1 1 0 0 0,-1-1-1 0 0,1 1 1 0 0,-1 0-1 0 0,0 0 1 0 0,-1 0 0 0 0,1 1-1 0 0,-1 0 1 0 0,0 0-1 0 0,0 0 1 0 0,0 0 0 0 0,-1 0-1 0 0,0 1 1 0 0,0 0-1 0 0,0 0 1 0 0,-1 0-1 0 0,3 9 1 0 0,-2-3 19 0 0,-2 0 0 0 0,1 0 0 0 0,-1 0 0 0 0,-1 0 0 0 0,0 0 0 0 0,-1 1 0 0 0,-1-1 0 0 0,-2 14 0 0 0,-7 20 118 0 0,-34 88 1 0 0,0-2 71 0 0,35-97-99 0 0,1 2 1 0 0,2-1-1 0 0,1 1 1 0 0,2 0-1 0 0,1 60 1 0 0,3-91-95 0 0,1 0-1 0 0,1 1 1 0 0,-1-1-1 0 0,1 0 1 0 0,0 0 0 0 0,1 0-1 0 0,-1 0 1 0 0,1-1 0 0 0,0 1-1 0 0,1-1 1 0 0,-1 0-1 0 0,1 0 1 0 0,0 0 0 0 0,0 0-1 0 0,1 0 1 0 0,-1-1-1 0 0,7 5 1 0 0,9 6-19 0 0,1-2 0 0 0,0 0 0 0 0,26 11 0 0 0,1 0 6 0 0,-43-21 10 0 0,17 9-10 0 0,0 2 0 0 0,-1 0-1 0 0,35 30 1 0 0,-51-39 3 0 0,0 0 1 0 0,0 0-1 0 0,-1 0 1 0 0,0 0-1 0 0,0 1 0 0 0,0 0 1 0 0,-1 0-1 0 0,0 0 1 0 0,0 0-1 0 0,0 1 0 0 0,-1-1 1 0 0,0 1-1 0 0,0 0 1 0 0,-1-1-1 0 0,1 1 0 0 0,-2 0 1 0 0,1 0-1 0 0,-1 0 1 0 0,0 8-1 0 0,-2-4 14 0 0,0-1 0 0 0,0 1 0 0 0,-1-1 0 0 0,0 0 1 0 0,-1 0-1 0 0,0 0 0 0 0,-9 16 0 0 0,-46 62 159 0 0,43-67-148 0 0,-152 194 232 0 0,157-197-296 0 0,11-17 29 0 0,0-1 0 0 0,0 1 0 0 0,0-1 0 0 0,1 1 0 0 0,-1-1 0 0 0,0 0 0 0 0,0 1 0 0 0,0-1 0 0 0,0 1 1 0 0,0-1-1 0 0,1 1 0 0 0,-1-1 0 0 0,0 0 0 0 0,0 1 0 0 0,1-1 0 0 0,-1 1 0 0 0,0-1 0 0 0,1 0 0 0 0,-1 1 0 0 0,0-1 0 0 0,1 0 0 0 0,-1 1 0 0 0,0-1 1 0 0,1 0-1 0 0,-1 0 0 0 0,1 0 0 0 0,-1 1 0 0 0,1-1 0 0 0,-1 0 0 0 0,0 0 0 0 0,1 0 0 0 0,-1 0 0 0 0,1 0 0 0 0,-1 0 0 0 0,1 0 0 0 0,-1 1 0 0 0,1-2 0 0 0,24 6-68 0 0,-22-5 60 0 0,20 3-38 0 0,-16-3 42 0 0,1 1 1 0 0,0 0-1 0 0,-1 1 1 0 0,1-1-1 0 0,-1 1 1 0 0,1 1-1 0 0,8 4 1 0 0,-13-5 12 0 0,0 0 1 0 0,0 0 0 0 0,-1 0 0 0 0,1 1-1 0 0,-1 0 1 0 0,1-1 0 0 0,-1 1 0 0 0,0 0 0 0 0,0 0-1 0 0,0 0 1 0 0,-1 0 0 0 0,1 1 0 0 0,-1-1 0 0 0,0 0-1 0 0,0 1 1 0 0,0-1 0 0 0,0 0 0 0 0,0 1-1 0 0,-1 0 1 0 0,1 3 0 0 0,-1 2 25 0 0,1 0-1 0 0,-2 0 1 0 0,1 0 0 0 0,-1 0-1 0 0,-1-1 1 0 0,1 1-1 0 0,-1 0 1 0 0,-1-1 0 0 0,0 1-1 0 0,0-1 1 0 0,0 0 0 0 0,-1 0-1 0 0,-8 12 1 0 0,-9 11 190 0 0,-1-2 0 0 0,-27 30 0 0 0,-1 0-121 0 0,35-40-94 0 0,1 0 0 0 0,2 1 0 0 0,0 0 0 0 0,1 1 0 0 0,0 1 0 0 0,2-1 0 0 0,1 2 0 0 0,1-1 0 0 0,-5 25 0 0 0,11-43-13 0 0,0 1 1 0 0,1-1 0 0 0,0 1 0 0 0,0-1 0 0 0,0 1-1 0 0,0-1 1 0 0,1 1 0 0 0,0-1 0 0 0,0 1 0 0 0,0-1 0 0 0,0 1-1 0 0,1-1 1 0 0,-1 0 0 0 0,1 0 0 0 0,0 0 0 0 0,0 0-1 0 0,1 0 1 0 0,-1 0 0 0 0,1-1 0 0 0,0 1 0 0 0,0-1-1 0 0,0 0 1 0 0,1 0 0 0 0,-1 0 0 0 0,1 0 0 0 0,-1 0-1 0 0,7 2 1 0 0,0 2-21 0 0,0 0 0 0 0,-1 1 1 0 0,0 0-1 0 0,0 1 0 0 0,-1-1 0 0 0,8 11 0 0 0,-11-11 29 0 0,0 0 0 0 0,-1 0 0 0 0,0 0 0 0 0,-1 0-1 0 0,0 1 1 0 0,0-1 0 0 0,0 1 0 0 0,-1 0 0 0 0,1 9-1 0 0,-1 3 16 0 0,-1 1-1 0 0,-1-1 0 0 0,-1 1 1 0 0,-1-1-1 0 0,0 1 0 0 0,-2-1 0 0 0,0 0 1 0 0,-9 23-1 0 0,-68 161 58 0 0,73-188-79 0 0,7-14 14 0 0,-15 34-77 0 0,-1-1 1 0 0,-2 0-1 0 0,-43 61 1 0 0,61-96 54 0 0,0 0-1 0 0,0 0 1 0 0,0 0 0 0 0,0 0 0 0 0,1 0-1 0 0,-1 0 1 0 0,0 0 0 0 0,0 0 0 0 0,1 1-1 0 0,-1-1 1 0 0,1 0 0 0 0,-1 1 0 0 0,1-1-1 0 0,0 0 1 0 0,-1 1 0 0 0,1-1 0 0 0,0 0-1 0 0,0 1 1 0 0,0-1 0 0 0,0 0 0 0 0,0 1-1 0 0,0-1 1 0 0,0 0 0 0 0,1 3 0 0 0,0-2-19 0 0,1 0 1 0 0,0 0 0 0 0,-1 0 0 0 0,1 1-1 0 0,0-1 1 0 0,0-1 0 0 0,0 1 0 0 0,0 0 0 0 0,3 2-1 0 0,6 4 91 0 0,-8-5-58 0 0,0 0 1 0 0,1 0-1 0 0,-1 1 1 0 0,0-1-1 0 0,0 1 1 0 0,-1 0-1 0 0,1 0 1 0 0,-1 0-1 0 0,0 0 1 0 0,2 6-1 0 0,-3-7 17 0 0,0 1 0 0 0,0 0 0 0 0,-1 0 0 0 0,1 0 0 0 0,-1 0 0 0 0,0 0 0 0 0,0 0 0 0 0,-1 0 0 0 0,1 0 0 0 0,-1 0 0 0 0,0 0 0 0 0,0 0 0 0 0,0 0 0 0 0,0-1 0 0 0,-1 1-1 0 0,1 0 1 0 0,-1-1 0 0 0,0 1 0 0 0,-3 3 0 0 0,-17 23 34 0 0,-2-1 0 0 0,-1-1 0 0 0,-1-1 0 0 0,-1-1 0 0 0,-2-2 0 0 0,-59 40 0 0 0,66-49-56 0 0,7-4-144 0 0,0-1-1 0 0,-1-1 0 0 0,-19 8 1 0 0,42-15 99 0 0,0 0 0 0 0,0 0 0 0 0,0 1 0 0 0,0 0 0 0 0,0 0 0 0 0,7 5 0 0 0,-10-6 212 0 0,1 1 0 0 0,-1 0 1 0 0,1 0-1 0 0,-1 0 0 0 0,0 1 0 0 0,-1 0 1 0 0,1-1-1 0 0,0 1 0 0 0,-1 1 1 0 0,0-1-1 0 0,4 7 0 0 0,-1 5-2008 0 0,-2 2-4422 0 0,-4 2-6180 0 0,-1-12 4903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43.319"/>
    </inkml:context>
    <inkml:brush xml:id="br0">
      <inkml:brushProperty name="width" value="0.035" units="cm"/>
      <inkml:brushProperty name="height" value="0.035" units="cm"/>
    </inkml:brush>
  </inkml:definitions>
  <inkml:trace contextRef="#ctx0" brushRef="#br0">57 517 1232 0 0,'-1'0'49'0'0,"0"-1"0"0"0,0 0 0 0 0,0 1 0 0 0,1-1 0 0 0,-1 0 0 0 0,0 1 0 0 0,0-1 0 0 0,0 1 0 0 0,0 0 0 0 0,0-1 0 0 0,0 1 0 0 0,0 0-1 0 0,0 0 1 0 0,0-1 0 0 0,0 1 0 0 0,0 0 0 0 0,0 0 0 0 0,-1 0 0 0 0,1 0 0 0 0,0 0 0 0 0,0 1 0 0 0,0-1 0 0 0,0 0 0 0 0,0 0 0 0 0,0 1 0 0 0,0-1 0 0 0,0 1 0 0 0,0-1 0 0 0,0 1 0 0 0,1-1 0 0 0,-1 1 0 0 0,0-1 0 0 0,0 1 0 0 0,0 0 0 0 0,0-1 0 0 0,1 1 0 0 0,-1 0 0 0 0,0 0-1 0 0,1 0 1 0 0,-1 0 0 0 0,0 1 0 0 0,-2 2 92 0 0,1 1 0 0 0,0 0 0 0 0,0-1 0 0 0,0 1-1 0 0,0 0 1 0 0,1 0 0 0 0,-1 6 0 0 0,1 1 62 0 0,0 1 0 0 0,1-1 0 0 0,1 0 0 0 0,0 0 0 0 0,0 1 0 0 0,1-1 0 0 0,1 0 0 0 0,6 17 0 0 0,43 95 2300 0 0,-34-85-1853 0 0,33 66 726 0 0,-30-68-1021 0 0,1 0-1 0 0,2-1 0 0 0,1-2 0 0 0,2 0 1 0 0,56 54-1 0 0,-68-75-291 0 0,0-1 1 0 0,0-1 0 0 0,2-1-1 0 0,-1 0 1 0 0,1-1-1 0 0,28 11 1 0 0,-31-16-36 0 0,0 0 1 0 0,0 0 0 0 0,0-2-1 0 0,0 1 1 0 0,0-2-1 0 0,0 0 1 0 0,1-1-1 0 0,-1 0 1 0 0,25-5-1 0 0,-9-2-78 0 0,0-2 0 0 0,-1-1 0 0 0,0-2 0 0 0,43-23 0 0 0,-42 19 27 0 0,12-5-86 0 0,-19 8 69 0 0,0 2 0 0 0,1 1 0 0 0,-1 0 1 0 0,29-6-1 0 0,-45 15 88 0 0,1 0 0 0 0,0 1 1 0 0,-1-1-1 0 0,1 1 0 0 0,0 1 0 0 0,0 0 0 0 0,-1 0 0 0 0,1 0 1 0 0,-1 1-1 0 0,1 0 0 0 0,-1 1 0 0 0,0-1 0 0 0,14 8 0 0 0,2 4 399 0 0,0 1-1 0 0,33 27 1 0 0,-23-16 179 0 0,21 13 319 0 0,68 39 0 0 0,-89-60-902 0 0,1-1-1 0 0,1-2 0 0 0,62 19 1 0 0,-78-29-70 0 0,-1-1 0 0 0,1-1 0 0 0,0 0 1 0 0,0-1-1 0 0,0-2 0 0 0,0 0 0 0 0,0 0 0 0 0,0-2 1 0 0,21-4-1 0 0,-19 0 270 0 0,0-1 1 0 0,-1-1-1 0 0,1-1 1 0 0,-2 0-1 0 0,22-15 1 0 0,91-67-486 0 0,-107 73 163 0 0,20-15-238 0 0,1 2-1 0 0,2 1 0 0 0,62-27 0 0 0,-101 53 305 0 0,0 1 1 0 0,1-1-1 0 0,-1 2 1 0 0,0-1-1 0 0,1 1 1 0 0,0 1-1 0 0,-1 0 1 0 0,13 0-1 0 0,-15 1 70 0 0,-1 1 0 0 0,1 0 0 0 0,0 0 0 0 0,0 1 0 0 0,-1 0 0 0 0,1 0 0 0 0,-1 0 0 0 0,1 1 0 0 0,-1 0 0 0 0,0 1 0 0 0,11 7 0 0 0,9 8 107 0 0,65 44 557 0 0,-77-56-655 0 0,0 0 1 0 0,0 0-1 0 0,1-1 0 0 0,-1-1 1 0 0,21 4-1 0 0,-18-6-59 0 0,1-1-1 0 0,-1 0 1 0 0,1-2-1 0 0,0 0 1 0 0,-1-1-1 0 0,1 0 1 0 0,-1-2-1 0 0,1 0 1 0 0,28-9-1 0 0,1-5-63 0 0,-1-1 0 0 0,55-32 0 0 0,66-43-328 0 0,15-10 156 0 0,-129 77 198 0 0,84-30 0 0 0,-128 53 33 0 0,1 0-1 0 0,0 0 1 0 0,-1 1-1 0 0,1 0 1 0 0,0 1-1 0 0,12-1 1 0 0,-17 2 15 0 0,-1 1 0 0 0,0 0 1 0 0,0-1-1 0 0,0 1 1 0 0,0 0-1 0 0,0 1 1 0 0,0-1-1 0 0,0 1 0 0 0,0 0 1 0 0,-1 0-1 0 0,1 0 1 0 0,-1 0-1 0 0,1 1 1 0 0,-1-1-1 0 0,0 1 0 0 0,4 4 1 0 0,13 15 341 0 0,27 41 0 0 0,-37-47-278 0 0,1-1 0 0 0,0 0 0 0 0,1-1 0 0 0,1 0 0 0 0,0-1 0 0 0,30 23 0 0 0,-29-27-49 0 0,1-1 0 0 0,0 0 0 0 0,1-2 0 0 0,-1 1 0 0 0,1-2 0 0 0,1 0 0 0 0,-1-1 0 0 0,28 3 0 0 0,-22-4-42 0 0,0-2-1 0 0,0-1 0 0 0,0-1 1 0 0,0 0-1 0 0,0-2 1 0 0,27-6-1 0 0,-9-2-150 0 0,-2-2 0 0 0,53-24 0 0 0,69-46-111 0 0,-89 45 14 0 0,112-45-1 0 0,-177 81 267 0 0,1-1 0 0 0,0 1 0 0 0,0 1 0 0 0,0-1-1 0 0,0 1 1 0 0,0 0 0 0 0,1 1 0 0 0,7 0 0 0 0,-11 1 12 0 0,1-1 1 0 0,-1 1 0 0 0,1 1-1 0 0,-1-1 1 0 0,0 1 0 0 0,0-1 0 0 0,1 1-1 0 0,-1 0 1 0 0,0 1 0 0 0,-1-1-1 0 0,1 1 1 0 0,0-1 0 0 0,4 6-1 0 0,38 36 210 0 0,26 25 279 0 0,-61-61-437 0 0,0 0 0 0 0,0-1 1 0 0,1 0-1 0 0,0 0 0 0 0,20 7 0 0 0,-11-8-45 0 0,0 0-1 0 0,0-1 1 0 0,0-1-1 0 0,1-1 1 0 0,0-1-1 0 0,0-1 1 0 0,-1-1-1 0 0,1-1 1 0 0,0-1-1 0 0,0-1 1 0 0,41-11-1 0 0,6-8-227 0 0,0-2-1 0 0,81-43 1 0 0,-25 11 97 0 0,-109 50 125 0 0,113-45 156 0 0,-108 44 86 0 0,-1 2 0 0 0,2-1 1 0 0,-1 2-1 0 0,26-1 0 0 0,-43 4-128 0 0,0 1-1 0 0,0 0 1 0 0,0 0 0 0 0,0 1-1 0 0,0-1 1 0 0,7 3-1 0 0,-10-3-22 0 0,0 1 0 0 0,1-1 0 0 0,-1 1 0 0 0,0 0 0 0 0,0 0 0 0 0,0 0 0 0 0,0-1-1 0 0,1 1 1 0 0,-1 0 0 0 0,-1 0 0 0 0,1 1 0 0 0,0-1 0 0 0,0 0 0 0 0,0 0 0 0 0,0 0-1 0 0,-1 0 1 0 0,1 1 0 0 0,0 1 0 0 0,-1-3-80 0 0,0 0 0 0 0,0 1 1 0 0,0-1-1 0 0,0 0 0 0 0,0 0 0 0 0,0 0 1 0 0,1 0-1 0 0,-1 0 0 0 0,0 1 0 0 0,0-1 0 0 0,0 0 1 0 0,0 0-1 0 0,0 0 0 0 0,0 0 0 0 0,0 0 1 0 0,0 0-1 0 0,1 0 0 0 0,-1 0 0 0 0,0 1 1 0 0,0-1-1 0 0,0 0 0 0 0,0 0 0 0 0,0 0 0 0 0,0 0 1 0 0,1 0-1 0 0,-1 0 0 0 0,0 0 0 0 0,0 0 1 0 0,0 0-1 0 0,0 0 0 0 0,0 0 0 0 0,1 0 0 0 0,-1 0 1 0 0,0 0-1 0 0,0 0 0 0 0,0 0 0 0 0,0 0 1 0 0,0 0-1 0 0,1 0 0 0 0,-1 0 0 0 0,0 0 0 0 0,0 0 1 0 0,0 0-1 0 0,0-1 0 0 0,0 1 0 0 0,0 0 1 0 0,1 0-1 0 0,-1 0 0 0 0,0 0 0 0 0,0 0 1 0 0,0 0-1 0 0,0 0 0 0 0,0-1 0 0 0,9-9 509 0 0,5-5 281 0 0,14-1-711 0 0,-1-1 0 0 0,33-27 0 0 0,-55 40-124 0 0,0 0-1 0 0,0 1 0 0 0,1-1 1 0 0,-1 1-1 0 0,1 0 0 0 0,0 1 1 0 0,0-1-1 0 0,0 1 0 0 0,9-2 1 0 0,-11 4 17 0 0,0-1 1 0 0,0 1-1 0 0,1 0 0 0 0,-1 0 1 0 0,0 0-1 0 0,0 1 0 0 0,0-1 1 0 0,0 1-1 0 0,0 0 0 0 0,0 0 1 0 0,-1 0-1 0 0,1 1 1 0 0,0 0-1 0 0,0-1 0 0 0,-1 1 1 0 0,6 4-1 0 0,5 6-39 0 0,0 0-1 0 0,-1 1 1 0 0,19 25-1 0 0,-11-14 116 0 0,19 22 56 0 0,2-2 1 0 0,1-2-1 0 0,51 38 0 0 0,-72-65-99 0 0,-1 0 0 0 0,2-2 0 0 0,0 0 0 0 0,0-1 0 0 0,1-2 1 0 0,1 0-1 0 0,0-2 0 0 0,0 0 0 0 0,45 6 0 0 0,-51-12-160 0 0,-1-1 1 0 0,1 0-1 0 0,0-2 1 0 0,0 0-1 0 0,0-1 1 0 0,0-1 0 0 0,-1 0-1 0 0,31-11 1 0 0,-24 4-53 0 0,0-1 1 0 0,-1 0-1 0 0,-1-2 1 0 0,0-1-1 0 0,33-26 1 0 0,-8 2-140 0 0,-2-2 0 0 0,59-65 0 0 0,-97 95 266 0 0,1-1-7 0 0,0 1 0 0 0,1-1-1 0 0,14-10 1 0 0,-22 19 47 0 0,1 1-1 0 0,-1-1 1 0 0,0 1 0 0 0,0-1-1 0 0,1 1 1 0 0,-1 0 0 0 0,1 0 0 0 0,-1 0-1 0 0,1 0 1 0 0,-1 0 0 0 0,1 0 0 0 0,-1 1-1 0 0,1 0 1 0 0,0-1 0 0 0,-1 1 0 0 0,1 0-1 0 0,0 0 1 0 0,-1 0 0 0 0,1 1-1 0 0,0-1 1 0 0,-1 1 0 0 0,1-1 0 0 0,3 2-1 0 0,0 2 30 0 0,0 0-1 0 0,-1 0 0 0 0,1 1 0 0 0,-1-1 1 0 0,1 1-1 0 0,-2 1 0 0 0,1-1 0 0 0,7 11 1 0 0,3 3 143 0 0,18 19 114 0 0,2-1 0 0 0,59 48-1 0 0,-66-63-426 0 0,1-2-1 0 0,0-1 0 0 0,2-1 0 0 0,49 21 0 0 0,-45-26 119 0 0,1-2-1 0 0,0-1 1 0 0,1-1 0 0 0,0-3-1 0 0,0 0 1 0 0,1-3 0 0 0,-1-1-1 0 0,1-2 1 0 0,47-5 0 0 0,-57-1-77 0 0,0-1 1 0 0,0-2 0 0 0,-1 0 0 0 0,0-2-1 0 0,-1-1 1 0 0,-1-1 0 0 0,27-18-1 0 0,-37 22 139 0 0,29-17-77 0 0,-1-2 1 0 0,-1-2-1 0 0,-2-2 0 0 0,-1-1 1 0 0,39-43-1 0 0,-53 45 208 0 0,-24 31-149 0 0,-1-1 0 0 0,0 1 0 0 0,1 1 0 0 0,-1-1 0 0 0,1 0 0 0 0,-1 0-1 0 0,1 0 1 0 0,-1 0 0 0 0,1 0 0 0 0,-1 0 0 0 0,1 0 0 0 0,-1 1 0 0 0,0-1 0 0 0,1 0 0 0 0,-1 0 0 0 0,1 0 0 0 0,-1 1 0 0 0,0-1 0 0 0,1 0 0 0 0,-1 1 0 0 0,0-1 0 0 0,1 0 0 0 0,-1 1 0 0 0,0-1 0 0 0,1 0 0 0 0,-1 1 0 0 0,0-1 0 0 0,0 1 0 0 0,1 0 0 0 0,0 0 24 0 0,8 11 26 0 0,1-1 0 0 0,1 0-1 0 0,-1 0 1 0 0,2-1 0 0 0,0-1-1 0 0,0 0 1 0 0,0-1 0 0 0,1 0-1 0 0,0-1 1 0 0,1 0 0 0 0,0-1-1 0 0,0 0 1 0 0,28 6 0 0 0,-10-6-105 0 0,0-2 0 0 0,1-1 0 0 0,0-1 0 0 0,0-2 0 0 0,0-1 0 0 0,-1-2 1 0 0,1-1-1 0 0,-1-2 0 0 0,44-13 0 0 0,7-7-96 0 0,-1-5 0 0 0,103-53 1 0 0,-169 76 129 0 0,36-17-114 0 0,0-2 1 0 0,51-38 0 0 0,-103 65 126 0 0,0 0 0 0 0,1 0 1 0 0,-1-1-1 0 0,0 1 0 0 0,0 0 1 0 0,0 0-1 0 0,0 0 0 0 0,1 0 1 0 0,-1 0-1 0 0,0-1 1 0 0,0 1-1 0 0,0 0 0 0 0,1 0 1 0 0,-1 0-1 0 0,0 0 0 0 0,0 0 1 0 0,0 0-1 0 0,1 0 0 0 0,-1 0 1 0 0,0 0-1 0 0,0 0 0 0 0,0 0 1 0 0,1 0-1 0 0,-1 0 0 0 0,0 0 1 0 0,0 0-1 0 0,1 0 0 0 0,-1 0 1 0 0,0 0-1 0 0,0 0 0 0 0,0 0 1 0 0,1 0-1 0 0,-1 0 1 0 0,0 0-1 0 0,0 0 0 0 0,0 1 1 0 0,1-1-1 0 0,-1 0 0 0 0,0 0 1 0 0,0 0-1 0 0,0 0 0 0 0,0 0 1 0 0,1 1-1 0 0,-1-1 0 0 0,0 0 1 0 0,0 0-1 0 0,0 0 0 0 0,0 0 1 0 0,0 1-1 0 0,1-1 0 0 0,1 16 402 0 0,-1-3-184 0 0,2-8-223 0 0,0 0 0 0 0,0 0-1 0 0,0 0 1 0 0,1 0 0 0 0,0 0 0 0 0,0-1-1 0 0,0 1 1 0 0,1-1 0 0 0,-1 0 0 0 0,1-1-1 0 0,0 1 1 0 0,0-1 0 0 0,0 0-1 0 0,0 0 1 0 0,1 0 0 0 0,10 3 0 0 0,3 1-27 0 0,1-1 0 0 0,-1-1 0 0 0,1 0 0 0 0,20 1 1 0 0,-17-4-107 0 0,1-1 0 0 0,-1-2 0 0 0,0 0 0 0 0,0-1 1 0 0,24-6-1 0 0,-6-1-233 0 0,70-27 0 0 0,-64 19 175 0 0,-1-3 0 0 0,-1-2 0 0 0,0-2 0 0 0,53-39 0 0 0,-84 54 236 0 0,-1-1-1 0 0,0 0 1 0 0,13-13-1 0 0,-23 20-30 0 0,0 0-1 0 0,0 0 0 0 0,-1 0 0 0 0,1-1 0 0 0,-1 1 0 0 0,0-1 0 0 0,0 1 0 0 0,0-1 1 0 0,-1 0-1 0 0,1 1 0 0 0,-1-1 0 0 0,0 0 0 0 0,0 0 0 0 0,0 0 0 0 0,0 0 0 0 0,0-8 0 0 0,-1 12-19 0 0,0 0 0 0 0,0-1-1 0 0,0 1 1 0 0,0-1 0 0 0,0 1-1 0 0,-1 0 1 0 0,1-1-1 0 0,0 1 1 0 0,0 0 0 0 0,0-1-1 0 0,0 1 1 0 0,0 0-1 0 0,0-1 1 0 0,-1 1 0 0 0,1 0-1 0 0,0-1 1 0 0,0 1-1 0 0,-1 0 1 0 0,1-1 0 0 0,0 1-1 0 0,0 0 1 0 0,-1 0-1 0 0,1 0 1 0 0,0-1 0 0 0,-1 1-1 0 0,1 0 1 0 0,0 0-1 0 0,-1 0 1 0 0,1-1 0 0 0,0 1-1 0 0,-1 0 1 0 0,11 3-75 0 0,7-3 44 0 0,0-1 0 0 0,0 0 0 0 0,-1-1 0 0 0,1 0-1 0 0,-1-2 1 0 0,1 0 0 0 0,24-10 0 0 0,-9 1 33 0 0,-1-1-1 0 0,45-29 0 0 0,-58 32 55 0 0,0-1-1 0 0,-1-1 0 0 0,-1-1 0 0 0,17-17 1 0 0,-27 24-31 0 0,0 0 0 0 0,0 0 1 0 0,0-1-1 0 0,-1 1 0 0 0,0-1 1 0 0,-1-1-1 0 0,0 1 1 0 0,0-1-1 0 0,-1 0 0 0 0,0 1 1 0 0,2-12-1 0 0,-4 14-92 0 0,0 0-1 0 0,-1 0 1 0 0,0 0 0 0 0,0 1-1 0 0,-1-1 1 0 0,0 0-1 0 0,0 0 1 0 0,0 1 0 0 0,-3-8-1 0 0,-2-4-3159 0 0,-15-26-1 0 0,-5-14-8039 0 0,14 6 6567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46.383"/>
    </inkml:context>
    <inkml:brush xml:id="br0">
      <inkml:brushProperty name="width" value="0.035" units="cm"/>
      <inkml:brushProperty name="height" value="0.035" units="cm"/>
    </inkml:brush>
  </inkml:definitions>
  <inkml:trace contextRef="#ctx0" brushRef="#br0">30 325 904 0 0,'-1'-3'51'0'0,"-6"-6"-66"0"0,6 8 126 0 0,0 1 0 0 0,0-1 0 0 0,1 0-1 0 0,-1 0 1 0 0,0 0 0 0 0,0 1 0 0 0,1-1 0 0 0,-1 0-1 0 0,1 0 1 0 0,-1 0 0 0 0,1 0 0 0 0,-1 0 0 0 0,1 0-1 0 0,-1 0 1 0 0,1 0 0 0 0,0 0 0 0 0,0 0 0 0 0,0 0-1 0 0,-1-1 1 0 0,1 1 0 0 0,0 0 0 0 0,0 0-1 0 0,0 0 1 0 0,1 0 0 0 0,-1 0 0 0 0,0 0 0 0 0,0 0-1 0 0,0 0 1 0 0,1 0 0 0 0,0-2 0 0 0,1-1 603 0 0,0 3-473 0 0,-1-1 0 0 0,-1 1 1 0 0,1-1-1 0 0,0 1 1 0 0,0-1-1 0 0,-1 0 0 0 0,1 0 1 0 0,0 1-1 0 0,-1-1 0 0 0,0 0 1 0 0,1 0-1 0 0,-1 0 0 0 0,0 1 1 0 0,0-1-1 0 0,0 0 0 0 0,-1-2 1 0 0,1-1-32 0 0,0-20 237 0 0,1 1 1 0 0,6-44 0 0 0,-5 59-406 0 0,0-1 1 0 0,-1 1 0 0 0,0-1-1 0 0,-1 1 1 0 0,0-10-1 0 0,0 15 6 0 0,-1 1-1 0 0,1-1 0 0 0,-1 1 0 0 0,0-1 0 0 0,0 1 0 0 0,0-1 1 0 0,-1 1-1 0 0,1 0 0 0 0,-1 0 0 0 0,0 0 0 0 0,0 0 1 0 0,0 0-1 0 0,0 0 0 0 0,0 0 0 0 0,-4-3 0 0 0,6 6-40 0 0,0-1 0 0 0,0 1 0 0 0,-1 0 0 0 0,1 0 0 0 0,0 0 0 0 0,0 0 0 0 0,0 0 0 0 0,0-1-1 0 0,0 1 1 0 0,-1 0 0 0 0,1 0 0 0 0,0 0 0 0 0,0 0 0 0 0,0 0 0 0 0,-1 0 0 0 0,1 0 0 0 0,0 0-1 0 0,0-1 1 0 0,0 1 0 0 0,-1 0 0 0 0,1 0 0 0 0,0 0 0 0 0,0 0 0 0 0,-1 0 0 0 0,1 0 0 0 0,0 0 0 0 0,0 0-1 0 0,0 0 1 0 0,-1 1 0 0 0,1-1 0 0 0,0 0 0 0 0,0 0 0 0 0,0 0 0 0 0,-1 0 0 0 0,1 0 0 0 0,0 0-1 0 0,0 0 1 0 0,0 0 0 0 0,-1 1 0 0 0,1-1 0 0 0,0 0 0 0 0,0 0 0 0 0,0 0 0 0 0,0 0 0 0 0,0 0 0 0 0,-1 1-1 0 0,1-1 1 0 0,0 0 0 0 0,0 0 0 0 0,0 0 0 0 0,0 1 0 0 0,0-1 0 0 0,0 0 0 0 0,0 0 0 0 0,0 1 0 0 0,-3 20 129 0 0,6 27 85 0 0,-3-47-211 0 0,88 680 4847 0 0,-4-101-1911 0 0,-79-543-2219 0 0,1 67 1 0 0,16-102-11610 0 0,-3 1 3449 0 0,6-1 3989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7:47.087"/>
    </inkml:context>
    <inkml:brush xml:id="br0">
      <inkml:brushProperty name="width" value="0.035" units="cm"/>
      <inkml:brushProperty name="height" value="0.035" units="cm"/>
    </inkml:brush>
  </inkml:definitions>
  <inkml:trace contextRef="#ctx0" brushRef="#br0">30 160 936 0 0,'-14'0'25'0'0,"-2"1"961"0"0,29-3 1817 0 0,119-6 232 0 0,-62 2-2386 0 0,200-12 596 0 0,318-40 487 0 0,-561 53-1535 0 0,228-36 1473 0 0,-227 39-1521 0 0,31 1 0 0 0,-32 2 421 0 0,35-5-1 0 0,-35 2-285 0 0,-12 0-372 0 0,0 0-1 0 0,1 0 1 0 0,18-7-1 0 0,-40 14-6966 0 0,-3 5 3809 0 0,7-7 1457 0 0,-3 2-758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0.084"/>
    </inkml:context>
    <inkml:brush xml:id="br0">
      <inkml:brushProperty name="width" value="0.05" units="cm"/>
      <inkml:brushProperty name="height" value="0.05" units="cm"/>
      <inkml:brushProperty name="color" value="#CC0066"/>
    </inkml:brush>
  </inkml:definitions>
  <inkml:trace contextRef="#ctx0" brushRef="#br0">1 1 24575,'450'101'0,"132"30"0,-510-112 0,1-3 0,1-4 0,116 6 0,-99-17 0,134 5 0,625 9 0,-552-17 0,-185 2-1365,-94 0-5461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1.107"/>
    </inkml:context>
    <inkml:brush xml:id="br0">
      <inkml:brushProperty name="width" value="0.05" units="cm"/>
      <inkml:brushProperty name="height" value="0.05" units="cm"/>
      <inkml:brushProperty name="color" value="#CC0066"/>
    </inkml:brush>
  </inkml:definitions>
  <inkml:trace contextRef="#ctx0" brushRef="#br0">825 880 24575,'0'0'0,"0"0"0,0 0 0,0 0 0,0 0 0,1 0 0,-1 0 0,0 0 0,0 0 0,0 0 0,0 0 0,0 0 0,0 0 0,0 0 0,0 0 0,0 0 0,1 0 0,-1-1 0,0 1 0,0 0 0,0 0 0,0 0 0,0 0 0,0 0 0,0 0 0,0 0 0,0 0 0,0 0 0,0-1 0,0 1 0,0 0 0,0 0 0,0 0 0,0 0 0,0 0 0,0 0 0,0 0 0,0 0 0,0-1 0,0 1 0,0 0 0,0 0 0,0 0 0,0 0 0,0 0 0,0 0 0,0 0 0,0 0 0,0-1 0,0 1 0,0 0 0,0 0 0,0 0 0,0 0 0,0 0 0,-1 0 0,1 0 0,0 0 0,-7-10 0,-241-264 0,9 10 0,155 169 0,-132-114 0,199 195-1365,3 4-5461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4.332"/>
    </inkml:context>
    <inkml:brush xml:id="br0">
      <inkml:brushProperty name="width" value="0.05" units="cm"/>
      <inkml:brushProperty name="height" value="0.05" units="cm"/>
      <inkml:brushProperty name="color" value="#CC0066"/>
    </inkml:brush>
  </inkml:definitions>
  <inkml:trace contextRef="#ctx0" brushRef="#br0">834 0 24575,'-16'17'0,"-24"36"0,-2 3 0,-101 122 0,86-113 0,-56 67 0,-141 124 0,227-233-455,-2-2 0,-45 27 0,35-27-6371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38:04.717"/>
    </inkml:context>
    <inkml:brush xml:id="br0">
      <inkml:brushProperty name="width" value="0.05" units="cm"/>
      <inkml:brushProperty name="height" value="0.05" units="cm"/>
      <inkml:brushProperty name="color" value="#CC0066"/>
    </inkml:brush>
  </inkml:definitions>
  <inkml:trace contextRef="#ctx0" brushRef="#br0">0 0 24575,'0'0'-8191</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41:23.543"/>
    </inkml:context>
    <inkml:brush xml:id="br0">
      <inkml:brushProperty name="width" value="0.05" units="cm"/>
      <inkml:brushProperty name="height" value="0.05" units="cm"/>
      <inkml:brushProperty name="color" value="#CC0066"/>
    </inkml:brush>
  </inkml:definitions>
  <inkml:trace contextRef="#ctx0" brushRef="#br0">0 387 24575,'35'-1'0,"0"-2"0,-1-1 0,1-2 0,33-10 0,131-50 0,-141 45 0,75-27 0,-37 11 0,155-38 0,147 1 0,-319 60 0,1 3 0,0 4 0,115 3 0,236 6 151,-241-3-1667,-167 1-5310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41:26.558"/>
    </inkml:context>
    <inkml:brush xml:id="br0">
      <inkml:brushProperty name="width" value="0.05" units="cm"/>
      <inkml:brushProperty name="height" value="0.05" units="cm"/>
      <inkml:brushProperty name="color" value="#CC0066"/>
    </inkml:brush>
  </inkml:definitions>
  <inkml:trace contextRef="#ctx0" brushRef="#br0">1015 951 24575,'-5'-9'0,"-1"0"0,0 0 0,-1 0 0,-7-8 0,-2-1 0,-129-152 0,-203-184 0,299 305 0,36 33 0,-1 2 0,0 0 0,-2 0 0,-31-20 0,-207-133 0,230 152 0,18 11 0,-1 0 0,1 0 0,-11-10 0,17 14 0,0 0 0,0 0 0,0-1 0,0 1 0,0 0 0,0 0 0,0 0 0,0 0 0,0 0 0,0-1 0,-1 1 0,1 0 0,0 0 0,0 0 0,0-1 0,0 1 0,0 0 0,0 0 0,1 0 0,-1 0 0,0-1 0,0 1 0,0 0 0,0 0 0,0 0 0,0 0 0,0 0 0,0-1 0,0 1 0,0 0 0,0 0 0,1 0 0,-1 0 0,0 0 0,0 0 0,0-1 0,0 1 0,0 0 0,1 0 0,-1 0 0,0 0 0,0 0 0,0 0 0,0 0 0,0 0 0,1 0 0,-1 0 0,0 0 0,0 0 0,0 0 0,1 0 0,-1 0 0,0 0 0,0 0 0,0 0 0,0 0 0,1 0 0,-1 0 0,0 0 0,0 0 0,0 0 0,0 0 0,0 0 0,1 0 0,-1 1 0,18 0 0,11 7 0,0 1 0,-1 2 0,0 1 0,51 30 0,-27-14 0,1-1 0,226 123 0,-210-108 0,123 97 0,-175-122 0,0 2 0,-2 0 0,0 0 0,-1 2 0,13 25 0,-9-13 0,19 48 0,-32-68 0,-2 0 0,1 0 0,-2 0 0,1 0 0,-1 21 0,-4 71 0,0-35 0,1-55 0,0 0 0,-2 0 0,1 1 0,-2-2 0,0 1 0,-1 0 0,0-1 0,-1 0 0,-1 0 0,-11 18 0,-11 11 0,-58 67 0,67-86 0,-203 233 0,143-180 0,-2 4 0,33-29 0,-18 23 0,58-64 0,1 0 0,0 1 0,1 1 0,-11 23 0,28-55 0,2-1 0,1 1 0,24-28 0,72-73 0,66-75 0,-95 113 0,-52 55 0,32-40 0,-51 56 0,-2 0 0,1 0 0,-2-1 0,1 0 0,-2 0 0,1-1 0,5-22 0,-5 15 85,1 0-1,1 1 1,14-25 0,-13 28-426,-1-1 0,-1 0 0,0 0 1,7-30-1,-10 23-6485</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41:27.007"/>
    </inkml:context>
    <inkml:brush xml:id="br0">
      <inkml:brushProperty name="width" value="0.05" units="cm"/>
      <inkml:brushProperty name="height" value="0.05" units="cm"/>
      <inkml:brushProperty name="color" value="#CC0066"/>
    </inkml:brush>
  </inkml:definitions>
  <inkml:trace contextRef="#ctx0" brushRef="#br0">1 1 24575,'0'0'-8191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8:08.075"/>
    </inkml:context>
    <inkml:brush xml:id="br0">
      <inkml:brushProperty name="width" value="0.035" units="cm"/>
      <inkml:brushProperty name="height" value="0.035" units="cm"/>
    </inkml:brush>
  </inkml:definitions>
  <inkml:trace contextRef="#ctx0" brushRef="#br0">67 891 336 0 0,'-1'-4'104'0'0,"-1"-4"-53"0"0,-16-53 98 0 0,16 56-139 0 0,0-1 0 0 0,-1 0-1 0 0,1 1 1 0 0,-2-1-1 0 0,1 1 1 0 0,0 0-1 0 0,-1 0 1 0 0,-5-6 0 0 0,7 9-9 0 0,1 0-1 0 0,-1 0 1 0 0,1 0 0 0 0,0-1 0 0 0,-1 1 0 0 0,1 0 0 0 0,0-1 0 0 0,1 1-1 0 0,-1-1 1 0 0,0 1 0 0 0,1-1 0 0 0,0 1 0 0 0,-1-1 0 0 0,1 1 0 0 0,0-1-1 0 0,0 0 1 0 0,0 1 0 0 0,1-1 0 0 0,0-3 0 0 0,-1 0 3 0 0,3-20 25 0 0,-2 23-20 0 0,0 0-1 0 0,0 0 0 0 0,0 0 1 0 0,0 0-1 0 0,1 1 1 0 0,-1-1-1 0 0,1 0 0 0 0,-1 1 1 0 0,1-1-1 0 0,0 1 0 0 0,0-1 1 0 0,0 1-1 0 0,1 0 0 0 0,-1 0 1 0 0,0 0-1 0 0,1 0 1 0 0,0 0-1 0 0,-1 0 0 0 0,1 1 1 0 0,4-3-1 0 0,4 1 78 0 0,-1 0-1 0 0,1 0 1 0 0,0 1-1 0 0,18-2 1 0 0,-2 1 146 0 0,357-68 2647 0 0,-77 12-1469 0 0,1062-85 245 0 0,29 107-1815 0 0,-293 35 79 0 0,-460 7 270 0 0,-99-5-49 0 0,-113-11 127 0 0,-36-22-114 0 0,-348 29-148 0 0,-8 0 3 0 0,4 0 21 0 0,55-12 0 0 0,-89 13-52 0 0,-14 1-152 0 0,-23 1-195 0 0,21 1 352 0 0,-409 20-1464 0 0,133-2 759 0 0,-639 3-464 0 0,165-7 1200 0 0,-251 23 838 0 0,755-28-554 0 0,-496 25 344 0 0,379-11-89 0 0,-482 49 1466 0 0,27 38 54 0 0,806-107-2048 0 0,-137 28 557 0 0,120-19-409 0 0,30-8-118 0 0,10-2-23 0 0,25-1 35 0 0,-31-1-65 0 0,275-13 346 0 0,-26-22-290 0 0,70-22 17 0 0,865-100 136 0 0,15 61-445 0 0,-910 76 189 0 0,3424-206 839 0 0,-3315 200-734 0 0,-377 23-198 0 0,-24 2 36 0 0,-23 0-98 0 0,-368 34-1400 0 0,241-15 1154 0 0,-2187 162-2551 0 0,1273-128 3522 0 0,709-37-2 0 0,-271 15 604 0 0,5 24 367 0 0,501-40-914 0 0,-219 54 1 0 0,338-67-584 0 0,-1 0 1 0 0,1 0 0 0 0,0 1 0 0 0,1-1-1 0 0,-1 1 1 0 0,-5 3 0 0 0,9-5 3 0 0,0 0 0 0 0,0 0 0 0 0,0 0 0 0 0,0 1 0 0 0,0-1 0 0 0,0 0-1 0 0,-1 0 1 0 0,1 0 0 0 0,0 0 0 0 0,0 0 0 0 0,0 1 0 0 0,0-1 0 0 0,0 0 0 0 0,0 0 0 0 0,0 0 0 0 0,0 0 0 0 0,0 0 0 0 0,0 0-1 0 0,0 1 1 0 0,0-1 0 0 0,0 0 0 0 0,0 0 0 0 0,0 0 0 0 0,0 0 0 0 0,0 0 0 0 0,0 1 0 0 0,1-1 0 0 0,-1 0 0 0 0,0 0 0 0 0,0 0-1 0 0,0 0 1 0 0,0 0 0 0 0,0 0 0 0 0,0 0 0 0 0,0 1 0 0 0,0-1 0 0 0,0 0 0 0 0,1 0 0 0 0,-1 0 0 0 0,0 0 0 0 0,0 0 0 0 0,0 0-1 0 0,0 0 1 0 0,0 0 0 0 0,0 0 0 0 0,1 0 0 0 0,-1 0 0 0 0,0 0 0 0 0,0 0 0 0 0,0 0 0 0 0,0 0 0 0 0,0 0 0 0 0,0 0 0 0 0,1 0 0 0 0,22 4 28 0 0,230-5-87 0 0,-230 0 50 0 0,229-16 29 0 0,-178 11 20 0 0,1039-73-31 0 0,313 45-89 0 0,-914 29 260 0 0,389-19 236 0 0,-459 10-370 0 0,-71 4-44 0 0,-154 4 75 0 0,550-23 49 0 0,-739 27-112 0 0,121-14 203 0 0,-121 9 252 0 0,-29 7-451 0 0,1 0 0 0 0,0 0 0 0 0,0 0-1 0 0,-1 0 1 0 0,1 0 0 0 0,0 0 0 0 0,0-1 0 0 0,0 1-1 0 0,-1 0 1 0 0,1 0 0 0 0,0 0 0 0 0,0 0 0 0 0,0 0 0 0 0,0 0-1 0 0,-1 0 1 0 0,1-1 0 0 0,0 1 0 0 0,0 0 0 0 0,0 0-1 0 0,0 0 1 0 0,0-1 0 0 0,-1 1 0 0 0,1 0 0 0 0,0 0-1 0 0,0 0 1 0 0,0-1 0 0 0,0 1 0 0 0,0 0 0 0 0,0 0-1 0 0,0 0 1 0 0,0-1 0 0 0,0 1 0 0 0,0 0 0 0 0,0 0 0 0 0,0 0-1 0 0,0-1 1 0 0,0 1 0 0 0,0 0 0 0 0,0 0 0 0 0,0-1-1 0 0,0 1 1 0 0,0 0 0 0 0,0 0 0 0 0,0 0 0 0 0,1-1-1 0 0,-1 1 1 0 0,0 0 0 0 0,0 0 0 0 0,0 0 0 0 0,0 0-1 0 0,0-1 1 0 0,0 1 0 0 0,1 0 0 0 0,-1 0 0 0 0,0 0 0 0 0,0 0-1 0 0,0 0 1 0 0,1-1 0 0 0,-1 1 0 0 0,0 0 0 0 0,0 0-1 0 0,0 0 1 0 0,1 0 0 0 0,-1 0 0 0 0,0 0 0 0 0,0 0-1 0 0,0 0 1 0 0,1 0 0 0 0,-1 0 0 0 0,-18-8 310 0 0,16 8-277 0 0,-37-10 234 0 0,29 8-479 0 0,0 0 0 0 0,0-1 0 0 0,-10-4 0 0 0,15 3-3649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8:09.137"/>
    </inkml:context>
    <inkml:brush xml:id="br0">
      <inkml:brushProperty name="width" value="0.035" units="cm"/>
      <inkml:brushProperty name="height" value="0.035" units="cm"/>
    </inkml:brush>
  </inkml:definitions>
  <inkml:trace contextRef="#ctx0" brushRef="#br0">673 165 864 0 0,'-4'-1'14'0'0,"0"0"-1"0"0,1-1 1 0 0,-1 0-1 0 0,1 1 1 0 0,0-1-1 0 0,0 0 1 0 0,-1-1-1 0 0,1 1 1 0 0,1-1-1 0 0,-1 1 1 0 0,0-1-1 0 0,-2-3 1 0 0,-4-2 14 0 0,-6-5 27 0 0,11 10 1 0 0,-1 0 0 0 0,1 0 0 0 0,0-1 0 0 0,1 1 0 0 0,-1-1 0 0 0,1 0 0 0 0,0 0 1 0 0,-1 0-1 0 0,2-1 0 0 0,-1 1 0 0 0,-2-6 0 0 0,-2-9 439 0 0,5 11 251 0 0,0 1 0 0 0,-1 0-1 0 0,1 0 1 0 0,-5-7 0 0 0,6 14-50 0 0,-1 5-123 0 0,-1 20 353 0 0,1-1 1 0 0,2 43-1 0 0,1-22-397 0 0,5 73 1063 0 0,40 220 0 0 0,-30-247-1146 0 0,2 16-28 0 0,56 180 0 0 0,-62-242 345 0 0,-15-53-130 0 0,-24-50 51 0 0,-1 15-636 0 0,6 17-33 0 0,-1 0 0 0 0,-1 2 0 0 0,-1 0 0 0 0,-52-37 0 0 0,-324-177-189 0 0,337 201 520 0 0,64 37-347 0 0,0-1 0 0 0,0 1 0 0 0,-1 0 0 0 0,1 0 0 0 0,0 0 0 0 0,0 0 1 0 0,-1 0-1 0 0,1 0 0 0 0,0-1 0 0 0,0 1 0 0 0,-1 0 0 0 0,1 0 0 0 0,0 0 0 0 0,-1 0 1 0 0,1 0-1 0 0,0 0 0 0 0,0 0 0 0 0,-1 0 0 0 0,1 0 0 0 0,0 0 0 0 0,-1 0 0 0 0,1 0 0 0 0,0 0 1 0 0,0 1-1 0 0,-1-1 0 0 0,1 0 0 0 0,0 0 0 0 0,0 0 0 0 0,-1 0 0 0 0,1 0 0 0 0,-1 1 1 0 0,3 8 13 0 0,9 11 69 0 0,-11-19-76 0 0,16 23 45 0 0,31 36 0 0 0,-10-21 29 0 0,43 36-1 0 0,-54-54-41 0 0,0-1 0 0 0,1-1 0 0 0,1-2 0 0 0,1-1 0 0 0,1-1 0 0 0,0-2 0 0 0,55 18-1 0 0,-43-20 36 0 0,1-2-1 0 0,0-1 1 0 0,0-2-1 0 0,1-2 0 0 0,63-3 1 0 0,-85-2 29 0 0,0-1 1 0 0,0-1-1 0 0,0 0 0 0 0,0-2 1 0 0,-1-1-1 0 0,0-1 1 0 0,0 0-1 0 0,0-2 0 0 0,-1 0 1 0 0,0-1-1 0 0,-1-2 1 0 0,-1 0-1 0 0,1 0 0 0 0,-2-2 1 0 0,0 0-1 0 0,0-1 0 0 0,-2-1 1 0 0,0 0-1 0 0,-1-1 1 0 0,16-24-1 0 0,37-71 517 0 0,-5 6-931 0 0,-47 88-2338 0 0,-13 16 1699 0 0,0 0 0 0 0,0 1 1 0 0,0-1-1 0 0,0 1 0 0 0,1 0 0 0 0,-1-1 1 0 0,0 1-1 0 0,1 0 0 0 0,-1 0 0 0 0,4 0 1 0 0,26-4-6901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56.966"/>
    </inkml:context>
    <inkml:brush xml:id="br0">
      <inkml:brushProperty name="width" value="0.05" units="cm"/>
      <inkml:brushProperty name="height" value="0.05" units="cm"/>
      <inkml:brushProperty name="color" value="#CC0066"/>
    </inkml:brush>
  </inkml:definitions>
  <inkml:trace contextRef="#ctx0" brushRef="#br0">0 0 22186,'1746'340'0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7:58.291"/>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8:01.880"/>
    </inkml:context>
    <inkml:brush xml:id="br0">
      <inkml:brushProperty name="width" value="0.05" units="cm"/>
      <inkml:brushProperty name="height" value="0.05" units="cm"/>
      <inkml:brushProperty name="color" value="#CC0066"/>
    </inkml:brush>
  </inkml:definitions>
  <inkml:trace contextRef="#ctx0" brushRef="#br0">402 271 24575,'-4'-8'0,"-1"1"0,0 0 0,-1 0 0,-10-9 0,-5-7 0,10 9 0,-2-1 0,1-1 0,-19-30 0,29 42 0,0 0 0,0 0 0,0 0 0,0 0 0,1-1 0,0 1 0,0-1 0,0 1 0,0-1 0,1 1 0,-1-1 0,1 1 0,0-1 0,1 0 0,-1 1 0,1-1 0,2-7 0,-3 11 0,1-1 0,0 1 0,-1-1 0,1 1 0,0 0 0,0-1 0,0 1 0,0 0 0,0 0 0,0 0 0,0 0 0,0 0 0,1 0 0,-1 0 0,0 0 0,1 0 0,-1 0 0,0 1 0,1-1 0,-1 0 0,1 1 0,-1-1 0,1 1 0,-1 0 0,1 0 0,0-1 0,-1 1 0,1 0 0,-1 0 0,1 0 0,-1 1 0,1-1 0,0 0 0,-1 1 0,1-1 0,-1 1 0,3 0 0,2 2 0,-1-1 0,0 1 0,1 0 0,-1 0 0,0 0 0,-1 0 0,1 1 0,8 8 0,6 10 0,0 1 0,-2 1 0,20 34 0,-32-49 0,-1 0 0,0 0 0,0 1 0,-1 0 0,0-1 0,0 1 0,-1 0 0,-1 1 0,0-1 0,0 0 0,-1 0 0,0 0 0,-3 14 0,-1-7 0,-2 0 0,0 0 0,-1 0 0,-17 29 0,5-11 0,-1 5 0,-3 0 0,0-2 0,-42 49 0,49-67 0,-1-2 0,-1 0 0,-1-1 0,-1-1 0,0-1 0,-1-1 0,-38 20 0,48-28 0,-35 15 0,44-20 0,0-1 0,1 1 0,-1-1 0,0 1 0,0-1 0,1 1 0,-1-1 0,0 0 0,0 0 0,1 0 0,-1 0 0,0 0 0,0-1 0,1 1 0,-1 0 0,0-1 0,0 1 0,1-1 0,-1 0 0,1 0 0,-1 1 0,-2-3 0,4 2 0,-1 0 0,0 0 0,1 0 0,-1 0 0,1-1 0,-1 1 0,1 0 0,0 0 0,-1-1 0,1 1 0,0 0 0,0-1 0,0 1 0,0 0 0,0-1 0,0 1 0,0 0 0,1 0 0,-1-1 0,0 1 0,1 0 0,-1 0 0,1-1 0,-1 1 0,1 0 0,0 0 0,1-2 0,23-32 0,-24 34 0,142-145 0,-30 35 0,-86 82 0,59-48 0,-71 66 0,0 0 0,1 1 0,0 1 0,1 1 0,0 0 0,23-7 0,-21 8-1365,-5 1-5461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2:58:02.328"/>
    </inkml:context>
    <inkml:brush xml:id="br0">
      <inkml:brushProperty name="width" value="0.05" units="cm"/>
      <inkml:brushProperty name="height" value="0.05" units="cm"/>
      <inkml:brushProperty name="color" value="#CC0066"/>
    </inkml:brush>
  </inkml:definitions>
  <inkml:trace contextRef="#ctx0" brushRef="#br0">0 1 24575,'0'0'-8191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2:02.236"/>
    </inkml:context>
    <inkml:brush xml:id="br0">
      <inkml:brushProperty name="width" value="0.05" units="cm"/>
      <inkml:brushProperty name="height" value="0.05" units="cm"/>
      <inkml:brushProperty name="color" value="#33CCFF"/>
    </inkml:brush>
  </inkml:definitions>
  <inkml:trace contextRef="#ctx0" brushRef="#br0">1 1 24575,'0'0'-8191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2:51.104"/>
    </inkml:context>
    <inkml:brush xml:id="br0">
      <inkml:brushProperty name="width" value="0.05" units="cm"/>
      <inkml:brushProperty name="height" value="0.05" units="cm"/>
      <inkml:brushProperty name="color" value="#CC0066"/>
    </inkml:brush>
  </inkml:definitions>
  <inkml:trace contextRef="#ctx0" brushRef="#br0">0 0 24575,'0'0'-8191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3.621"/>
    </inkml:context>
    <inkml:brush xml:id="br0">
      <inkml:brushProperty name="width" value="0.05" units="cm"/>
      <inkml:brushProperty name="height" value="0.05" units="cm"/>
      <inkml:brushProperty name="color" value="#CC0066"/>
    </inkml:brush>
  </inkml:definitions>
  <inkml:trace contextRef="#ctx0" brushRef="#br0">1 1 24575,'0'1404'-1365,"0"-1383"-5461</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5.251"/>
    </inkml:context>
    <inkml:brush xml:id="br0">
      <inkml:brushProperty name="width" value="0.05" units="cm"/>
      <inkml:brushProperty name="height" value="0.05" units="cm"/>
      <inkml:brushProperty name="color" value="#CC0066"/>
    </inkml:brush>
  </inkml:definitions>
  <inkml:trace contextRef="#ctx0" brushRef="#br0">372 312 24575,'-12'-11'0,"-1"0"0,-1 1 0,-14-10 0,-13-8 0,-6-8 0,-150-123 0,195 157 0,0 1 0,0-2 0,0 1 0,1 0 0,-1 0 0,1 0 0,-1-1 0,1 1 0,0-1 0,-2-3 0,3 5 0,0 1 0,0 0 0,0 0 0,0-1 0,0 1 0,0 0 0,0 0 0,0-1 0,0 1 0,0 0 0,0 0 0,0-1 0,0 1 0,0 0 0,0 0 0,0-1 0,0 1 0,0 0 0,0-1 0,0 1 0,1 0 0,-1 0 0,0 0 0,0-1 0,0 1 0,0 0 0,1 0 0,-1 0 0,0-1 0,0 1 0,0 0 0,1 0 0,-1 0 0,0 0 0,2-1 0,-1 1 0,0 0 0,0 0 0,0 1 0,1-1 0,-1 0 0,0 0 0,0 0 0,0 1 0,0-1 0,0 1 0,1-1 0,0 1 0,14 9 0,0 0 0,0 1 0,-1 0 0,0 2 0,-1-1 0,24 30 0,-19-21 0,1-1 0,27 21 0,-22-22 153,-18-12-305,0-1 0,0-1 0,1 1 1,0-1-1,0-1 0,0 1 0,0-1 1,1-1-1,10 3 0,-1-3-6674</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6.142"/>
    </inkml:context>
    <inkml:brush xml:id="br0">
      <inkml:brushProperty name="width" value="0.05" units="cm"/>
      <inkml:brushProperty name="height" value="0.05" units="cm"/>
      <inkml:brushProperty name="color" value="#CC0066"/>
    </inkml:brush>
  </inkml:definitions>
  <inkml:trace contextRef="#ctx0" brushRef="#br0">0 531 24575,'8'-8'0,"2"-14"0,3-10 0,8-13 0,7-5 0,4-6 0,-1 3 0,3 2 0,-1 6 0,-2 7 0,-3 6 0,-2 5 0,-5 3 0,-3 5 0,-4 3 0,-4 3-8191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08:16.524"/>
    </inkml:context>
    <inkml:brush xml:id="br0">
      <inkml:brushProperty name="width" value="0.05" units="cm"/>
      <inkml:brushProperty name="height" value="0.05" units="cm"/>
      <inkml:brushProperty name="color" value="#CC0066"/>
    </inkml:brush>
  </inkml:definitions>
  <inkml:trace contextRef="#ctx0" brushRef="#br0">1 0 24575,'0'0'-8191</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8:45.117"/>
    </inkml:context>
    <inkml:brush xml:id="br0">
      <inkml:brushProperty name="width" value="0.1" units="cm"/>
      <inkml:brushProperty name="height" value="0.1" units="cm"/>
      <inkml:brushProperty name="color" value="#CC0066"/>
    </inkml:brush>
  </inkml:definitions>
  <inkml:trace contextRef="#ctx0" brushRef="#br0">1084 31 1168 0 0,'0'-1'153'0'0,"0"0"0"0"0,0 0 0 0 0,0 0 1 0 0,0 0-1 0 0,0-1 0 0 0,-1 1 0 0 0,1 0 0 0 0,0 0 0 0 0,-1 0 0 0 0,1 0 1 0 0,-1 0-1 0 0,1 0 0 0 0,-1 0 0 0 0,0 0 0 0 0,1 0 0 0 0,-2-1 0 0 0,0 0 232 0 0,1 1 0 0 0,-1 0 0 0 0,0 0 0 0 0,0 0 0 0 0,1 0 0 0 0,-1 0 0 0 0,0 0 0 0 0,0 1 0 0 0,0-1 0 0 0,0 1 0 0 0,0-1 0 0 0,0 1 0 0 0,0 0 0 0 0,-4 0 0 0 0,-29 0 315 0 0,0 2 0 0 0,1 2 1 0 0,-1 0-1 0 0,1 3 0 0 0,-58 18 0 0 0,-113 33 2276 0 0,84-19-2485 0 0,49-15-142 0 0,-75 35 987 0 0,137-54-1276 0 0,0 1 1 0 0,1 0 0 0 0,0 0 0 0 0,0 1-1 0 0,0 1 1 0 0,1-1 0 0 0,0 1 0 0 0,-9 12-1 0 0,-51 79 101 0 0,54-77-202 0 0,3-6 117 0 0,1 0 0 0 0,1 1 0 0 0,1 0 0 0 0,-10 28 0 0 0,16-39-67 0 0,1 1-1 0 0,-1-1 1 0 0,1 1-1 0 0,0-1 0 0 0,1 1 1 0 0,0 0-1 0 0,0-1 0 0 0,0 1 1 0 0,1 0-1 0 0,0-1 1 0 0,0 1-1 0 0,1-1 0 0 0,0 1 1 0 0,0-1-1 0 0,0 0 1 0 0,6 10-1 0 0,-1-4 71 0 0,1 0 0 0 0,0-1-1 0 0,0-1 1 0 0,2 1 0 0 0,-1-1 0 0 0,1-1 0 0 0,19 14 0 0 0,89 52-285 0 0,-52-35 54 0 0,-54-33 180 0 0,-1-1 0 0 0,1-1 1 0 0,0 1-1 0 0,0-2 0 0 0,1 0 0 0 0,0 0 0 0 0,-1-1 0 0 0,1-1 0 0 0,17 1 0 0 0,11-1 303 0 0,66-7 0 0 0,-27 1 210 0 0,-42 1-409 0 0,0-2 0 0 0,0-1 0 0 0,46-15 0 0 0,-39 9-72 0 0,68-8-1 0 0,-31 7 45 0 0,-2-2-1 0 0,106-36 1 0 0,-167 45-54 0 0,-2-2 0 0 0,1 0 0 0 0,-1 0 1 0 0,-1-2-1 0 0,1 0 0 0 0,-2-1 0 0 0,1 0 1 0 0,13-15-1 0 0,-24 21-9 0 0,0 0 0 0 0,-1 0 0 0 0,1-1 0 0 0,-1 1 0 0 0,0-1 0 0 0,-1 0 0 0 0,0 0 0 0 0,0 0 0 0 0,0 0 0 0 0,0-1 0 0 0,-1 1 0 0 0,0-1 0 0 0,-1 0 0 0 0,0 0 0 0 0,0 1 0 0 0,0-1 0 0 0,0 0 0 0 0,-2-7 0 0 0,0 1-4 0 0,0 0 0 0 0,-1 1 0 0 0,-1-1 1 0 0,0 1-1 0 0,-1 0 0 0 0,0 0 0 0 0,-1 0 0 0 0,-11-20 0 0 0,5 12-40 0 0,0 1 0 0 0,-1 1 0 0 0,-1 0 0 0 0,-1 1 1 0 0,0 0-1 0 0,-1 1 0 0 0,-1 1 0 0 0,-34-26 0 0 0,13 19-27 0 0,-1 1-1 0 0,-1 2 0 0 0,-1 2 1 0 0,0 2-1 0 0,-69-17 0 0 0,68 24-3 0 0,0 2-1 0 0,0 2 0 0 0,0 2 1 0 0,-56 4-1 0 0,62-2 138 0 0,12 1-43 0 0,0 1 0 0 0,0 1-1 0 0,1 0 1 0 0,-34 11 0 0 0,43-10-556 0 0,-1 1 0 0 0,1 1 0 0 0,0 0 0 0 0,0 0 0 0 0,0 2 0 0 0,1-1 0 0 0,0 2-1 0 0,-12 11 1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8:49.380"/>
    </inkml:context>
    <inkml:brush xml:id="br0">
      <inkml:brushProperty name="width" value="0.1" units="cm"/>
      <inkml:brushProperty name="height" value="0.1" units="cm"/>
      <inkml:brushProperty name="color" value="#CC0066"/>
    </inkml:brush>
  </inkml:definitions>
  <inkml:trace contextRef="#ctx0" brushRef="#br0">2460 53 952 0 0,'1'-1'38'0'0,"-1"0"-1"0"0,1 0 1 0 0,-1-1-1 0 0,1 1 1 0 0,0 0 0 0 0,-1 0-1 0 0,1 1 1 0 0,0-1-1 0 0,0 0 1 0 0,-1 0-1 0 0,1 0 1 0 0,0 0 0 0 0,0 1-1 0 0,2-2 1 0 0,6-29 12173 0 0,-25 29-11398 0 0,12 1-153 0 0,-7-1-594 0 0,1 1-1 0 0,-1 1 0 0 0,1 0 1 0 0,-1 0-1 0 0,0 1 0 0 0,1 0 1 0 0,-1 0-1 0 0,1 1 0 0 0,0 1 1 0 0,0 0-1 0 0,0 1 1 0 0,0-1-1 0 0,-18 11 0 0 0,-7 7-169 0 0,1 1-1 0 0,-43 37 0 0 0,30-22 228 0 0,-238 217-368 0 0,216-188 192 0 0,-72 73 150 0 0,6 5 0 0 0,-128 179 1 0 0,102-65 366 0 0,101-154-534 0 0,-81 158-582 0 0,-8 31 1166 0 0,39-92-58 0 0,55-101-347 0 0,25-39-106 0 0,21-40 1 0 0,-1-1 0 0 0,-1 0 0 0 0,-17 24 0 0 0,11-22 97 0 0,1 1-1 0 0,2 0 1 0 0,0 0 0 0 0,2 1 0 0 0,-15 40 0 0 0,-3 56 676 0 0,24-95-721 0 0,6-19 58 0 0,-1-1 0 0 0,0 0 0 0 0,0 0 1 0 0,-1 0-1 0 0,-2 6 0 0 0,-22 64 1486 0 0,24-76-1540 0 0,1 0 0 0 0,0 0 0 0 0,-1 0 0 0 0,1 0 0 0 0,0 0 0 0 0,-1 0 0 0 0,1 0 0 0 0,0 0-1 0 0,0-1 1 0 0,0 1 0 0 0,0 0 0 0 0,-1-2 0 0 0,-108-186-525 0 0,31 51 511 0 0,8 21-232 0 0,129 208-700 0 0,-20-23 938 0 0,4-1 0 0 0,67 83 0 0 0,-78-109 350 0 0,-24-30-323 0 0,1 0 1 0 0,0 0 0 0 0,16 14-1 0 0,-11-8 203 0 0,-13-16-276 0 0,1 0-1 0 0,-1 0 1 0 0,1 0-1 0 0,-1 0 1 0 0,1 0-1 0 0,-1 0 1 0 0,1 0-1 0 0,0-1 1 0 0,-1 1-1 0 0,1 0 1 0 0,0 0-1 0 0,0 0 1 0 0,0-1-1 0 0,-1 1 1 0 0,1 0-1 0 0,0-1 1 0 0,0 1-1 0 0,0-1 1 0 0,0 1-1 0 0,0-1 1 0 0,0 0-1 0 0,0 1 1 0 0,0-1-1 0 0,1 0 1 0 0,-1 0-1 0 0,0 1 1 0 0,0-1-1 0 0,0 0 0 0 0,0 0 1 0 0,0 0-1 0 0,0 0 1 0 0,0-1-1 0 0,0 1 1 0 0,1 0-1 0 0,-1 0 1 0 0,0-1-1 0 0,0 1 1 0 0,1-1-1 0 0,17-8 118 0 0,0-1 0 0 0,0-1 0 0 0,-2-1 0 0 0,1 0 0 0 0,22-21 0 0 0,-19 16-42 0 0,313-234 827 0 0,-154 144-3481 0 0,-124 78-2394 0 0,77-26 0 0 0,7 13-5386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00.105"/>
    </inkml:context>
    <inkml:brush xml:id="br0">
      <inkml:brushProperty name="width" value="0.1" units="cm"/>
      <inkml:brushProperty name="height" value="0.1" units="cm"/>
      <inkml:brushProperty name="color" value="#66CC00"/>
    </inkml:brush>
  </inkml:definitions>
  <inkml:trace contextRef="#ctx0" brushRef="#br0">736 115 1208 0 0,'-11'-25'4108'0'0,"-11"-1"24"0"0,16 20-3358 0 0,6 5-677 0 0,-1 0 0 0 0,0-1 0 0 0,0 1 0 0 0,-1 0 0 0 0,1 0 0 0 0,0 0 0 0 0,0 0 0 0 0,-1 0 0 0 0,1 0 0 0 0,0 0 0 0 0,-1 0 1 0 0,1 0-1 0 0,-1 1 0 0 0,1-1 0 0 0,-1 0 0 0 0,1 1 0 0 0,-1-1 0 0 0,1 1 0 0 0,-4 0 0 0 0,-3-2 174 0 0,-5-3-108 0 0,-1 1 0 0 0,1 1 0 0 0,-1 0 1 0 0,0 0-1 0 0,0 1 0 0 0,1 1 0 0 0,-1 0 0 0 0,0 1 0 0 0,0 1 1 0 0,-26 4-1 0 0,8 2 36 0 0,1 2 1 0 0,0 0-1 0 0,-46 22 1 0 0,62-24-58 0 0,-86 41 805 0 0,87-40-845 0 0,0 1 0 0 0,1 0 0 0 0,0 1 0 0 0,-22 23 0 0 0,25-22-64 0 0,0-1 1 0 0,1 1 0 0 0,0 1 0 0 0,1 0 0 0 0,0 0-1 0 0,1 0 1 0 0,1 1 0 0 0,0 0 0 0 0,0 1-1 0 0,1-1 1 0 0,-4 22 0 0 0,4-10 144 0 0,1 1-1 0 0,2 0 1 0 0,0 0-1 0 0,2 0 1 0 0,0 0-1 0 0,2 0 1 0 0,1 0-1 0 0,1 0 1 0 0,2 0-1 0 0,0-1 1 0 0,1 0 0 0 0,2 0-1 0 0,18 37 1 0 0,-19-50-42 0 0,0 0 0 0 0,0 0 0 0 0,2 0 0 0 0,-1-1 1 0 0,1-1-1 0 0,16 13 0 0 0,3 0 359 0 0,42 26 0 0 0,-56-40-409 0 0,1-1 1 0 0,1 0 0 0 0,-1-2-1 0 0,1 0 1 0 0,0 0 0 0 0,0-2-1 0 0,1 0 1 0 0,-1-1 0 0 0,1-1-1 0 0,25 1 1 0 0,15-5 380 0 0,107-15-1 0 0,-91 7-17 0 0,-42 4-312 0 0,-1-1-1 0 0,1-2 1 0 0,-1-1 0 0 0,-1-1 0 0 0,0-2 0 0 0,55-32 0 0 0,-28 15-76 0 0,-29 16-34 0 0,0-1-1 0 0,-1-1 1 0 0,48-39 0 0 0,-74 54-30 0 0,104-102 225 0 0,-95 92-165 0 0,0-2 1 0 0,-1 1 0 0 0,0-1-1 0 0,-1-1 1 0 0,0 1-1 0 0,-1-1 1 0 0,7-20 0 0 0,-12 24-9 0 0,0 0 0 0 0,0 0 0 0 0,-1 0-1 0 0,0 0 1 0 0,-1-1 0 0 0,0 1 0 0 0,-1 0 0 0 0,-3-15 0 0 0,1 7 11 0 0,-1 2 0 0 0,-1-1 0 0 0,0 0 0 0 0,-10-18 0 0 0,6 18-22 0 0,-1 0 0 0 0,0 0 0 0 0,-1 1 0 0 0,-1 0 0 0 0,-1 1 0 0 0,0 1 0 0 0,-1 0 0 0 0,-1 0 0 0 0,0 2 0 0 0,-27-18 0 0 0,18 15-25 0 0,0 2 0 0 0,-2 0 0 0 0,1 2 0 0 0,-1 1 0 0 0,-1 1 0 0 0,-53-11 0 0 0,37 12 16 0 0,-84-4 0 0 0,104 13-35 0 0,1 0 1 0 0,-1 1-1 0 0,0 1 1 0 0,1 1 0 0 0,-37 11-1 0 0,-200 60-25 0 0,242-70-259 0 0,0 1 1 0 0,-31 14-1 0 0,44-19-425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02.197"/>
    </inkml:context>
    <inkml:brush xml:id="br0">
      <inkml:brushProperty name="width" value="0.1" units="cm"/>
      <inkml:brushProperty name="height" value="0.1" units="cm"/>
      <inkml:brushProperty name="color" value="#66CC00"/>
    </inkml:brush>
  </inkml:definitions>
  <inkml:trace contextRef="#ctx0" brushRef="#br0">147 25 1320 0 0,'-44'-4'105'0'0,"30"4"412"0"0,0-2 1 0 0,0 1 0 0 0,0-2 0 0 0,-33-11 6290 0 0,50 14-6629 0 0,-1 0 0 0 0,0 1 0 0 0,0 0-1 0 0,1 0 1 0 0,-1 0 0 0 0,0 0-1 0 0,0 0 1 0 0,3 2 0 0 0,151 116 3250 0 0,-86-59-2150 0 0,60 58 1552 0 0,-121-108-2576 0 0,-2 0 0 0 0,1 1 1 0 0,7 14-1 0 0,-10-16-142 0 0,0-1 0 0 0,0 0 1 0 0,1 0-1 0 0,0 0 0 0 0,0-1 0 0 0,12 11 0 0 0,-14-14-50 0 0,-1 0 0 0 0,1 0-1 0 0,-1 0 1 0 0,0 0 0 0 0,0 0-1 0 0,-1 1 1 0 0,4 6 0 0 0,-4-7-23 0 0,0 0 0 0 0,0 1 0 0 0,1-1 0 0 0,-1 0 0 0 0,1 0 1 0 0,0-1-1 0 0,1 1 0 0 0,5 5 0 0 0,7 9 183 0 0,-15-17-283 0 0,1 1 1 0 0,-1 0 0 0 0,0 0-1 0 0,1-1 1 0 0,-1 1 0 0 0,1-1-1 0 0,-1 1 1 0 0,1-1 0 0 0,0 0-1 0 0,0 0 1 0 0,-1 1 0 0 0,1-1-1 0 0,4 1 1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02.908"/>
    </inkml:context>
    <inkml:brush xml:id="br0">
      <inkml:brushProperty name="width" value="0.1" units="cm"/>
      <inkml:brushProperty name="height" value="0.1" units="cm"/>
      <inkml:brushProperty name="color" value="#66CC00"/>
    </inkml:brush>
  </inkml:definitions>
  <inkml:trace contextRef="#ctx0" brushRef="#br0">21 306 1328 0 0,'-20'12'6294'0'0,"20"-28"-2545"0"0,3-39-2726 0 0,0 15-456 0 0,-2-1 0 0 0,-7-67 0 0 0,6 108-554 0 0,0-1 0 0 0,0 1 0 0 0,0-1 1 0 0,1 1-1 0 0,-1-1 0 0 0,0 1 0 0 0,0-1 0 0 0,0 1 1 0 0,0-1-1 0 0,0 1 0 0 0,1-1 0 0 0,-1 1 0 0 0,0 0 1 0 0,0-1-1 0 0,1 1 0 0 0,-1-1 0 0 0,0 1 0 0 0,0 0 1 0 0,1-1-1 0 0,-1 1 0 0 0,1 0 0 0 0,-1-1 0 0 0,0 1 0 0 0,1 0 1 0 0,-1-1-1 0 0,1 1 0 0 0,-1 0 0 0 0,0 0 0 0 0,1 0 1 0 0,-1 0-1 0 0,1-1 0 0 0,-1 1 0 0 0,1 0 0 0 0,-1 0 1 0 0,1 0-1 0 0,-1 0 0 0 0,1 0 0 0 0,0 0 0 0 0,22 1 0 0 0,19 7 300 0 0,0-2 1 0 0,1-1 0 0 0,-1-3 0 0 0,1-1 0 0 0,0-2 0 0 0,0-3-1 0 0,63-12 1 0 0,-38 0-2524 0 0,-4 0-4559 0 0,-13 1-1376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23.792"/>
    </inkml:context>
    <inkml:brush xml:id="br0">
      <inkml:brushProperty name="width" value="0.05" units="cm"/>
      <inkml:brushProperty name="height" value="0.3" units="cm"/>
      <inkml:brushProperty name="color" value="#FF0066"/>
      <inkml:brushProperty name="inkEffects" value="pencil"/>
    </inkml:brush>
  </inkml:definitions>
  <inkml:trace contextRef="#ctx0" brushRef="#br0">728 150 1624 237186 56068,'0'-2'160'0'0,"-1"-9"-8"976"-694,0-3-56-976 694,3-4 1960 0 0,2-2 2201 938-699,0 1-2752-938 699,-3 1 231 0 0,-6 3-1240 0 0,-4 2-136-1303-266,-6 3-48 1303 266,-2 4 160 1823-1376,-4 3 24-1823 1376,-1 2-151 0 0,-3 4 87 0 0,-7 5 112 0 0,-2 3-344 0 0,-2 7 320 0 0,1 5-296 0 0,2 6 168 0 0,2 12 296 0 0,2 9-304 0 0,5 2-96 1258 218,4 0-72-1258-218,5-2 232 0 0,4-3-23 0 0,3-2-9 0 0,1-3 24 0 0,2 8 216 0 0,0 4-320 0 0,1 1-40 0 0,0-1-112 0 0,0-2 40 0 0,-1 6 112-438 1670,0-1-64 438-1670,0-2-96 0 0,1-2 88 0 0,-1-5-64 0 0,-1 7 208-2278 453,1 2-152 2278-453,0 1 1 0 0,-1-2-89 0 0,-2 3 368 0 0,0 0-520 0 0,-1-3 160 0 0,1-4-72 0 0,0-3-40 0 0,-1-1-32 0 0,0 0 56 0 0,-1 0-96 0 0,1-3 96 0 0,-1-3-24 0 0,-1 2-48 0 0,1 0 56 0 0,0-1-24 0 0,1-3-40 0 0,0-3 80 0 0,2-2-184-1325-283,-2 6 176 1325 283,0 4-144 0 0,0 3 232 0 0,1 0-232 0 0,2-3 104 0 0,2-4 328-993 666,1-1-48 993-666,1 0-392 0 0,0-3 56 0 0,-1-2 160 0 0,1 2-272 0 0,-4 13 48 0 0,-1 6 136-2107 1308,1 1-136-543-2079,0-2 160 2650 771,3 0-24 2147-1208,1-6-208-2147 1208,1-5 312 0 0,0-4-248 0 0,-1 3-120 0 0,0 2 184 0 0,0-3-24 0 0,2-1 16 0 0,0-5 56 0 0,1-3 56 0 0,1-1-184-2147 1208,-1-3 312 2147-1208,1-3-320 0 0,0-2 160 0 0,-1-1-168 0 0,1 0 232 0 0,-1 2-360 0 0,-1 2 528 0 0,0 5-152 0 0,1 6-296 0 0,0 2 152 0 0,1-1 40 2147-1208,0 0-112-2147 1208,0 0 208 0 0,-1 1-96 0 0,0-1-152 0 0,0-4 360 0 0,-1 3-192 0 0,-1 2-64-2147 1208,0 1-8 2147-1208,1-3 16 2650 771,1-3-48-2650-771,0-4 128 0 0,1-3-168 0 0,0 1 64 0 0,1 1-32 0 0,-1 0 80 0 0,1 0-16 0 0,-1 3-120 1386 359,1-2 64-1386-359,-1-2 0 0 0,0 3-128 2063-1356,-1 0 232-2063 1356,-3 0-120 0 0,0 1 136 0 0,0 0-136 0 0,-2 2 120 0 0,1 0-56 0 0,0-1-128 0 0,1-3 88-2063 1356,2 0-8 2063-1356,1 3-200 0 0,0 0 144 0 0,1-4 48 0 0,0-7-32 0 0,-1-6-48 0 0,0-6 152 0 0,0-5-120 327 1038,-1-1 80-327-1038,1-1-16 0 0,1-2 104 0 0,2-1-152 0 0,1 1 200 0 0,1 0-240 0 0,3-1 160 0 0,4 2-272 0 0,5 0 664 0 0,2 2-312 0 0,10 0-136 0 0,4 0 56 0 0,1 0-72 0 0,0 0 104 0 0,0-1 32 0 0,-1-1-168-2292 1350,5-1 128 2292-1350,4-1-8 0 0,0-2-24 0 0,1-1-48 0 0,0-1-8 3055 785,1 1 160-3055-785,2-2-80 0 0,2-1 0 0 0,12-2-56-3055-785,3 1 48 3055 785,-1 0-120 0 0,-4 2 128 0 0,-4 1-72 0 0,-3 1 40 0 0,2-1 40 0 0,1 1-48 0 0,0-1 72 3055 785,12-2-56-3055-785,5-1-192 0 0,0 1 672 0 0,-2-1-520 0 0,-4 2 144 0 0,-3 1-160 0 0,-5 3 96 0 0,-4 3-64 0 0,5 1 0 0 0,0 2 64 0 0,0 1 96 1584 372,-1 0-184-1584-372,-2 2 8 0 0,10-2 136 0 0,5-3-8-1584-372,0 0-88 1584 372,-3-3-64 0 0,-3 1 40 2203-1448,-4 1 144-2203 1448,-5 1-192 0 0,-3 1 32 0 0,4 6 0 0 0,1 1 80 0 0,0-1-104 0 0,-2-2 80 0 0,0-4 96 1533 318,0-2-8-1533-318,0-2-136-1533-318,-1-1 8 1533 318,-1 0-40 0 0,-3-2 288 0 0,-2 1-240 0 0,-3 0-112 0 0,-3 0 152 1533 318,1 0-88-1533-318,1 1 232 0 0,2-1-104 0 0,3-1-88 0 0,11-1-40 0 0,3-1 80 0 0,-1 0-8-1533-318,-5 0-80 1533 318,-7 2 16 0 0,-3 2 288 0 0,-1 2-240 0 0,-1 0 8 0 0,0 0-16 0 0,1 0 40 0 0,10-1-40 0 0,6-1-80 0 0,-1 0 136 0 0,-3-1-216 0 0,-3 2 352 0 0,-4 2-120 0 0,-5-1 8 0 0,-2 2-80 0 0,-2-1-16 0 0,1 0 184 0 0,0-1-248 0 0,5 0 112 1533 318,0-1 96-3685 1184,0 0-200 2152-1502,1 0 48 1639 344,-3 2 48-1639-344,1 1-8-1125 760,-1-1-48 1125-760,11 1 96 0 0,6-1 8-1659-373,11 0-80 1659 373,6-1-80-1206 725,1 0 8 1206-725,5 0 136 1684 398,4 0-32-1684-398,0-2 112 0 0,-7-1-64 0 0,-6 0-80 0 0,-10-1 16 0 0,-7 0 64 0 0,-3 0-16 0 0,-3 1-72 0 0,16-2 232 0 0,4 0-208 3551 734,-2 0-96-3551-734,-3 0 200 0 0,-6-1-144 0 0,-4 0 72-3551-734,-3 1 24 3551 734,-4 0-104 0 0,-2 1-16 0 0,-2-1 136 0 0,-1 2-112 0 0,6 0 56 0 0,-2 0-24 0 0,-1 1-40 0 0,-1 0 112 0 0,-4 1-104 0 0,-1 0 32 0 0,-1 0-40 0 0,0 0-8 0 0,8 0-16 0 0,3 2 168 0 0,0-1-152 0 0,-5 2 272 0 0,-1-1-56 0 0,2 1-224 0 0,0-2 272 0 0,4 0 0 3551 734,-1 0 16-3551-734,-1-1-216 1104-800,7-1 128-1104 800,2-1-56 0 0,0-1-8 0 0,-2-1-24-3474-684,4 1 0 3474 684,16 0 96 0 0,-1 0-192 0 0,-6-1 112 0 0,-6 0-48 0 0,-8-1-32 1125-760,-5 0 80-1125 760,-3 1-56 3386 632,-4-1-152-3386-632,-5 1 232 0 0,-2 1-8 0 0,-3 2-104 0 0,0 1 128 0 0,-1 1-152 0 0,0 0 160 0 0,1-2-56 0 0,0 0 96 0 0,5 0-184 0 0,0 0 32 0 0,-3 0 64 0 0,-2-1-64 0 0,5 0 32 1755 289,0 0-32-1755-289,-1 0 96 0 0,-2 0-144 0 0,0 1 128 0 0,5 1-264 0 0,2 1 224 0 0,0 0-72 1851-1687,0 1 24-1851 1687,4 0-80-1661-243,1 0 40 1661 243,-3 0 72 0 0,-2-2 64 0 0,-3-1-152 0 0,0 0-48 0 0,0-1 360 0 0,1 0-256 0 0,3-1-16 1661 243,1 0-72-815-1098,3-2 80-846 855,1-1 208 0 0,0 0-384 0 0,1 0 184 0 0,0 0 72 0 0,-2 0 176 0 0,1 1-304 0 0,10 0-72 0 0,4 2 176 1645 202,1 0-168-1645-202,0 1 72 0 0,11-1-40 0 0,1 0 88 1487-1759,8 0-96-1487 1759,1 2-16 0 0,-4 1 0 0 0,-3 1-32 0 0,-4 0 152 0 0,1-1-72 0 0,-2 0 536 0 0,3 1-392 0 0,1 0-216 0 0,1 0-160 0 0,-1 0 288-1487 1759,13 1-384 4849-1406,2 0 320-3362-353,-2-1 48 0 0,-4-2 64-694 908,-5-1-120 694-908,-5-3 32 0 0,-4-1-64 0 0,-2 0-160 0 0,-2 1 336 0 0,-1-1-80-3469-386,13 0-400 3469 386,2-1 400 3469 386,-1 2-232-3469-386,-4 0 16 0 0,-6 1 208 0 0,-2 0 64 1776 164,10-1-48-1776-164,2 0 0 0 0,-2 0 72-1409 1845,-2 0-64 1409-1845,-6 1-72 0 0,-3 1 0 0 0,-1 2 136 1409-1845,2-1-208-1409 1845,0 0 48-1776-164,3 0 8 1776 164,6 0 0 0 0,25 0-320 0 0,15 0 216 0 0,3 2 512 1776 164,8 3-216-3185 1681,-1 3-96 1409-1845,-4-1-6698-1886-200,-12-2-10865 1886 200,-27-2 17563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27.159"/>
    </inkml:context>
    <inkml:brush xml:id="br0">
      <inkml:brushProperty name="width" value="0.05" units="cm"/>
      <inkml:brushProperty name="height" value="0.3" units="cm"/>
      <inkml:brushProperty name="color" value="#FF0066"/>
      <inkml:brushProperty name="inkEffects" value="pencil"/>
    </inkml:brush>
  </inkml:definitions>
  <inkml:trace contextRef="#ctx0" brushRef="#br0">75 80 1328 237135 52551,'-2'0'96'0'0,"-5"0"-40"0"0,-3-2-32 0 0,-2 1 0 0 0,-1-1 168 0 0,1 2 80 0 0,3-1-272 0 0,3 1 1872 0 0,3 0-3744 0 0,2 0 5377 0 0,3-1-1849 0 0,4 1-248 0 0,7 1-31 0 0,6 1-121 0 0,9 0-224 0 0,15 0 32 0 0,16-3 281 0 0,15-2-553 0 0,17-1-136 0 0,14-1-160 0 0,10-1 0 0 0,4 1-56 2485 482,1-1-96-2485-482,1 1 112 0 0,-1 0-55 0 0,0 0 79 0 0,-2 1 40 0 0,-2 0 0 1258 218,-2 2-56-1258-218,2-1-192 0 0,3-1 8 0 0,5-1 96 0 0,0 0-120 0 0,0 0 0 0 0,15 3 72 0 0,3 2-192 0 0,-4 4 64 0 0,-5 2-144 0 0,-6 2 88 0 0,-4 1-144 0 0,1 0-56 0 0,2-1 352 0 0,5-2-184 0 0,20 2 41 1297 199,4 1-217-1297-199,-4 1 64 0 0,-8-1-32 0 0,-8 1 64 0 0,-8-2-89 0 0,-6-1-7 0 0,-4-1-24 0 0,-3-2 248-1735 1471,-3-2 969 1735-1471,-3-1-1121 0 0,15-3 96 0 0,2-2-184 0 0,-3-1 56 0 0,-9 1 96 0 0,-6-2-200 0 0,-6 2 192 0 0,7-2 0 0 0,-3-1-64 1735-1471,-4 0 8-1735 1471,-3 1-136 0 0,-6 1-40 0 0,-1 1 64 0 0,-2 1 48 0 0,-2 2 32 0 0,-3 2 56 0 0,-1 2-8 0 0,0 0-80 0 0,-1 0-16 0 0,-1 0 16 0 0,2-1 24 0 0,5 0 0 0 0,4-2-8 0 0,0 0-72-1297-199,1-2-40 1297 199,-2 1-48 0 0,-2 0-73 0 0,16-1-375 0 0,1 0 280 0 0,-3 2-56 0 0,7 2-520 0 0,-2 1 448 0 0,-5 0-24 0 0,-6 0 8 1297 199,0-2 16-1297-199,1-2 15 0 0,-1-1 33 0 0,2-1 32-1297-199,0 0 48 1297 199,-1 1 32 0 0,-4 2 64 0 0,-2 2 64 0 0,-6 2 112 0 0,1 4 104 0 0,14 0 208 2126-543,4-1-8 435 864,-4-3 64-2561-321,-3-1 56 1310 142,-7-3 40-1310-142,10-1 416 1312 125,2-1-351 1973-783,-3-1-9-3285 658,-7 1-24 0 0,-4 1-48 0 0,-2-1-32 0 0,31-2 344 2407-1709,12 0-512-2407 1709,2-1-24 0 0,-2 1 496 0 0,-10 1-776 208 1839,-10 1 8-208-1839,8 3 72 1033-1809,0 3-8-1033 1809,-4 3 112 0 0,-5 1 192 0 0,10 2-184 0 0,0 1 16 0 0,-10 0 128 0 0,-13 0-192 478-912,-6-1 120-478 912,-11 1-120 471-908,-11-2 40-471 908,-9-2 16 0 0,-10-2-160 0 0,-2-1 208 0 0,-4-2 0 0 0,1-1-72 0 0,-2-1-56 0 0,1 1-48 0 0,-1-1 64-1174-1,-2 1 16 1174 1,-3 1 112 0 0,1 0-208 0 0,0-1 152 0 0,-1-1-128 0 0,-3-1-32 0 0,-2-1-24 0 0,1 1 128 0 0,2 1 56 1397-2694,3 1 64-321 2649,7-1-152-1076 45,5 0-152 0 0,4-1 192 0 0,2 0-88 0 0,6-2 64 0 0,1 1-224 0 0,-2 1 88 800-1832,-7 1 216-800 1832,-6 1-120 0 0,-5 1 56 0 0,-1-1 104 0 0,-1 0 48 0 0,2-1-216 0 0,0 0 112-1025 75,3-1-120 1025-75,8 1 176 0 0,3-1-88 0 0,-1 2 16 0 0,-5-1-16-851 1802,-4-1-16 851-1802,-6 0-24-1086 44,-2-1 32 1086-44,-4-2-168 0 0,-1-1 88-1478 2648,-3-1 128 1478-2648,0 1-88 0 0,-1-1-24 0 0,1 0 344 1167 2,-2 1-256-1167-2,-3 1-96 0 0,-4 2 88 0 0,-5 1-48 0 0,-4 2-40 0 0,-5 2 48 0 0,-3 1 8 0 0,-1 2 176 0 0,-2 1-112 0 0,0 2-88 0 0,0 2-32 0 0,-1 1 96 0 0,1 2-128 0 0,-1 7 0 0 0,-1 5 288 0 0,-1 4-256 0 0,-2 4 312 0 0,-1 3-232 0 0,0 8-112 0 0,-2 6 280 0 0,-1 4-200 0 0,-4 16 328 1397-2694,-3 9-144-1397 2694,-1 2-80 0 0,-2 0 48 0 0,-4 14 793 0 0,-1 5-977-1397 2694,1 4-16 230-2696,3 0 24 1167 2,4-1-41-536 879,4-4 73-1878-949,3-5-152 2414 70,3-6 160 0 0,1-5 225 0 0,0 9-274 0 0,1 4 57 0 0,-2 14-200-573-878,-3 2 601 2298-1616,-1-5-281-2812 2510,-3 4 496 1087-16,-1-5-832 1112-1642,0-8 360-1112 1642,-2 4-448 0 0,0-3 64 0 0,-2 2 368-1112 1642,-2 8 160 474 836,0-3-376 17-1651,1-10 16 621-827,2-12 56-645 828,1-6-120-710 807,1-13-120 646-821,3-12 256 709-814,4-11 192-743 807,1-8-488 743-807,-2 2 480-1586 1599,-1 2-144 1586-1599,1 3-144-834 788,0 3 80 2278-579,3 3-272-1444-209,2-4 384-857 809,1-6-80 857-809,2-6 16 0 0,2-7-16 0 0,-1-3 16 0 0,3 5-208-1809 1590,1 2 208 1809-1590,1 1-24 0 0,-1-3 200 0 0,2-2-128 0 0,1-5-32 0 0,-1-4-96 0 0,-1-2-16 0 0,-2-2 120 0 0,-3-1-192-968 790,-3 0 32 4213-249,-1 0 224-3245-541,-1 3-433-190 1930,-1 0 394 190-1930,0-1 15 1809 263,1 0-152-1809-263,-1 5 64 3682 467,1 4 24-3682-467,0 2-120 0 0,1-1 23 0 0,1-2-7 0 0,0-3 176 0 0,0-5-160 0 0,1-2 72 3295-1645,-1-2-16-3295 1645,0-1-72 0 0,0 1 72 0 0,-3 2 128 0 0,0 1-192 0 0,-1 0 104 0 0,1-1 9-1409 1845,-2-1-250 1409-1845,0-1 241 0 0,-1-2-40 0 0,0-2 96 0 0,0 0 17 0 0,-1-2 7 0 0,-1-2-144 0 0,-4-3-96 0 0,-3-2 216 0 0,-2-1-32 0 0,-5-1-56 0 0,-6 1 152 0 0,-5-1 0 0 0,-2 0-88 0 0,-8 2 400 0 0,0-1-344 0 0,4 0-112 0 0,6 0-56 0 0,9 0-920 0 0,9 1 960 0 0,6 1-23605 0 0,6 1 23605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31.30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314 379 1400 0 0,'-21'-10'107'0'0,"29"13"-106"0"0,0 0 0 0 0,-1 0 1 0 0,1 0-1 0 0,0-1 1 0 0,0-1-1 0 0,14 2 0 0 0,53 0 42 0 0,-63-3-37 0 0,47 0 70 0 0,98-13-1 0 0,-128 8-60 0 0,-1 0 1 0 0,0-2-1 0 0,-1-2 0 0 0,1 0 1 0 0,37-19-1 0 0,-59 25-10 0 0,1-1-1 0 0,0 0 1 0 0,-1-1-1 0 0,9-7 1 0 0,-13 10-1 0 0,0 0 1 0 0,-1 0-1 0 0,1 0 1 0 0,-1 0-1 0 0,1 0 1 0 0,-1 0-1 0 0,0 0 1 0 0,0 0-1 0 0,0-1 1 0 0,0 1 0 0 0,0 0-1 0 0,-1-1 1 0 0,1 1-1 0 0,-1-1 1 0 0,1 1-1 0 0,-1-1 1 0 0,0 1-1 0 0,0-1 1 0 0,0 1-1 0 0,0-1 1 0 0,-1 1-1 0 0,1-1 1 0 0,-1 1-1 0 0,1 0 1 0 0,-1-1-1 0 0,0 1 1 0 0,0 0 0 0 0,0-1-1 0 0,0 1 1 0 0,0 0-1 0 0,-1 0 1 0 0,-2-4-1 0 0,-2-1-14 0 0,0-1-1 0 0,0 1 1 0 0,-1 0-1 0 0,0 1 1 0 0,0 0-1 0 0,0 0 1 0 0,-11-6-1 0 0,0 3 22 0 0,0 0 1 0 0,-1 1-1 0 0,1 1 1 0 0,-1 0-1 0 0,-1 2 1 0 0,1 0-1 0 0,-1 2 1 0 0,0 0-1 0 0,0 1 1 0 0,0 1-1 0 0,-22 1 1 0 0,13 2 41 0 0,1 0 0 0 0,-1 2-1 0 0,0 1 1 0 0,1 2 0 0 0,0 0 0 0 0,1 2 0 0 0,-30 14 0 0 0,43-17 58 0 0,1 1 0 0 0,-24 17-1 0 0,33-22-78 0 0,0 1-1 0 0,0 0 1 0 0,1 1 0 0 0,-1-1-1 0 0,1 1 1 0 0,0-1-1 0 0,0 1 1 0 0,1 0-1 0 0,-1 0 1 0 0,1 0-1 0 0,0 0 1 0 0,0 1 0 0 0,0-1-1 0 0,-1 5 1 0 0,2-7-16 0 0,1 0 1 0 0,0 0-1 0 0,0 0 1 0 0,0 0-1 0 0,1 0 1 0 0,-1 0-1 0 0,0 0 0 0 0,1 0 1 0 0,-1 0-1 0 0,1-1 1 0 0,-1 1-1 0 0,1 0 1 0 0,0 0-1 0 0,0 0 1 0 0,0-1-1 0 0,0 1 1 0 0,0 0-1 0 0,0-1 1 0 0,1 1-1 0 0,-1-1 1 0 0,0 0-1 0 0,1 1 1 0 0,-1-1-1 0 0,1 0 1 0 0,0 0-1 0 0,-1 0 1 0 0,1 0-1 0 0,0 0 0 0 0,0 0 1 0 0,2 1-1 0 0,7 3 78 0 0,1-1 0 0 0,0 0-1 0 0,18 3 1 0 0,-5-3-37 0 0,1 0 0 0 0,0-2 1 0 0,0-1-1 0 0,1-2 0 0 0,-1 0 0 0 0,0-2 0 0 0,-1 0 1 0 0,28-8-1 0 0,-32 6-37 0 0,-1-1-1 0 0,0 0 1 0 0,0-1 0 0 0,-1-2 0 0 0,0 0 0 0 0,0-1-1 0 0,-1 0 1 0 0,30-24 0 0 0,-45 31 8 0 0,0 1-1 0 0,0-1 1 0 0,0 0-1 0 0,-1 0 1 0 0,1 0-1 0 0,-1 0 1 0 0,1 0 0 0 0,-1-1-1 0 0,0 1 1 0 0,0-1-1 0 0,-1 1 1 0 0,1-1-1 0 0,-1 0 1 0 0,0 0 0 0 0,0 1-1 0 0,0-1 1 0 0,0 0-1 0 0,-1 0 1 0 0,1 0-1 0 0,-1 0 1 0 0,0 0 0 0 0,-1 0-1 0 0,1 0 1 0 0,0 0-1 0 0,-1 0 1 0 0,0 0 0 0 0,0 0-1 0 0,0 0 1 0 0,-1 1-1 0 0,1-1 1 0 0,-1 0-1 0 0,0 1 1 0 0,0 0 0 0 0,0-1-1 0 0,0 1 1 0 0,-1 0-1 0 0,1 0 1 0 0,-1 0-1 0 0,0 0 1 0 0,0 0 0 0 0,0 1-1 0 0,0-1 1 0 0,-1 1-1 0 0,1 0 1 0 0,0 0-1 0 0,-7-2 1 0 0,-10-3-3 0 0,1 0-1 0 0,-2 2 1 0 0,1 0-1 0 0,0 2 1 0 0,-1 0 0 0 0,0 1-1 0 0,1 2 1 0 0,-1 0 0 0 0,-24 3-1 0 0,6 1 44 0 0,1 3 0 0 0,1 1 0 0 0,-1 1 1 0 0,-36 16-1 0 0,56-19 9 0 0,0 1 1 0 0,0 2 0 0 0,1-1-1 0 0,-18 13 1 0 0,31-17-61 0 0,0-1-1 0 0,0 1 1 0 0,0-1-1 0 0,0 1 1 0 0,0 0-1 0 0,1 1 1 0 0,0-1-1 0 0,-4 7 1 0 0,5-8-18 0 0,1-1 0 0 0,0 1-1 0 0,0 0 1 0 0,0 1 0 0 0,0-1 0 0 0,1 0 0 0 0,-1 0 0 0 0,1 0 0 0 0,-1 0 0 0 0,1 1 0 0 0,0-1 0 0 0,1 0 0 0 0,-1 0 0 0 0,0 0 0 0 0,2 4 0 0 0,-1-2 22 0 0,1-1 0 0 0,0 1 1 0 0,0-1-1 0 0,0 0 0 0 0,0 0 1 0 0,1 0-1 0 0,-1 0 0 0 0,1 0 1 0 0,0 0-1 0 0,0-1 0 0 0,1 1 1 0 0,-1-1-1 0 0,1 0 0 0 0,-1 0 1 0 0,1 0-1 0 0,0-1 0 0 0,0 1 1 0 0,1-1-1 0 0,6 3 0 0 0,14 5 51 0 0,0 0-1 0 0,0-2 1 0 0,1-1-1 0 0,1-1 1 0 0,-1-1-1 0 0,1-1 1 0 0,0-2-1 0 0,39-1 1 0 0,-42-1-30 0 0,1-2 0 0 0,0-1 0 0 0,-1-1 0 0 0,0-1 0 0 0,0-1 0 0 0,0-1 0 0 0,-1-1 0 0 0,0-1 0 0 0,38-21 0 0 0,-55 27-16 0 0,0-1 0 0 0,-1 0 0 0 0,1 0 1 0 0,-1 0-1 0 0,0-1 0 0 0,-1 0 0 0 0,1 0 0 0 0,-1 0 0 0 0,7-10 0 0 0,-10 12-2 0 0,1-1 1 0 0,0 1-1 0 0,-1-1 0 0 0,0 0 1 0 0,0 1-1 0 0,0-1 0 0 0,0 0 1 0 0,-1 0-1 0 0,1 1 0 0 0,-1-1 1 0 0,0 0-1 0 0,0 0 1 0 0,-1 0-1 0 0,1 1 0 0 0,-1-1 1 0 0,1 0-1 0 0,-1 1 0 0 0,-3-8 1 0 0,1 4-12 0 0,0 1 1 0 0,-1-1-1 0 0,0 1 1 0 0,0 0-1 0 0,-1 0 1 0 0,1 0-1 0 0,-1 1 1 0 0,0 0-1 0 0,-1 0 1 0 0,0 0-1 0 0,1 0 1 0 0,-1 1-1 0 0,-9-5 0 0 0,-2 0-22 0 0,0 1-1 0 0,0 1 0 0 0,0 0 1 0 0,-23-5-1 0 0,10 6 15 0 0,0 1-1 0 0,0 1 1 0 0,0 1 0 0 0,0 2-1 0 0,-45 5 1 0 0,39-2 7 0 0,0 1 0 0 0,1 3 0 0 0,0 1 1 0 0,0 1-1 0 0,0 2 0 0 0,1 1 0 0 0,-56 28 0 0 0,82-34-13 0 0,0 0 0 0 0,-1 1 0 0 0,2 0 0 0 0,-1 0 0 0 0,1 1-1 0 0,0 0 1 0 0,0 0 0 0 0,1 0 0 0 0,-1 1 0 0 0,2 0 0 0 0,-9 15-1 0 0,12-19 1 0 0,0 1 0 0 0,0-1 0 0 0,1 1 0 0 0,-1-1 0 0 0,1 1 0 0 0,0-1 0 0 0,1 1 0 0 0,-1 0 0 0 0,1-1 0 0 0,-1 1 0 0 0,2 0 0 0 0,-1-1 0 0 0,0 1 0 0 0,1 0 0 0 0,0-1 0 0 0,0 1 0 0 0,0 0-1 0 0,1-1 1 0 0,-1 0 0 0 0,1 1 0 0 0,0-1 0 0 0,0 0 0 0 0,1 0 0 0 0,-1 0 0 0 0,6 6 0 0 0,0-2 15 0 0,0 0 0 0 0,1-1-1 0 0,0 1 1 0 0,1-2 0 0 0,0 1 0 0 0,0-1 0 0 0,0-1-1 0 0,0 0 1 0 0,1-1 0 0 0,0 1 0 0 0,0-2 0 0 0,0 0 0 0 0,15 2-1 0 0,4 0 40 0 0,1-1-1 0 0,-1-2 0 0 0,57-2 1 0 0,-66-1-21 0 0,0-1-1 0 0,-1-1 1 0 0,0-1 0 0 0,0 0 0 0 0,0-2 0 0 0,0 0 0 0 0,-1-1 0 0 0,0-1 0 0 0,0-1-1 0 0,26-17 1 0 0,-40 23 1 0 0,-1 0 0 0 0,1-1 0 0 0,-1 1-1 0 0,0-1 1 0 0,0 0 0 0 0,0 0 0 0 0,0 0-1 0 0,-1 0 1 0 0,0-1 0 0 0,5-9 0 0 0,-6 10-3 0 0,-1 1-1 0 0,1-2 1 0 0,-1 1 0 0 0,-1 0 0 0 0,1 0-1 0 0,-1 0 1 0 0,1 0 0 0 0,-1-1 0 0 0,0 1 0 0 0,0 0-1 0 0,-1 0 1 0 0,0 0 0 0 0,-1-7 0 0 0,0 5-14 0 0,0-1 1 0 0,-1 1 0 0 0,0 0 0 0 0,0 0-1 0 0,0 0 1 0 0,-1 0 0 0 0,0 1 0 0 0,0 0 0 0 0,0-1-1 0 0,-1 1 1 0 0,0 1 0 0 0,0-1 0 0 0,0 1-1 0 0,0 0 1 0 0,-1 0 0 0 0,1 0 0 0 0,-1 1-1 0 0,0 0 1 0 0,0 0 0 0 0,-7-2 0 0 0,-5-2-4 0 0,-1 2 0 0 0,0 0 0 0 0,0 1 0 0 0,0 0 0 0 0,-36-1 0 0 0,26 5-7 0 0,0 1-1 0 0,1 1 0 0 0,-1 2 1 0 0,-35 8-1 0 0,56-10-60 0 0,0 0 0 0 0,1 0 0 0 0,-1 1 0 0 0,0 0 1 0 0,1 1-1 0 0,0 0 0 0 0,0 0 0 0 0,0 0 0 0 0,0 1 0 0 0,1 0 0 0 0,-9 8 0 0 0,13-11-115 0 0,1 0-1 0 0,-1 0 1 0 0,1 0-1 0 0,0 1 1 0 0,0-1-1 0 0,0 0 0 0 0,0 1 1 0 0,0-1-1 0 0,0 1 1 0 0,1-1-1 0 0,-1 1 1 0 0,1-1-1 0 0,0 1 1 0 0,-1-1-1 0 0,1 1 0 0 0,0 0 1 0 0,1 2-1 0 0,0 0-374 0 0,0 0-1 0 0,0 0 1 0 0,0-1 0 0 0,1 1-1 0 0,0 0 1 0 0,0-1-1 0 0,4 8 1 0 0,1-2-348 0 0,1 0 1 0 0,0-1-1 0 0,13 13 1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32.22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819 310 1232 0 0,'-16'-23'-18'0'0,"-30"-34"0"0"0,38 48 25 0 0,0 1-1 0 0,-1 0 0 0 0,0 1 1 0 0,0 0-1 0 0,-1 0 1 0 0,-16-8-1 0 0,14 9 128 0 0,-1 2 0 0 0,0-1 0 0 0,-1 2-1 0 0,1 0 1 0 0,0 0 0 0 0,-24 0 0 0 0,5 2 988 0 0,-56 6 0 0 0,53-1-504 0 0,0 1 1 0 0,0 1-1 0 0,1 2 1 0 0,0 2-1 0 0,-41 17 1 0 0,71-25-597 0 0,1-1 0 0 0,0 1 0 0 0,0 0-1 0 0,0 0 1 0 0,0 0 0 0 0,0 0 0 0 0,-4 5 0 0 0,6-6-35 0 0,0 0-1 0 0,0 0 1 0 0,1 0 0 0 0,-1 1 0 0 0,0-1 0 0 0,1 0 0 0 0,-1 0-1 0 0,1 1 1 0 0,-1-1 0 0 0,1 1 0 0 0,-1-1 0 0 0,1 0 0 0 0,0 1 0 0 0,0-1-1 0 0,0 1 1 0 0,0-1 0 0 0,0 1 0 0 0,0-1 0 0 0,0 1 0 0 0,0-1-1 0 0,1 0 1 0 0,-1 1 0 0 0,1-1 0 0 0,-1 0 0 0 0,1 1 0 0 0,-1-1 0 0 0,1 0-1 0 0,0 1 1 0 0,-1-1 0 0 0,1 0 0 0 0,0 0 0 0 0,0 0 0 0 0,0 0-1 0 0,0 0 1 0 0,0 0 0 0 0,2 2 0 0 0,2 2 23 0 0,0-1-1 0 0,1 1 1 0 0,-1-1-1 0 0,1 0 1 0 0,0-1-1 0 0,0 0 1 0 0,0 1-1 0 0,10 2 1 0 0,6 1 82 0 0,34 8-1 0 0,33 0-270 0 0,1-3 0 0 0,1-4 0 0 0,0-4 0 0 0,156-13-1 0 0,-222 7 77 0 0,-12 1 77 0 0,0 0-1 0 0,-1 0 1 0 0,1-1 0 0 0,-1-1 0 0 0,1 0 0 0 0,14-6 0 0 0,-25 9 59 0 0,0-1 0 0 0,0 0 0 0 0,-1 0 0 0 0,1 0 0 0 0,0 0 0 0 0,0-1 1 0 0,-1 1-1 0 0,1 0 0 0 0,2-3 0 0 0,-4 3-10 0 0,0 1 1 0 0,1-1-1 0 0,-1 0 1 0 0,1 1-1 0 0,-1-1 1 0 0,0 0-1 0 0,1 0 1 0 0,-1 1-1 0 0,0-1 1 0 0,0 0-1 0 0,0 1 0 0 0,0-1 1 0 0,0 0-1 0 0,0 0 1 0 0,0 0-1 0 0,0 1 1 0 0,0-1-1 0 0,0 0 1 0 0,0-1-1 0 0,-2 0-6 0 0,1-1-1 0 0,-1 0 1 0 0,1 0 0 0 0,-1 1-1 0 0,0-1 1 0 0,0 1 0 0 0,0 0-1 0 0,0-1 1 0 0,-1 1-1 0 0,1 0 1 0 0,-1 0 0 0 0,1 0-1 0 0,-4-1 1 0 0,-24-16-61 0 0,-1 1 0 0 0,-1 1 1 0 0,-1 2-1 0 0,0 1 0 0 0,-1 2 0 0 0,-41-9 0 0 0,27 10 181 0 0,0 3 1 0 0,-1 1-1 0 0,0 3 0 0 0,-54 2 0 0 0,-252 29 1928 0 0,312-17-1759 0 0,33-4-472 0 0,18 0-284 0 0,-2-3 345 0 0,16 8 135 0 0,0-1 0 0 0,0-1 1 0 0,1-1-1 0 0,25 5 0 0 0,-34-9-14 0 0,55 13 2 0 0,0-4 0 0 0,1-2 0 0 0,0-3 1 0 0,72-3-1 0 0,281-30-1375 0 0,-405 24 1245 0 0,-7 0 22 0 0,0 0 0 0 0,0 0 0 0 0,0-1 0 0 0,0-1 1 0 0,0 0-1 0 0,0 0 0 0 0,16-8 0 0 0,-26 11 86 0 0,-1-1 0 0 0,1 1 0 0 0,0 0 0 0 0,-1-1 0 0 0,1 1 0 0 0,-1-1 0 0 0,1 1 0 0 0,-1-1 0 0 0,1 1 0 0 0,-1-1 0 0 0,1 1 0 0 0,-1-1 0 0 0,0 1 0 0 0,1-1 0 0 0,-1 0 0 0 0,0 1 0 0 0,1-1 0 0 0,-1 0 0 0 0,0 1 0 0 0,0-1 0 0 0,0 0 0 0 0,0 1 0 0 0,0-1 0 0 0,0 0 0 0 0,1 0 0 0 0,-1 1 0 0 0,-1-1 0 0 0,1 0 0 0 0,0 1 0 0 0,0-1 0 0 0,0 0 0 0 0,0 1 0 0 0,0-1 0 0 0,-1 0 0 0 0,1 1 0 0 0,0-1 0 0 0,-1-1 0 0 0,-1 0-45 0 0,0-1-1 0 0,1 1 1 0 0,-1 0-1 0 0,0 0 1 0 0,0 0-1 0 0,-1 0 0 0 0,1 0 1 0 0,-4-2-1 0 0,-4-2-171 0 0,-1 1-1 0 0,1 0 0 0 0,-1 0 0 0 0,-22-5 1 0 0,-59-11-345 0 0,91 21 562 0 0,-107-17 101 0 0,-1 4 1 0 0,-1 6 0 0 0,1 4 0 0 0,-1 5 0 0 0,-124 18-1 0 0,203-18-26 0 0,-1 3 0 0 0,1 0 0 0 0,0 2 0 0 0,-41 15 0 0 0,69-21-79 0 0,0 1 1 0 0,0-1-1 0 0,0 1 0 0 0,1-1 1 0 0,-1 1-1 0 0,0 0 0 0 0,1 0 0 0 0,-4 3 1 0 0,6-4-12 0 0,-1 0 1 0 0,0 0-1 0 0,1-1 1 0 0,-1 1-1 0 0,1 0 1 0 0,-1 0-1 0 0,1 0 1 0 0,0 0-1 0 0,-1 0 0 0 0,1 0 1 0 0,0 0-1 0 0,-1 0 1 0 0,1 0-1 0 0,0 0 1 0 0,0 0-1 0 0,0 0 1 0 0,0 0-1 0 0,0 2 1 0 0,1 0-10 0 0,1 0 0 0 0,-1 1 0 0 0,1-1 0 0 0,0 0 0 0 0,0 0 0 0 0,0 0 0 0 0,0-1 0 0 0,0 1 0 0 0,0 0 0 0 0,1-1 0 0 0,0 1 0 0 0,-1-1 0 0 0,6 3 0 0 0,7 5 47 0 0,0-1-1 0 0,0 0 1 0 0,0-1 0 0 0,1-1 0 0 0,0-1 0 0 0,1 0 0 0 0,-1-1-1 0 0,19 3 1 0 0,16 1 39 0 0,68 4 0 0 0,-31-10-100 0 0,122-12 1 0 0,-194 8 41 0 0,43-3-35 0 0,1-2 0 0 0,-2-3 1 0 0,1-2-1 0 0,98-34 0 0 0,-145 41 37 0 0,-2 0 0 0 0,1-1 0 0 0,0-1 0 0 0,-1 0 0 0 0,0 0 1 0 0,11-10-1 0 0,-19 14 18 0 0,1 0-1 0 0,0 0 1 0 0,-1-1 0 0 0,0 1 0 0 0,0-1-1 0 0,0 1 1 0 0,0-1 0 0 0,0 0 0 0 0,0 0 0 0 0,0 0-1 0 0,-1 0 1 0 0,0 0 0 0 0,0 0 0 0 0,0-1-1 0 0,0 1 1 0 0,0 0 0 0 0,0-1 0 0 0,-1 1 0 0 0,0 0-1 0 0,0-1 1 0 0,0 1 0 0 0,0 0 0 0 0,0-1-1 0 0,0 1 1 0 0,-2-6 0 0 0,0 6-2 0 0,1-1-1 0 0,-1 1 1 0 0,1-1-1 0 0,-1 1 1 0 0,0 0-1 0 0,0 0 1 0 0,0 0-1 0 0,-1 0 1 0 0,1 0-1 0 0,-1 0 1 0 0,0 1-1 0 0,0-1 1 0 0,0 1-1 0 0,0 0 1 0 0,-3-2-1 0 0,-8-4 3 0 0,0 2 0 0 0,-24-9 0 0 0,-3 2 27 0 0,1 3-1 0 0,-1 1 1 0 0,-1 2-1 0 0,0 2 1 0 0,0 2-1 0 0,0 1 1 0 0,-54 6 0 0 0,15 3 39 0 0,0 4 1 0 0,-143 40 0 0 0,183-40-133 0 0,-1 2 0 0 0,2 2-1 0 0,0 2 1 0 0,-37 21-1 0 0,72-36-92 0 0,1 1 0 0 0,0 0-1 0 0,0 0 1 0 0,1 0 0 0 0,-1 0 0 0 0,0 1-1 0 0,1-1 1 0 0,0 1 0 0 0,0 0-1 0 0,0 0 1 0 0,0 0 0 0 0,1 0-1 0 0,0 1 1 0 0,0-1 0 0 0,0 1-1 0 0,0-1 1 0 0,0 1 0 0 0,-1 8 0 0 0,3-8-54 0 0,0 0 0 0 0,0-1 0 0 0,0 1 0 0 0,1 0 0 0 0,-1-1 0 0 0,1 1 0 0 0,0 0 0 0 0,1-1 0 0 0,-1 1 0 0 0,1-1 0 0 0,0 0 1 0 0,0 1-1 0 0,0-1 0 0 0,0 0 0 0 0,1 0 0 0 0,5 6 0 0 0,-2-4-58 0 0,0 0 0 0 0,0 0-1 0 0,1 0 1 0 0,12 7 0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33.0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468 82 1280 0 0,'-26'-5'14'0'0,"0"2"0"0"0,0 0 0 0 0,-1 2 0 0 0,1 1 0 0 0,0 1-1 0 0,-39 7 1 0 0,14 4 257 0 0,-56 23 0 0 0,99-32 26 0 0,1 0 0 0 0,-1 1 0 0 0,1 0 0 0 0,0 0 0 0 0,0 0 1 0 0,0 1-1 0 0,0 0 0 0 0,-6 7 0 0 0,12-11-266 0 0,-1 1 0 0 0,1-1 0 0 0,-1 1 0 0 0,1 0 0 0 0,0-1 0 0 0,0 1 0 0 0,0 0 0 0 0,0 0 0 0 0,0 0 0 0 0,0 0 0 0 0,0 0 0 0 0,0 0 0 0 0,1 0 0 0 0,-1 0 0 0 0,1 0 0 0 0,0 0 0 0 0,0 0 0 0 0,-1 0 0 0 0,1 0 0 0 0,0 0 0 0 0,1 1 0 0 0,-1-1 0 0 0,0 0 0 0 0,1 0 0 0 0,-1 0 0 0 0,1 0 0 0 0,0 0 0 0 0,-1 0 0 0 0,1 0 0 0 0,0 0 0 0 0,0 0 0 0 0,0-1 0 0 0,1 1 0 0 0,-1 0 0 0 0,0-1 0 0 0,2 3 0 0 0,4 2-15 0 0,0 1 1 0 0,0-1 0 0 0,1-1 0 0 0,-1 1-1 0 0,1-1 1 0 0,1-1 0 0 0,12 6 0 0 0,1 0-31 0 0,2-2 1 0 0,25 6-1 0 0,-5-5-158 0 0,62 5 0 0 0,248-8-2333 0 0,-14-35 1101 0 0,-301 23 1415 0 0,-1-2 0 0 0,1-2 0 0 0,-1-1 0 0 0,61-27 0 0 0,-86 33 5 0 0,-1-2 0 0 0,1 1 0 0 0,12-10 0 0 0,-21 13-4 0 0,0-1 1 0 0,0 1-1 0 0,0-1 0 0 0,-1 1 0 0 0,0-1 0 0 0,1 0 0 0 0,-1 0 0 0 0,0-1 0 0 0,2-5 0 0 0,-4 9-10 0 0,0-1 1 0 0,-1 0-1 0 0,1 1 1 0 0,-1-1-1 0 0,1 0 1 0 0,-1 0-1 0 0,0 1 1 0 0,1-1-1 0 0,-1 0 1 0 0,0 0-1 0 0,0 0 1 0 0,0 1-1 0 0,-1-1 1 0 0,1 0-1 0 0,0 0 1 0 0,-1 1-1 0 0,1-1 1 0 0,-1 0-1 0 0,1 1 1 0 0,-1-1-1 0 0,0 0 0 0 0,0 1 1 0 0,0-1-1 0 0,-2-2 1 0 0,-1 0-13 0 0,0-1 0 0 0,0 1 1 0 0,-1 0-1 0 0,1 1 0 0 0,-1-1 0 0 0,-7-3 0 0 0,-12-5-9 0 0,0 1-1 0 0,0 1 0 0 0,-1 1 0 0 0,0 1 0 0 0,-42-7 1 0 0,-4 3 161 0 0,-1 3 0 0 0,1 2 0 0 0,-2 4 0 0 0,1 4 0 0 0,-109 13 0 0 0,-298 81 2516 0 0,457-89-2183 0 0,-32 13 1 0 0,53-19-465 0 0,0 0 1 0 0,0 0-1 0 0,0 1 1 0 0,0-1-1 0 0,0 1 1 0 0,0-1-1 0 0,1 1 1 0 0,-1-1-1 0 0,0 1 1 0 0,0-1-1 0 0,0 1 1 0 0,0 0-1 0 0,1-1 1 0 0,-1 1 0 0 0,0 0-1 0 0,1 0 1 0 0,-1 0-1 0 0,1-1 1 0 0,-1 1-1 0 0,1 0 1 0 0,-1 0-1 0 0,1 0 1 0 0,-1 1-1 0 0,1 0-15 0 0,1-1 0 0 0,0 0 0 0 0,-1 0 0 0 0,1 0 0 0 0,-1 0 0 0 0,1 0 0 0 0,0 0-1 0 0,0 0 1 0 0,0 0 0 0 0,0 0 0 0 0,0 0 0 0 0,0 0 0 0 0,0 0 0 0 0,0 0 0 0 0,0-1 0 0 0,0 1 0 0 0,0 0-1 0 0,2 0 1 0 0,26 12 154 0 0,0 0 0 0 0,1-2-1 0 0,0-2 1 0 0,51 11-1 0 0,7-5-78 0 0,0-4 0 0 0,1-4 0 0 0,105-4 0 0 0,-51-10 22 0 0,176-32 0 0 0,-35-27 11 0 0,-202 38-24 0 0,-79 26-65 0 0,1 1 1 0 0,-1-1-1 0 0,1 0 1 0 0,-1 0-1 0 0,0 0 1 0 0,1-1 0 0 0,-1 1-1 0 0,3-4 1 0 0,-6 6-15 0 0,0 0-1 0 0,1-1 1 0 0,-1 1 0 0 0,0 0 0 0 0,0 0 0 0 0,1-1 0 0 0,-1 1 0 0 0,0 0 0 0 0,0-1-1 0 0,0 1 1 0 0,0 0 0 0 0,1-1 0 0 0,-1 1 0 0 0,0 0 0 0 0,0-1 0 0 0,0 1-1 0 0,0 0 1 0 0,0-1 0 0 0,0 1 0 0 0,0-1 0 0 0,0 1 0 0 0,0 0 0 0 0,0-1 0 0 0,0 1-1 0 0,0 0 1 0 0,0-1 0 0 0,0 1 0 0 0,-1 0 0 0 0,1-1 0 0 0,0 1 0 0 0,0 0 0 0 0,0-1-1 0 0,0 1 1 0 0,-1 0 0 0 0,1-1 0 0 0,0 1 0 0 0,0 0 0 0 0,0 0 0 0 0,-1-1 0 0 0,1 1-1 0 0,0 0 1 0 0,-1 0 0 0 0,1 0 0 0 0,0-1 0 0 0,-1 1 0 0 0,1 0 0 0 0,0 0 0 0 0,-1 0-1 0 0,1 0 1 0 0,0 0 0 0 0,-1 0 0 0 0,1-1 0 0 0,0 1 0 0 0,-1 0 0 0 0,-19-6-161 0 0,0 1 1 0 0,0 1-1 0 0,-1 0 1 0 0,-35 0-1 0 0,33 2 96 0 0,-87-4-136 0 0,-2 4-1 0 0,-170 21 1 0 0,184-5 393 0 0,0 4 0 0 0,1 4 0 0 0,-124 46 0 0 0,212-64-158 0 0,-8 1 56 0 0,0 2 0 0 0,-21 11 0 0 0,35-16-90 0 0,-1 0 0 0 0,1 0 1 0 0,0 1-1 0 0,0-1 0 0 0,0 1 0 0 0,0 0 0 0 0,0 0 0 0 0,0 0 1 0 0,1 0-1 0 0,0 0 0 0 0,-1 1 0 0 0,1-1 0 0 0,0 1 0 0 0,1-1 1 0 0,-3 5-1 0 0,4-6-8 0 0,-1-1 0 0 0,1 1-1 0 0,0-1 1 0 0,-1 1 0 0 0,1-1 0 0 0,0 1 0 0 0,0-1 0 0 0,0 1 0 0 0,0-1 0 0 0,0 1 0 0 0,0-1 0 0 0,1 1 0 0 0,-1-1 0 0 0,0 1 0 0 0,1-1 0 0 0,-1 1 0 0 0,1-1 0 0 0,0 1-1 0 0,-1-1 1 0 0,1 0 0 0 0,0 1 0 0 0,0-1 0 0 0,0 0 0 0 0,0 0 0 0 0,0 0 0 0 0,1 2 0 0 0,5 2-7 0 0,0 1-1 0 0,0-1 1 0 0,0 0-1 0 0,0-1 1 0 0,1 0-1 0 0,0 0 1 0 0,0-1-1 0 0,12 4 1 0 0,5 1-2 0 0,1-2-1 0 0,28 4 1 0 0,23-3-171 0 0,0-2 0 0 0,144-11 0 0 0,159-42 111 0 0,-218 20 451 0 0,-342 47-5748 0 0,139-15 3806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34.18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229 155 1544 0 0,'-6'-1'10'0'0,"-32"0"9"0"0,37 1-19 0 0,1 0 0 0 0,-1 0 0 0 0,1 0 0 0 0,-1 0 0 0 0,0 0-1 0 0,1 0 1 0 0,-1 0 0 0 0,1 0 0 0 0,-1 1 0 0 0,0-1 0 0 0,1 0 0 0 0,-1 0-1 0 0,1 0 1 0 0,-1 1 0 0 0,1-1 0 0 0,-1 0 0 0 0,1 1 0 0 0,-1-1-1 0 0,1 0 1 0 0,-1 1 0 0 0,1-1 0 0 0,-1 0 0 0 0,1 1 0 0 0,0-1 0 0 0,-1 1-1 0 0,1-1 1 0 0,0 1 0 0 0,-1-1 0 0 0,1 1 0 0 0,0-1 0 0 0,0 1-1 0 0,-1 0 1 0 0,1-1 0 0 0,0 1 0 0 0,0-1 0 0 0,0 1 0 0 0,0-1 0 0 0,0 1-1 0 0,0 0 1 0 0,0-1 0 0 0,0 1 0 0 0,0-1 0 0 0,0 1 0 0 0,0 0 0 0 0,0-1-1 0 0,0 1 1 0 0,0-1 0 0 0,1 1 0 0 0,-1-1 0 0 0,0 1 0 0 0,0 0-1 0 0,1 0 1 0 0,0 1 0 0 0,1-1-1 0 0,-1 1 0 0 0,0 0 0 0 0,1 0 0 0 0,-1-1 1 0 0,1 1-1 0 0,0-1 0 0 0,0 1 0 0 0,-1-1 1 0 0,1 0-1 0 0,0 1 0 0 0,0-1 0 0 0,4 1 0 0 0,31 10 0 0 0,-27-10 1 0 0,30 9 4 0 0,73 9 0 0 0,-98-19-5 0 0,0 0 0 0 0,1 0 0 0 0,-1-2 0 0 0,0 0 0 0 0,0 0 0 0 0,0-1 0 0 0,0-1 0 0 0,17-6 0 0 0,-29 7-3 0 0,1 1 0 0 0,0-1 1 0 0,-1 0-1 0 0,0 0 0 0 0,1 0 0 0 0,4-5 0 0 0,-7 6 5 0 0,0 0-1 0 0,0 1 1 0 0,1-1-1 0 0,-1 0 0 0 0,-1 0 1 0 0,1 0-1 0 0,0 0 1 0 0,0 0-1 0 0,0-1 1 0 0,0 1-1 0 0,-1 0 0 0 0,1 0 1 0 0,0 0-1 0 0,-1-1 1 0 0,1 1-1 0 0,-1 0 1 0 0,0-1-1 0 0,1 1 0 0 0,-1 0 1 0 0,0-1-1 0 0,0 1 1 0 0,0-1-1 0 0,0 1 1 0 0,0 0-1 0 0,0-1 0 0 0,0 1 1 0 0,-1 0-1 0 0,1-1 1 0 0,0 1-1 0 0,-1 0 1 0 0,1-1-1 0 0,-1 1 0 0 0,1 0 1 0 0,-1 0-1 0 0,0-1 1 0 0,1 1-1 0 0,-1 0 1 0 0,0 0-1 0 0,0 0 0 0 0,0 0 1 0 0,-1-1-1 0 0,-3-2-3 0 0,0-1 0 0 0,0 1 0 0 0,-1 1 0 0 0,1-1 0 0 0,-1 1 0 0 0,0 0 0 0 0,-12-4 0 0 0,-7-2-2 0 0,-1 1 1 0 0,1 2 0 0 0,-29-4-1 0 0,30 7 34 0 0,-1 2 0 0 0,1 0 0 0 0,0 1-1 0 0,-1 2 1 0 0,1 0 0 0 0,-35 9 0 0 0,37-6 324 0 0,0 2 0 0 0,1 1 0 0 0,0 0 0 0 0,-40 23 0 0 0,57-28-275 0 0,1-1-1 0 0,-1 0 1 0 0,1 1 0 0 0,0 0 0 0 0,0 0-1 0 0,0 0 1 0 0,0 0 0 0 0,1 0 0 0 0,-1 1-1 0 0,1-1 1 0 0,0 1 0 0 0,0-1 0 0 0,0 1-1 0 0,0 0 1 0 0,-1 5 0 0 0,3-6-45 0 0,-1 0-1 0 0,1 0 1 0 0,-1 1 0 0 0,1-1 0 0 0,0 0 0 0 0,0 0-1 0 0,1 1 1 0 0,-1-1 0 0 0,1 0 0 0 0,-1 0 0 0 0,1 1-1 0 0,0-1 1 0 0,0 0 0 0 0,1 0 0 0 0,-1 0-1 0 0,1 0 1 0 0,-1 0 0 0 0,1-1 0 0 0,3 6 0 0 0,3 1 12 0 0,1-1 0 0 0,0 0 0 0 0,0 0 1 0 0,0 0-1 0 0,1-1 0 0 0,0-1 1 0 0,1 0-1 0 0,-1 0 0 0 0,1-1 0 0 0,16 5 1 0 0,4 1 27 0 0,2-2 0 0 0,46 8 0 0 0,-31-10-102 0 0,1-1-1 0 0,-1-3 1 0 0,1-2 0 0 0,49-5 0 0 0,-74 2-41 0 0,-1-1 1 0 0,1-2 0 0 0,-1 0-1 0 0,-1-1 1 0 0,1-1-1 0 0,-1-2 1 0 0,0 0 0 0 0,-1-1-1 0 0,0-1 1 0 0,22-15 0 0 0,-35 20 87 0 0,0-1 1 0 0,-1 1-1 0 0,0-1 1 0 0,0 0-1 0 0,0-1 1 0 0,-1 0-1 0 0,0 0 1 0 0,0 0-1 0 0,-1-1 1 0 0,5-11-1 0 0,-8 17-21 0 0,-1-1 1 0 0,1 0-1 0 0,-1 0 0 0 0,0 0 1 0 0,0 0-1 0 0,-1 0 0 0 0,1-1 0 0 0,-1 1 1 0 0,0 0-1 0 0,0 0 0 0 0,0 0 1 0 0,-1 0-1 0 0,0-1 0 0 0,1 1 1 0 0,-1 0-1 0 0,-1 0 0 0 0,1 0 1 0 0,0 1-1 0 0,-1-1 0 0 0,0 0 0 0 0,0 0 1 0 0,0 1-1 0 0,-1-1 0 0 0,1 1 1 0 0,-1 0-1 0 0,-5-6 0 0 0,-4-1-63 0 0,-1 0-1 0 0,0 0 1 0 0,0 1 0 0 0,-1 1-1 0 0,0 1 1 0 0,0 0-1 0 0,-1 0 1 0 0,0 2-1 0 0,0 0 1 0 0,-30-6 0 0 0,12 5 107 0 0,1 2 0 0 0,-1 1 0 0 0,1 1 0 0 0,-48 5 0 0 0,52-1 120 0 0,1 1-1 0 0,-1 2 1 0 0,1 1 0 0 0,0 1 0 0 0,1 1-1 0 0,0 1 1 0 0,0 1 0 0 0,1 2 0 0 0,1 0-1 0 0,-39 27 1 0 0,58-36-101 0 0,0 1 0 0 0,0 1 0 0 0,0-1 1 0 0,1 1-1 0 0,0 0 0 0 0,0 0 0 0 0,0 0 0 0 0,0 0 0 0 0,1 1 1 0 0,0-1-1 0 0,0 1 0 0 0,-4 10 0 0 0,6-13-46 0 0,0 1 0 0 0,1 0 0 0 0,-1 0 0 0 0,1-1 0 0 0,0 1 0 0 0,0 0 0 0 0,0 0 0 0 0,0 0 0 0 0,1-1 0 0 0,-1 1 0 0 0,1 0 0 0 0,0-1 0 0 0,0 1 0 0 0,1 0 0 0 0,-1-1 1 0 0,1 1-1 0 0,-1-1 0 0 0,1 0 0 0 0,0 0 0 0 0,1 0 0 0 0,3 5 0 0 0,-1-2 14 0 0,1-1 1 0 0,0 1-1 0 0,1-1 0 0 0,-1 0 1 0 0,1-1-1 0 0,0 0 1 0 0,0 0-1 0 0,15 6 1 0 0,-2-3 53 0 0,0 0 1 0 0,28 4 0 0 0,-17-5-41 0 0,0-2 0 0 0,0-1 0 0 0,0-2 1 0 0,0-1-1 0 0,0-1 0 0 0,-1-1 1 0 0,1-2-1 0 0,0-1 0 0 0,41-13 0 0 0,-32 5-23 0 0,64-31-1 0 0,-86 35 64 0 0,0-1 0 0 0,0-1 0 0 0,-1 0 0 0 0,0-1 0 0 0,-1-1 0 0 0,14-16 0 0 0,-26 26-26 0 0,-1-1 1 0 0,1 0-1 0 0,-1 0 0 0 0,0-1 0 0 0,0 1 1 0 0,0-1-1 0 0,-1 1 0 0 0,1-1 0 0 0,-1 0 1 0 0,-1 0-1 0 0,3-9 0 0 0,-3 11-32 0 0,-1-1-1 0 0,0 1 1 0 0,0 0-1 0 0,-1 0 1 0 0,1 0-1 0 0,-1 0 1 0 0,0-1-1 0 0,1 1 1 0 0,-1 0 0 0 0,-1 0-1 0 0,1 1 1 0 0,0-1-1 0 0,-1 0 1 0 0,1 0-1 0 0,-1 1 1 0 0,0-1-1 0 0,0 0 1 0 0,0 1-1 0 0,0 0 1 0 0,-1 0-1 0 0,-3-4 1 0 0,-5-2-49 0 0,1 1 0 0 0,-2 0 0 0 0,1 1 0 0 0,-1 0 0 0 0,0 0 0 0 0,0 1 0 0 0,-1 1 0 0 0,1 0 0 0 0,-1 1 0 0 0,0 0 0 0 0,0 1 0 0 0,-21-1 1 0 0,-13 2-6 0 0,-1 1 1 0 0,-54 8 0 0 0,21 3-40 0 0,73-9-50 0 0,0 0-1 0 0,0 0 1 0 0,0 1-1 0 0,0 0 1 0 0,1 0 0 0 0,-1 1-1 0 0,-8 6 1 0 0,13-7-233 0 0,0 0 1 0 0,0 0-1 0 0,0 0 1 0 0,0 1-1 0 0,0 0 1 0 0,1-1-1 0 0,0 1 1 0 0,0 0-1 0 0,0 0 1 0 0,0 0 0 0 0,0 0-1 0 0,1 0 1 0 0,0 1-1 0 0,0-1 1 0 0,0 0-1 0 0,0 1 1 0 0,1-1-1 0 0,0 1 1 0 0,0 4-1 0 0,0-6 163 0 0,0-1-1 0 0,0 0 0 0 0,0 1 1 0 0,1-1-1 0 0,-1 0 0 0 0,1 0 1 0 0,0 1-1 0 0,-1-1 1 0 0,3 3-1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35.15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529 373 1096 0 0,'-1'-4'50'0'0,"1"3"-51"0"0,0 1 0 0 0,0 0-1 0 0,1-1 1 0 0,-1 1 0 0 0,0 0 0 0 0,1-1 0 0 0,-1 1 0 0 0,1 0 0 0 0,-1 0 0 0 0,0-1 0 0 0,1 1 0 0 0,-1 0 0 0 0,1 0 0 0 0,-1 0 0 0 0,1-1 0 0 0,-1 1-1 0 0,1 0 1 0 0,-1 0 0 0 0,1 0 0 0 0,-1 0 0 0 0,1 0 0 0 0,-1 0 0 0 0,1 0 0 0 0,-1 0 0 0 0,1 0 0 0 0,-1 0 0 0 0,1 0 0 0 0,-1 1 0 0 0,201-5-11 0 0,-169 1 11 0 0,0-2-1 0 0,0-1 1 0 0,-1-1 0 0 0,40-14 0 0 0,-59 16 5 0 0,-1 0 0 0 0,1-1 0 0 0,-1 0 0 0 0,0 0 0 0 0,0-1-1 0 0,-1-1 1 0 0,18-16 0 0 0,-25 22-1 0 0,-1 0 0 0 0,0 0 1 0 0,-1 0-1 0 0,1-1 0 0 0,0 1 0 0 0,-1 0 1 0 0,1-1-1 0 0,-1 1 0 0 0,0-1 0 0 0,1 0 0 0 0,0-5 1 0 0,-1 5-2 0 0,-1 0 1 0 0,0 0-1 0 0,0 0 1 0 0,0-1-1 0 0,0 1 1 0 0,0 0 0 0 0,-1 0-1 0 0,1 0 1 0 0,-1 0-1 0 0,0 0 1 0 0,0 0-1 0 0,-2-4 1 0 0,1 2 0 0 0,-1 1 0 0 0,0-1 1 0 0,0 1-1 0 0,-1-1 0 0 0,1 1 0 0 0,-1 0 0 0 0,0 0 0 0 0,0 1 1 0 0,0-1-1 0 0,-9-5 0 0 0,0 2 2 0 0,0 0 0 0 0,-26-10-1 0 0,17 9-11 0 0,-2 1-1 0 0,1 2 1 0 0,-1 0-1 0 0,0 1 1 0 0,-31-1 0 0 0,-3 5 93 0 0,-59 6 0 0 0,49 0 773 0 0,0 3-1 0 0,-78 21 0 0 0,126-25-380 0 0,1 1-1 0 0,-21 11 1 0 0,36-15-397 0 0,0 0 0 0 0,0 0 0 0 0,0 1-1 0 0,0-1 1 0 0,0 1 0 0 0,0 0 0 0 0,1 0 0 0 0,0 1 0 0 0,-1-1 0 0 0,1 1 0 0 0,0-1 0 0 0,1 1 0 0 0,-1 0-1 0 0,-2 5 1 0 0,4-6-67 0 0,0 1-1 0 0,0-1 1 0 0,0 1-1 0 0,1-1 1 0 0,-1 1-1 0 0,1-1 1 0 0,0 1-1 0 0,0-1 0 0 0,0 1 1 0 0,0-1-1 0 0,1 1 1 0 0,-1-1-1 0 0,1 1 1 0 0,0-1-1 0 0,0 1 1 0 0,0-1-1 0 0,1 0 0 0 0,-1 1 1 0 0,1-1-1 0 0,0 0 1 0 0,0 0-1 0 0,0 0 1 0 0,0 0-1 0 0,0-1 1 0 0,3 4-1 0 0,3 2 2 0 0,0 0 0 0 0,1 0 0 0 0,0-1-1 0 0,0 0 1 0 0,21 11 0 0 0,-10-9-23 0 0,0 0-1 0 0,1-1 1 0 0,0-2-1 0 0,1 0 1 0 0,0-1-1 0 0,27 2 1 0 0,-39-5 7 0 0,54 6-11 0 0,-1-3 0 0 0,1-3-1 0 0,-1-3 1 0 0,1-2 0 0 0,-1-4 0 0 0,0-2 0 0 0,89-24 0 0 0,-54 2-16 0 0,-86 27 26 0 0,-1-1-1 0 0,1-1 1 0 0,-1 0 0 0 0,0 0 0 0 0,16-14-1 0 0,-24 18 6 0 0,0-1-1 0 0,0 1 1 0 0,0-1-1 0 0,-1 1 0 0 0,1-1 1 0 0,-1 0-1 0 0,0 0 1 0 0,0 0-1 0 0,0 0 1 0 0,0-1-1 0 0,-1 1 0 0 0,1 0 1 0 0,-1-1-1 0 0,1 1 1 0 0,-1-1-1 0 0,-1 0 1 0 0,1 1-1 0 0,0-1 0 0 0,-1 0 1 0 0,0 1-1 0 0,0-1 1 0 0,0 0-1 0 0,0 1 1 0 0,0-1-1 0 0,-1 0 0 0 0,0 1 1 0 0,0-1-1 0 0,0 0 1 0 0,0 1-1 0 0,0-1 1 0 0,-1 1-1 0 0,1 0 0 0 0,-1-1 1 0 0,-3-3-1 0 0,-2-3 8 0 0,-1 0-1 0 0,0 1 1 0 0,0 0-1 0 0,-1 1 1 0 0,-1-1-1 0 0,1 2 1 0 0,-1-1-1 0 0,0 1 1 0 0,-16-7-1 0 0,6 4-9 0 0,-2 1-1 0 0,1 1 1 0 0,-1 1-1 0 0,0 1 1 0 0,0 1-1 0 0,-1 1 0 0 0,-35-2 1 0 0,3 4-9 0 0,0 2 0 0 0,-57 9-1 0 0,39 0 33 0 0,-132 33 0 0 0,167-31 257 0 0,1 2 0 0 0,0 1 0 0 0,1 2 1 0 0,-61 36-1 0 0,90-48-249 0 0,1 0 0 0 0,0 1 0 0 0,0 0 1 0 0,0 0-1 0 0,0 0 0 0 0,1 1 0 0 0,0 0 0 0 0,0 0 0 0 0,1 0 1 0 0,0 0-1 0 0,0 1 0 0 0,0-1 0 0 0,-5 13 0 0 0,8-15-41 0 0,0 1 0 0 0,1-1-1 0 0,-1 1 1 0 0,0-1 0 0 0,1 0-1 0 0,0 1 1 0 0,0-1 0 0 0,1 1-1 0 0,-1-1 1 0 0,1 0 0 0 0,0 1-1 0 0,0-1 1 0 0,0 0 0 0 0,1 0-1 0 0,-1 0 1 0 0,1 1 0 0 0,0-2-1 0 0,0 1 1 0 0,1 0 0 0 0,-1 0-1 0 0,1-1 1 0 0,6 7 0 0 0,-2-3-17 0 0,0 0 0 0 0,1 0 0 0 0,0-1 1 0 0,1 0-1 0 0,-1 0 0 0 0,1-1 1 0 0,18 8-1 0 0,-9-6-19 0 0,1-1 0 0 0,0-1 0 0 0,30 5 0 0 0,2-4-23 0 0,0-2-1 0 0,66-4 1 0 0,-58-3-61 0 0,70-12 0 0 0,-96 9 53 0 0,-1-2 0 0 0,1-1 0 0 0,48-20 0 0 0,-68 23 54 0 0,-1 0 0 0 0,1-1-1 0 0,-2 0 1 0 0,1-1 0 0 0,12-10-1 0 0,-21 15 23 0 0,-1 1 0 0 0,1 0 0 0 0,-1-1 1 0 0,1 1-1 0 0,-1-1 0 0 0,0 0 0 0 0,0 0 0 0 0,0 0 0 0 0,0 0 0 0 0,-1 0 0 0 0,1 0 0 0 0,-1-1 0 0 0,0 1 0 0 0,0 0 0 0 0,0-1 1 0 0,0 1-1 0 0,0-1 0 0 0,-1 1 0 0 0,0-1 0 0 0,0 1 0 0 0,0-1 0 0 0,0 1 0 0 0,0-1 0 0 0,-1 1 0 0 0,0-5 0 0 0,-1 3 5 0 0,0 1-1 0 0,0 0 0 0 0,0-1 1 0 0,-1 1-1 0 0,1 0 0 0 0,-1 0 0 0 0,0 0 1 0 0,0 1-1 0 0,-1-1 0 0 0,1 1 1 0 0,-1-1-1 0 0,0 1 0 0 0,-4-2 1 0 0,-7-5 6 0 0,0 1 1 0 0,-31-12 0 0 0,5 6-6 0 0,1 3 0 0 0,-2 1 0 0 0,1 2 1 0 0,-1 2-1 0 0,-1 2 0 0 0,-53 0 0 0 0,24 5 246 0 0,0 2 1 0 0,-125 22 0 0 0,170-18-84 0 0,0 0 1 0 0,-38 15 0 0 0,54-17-110 0 0,0 1 0 0 0,1 1 0 0 0,-1 0-1 0 0,1 0 1 0 0,0 1 0 0 0,-16 14 0 0 0,23-19-61 0 0,1 1 0 0 0,-1-1-1 0 0,1 1 1 0 0,0 0-1 0 0,-1 0 1 0 0,2 0-1 0 0,-1 0 1 0 0,0 0 0 0 0,0 0-1 0 0,-1 6 1 0 0,3-7-7 0 0,-1 0 1 0 0,1-1-1 0 0,0 1 1 0 0,0 0-1 0 0,0 0 1 0 0,0 0-1 0 0,1 0 1 0 0,-1-1-1 0 0,0 1 1 0 0,1 0-1 0 0,-1 0 1 0 0,1 0-1 0 0,0-1 0 0 0,-1 1 1 0 0,1 0-1 0 0,0-1 1 0 0,0 1-1 0 0,0-1 1 0 0,0 1-1 0 0,1-1 1 0 0,-1 1-1 0 0,2 1 1 0 0,5 3-14 0 0,0 1 1 0 0,0-2-1 0 0,1 1 1 0 0,-1-1-1 0 0,1 0 1 0 0,0-1 0 0 0,0 0-1 0 0,1 0 1 0 0,-1-1-1 0 0,1-1 1 0 0,17 3-1 0 0,16 2-169 0 0,61 0 0 0 0,1-8-186 0 0,171-22 1 0 0,-250 20 263 0 0,103-15-567 0 0,-21 1-33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36.35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1111 419 456 0 0,'0'0'0'0'0,"0"0"1"0"0,0 0-1 0 0,0-1 0 0 0,0 1 0 0 0,0 0 1 0 0,0 0-1 0 0,0 0 0 0 0,0 0 0 0 0,-1 0 1 0 0,1 0-1 0 0,0 0 0 0 0,0 0 0 0 0,0 0 1 0 0,0 0-1 0 0,0 0 0 0 0,0-1 0 0 0,0 1 1 0 0,0 0-1 0 0,0 0 0 0 0,0 0 0 0 0,0 0 1 0 0,0 0-1 0 0,0 0 0 0 0,0 0 0 0 0,0 0 1 0 0,0-1-1 0 0,0 1 0 0 0,0 0 0 0 0,0 0 1 0 0,0 0-1 0 0,0 0 0 0 0,0 0 0 0 0,0 0 1 0 0,0 0-1 0 0,0-1 0 0 0,0 1 0 0 0,0 0 1 0 0,0 0-1 0 0,0 0 0 0 0,0 0 0 0 0,0 0 1 0 0,0 0-1 0 0,0 0 0 0 0,1 0 0 0 0,-1 0 1 0 0,0 0-1 0 0,0-1 0 0 0,0 1 0 0 0,0 0 1 0 0,0 0-1 0 0,0 0 0 0 0,0 0 1 0 0,0 0-1 0 0,0 0 0 0 0,1 0 0 0 0,-1 0 1 0 0,0 0-1 0 0,0 0 0 0 0,0 0 0 0 0,0 0 1 0 0,0 0-1 0 0,0 0 0 0 0,0 0 0 0 0,1 0 1 0 0,-1 0-1 0 0,0 0 0 0 0,0 0 0 0 0,12-2-2 0 0,1 0 0 0 0,-1-1 0 0 0,0-1 0 0 0,0 0-1 0 0,-1 0 1 0 0,1-2 0 0 0,20-11 0 0 0,-32 17 2 0 0,29-16 1 0 0,30-20 0 0 0,-50 30 2 0 0,-1 0 0 0 0,0 0-1 0 0,0-1 1 0 0,-1 0-1 0 0,0-1 1 0 0,0 1-1 0 0,-1-1 1 0 0,0 0-1 0 0,5-10 1 0 0,-9 16-2 0 0,-1 0 1 0 0,0 0-1 0 0,0 0 1 0 0,0-1-1 0 0,0 1 1 0 0,-1 0-1 0 0,1 0 1 0 0,0 0-1 0 0,-1-1 1 0 0,0 1-1 0 0,1 0 1 0 0,-1-1-1 0 0,0 1 1 0 0,0 0-1 0 0,0-1 0 0 0,-1 1 1 0 0,1 0-1 0 0,0 0 1 0 0,-1-1-1 0 0,0 1 1 0 0,1 0-1 0 0,-1 0 1 0 0,0 0-1 0 0,0-1 1 0 0,0 1-1 0 0,0 0 1 0 0,-1 0-1 0 0,1 1 1 0 0,-2-3-1 0 0,-3-1 6 0 0,0 1-1 0 0,0 0 1 0 0,-1 0 0 0 0,1 0-1 0 0,-1 1 1 0 0,-9-3 0 0 0,-22-7 241 0 0,1 2 1 0 0,-1 2 0 0 0,0 2-1 0 0,-1 1 1 0 0,0 2 0 0 0,0 2-1 0 0,-65 4 1 0 0,46 2 352 0 0,1 3-1 0 0,0 2 1 0 0,1 3 0 0 0,-79 27 0 0 0,118-33-475 0 0,0 1 1 0 0,1 1 0 0 0,-1 0 0 0 0,-25 19 0 0 0,37-24-128 0 0,0 1 1 0 0,0 0-1 0 0,1 0 0 0 0,-1 0 0 0 0,1 1 1 0 0,0 0-1 0 0,0 0 0 0 0,1 0 1 0 0,0 0-1 0 0,-1 0 0 0 0,2 1 0 0 0,-1-1 1 0 0,1 1-1 0 0,-1 0 0 0 0,-1 10 0 0 0,3-12-14 0 0,1-1 0 0 0,0 1 1 0 0,0-1-1 0 0,0 1 0 0 0,0-1 0 0 0,0 1 0 0 0,1-1 0 0 0,-1 0 0 0 0,1 1 0 0 0,0-1 0 0 0,0 0 0 0 0,0 1 0 0 0,1-1 0 0 0,-1 0 0 0 0,1 0 0 0 0,2 3 0 0 0,-1-1-1 0 0,1-1-1 0 0,0 1 0 0 0,0-1 0 0 0,1 0 0 0 0,-1-1 1 0 0,1 1-1 0 0,-1-1 0 0 0,11 5 0 0 0,3 1-29 0 0,0-2 0 0 0,1 0 0 0 0,0-1 1 0 0,28 5-1 0 0,3-3-358 0 0,0-2 0 0 0,1-2 1 0 0,83-4-1 0 0,-112-1 261 0 0,230-17-1354 0 0,-203 11 1286 0 0,-1-2 0 0 0,92-31 0 0 0,-122 34 226 0 0,-1-1 0 0 0,1-1 1 0 0,-2 0-1 0 0,1-2 0 0 0,14-11 0 0 0,-26 18 27 0 0,-1 0-1 0 0,0-1 0 0 0,0 1 0 0 0,0-1 0 0 0,-1 0 0 0 0,1 0 1 0 0,-1 0-1 0 0,0-1 0 0 0,0 1 0 0 0,0-1 0 0 0,-1 0 1 0 0,0 0-1 0 0,0 0 0 0 0,0 0 0 0 0,0 0 0 0 0,-1 0 0 0 0,0 0 1 0 0,0-1-1 0 0,0 1 0 0 0,-1 0 0 0 0,0-8 0 0 0,0 8-8 0 0,-1 0 0 0 0,0 0-1 0 0,0 0 1 0 0,0 0 0 0 0,-1 0-1 0 0,0 1 1 0 0,0-1-1 0 0,0 0 1 0 0,0 1 0 0 0,-1 0-1 0 0,1-1 1 0 0,-1 1 0 0 0,0 0-1 0 0,-6-5 1 0 0,1 1 0 0 0,-1 1 1 0 0,0 0-1 0 0,0 1 0 0 0,0 0 0 0 0,-20-9 1 0 0,4 4 23 0 0,-1 1 0 0 0,0 1 1 0 0,-43-8-1 0 0,-89-6 111 0 0,65 15 75 0 0,-1 4 0 0 0,0 4 0 0 0,0 4 0 0 0,1 5 0 0 0,0 3 0 0 0,-115 31 0 0 0,188-38-137 0 0,-66 20 237 0 0,79-22-358 0 0,0 0 1 0 0,1 0-1 0 0,-1 0 1 0 0,1 1 0 0 0,0 0-1 0 0,0 0 1 0 0,0 0-1 0 0,-10 11 1 0 0,15-14-3 0 0,0 0 0 0 0,0 1 1 0 0,0-1-1 0 0,0 1 1 0 0,0-1-1 0 0,0 1 0 0 0,0-1 1 0 0,0 1-1 0 0,1 0 1 0 0,-1-1-1 0 0,1 1 1 0 0,-1 0-1 0 0,1-1 0 0 0,0 1 1 0 0,0 0-1 0 0,-1 0 1 0 0,1-1-1 0 0,0 1 0 0 0,1 0 1 0 0,-1 0-1 0 0,0-1 1 0 0,0 1-1 0 0,1 0 0 0 0,-1-1 1 0 0,1 1-1 0 0,0 0 1 0 0,1 2-1 0 0,1 1-7 0 0,0-1 0 0 0,0 1 0 0 0,1-1 0 0 0,0 1 0 0 0,0-1 0 0 0,0 0-1 0 0,0-1 1 0 0,8 6 0 0 0,5 2-6 0 0,1-1-1 0 0,0 0 1 0 0,1-2-1 0 0,32 12 1 0 0,99 18-124 0 0,-58-23-153 0 0,0-4 1 0 0,158-1 0 0 0,186-45-1427 0 0,-280 4 1421 0 0,-133 25 362 0 0,0-2 1 0 0,0-1-1 0 0,-1 0 1 0 0,22-14-1 0 0,-35 18 65 0 0,-1 0 0 0 0,0-1 0 0 0,0 0 0 0 0,0 0 1 0 0,9-11-1 0 0,-15 15-75 0 0,-1 1 1 0 0,1-1 0 0 0,-1 0-1 0 0,1 0 1 0 0,-1 0-1 0 0,0 0 1 0 0,0-1 0 0 0,0 1-1 0 0,0 0 1 0 0,0 0-1 0 0,-1-1 1 0 0,1 1 0 0 0,-1 0-1 0 0,1-1 1 0 0,-1 1 0 0 0,0-1-1 0 0,0 1 1 0 0,0 0-1 0 0,0-1 1 0 0,0 1 0 0 0,-1-1-1 0 0,1 1 1 0 0,-1 0-1 0 0,1-1 1 0 0,-3-2 0 0 0,0-1 14 0 0,0 1 1 0 0,-1-1-1 0 0,0 1 1 0 0,0 0-1 0 0,-1 1 1 0 0,1-1-1 0 0,-1 1 0 0 0,0 0 1 0 0,0 0-1 0 0,0 0 1 0 0,-1 0-1 0 0,-11-4 1 0 0,-2-2 63 0 0,-1 2 0 0 0,-1 1 0 0 0,-21-6-1 0 0,-126-16 372 0 0,53 15-222 0 0,-2 5-1 0 0,-129 7 1 0 0,-134 30 243 0 0,8 34 1052 0 0,342-55-1315 0 0,1 1-1 0 0,-44 19 1 0 0,67-24-247 0 0,1 0 0 0 0,0-1 0 0 0,0 2 0 0 0,0-1 0 0 0,0 0 0 0 0,0 1 0 0 0,1 0 0 0 0,0 0-1 0 0,-6 7 1 0 0,9-9-12 0 0,0 0-1 0 0,0 0 0 0 0,0 0 0 0 0,0 0 0 0 0,0 0 1 0 0,0 0-1 0 0,0 0 0 0 0,1 0 0 0 0,-1 0 0 0 0,1 0 1 0 0,0 1-1 0 0,0-1 0 0 0,0 0 0 0 0,0 0 0 0 0,0 0 1 0 0,0 1-1 0 0,0-1 0 0 0,1 0 0 0 0,-1 0 0 0 0,1 0 0 0 0,-1 0 1 0 0,1 0-1 0 0,0 0 0 0 0,0 0 0 0 0,0 0 0 0 0,1 2 1 0 0,4 4-16 0 0,0-1 0 0 0,0 0 0 0 0,0-1 0 0 0,1 1 1 0 0,0-1-1 0 0,0 0 0 0 0,1-1 0 0 0,12 8 0 0 0,11 4-90 0 0,0-1 1 0 0,59 21-1 0 0,-44-22-14 0 0,-1-2 0 0 0,82 11 1 0 0,4-10-175 0 0,187-5 1 0 0,141-33-565 0 0,48-40-81 0 0,-455 54 889 0 0,69-22 0 0 0,-111 29 78 0 0,-1-1 0 0 0,1 0-1 0 0,-1 0 1 0 0,0-1-1 0 0,0 0 1 0 0,-1 0-1 0 0,1-1 1 0 0,7-7 0 0 0,-15 12-12 0 0,-1 1 0 0 0,1-1 0 0 0,-1 0 1 0 0,1 1-1 0 0,-1-1 0 0 0,1 0 1 0 0,-1 1-1 0 0,1-1 0 0 0,-1 0 0 0 0,0 0 1 0 0,1 0-1 0 0,-1 1 0 0 0,0-1 1 0 0,0 0-1 0 0,1 0 0 0 0,-1 0 0 0 0,0 0 1 0 0,0 0-1 0 0,0 1 0 0 0,0-1 0 0 0,0 0 1 0 0,-1-2-1 0 0,1 2 3 0 0,-1-1 0 0 0,0 1 0 0 0,0-1 0 0 0,0 1 1 0 0,0-1-1 0 0,0 1 0 0 0,-1-1 0 0 0,1 1 0 0 0,0 0 0 0 0,-1 0 0 0 0,-1-2 0 0 0,-9-5 2 0 0,-1 1-1 0 0,1 0 0 0 0,-1 1 1 0 0,-21-7-1 0 0,-12-3-4 0 0,-65-11 1 0 0,-22 5 55 0 0,0 6 0 0 0,-2 6 1 0 0,-139 8-1 0 0,-398 45 356 0 0,647-41-395 0 0,-41 3 66 0 0,-7 1 236 0 0,-85 17 0 0 0,156-22-296 0 0,0-1 0 0 0,-1 0 0 0 0,1 1 1 0 0,0 0-1 0 0,0-1 0 0 0,0 1 0 0 0,0 0 0 0 0,1 0 1 0 0,-4 2-1 0 0,5-3-24 0 0,0 1-1 0 0,-1-1 1 0 0,1 0 0 0 0,0 0-1 0 0,0 0 1 0 0,0 1 0 0 0,0-1-1 0 0,0 0 1 0 0,0 0 0 0 0,0 1-1 0 0,0-1 1 0 0,0 0 0 0 0,0 0 0 0 0,0 1-1 0 0,0-1 1 0 0,0 0 0 0 0,0 0-1 0 0,0 1 1 0 0,0-1 0 0 0,0 0-1 0 0,0 0 1 0 0,0 1 0 0 0,0-1-1 0 0,0 0 1 0 0,0 0 0 0 0,0 0-1 0 0,0 1 1 0 0,1-1 0 0 0,-1 0-1 0 0,0 0 1 0 0,0 0 0 0 0,0 1 0 0 0,0-1-1 0 0,0 0 1 0 0,1 0 0 0 0,-1 0-1 0 0,0 0 1 0 0,0 1 0 0 0,0-1-1 0 0,1 0 1 0 0,-1 0 0 0 0,1 0-1 0 0,6 4 42 0 0,0-1 0 0 0,0 0 0 0 0,14 4 0 0 0,-15-5-17 0 0,46 12 67 0 0,0-2 0 0 0,0-2 0 0 0,67 4 0 0 0,168-7 101 0 0,506-50 242 0 0,-775 41-427 0 0,43-5 82 0 0,-55 3-24 0 0,-16-2 14 0 0,-22 1-5 0 0,0 0 0 0 0,0 2 0 0 0,0 2 0 0 0,-48 4 1 0 0,-290 31 235 0 0,335-28-398 0 0,0 2 0 0 0,-47 15 0 0 0,55-12-138 0 0,1 2 0 0 0,-28 16 0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52.29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621 344 1520 0 0,'-41'-4'53'0'0,"1"2"0"0"0,-42 4 0 0 0,62-1-40 0 0,1 2 1 0 0,-1 0-1 0 0,1 1 1 0 0,0 1-1 0 0,1 0 1 0 0,-23 11-1 0 0,39-16-10 0 0,1 1-1 0 0,-1-1 1 0 0,1 1-1 0 0,-1 0 1 0 0,1-1-1 0 0,-1 1 1 0 0,1 0-1 0 0,0 0 1 0 0,-1 0-1 0 0,1 0 1 0 0,0 0-1 0 0,0 0 1 0 0,0 0-1 0 0,0 1 1 0 0,0-1-1 0 0,0 0 1 0 0,0 0-1 0 0,0 1 0 0 0,0-1 1 0 0,1 1-1 0 0,-1-1 1 0 0,0 1-1 0 0,1-1 1 0 0,-1 1-1 0 0,1-1 1 0 0,0 1-1 0 0,-1 0 1 0 0,1-1-1 0 0,0 1 1 0 0,0-1-1 0 0,0 1 1 0 0,0 0-1 0 0,1-1 1 0 0,-1 1-1 0 0,0-1 1 0 0,1 1-1 0 0,-1 0 1 0 0,1-1-1 0 0,-1 1 1 0 0,1-1-1 0 0,0 1 1 0 0,-1-1-1 0 0,3 3 0 0 0,1 1 4 0 0,0 0-1 0 0,0 0 1 0 0,1 0-1 0 0,0 0 1 0 0,0-1-1 0 0,0 1 1 0 0,0-1-1 0 0,1-1 1 0 0,11 7-1 0 0,7 0 12 0 0,-1-1 1 0 0,2-1-1 0 0,-1-2 0 0 0,1 0 0 0 0,40 4 0 0 0,-31-8 28 0 0,53-4-1 0 0,-47-1-29 0 0,-1-2 0 0 0,1-1-1 0 0,-2-2 1 0 0,1-2-1 0 0,45-18 1 0 0,-67 21-5 0 0,0 0 0 0 0,0-1 0 0 0,0-1 0 0 0,-1-1 0 0 0,-1 0 0 0 0,0-1 0 0 0,0-1-1 0 0,-1 0 1 0 0,0-1 0 0 0,-1 0 0 0 0,-1-1 0 0 0,0-1 0 0 0,11-18 0 0 0,-20 28 2 0 0,0 0-1 0 0,-1 0 1 0 0,1 0-1 0 0,-1 0 1 0 0,0-1-1 0 0,-1 1 1 0 0,1 0-1 0 0,-1-1 1 0 0,0 1-1 0 0,-1-1 1 0 0,1 0-1 0 0,-1 1 1 0 0,0-1-1 0 0,-1 1 1 0 0,1-1-1 0 0,-3-9 1 0 0,1 10 2 0 0,0-1 0 0 0,-1 0 1 0 0,0 1-1 0 0,0-1 0 0 0,0 1 0 0 0,0 0 1 0 0,-1 0-1 0 0,0 1 0 0 0,0-1 0 0 0,0 1 1 0 0,-1-1-1 0 0,1 1 0 0 0,-1 1 0 0 0,0-1 1 0 0,-7-3-1 0 0,-7-4-3 0 0,-1 2 0 0 0,0 0 0 0 0,0 1 0 0 0,-1 1 0 0 0,1 1 0 0 0,-2 1 0 0 0,1 1 0 0 0,0 1 0 0 0,-1 0 0 0 0,-29 2 0 0 0,8 2-13 0 0,0 2 0 0 0,0 1 0 0 0,1 3 0 0 0,-58 16 0 0 0,62-12-13 0 0,0 1 1 0 0,1 1-1 0 0,0 3 1 0 0,1 0-1 0 0,1 3 0 0 0,1 1 1 0 0,0 1-1 0 0,2 2 1 0 0,-39 34-1 0 0,59-45 12 0 0,1 0-1 0 0,0 0 0 0 0,1 1 0 0 0,0 0 1 0 0,1 1-1 0 0,0 0 0 0 0,1 1 0 0 0,-11 29 0 0 0,17-39 10 0 0,0 1 0 0 0,1-1-1 0 0,-1 1 1 0 0,1-1 0 0 0,1 1-1 0 0,-1 0 1 0 0,1-1 0 0 0,0 1 0 0 0,0 0-1 0 0,0-1 1 0 0,1 1 0 0 0,0 0-1 0 0,0-1 1 0 0,1 1 0 0 0,-1-1-1 0 0,1 0 1 0 0,1 1 0 0 0,-1-1-1 0 0,1 0 1 0 0,-1 0 0 0 0,1 0-1 0 0,1-1 1 0 0,-1 1 0 0 0,1-1-1 0 0,-1 0 1 0 0,1 0 0 0 0,1 0-1 0 0,8 7 1 0 0,-2-4 30 0 0,1 0 1 0 0,-1 0-1 0 0,2-1 1 0 0,-1 0-1 0 0,0-1 1 0 0,1-1-1 0 0,22 6 0 0 0,-13-6 8 0 0,1-1-1 0 0,-1-1 1 0 0,1-1-1 0 0,23-2 1 0 0,6-4 60 0 0,-1-2 0 0 0,1-3 0 0 0,60-19 0 0 0,-62 14-34 0 0,-1-2 0 0 0,-1-2 0 0 0,48-27 0 0 0,-72 33 34 0 0,-1-1-1 0 0,-1-2 1 0 0,0 0 0 0 0,-1-1 0 0 0,-1 0 0 0 0,-1-2 0 0 0,29-35 0 0 0,-43 47-49 0 0,0 0 1 0 0,-1 0 0 0 0,0 0 0 0 0,0 0 0 0 0,-1-1 0 0 0,1 1 0 0 0,-2-1-1 0 0,1 0 1 0 0,-1 0 0 0 0,0 0 0 0 0,-1 0 0 0 0,0 0 0 0 0,0-1 0 0 0,-1 1-1 0 0,0 0 1 0 0,0 0 0 0 0,-1-1 0 0 0,0 1 0 0 0,-1 0 0 0 0,1 0 0 0 0,-2 0 0 0 0,1 0-1 0 0,-1 0 1 0 0,0 1 0 0 0,-1-1 0 0 0,1 1 0 0 0,-2 0 0 0 0,1 0 0 0 0,-1 0-1 0 0,0 1 1 0 0,0-1 0 0 0,-1 1 0 0 0,0 0 0 0 0,0 1 0 0 0,0 0 0 0 0,-1 0-1 0 0,-11-7 1 0 0,-1 1-33 0 0,1 2-1 0 0,-2 0 1 0 0,1 1-1 0 0,-1 1 1 0 0,0 1-1 0 0,-1 0 1 0 0,-29-3-1 0 0,20 6-20 0 0,-1 1 0 0 0,1 1 0 0 0,-1 2-1 0 0,1 1 1 0 0,-31 6 0 0 0,9 2-53 0 0,0 2 1 0 0,1 2-1 0 0,-97 42 0 0 0,110-37 26 0 0,1 0 0 0 0,1 3 1 0 0,1 1-1 0 0,1 1 0 0 0,-47 44 0 0 0,74-62 14 0 0,0 1 0 0 0,0 1 1 0 0,0-1-1 0 0,1 1 0 0 0,0 0 0 0 0,1 0 1 0 0,0 1-1 0 0,0 0 0 0 0,-6 17 0 0 0,10-22 12 0 0,0 0-1 0 0,0 0 1 0 0,1 0 0 0 0,-1 1-1 0 0,1-1 1 0 0,0 0-1 0 0,1 0 1 0 0,-1 0-1 0 0,1 0 1 0 0,-1 0-1 0 0,1 0 1 0 0,0 0-1 0 0,1 0 1 0 0,-1 0 0 0 0,1 0-1 0 0,-1 0 1 0 0,1-1-1 0 0,0 1 1 0 0,1 0-1 0 0,-1-1 1 0 0,1 0-1 0 0,-1 0 1 0 0,1 0 0 0 0,0 0-1 0 0,6 5 1 0 0,2 0 29 0 0,0 0 1 0 0,1 0-1 0 0,0-1 1 0 0,1 0 0 0 0,-1-1-1 0 0,25 8 1 0 0,-6-4 49 0 0,1-2-1 0 0,36 5 1 0 0,-14-7 75 0 0,1-1 1 0 0,106-6-1 0 0,121-35 280 0 0,-27-17-235 0 0,-197 38-91 0 0,-1-3 1 0 0,81-38-1 0 0,-118 46-39 0 0,-1 0 0 0 0,0-2 0 0 0,0 0 0 0 0,-1-2 0 0 0,0 0 0 0 0,-2 0 0 0 0,21-24 1 0 0,-34 35-1 0 0,0 1 0 0 0,-1-2 0 0 0,0 1 1 0 0,0 0-1 0 0,0 0 0 0 0,0-1 0 0 0,0 1 1 0 0,0-1-1 0 0,-1 1 0 0 0,0-1 0 0 0,0 0 1 0 0,0 0-1 0 0,0 1 0 0 0,0-1 0 0 0,-1 0 1 0 0,0 0-1 0 0,0 0 0 0 0,0-4 0 0 0,-1 4-21 0 0,-1 0 0 0 0,1 0-1 0 0,-1 1 1 0 0,0-1 0 0 0,0 0-1 0 0,0 1 1 0 0,-1-1 0 0 0,1 1-1 0 0,-1 0 1 0 0,0 0 0 0 0,0 0-1 0 0,0 0 1 0 0,0 0 0 0 0,0 1-1 0 0,-1-1 1 0 0,1 1 0 0 0,-1 0-1 0 0,-4-2 1 0 0,-12-6-24 0 0,-2 0 0 0 0,1 1 0 0 0,-1 2 0 0 0,0 0 1 0 0,0 1-1 0 0,-38-4 0 0 0,25 6-27 0 0,1 2 1 0 0,-1 1-1 0 0,0 2 1 0 0,-38 5-1 0 0,26 2-17 0 0,1 3 0 0 0,0 1 0 0 0,0 3 0 0 0,2 1 0 0 0,-1 2 0 0 0,2 2 0 0 0,1 2 0 0 0,-49 34 0 0 0,69-40-18 0 0,0 1-1 0 0,-20 21 1 0 0,35-32 10 0 0,1 1 0 0 0,1 0 0 0 0,-1 0 0 0 0,1 0 1 0 0,1 1-1 0 0,-1 0 0 0 0,1 0 0 0 0,0 0 0 0 0,-3 12 0 0 0,6-17 20 0 0,0 1 0 0 0,0-1 1 0 0,1 0-1 0 0,-1 1 0 0 0,1-1 0 0 0,0 1 0 0 0,0-1 0 0 0,0 0 1 0 0,0 1-1 0 0,0-1 0 0 0,1 1 0 0 0,0-1 0 0 0,0 0 0 0 0,0 1 1 0 0,0-1-1 0 0,2 4 0 0 0,0-2 18 0 0,0-1 0 0 0,0 0 0 0 0,0 0 0 0 0,1-1 0 0 0,-1 1 0 0 0,1-1 0 0 0,0 0 0 0 0,0 0 0 0 0,0 0 0 0 0,0 0 0 0 0,8 3 0 0 0,7 2 51 0 0,0-1 0 0 0,0 0-1 0 0,0-2 1 0 0,33 6 0 0 0,88 6 152 0 0,-85-14-151 0 0,1-3 1 0 0,-1-3 0 0 0,0-1 0 0 0,90-20-1 0 0,-48 4 49 0 0,175-60-1 0 0,-225 60-65 0 0,-1-2 1 0 0,-1-2-1 0 0,73-50 0 0 0,-113 70-43 0 0,13-8 34 0 0,31-27 0 0 0,-46 35-4 0 0,1 1 0 0 0,-1-1-1 0 0,1 0 1 0 0,-1 0 0 0 0,0-1-1 0 0,-1 1 1 0 0,1 0-1 0 0,-1-1 1 0 0,0 0 0 0 0,0 1-1 0 0,0-1 1 0 0,1-6 0 0 0,-3 9-22 0 0,0 0 1 0 0,1 0 0 0 0,-1 0-1 0 0,0 0 1 0 0,0 0 0 0 0,0 0-1 0 0,0 0 1 0 0,-1 0 0 0 0,1 0-1 0 0,0 0 1 0 0,-1 0 0 0 0,0 0-1 0 0,1 1 1 0 0,-1-1 0 0 0,0 0-1 0 0,0 0 1 0 0,0 0 0 0 0,0 1-1 0 0,0-1 1 0 0,0 1 0 0 0,0-1-1 0 0,-1 1 1 0 0,1-1 0 0 0,-1 1-1 0 0,1 0 1 0 0,-2-2 0 0 0,-4 0-28 0 0,1-1 1 0 0,-1 1-1 0 0,0 0 1 0 0,0 0 0 0 0,-11-3-1 0 0,3 3-4 0 0,0-1 0 0 0,0 2 0 0 0,-1 0 0 0 0,1 1 0 0 0,-1 0 0 0 0,-16 2-1 0 0,-83 15-5 0 0,105-14 23 0 0,-38 8-6 0 0,0 2 1 0 0,1 2 0 0 0,0 2 0 0 0,-75 38-1 0 0,80-33-7 0 0,1 2 0 0 0,1 2 0 0 0,1 1 0 0 0,-52 46 0 0 0,85-67 6 0 0,1 1 0 0 0,0-1 0 0 0,0 1 0 0 0,0 0-1 0 0,0 0 1 0 0,1 0 0 0 0,0 1 0 0 0,0-1 0 0 0,1 1 0 0 0,0 0-1 0 0,0 0 1 0 0,0 1 0 0 0,1-1 0 0 0,0 0 0 0 0,1 1 0 0 0,0-1-1 0 0,0 1 1 0 0,0 15 0 0 0,1-20 9 0 0,1 0 0 0 0,-1 0-1 0 0,1 0 1 0 0,-1 0 0 0 0,1 0 0 0 0,0-1 0 0 0,0 1 0 0 0,0 0-1 0 0,0 0 1 0 0,1-1 0 0 0,-1 1 0 0 0,1-1 0 0 0,0 1-1 0 0,0-1 1 0 0,-1 1 0 0 0,1-1 0 0 0,1 0 0 0 0,-1 0-1 0 0,0 0 1 0 0,0 0 0 0 0,1-1 0 0 0,-1 1 0 0 0,5 1 0 0 0,3 2 9 0 0,0-2 1 0 0,-1 0-1 0 0,2 0 1 0 0,-1 0-1 0 0,13 0 1 0 0,4 0 20 0 0,1-1 0 0 0,0-1-1 0 0,-1-1 1 0 0,1-2 0 0 0,43-8 0 0 0,-11-3 40 0 0,83-28 1 0 0,-103 26-62 0 0,0-1 1 0 0,-2-2 0 0 0,0-2-1 0 0,-1-1 1 0 0,-1-2 0 0 0,-1-2-1 0 0,51-45 1 0 0,-74 58 19 0 0,0 1 1 0 0,-1-2-1 0 0,0 1 1 0 0,-1-1-1 0 0,0-1 0 0 0,13-26 1 0 0,-21 37-23 0 0,0-1 0 0 0,-1 1 0 0 0,0 0 0 0 0,1-1 0 0 0,-1 1-1 0 0,-1-1 1 0 0,1 1 0 0 0,0-1 0 0 0,-1 0 0 0 0,0 1 0 0 0,0-1 0 0 0,0 1 0 0 0,0-1 0 0 0,0 0 0 0 0,-1 1 0 0 0,0-1 0 0 0,1 1 0 0 0,-2-1 0 0 0,1 1 0 0 0,0-1 0 0 0,0 1 0 0 0,-1 0 0 0 0,0 0-1 0 0,0 0 1 0 0,0 0 0 0 0,0 0 0 0 0,0 0 0 0 0,0 0 0 0 0,-1 1 0 0 0,0-1 0 0 0,1 1 0 0 0,-1-1 0 0 0,0 1 0 0 0,0 0 0 0 0,0 0 0 0 0,0 1 0 0 0,-1-1 0 0 0,-2-1 0 0 0,-12-4-35 0 0,0 0 0 0 0,0 2 1 0 0,0 0-1 0 0,-1 1 0 0 0,1 0 1 0 0,-1 2-1 0 0,0 0 0 0 0,0 2 0 0 0,0 0 1 0 0,0 0-1 0 0,-22 5 0 0 0,-9 3 20 0 0,0 2 1 0 0,1 2-1 0 0,-52 20 0 0 0,59-16-5 0 0,0 2 0 0 0,1 1 0 0 0,1 2 0 0 0,2 2 1 0 0,0 1-1 0 0,1 2 0 0 0,-40 37 0 0 0,31-16-60 0 0,43-43 64 0 0,0 0 0 0 0,0 0 0 0 0,1 0-1 0 0,-1 1 1 0 0,1-1 0 0 0,0 1 0 0 0,0 0-1 0 0,0-1 1 0 0,-1 10 0 0 0,2-12 10 0 0,1 0 0 0 0,0 0 0 0 0,0 0 0 0 0,0 0 0 0 0,0 0 0 0 0,0 0 0 0 0,0 0 0 0 0,0 0 0 0 0,1 0 0 0 0,-1-1 1 0 0,1 1-1 0 0,0 0 0 0 0,-1 0 0 0 0,1 0 0 0 0,0-1 0 0 0,0 1 0 0 0,0 0 0 0 0,0-1 0 0 0,0 1 0 0 0,0 0 0 0 0,1-1 0 0 0,-1 0 0 0 0,1 1 0 0 0,-1-1 0 0 0,1 0 0 0 0,-1 0 0 0 0,1 0 0 0 0,-1 0 0 0 0,1 0 0 0 0,0 0 0 0 0,0 0 1 0 0,0 0-1 0 0,-1-1 0 0 0,5 2 0 0 0,6 0-7 0 0,0 1 0 0 0,0-2 1 0 0,1 0-1 0 0,17 0 0 0 0,-25-1-2 0 0,48-2-2770 0 0,79-12-1 0 0,-47 0-4382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49:56.93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220 251 1072 0 0,'-13'-2'237'0'0,"9"1"-219"0"0,0 1-1 0 0,0-1 1 0 0,0 1-1 0 0,0 0 1 0 0,0 0 0 0 0,-5 1-1 0 0,8-1-17 0 0,1 0 0 0 0,0 0 0 0 0,-1 0 0 0 0,1 0-1 0 0,-1 0 1 0 0,1 1 0 0 0,0-1 0 0 0,-1 0 0 0 0,1 0 0 0 0,-1 1 0 0 0,1-1-1 0 0,0 0 1 0 0,-1 0 0 0 0,1 1 0 0 0,0-1 0 0 0,0 0 0 0 0,-1 1 0 0 0,1-1 0 0 0,0 0-1 0 0,0 1 1 0 0,-1-1 0 0 0,1 1 0 0 0,0-1 0 0 0,0 1 0 0 0,0 0 1 0 0,0 1 1 0 0,0-1-1 0 0,0 0 1 0 0,0 0 0 0 0,0 0-1 0 0,0 1 1 0 0,1-1-1 0 0,-1 0 1 0 0,0 0-1 0 0,1 0 1 0 0,-1 0 0 0 0,1 0-1 0 0,0 2 1 0 0,6 8 1 0 0,0-1 1 0 0,1 0-1 0 0,0-1 1 0 0,1 1-1 0 0,-1-1 1 0 0,2-1 0 0 0,-1 0-1 0 0,1 0 1 0 0,0-1-1 0 0,1 0 1 0 0,0-1-1 0 0,0 0 1 0 0,22 8-1 0 0,-6-5-2 0 0,1 0 0 0 0,0-2 0 0 0,0-1 0 0 0,0-1 0 0 0,35 1-1 0 0,-27-5-2 0 0,41-3-1 0 0,33-14-16 0 0,-91 12 21 0 0,0-1-1 0 0,-1-1 1 0 0,0 0-1 0 0,0-2 1 0 0,0 0-1 0 0,-1-1 1 0 0,24-16-1 0 0,-36 21 2 0 0,0 0-1 0 0,0 0 1 0 0,0 0-1 0 0,-1-1 1 0 0,1 0 0 0 0,-1 0-1 0 0,0 0 1 0 0,-1 0-1 0 0,1-1 1 0 0,-1 0-1 0 0,0 1 1 0 0,-1-1-1 0 0,1 0 1 0 0,-1 0-1 0 0,1-7 1 0 0,-2 8-1 0 0,0 0 0 0 0,-1 0 0 0 0,1 0-1 0 0,-1 0 1 0 0,-1 0 0 0 0,1 0 0 0 0,-1 0 0 0 0,0 0 0 0 0,0 0 0 0 0,0 0 0 0 0,0 0 0 0 0,-1 1 0 0 0,0-1 0 0 0,0 0-1 0 0,0 1 1 0 0,-1 0 0 0 0,0-1 0 0 0,1 1 0 0 0,-6-5 0 0 0,1 2-1 0 0,1 1 0 0 0,-1 0 0 0 0,0 0 0 0 0,-1 1 0 0 0,0 0 0 0 0,0 0 0 0 0,-11-4 1 0 0,-7-2 3 0 0,-28-9 1 0 0,28 14 0 0 0,1 0 0 0 0,-1 1 0 0 0,-1 2 0 0 0,1 0 0 0 0,0 2 1 0 0,-1 1-1 0 0,-40 5 0 0 0,25 1 3 0 0,0 2-1 0 0,0 2 1 0 0,-75 28 0 0 0,83-24-1 0 0,1 1 1 0 0,-52 34-1 0 0,67-37-5 0 0,0 1 0 0 0,1 0 0 0 0,0 2 0 0 0,1 0 0 0 0,-21 26 0 0 0,33-37-3 0 0,1 1 1 0 0,0 0 0 0 0,0-1 0 0 0,0 1 0 0 0,1 0-1 0 0,0 0 1 0 0,0 0 0 0 0,0 1 0 0 0,0-1 0 0 0,1 1-1 0 0,0-1 1 0 0,-1 8 0 0 0,2-9 0 0 0,0 0 0 0 0,1 1 0 0 0,-1-1 0 0 0,1 1 0 0 0,0-1 0 0 0,0 0 0 0 0,0 0 0 0 0,1 1 0 0 0,-1-1 0 0 0,1 0-1 0 0,0 0 1 0 0,5 6 0 0 0,-1-2 1 0 0,1 0 0 0 0,0-1 0 0 0,0 0-1 0 0,1-1 1 0 0,0 1 0 0 0,0-1 0 0 0,1-1-1 0 0,-1 1 1 0 0,1-2 0 0 0,0 1 0 0 0,1-1-1 0 0,9 3 1 0 0,5 0 2 0 0,0-1-1 0 0,0-1 1 0 0,0-1-1 0 0,0-1 1 0 0,38-1 0 0 0,-23-3-8 0 0,0-2 0 0 0,67-13 1 0 0,-77 9 2 0 0,0-1 1 0 0,-1-2-1 0 0,0 0 1 0 0,-1-2-1 0 0,-1-1 1 0 0,42-27-1 0 0,-53 30 1 0 0,-1-1 1 0 0,0-1-1 0 0,0 0 0 0 0,-2-1 0 0 0,14-16 1 0 0,-19 20 7 0 0,-1-1 0 0 0,0 0 0 0 0,0 0 0 0 0,-1 0 0 0 0,0 0 0 0 0,-1-1 0 0 0,0 0 0 0 0,4-20 0 0 0,-6 23 2 0 0,-1 1-1 0 0,-1-1 1 0 0,1 0 0 0 0,-1 1-1 0 0,-1-1 1 0 0,1 0-1 0 0,-1 1 1 0 0,0-1-1 0 0,-1 0 1 0 0,0 1 0 0 0,0 0-1 0 0,-1-1 1 0 0,0 1-1 0 0,0 0 1 0 0,-1 0-1 0 0,0 1 1 0 0,0-1 0 0 0,0 1-1 0 0,-1 0 1 0 0,0 0-1 0 0,0 0 1 0 0,-8-6-1 0 0,4 4 4 0 0,1 2 0 0 0,-2-1 0 0 0,1 1-1 0 0,-1 1 1 0 0,0 0 0 0 0,0 0-1 0 0,-1 1 1 0 0,1 0 0 0 0,-1 1-1 0 0,0 0 1 0 0,0 0 0 0 0,0 1 0 0 0,0 1-1 0 0,-22 0 1 0 0,20 1-15 0 0,0 1 0 0 0,0 0 0 0 0,0 1 0 0 0,1 0 0 0 0,-1 1 0 0 0,0 1 1 0 0,1 0-1 0 0,0 0 0 0 0,0 2 0 0 0,0-1 0 0 0,1 1 0 0 0,-1 1 0 0 0,1 0 0 0 0,1 1 0 0 0,0 0 0 0 0,0 1 0 0 0,0-1 0 0 0,1 2 0 0 0,0 0 1 0 0,1 0-1 0 0,0 0 0 0 0,1 1 0 0 0,0 0 0 0 0,1 0 0 0 0,0 1 0 0 0,1 0 0 0 0,0 0 0 0 0,0 0 0 0 0,2 1 0 0 0,-1-1 0 0 0,2 1 1 0 0,0 0-1 0 0,-1 16 0 0 0,2-17-2 0 0,0 0 0 0 0,1 1 1 0 0,1-1-1 0 0,0 1 0 0 0,1-1 1 0 0,0 0-1 0 0,1 0 1 0 0,0 0-1 0 0,1 0 0 0 0,0 0 1 0 0,1-1-1 0 0,0 1 0 0 0,1-1 1 0 0,12 18-1 0 0,-6-16 8 0 0,1 0 1 0 0,0-2-1 0 0,1 1 1 0 0,0-2-1 0 0,0 1 1 0 0,1-2-1 0 0,1 0 1 0 0,-1-1-1 0 0,1-1 1 0 0,1 0-1 0 0,-1-1 1 0 0,1-1-1 0 0,0 0 1 0 0,0-2-1 0 0,19 3 1 0 0,-18-5 5 0 0,0 1 1 0 0,0-2 0 0 0,0 0-1 0 0,-1-1 1 0 0,1-1 0 0 0,28-7-1 0 0,-33 5-1 0 0,-1 1 0 0 0,0-2-1 0 0,0 0 1 0 0,0 0 0 0 0,-1-1-1 0 0,0-1 1 0 0,0 0 0 0 0,0 0 0 0 0,14-14-1 0 0,-18 14 38 0 0,0 0-1 0 0,-1-1 0 0 0,0 0 1 0 0,-1 1-1 0 0,0-2 0 0 0,0 1 0 0 0,0-1 1 0 0,-1 1-1 0 0,-1-1 0 0 0,1-1 1 0 0,-1 1-1 0 0,-1 0 0 0 0,0-1 1 0 0,0 1-1 0 0,-1-1 0 0 0,0 1 0 0 0,-1-1 1 0 0,0 0-1 0 0,-2-13 0 0 0,1 9 7 0 0,-2 0 0 0 0,0 1 0 0 0,-1-1-1 0 0,0 1 1 0 0,0 0 0 0 0,-2 0 0 0 0,0 0-1 0 0,0 1 1 0 0,-1 0 0 0 0,-1 0 0 0 0,0 0-1 0 0,-14-14 1 0 0,7 11-42 0 0,0 1 1 0 0,-2 1-1 0 0,0 1 0 0 0,0 0 1 0 0,-1 1-1 0 0,0 1 1 0 0,-1 1-1 0 0,-26-10 0 0 0,32 15-21 0 0,0 0 0 0 0,0 1-1 0 0,0 0 1 0 0,-1 1-1 0 0,1 1 1 0 0,-1 0-1 0 0,1 1 1 0 0,-1 0 0 0 0,1 1-1 0 0,-1 1 1 0 0,1 0-1 0 0,0 0 1 0 0,-1 1 0 0 0,1 1-1 0 0,1 1 1 0 0,-1 0-1 0 0,1 0 1 0 0,-16 10 0 0 0,17-9-6 0 0,1 1 0 0 0,0 0 0 0 0,0 1 0 0 0,1 0 0 0 0,0 0 0 0 0,1 1 0 0 0,-1 0 0 0 0,2 1 0 0 0,-1 0 0 0 0,1 0 0 0 0,1 1 0 0 0,0-1 0 0 0,0 1 0 0 0,1 1 0 0 0,1-1 0 0 0,0 1 0 0 0,0 0 0 0 0,1-1 0 0 0,-2 23 0 0 0,4-28 16 0 0,0 1 0 0 0,1 0 0 0 0,0 0 0 0 0,0 0 0 0 0,1 0 0 0 0,-1 0 0 0 0,2-1 0 0 0,-1 1 0 0 0,1 0 0 0 0,0-1-1 0 0,0 1 1 0 0,1-1 0 0 0,0 0 0 0 0,0 1 0 0 0,0-1 0 0 0,1-1 0 0 0,0 1 0 0 0,0 0 0 0 0,0-1 0 0 0,1 0 0 0 0,0 0 0 0 0,0 0-1 0 0,0-1 1 0 0,0 0 0 0 0,1 0 0 0 0,0 0 0 0 0,0-1 0 0 0,0 1 0 0 0,0-1 0 0 0,0-1 0 0 0,1 1 0 0 0,-1-1 0 0 0,1 0 0 0 0,0-1-1 0 0,-1 0 1 0 0,15 1 0 0 0,-7-1 17 0 0,0 0 1 0 0,1-1-1 0 0,-1-1 0 0 0,1-1 0 0 0,-1 0 0 0 0,0-1 0 0 0,0 0 0 0 0,0-1 0 0 0,-1 0 0 0 0,15-8 0 0 0,-20 9 6 0 0,0-1-1 0 0,-1-1 0 0 0,0 1 1 0 0,0-1-1 0 0,0 0 0 0 0,0-1 1 0 0,-1 0-1 0 0,0 0 0 0 0,0 0 1 0 0,-1-1-1 0 0,0 0 1 0 0,0 0-1 0 0,0 0 0 0 0,-1 0 1 0 0,0-1-1 0 0,0 0 0 0 0,-1 0 1 0 0,0 0-1 0 0,2-8 0 0 0,-4 9 1 0 0,1-1 0 0 0,-1 1 0 0 0,0 0-1 0 0,-1 0 1 0 0,0-1 0 0 0,0 1 0 0 0,-1 0 0 0 0,0-1-1 0 0,0 1 1 0 0,0 0 0 0 0,-1 0 0 0 0,0 0 0 0 0,-1 0-1 0 0,-3-8 1 0 0,1 7-12 0 0,0-1 0 0 0,-1 1 0 0 0,0 0 0 0 0,0 0 0 0 0,0 1 0 0 0,-1 0 0 0 0,-1 0 0 0 0,1 1 1 0 0,-14-10-1 0 0,6 7-32 0 0,-1 0 0 0 0,1 1 0 0 0,-2 1 1 0 0,1 0-1 0 0,-1 1 0 0 0,1 1 1 0 0,-1 1-1 0 0,-1 0 0 0 0,1 1 0 0 0,-1 1 1 0 0,-27 0-1 0 0,26 3 2 0 0,1 1-1 0 0,-1 1 1 0 0,0 0 0 0 0,1 2 0 0 0,0 0-1 0 0,0 0 1 0 0,1 2 0 0 0,-1 0-1 0 0,-30 19 1 0 0,38-20 8 0 0,0 1 0 0 0,1 0 0 0 0,0 0 0 0 0,1 0 0 0 0,0 1 0 0 0,0 1 0 0 0,0-1 0 0 0,1 1 0 0 0,0 1 0 0 0,1-1 0 0 0,0 1 0 0 0,1 0 0 0 0,0 0 0 0 0,0 1 0 0 0,1-1 0 0 0,0 1 0 0 0,-3 17 0 0 0,6-21 5 0 0,0 1-1 0 0,1-1 1 0 0,-1 1-1 0 0,1 0 1 0 0,1-1-1 0 0,-1 1 1 0 0,1-1-1 0 0,1 1 1 0 0,-1-1-1 0 0,1 1 1 0 0,1-1-1 0 0,-1 0 1 0 0,1 0-1 0 0,0 0 0 0 0,1 0 1 0 0,0 0-1 0 0,0-1 1 0 0,0 0-1 0 0,8 8 1 0 0,-3-5 12 0 0,0-1 0 0 0,0 0-1 0 0,1 0 1 0 0,1-1 0 0 0,-1 0 0 0 0,1-1 0 0 0,0 0 0 0 0,1-1 0 0 0,-1 0 0 0 0,1-1-1 0 0,16 4 1 0 0,-4-3 11 0 0,-1-1-1 0 0,1-1 1 0 0,-1-1-1 0 0,1-1 0 0 0,0-2 1 0 0,-1 0-1 0 0,1-1 0 0 0,-1-1 1 0 0,1-2-1 0 0,24-7 1 0 0,-36 8 6 0 0,-1-1 1 0 0,1-1 0 0 0,-1 1 0 0 0,0-2 0 0 0,-1 1 0 0 0,1-2-1 0 0,-1 1 1 0 0,-1-2 0 0 0,1 1 0 0 0,11-15 0 0 0,-17 19 5 0 0,-1-1 1 0 0,0 1-1 0 0,0-1 1 0 0,0 0-1 0 0,0 0 1 0 0,-1 0-1 0 0,0 0 1 0 0,0 0-1 0 0,0-1 1 0 0,-1 1 0 0 0,0-1-1 0 0,0 1 1 0 0,0-1-1 0 0,-1 1 1 0 0,1-1-1 0 0,-1 1 1 0 0,-1-1-1 0 0,1 0 1 0 0,-1 1-1 0 0,0-1 1 0 0,0 1-1 0 0,-1-1 1 0 0,1 1-1 0 0,-1 0 1 0 0,-4-7-1 0 0,1 2-30 0 0,-2 0-1 0 0,1 1 0 0 0,-1-1 1 0 0,-1 2-1 0 0,1-1 0 0 0,-1 1 1 0 0,-1 0-1 0 0,0 1 0 0 0,0 0 1 0 0,0 0-1 0 0,-1 1 0 0 0,0 1 1 0 0,0-1-1 0 0,0 1 0 0 0,-1 1 1 0 0,0 0-1 0 0,0 1 0 0 0,-15-3 1 0 0,9 2-31 0 0,0 1-1 0 0,0 1 1 0 0,0 1 0 0 0,-1 0 0 0 0,1 2 0 0 0,0 0 0 0 0,0 0-1 0 0,-1 2 1 0 0,1 0 0 0 0,1 1 0 0 0,-27 10 0 0 0,35-11 17 0 0,-1 1 1 0 0,1 0-1 0 0,1 0 0 0 0,-1 1 1 0 0,1 0-1 0 0,-1 1 1 0 0,2 0-1 0 0,-1 0 1 0 0,1 0-1 0 0,-1 1 1 0 0,-8 12-1 0 0,13-14 0 0 0,-1-1 1 0 0,1 1-1 0 0,0 0 1 0 0,0-1-1 0 0,0 1 1 0 0,0 0-1 0 0,1 0 1 0 0,0 0-1 0 0,0 0 1 0 0,1 1-1 0 0,-1-1 1 0 0,1 0-1 0 0,0 0 1 0 0,0 0-1 0 0,1 0 1 0 0,0 1-1 0 0,-1-1 1 0 0,4 7-1 0 0,-3-8 13 0 0,0 1-1 0 0,0-1 1 0 0,1 1 0 0 0,0-1-1 0 0,0 1 1 0 0,0-1-1 0 0,1 0 1 0 0,-1 0-1 0 0,1 0 1 0 0,0 0-1 0 0,0-1 1 0 0,0 1-1 0 0,8 5 1 0 0,-2-2 11 0 0,1 0-1 0 0,0-1 1 0 0,19 8 0 0 0,-15-7-4 0 0,8 2 10 0 0,0-1 0 0 0,1-1 0 0 0,1-1-1 0 0,-1-1 1 0 0,1-1 0 0 0,0-1 0 0 0,0-1 0 0 0,0-1 0 0 0,45-4 0 0 0,-47 2 10 0 0,-1-2 1 0 0,1 0 0 0 0,20-7 0 0 0,-34 7 7 0 0,1 1-1 0 0,-1-1 1 0 0,0-1-1 0 0,-1 0 1 0 0,1 0 0 0 0,-1 0-1 0 0,1-1 1 0 0,-1 0-1 0 0,-1-1 1 0 0,8-6-1 0 0,-12 10-1 0 0,-1 0 0 0 0,1 0-1 0 0,0 0 1 0 0,0 0-1 0 0,-1-1 1 0 0,0 1-1 0 0,1-1 1 0 0,-1 1-1 0 0,0-1 1 0 0,0 0-1 0 0,0 1 1 0 0,-1-1 0 0 0,1 0-1 0 0,0 0 1 0 0,-1 0-1 0 0,0 1 1 0 0,0-1-1 0 0,0 0 1 0 0,0 0-1 0 0,0 0 1 0 0,-1 0-1 0 0,1 1 1 0 0,-1-1-1 0 0,1 0 1 0 0,-1 1 0 0 0,0-1-1 0 0,0 0 1 0 0,-1 1-1 0 0,1-1 1 0 0,0 1-1 0 0,-3-3 1 0 0,-2-4 5 0 0,0 1 1 0 0,-1 1-1 0 0,0-1 1 0 0,-1 1-1 0 0,1 0 0 0 0,-1 1 1 0 0,-12-8-1 0 0,4 4-29 0 0,0 0 0 0 0,-1 2-1 0 0,0 0 1 0 0,-1 0 0 0 0,-23-5-1 0 0,10 5-43 0 0,0 2-1 0 0,-41-3 1 0 0,41 8 7 0 0,1 0-1 0 0,-1 3 1 0 0,0 0 0 0 0,1 2 0 0 0,0 1-1 0 0,0 1 1 0 0,0 2 0 0 0,-32 12 0 0 0,57-17 18 0 0,-1-1 1 0 0,1 1-1 0 0,-1-1 1 0 0,1 1-1 0 0,0 1 1 0 0,0-1-1 0 0,-6 7 1 0 0,10-10 7 0 0,1 0 1 0 0,0 0 0 0 0,0 0 0 0 0,0 1-1 0 0,0-1 1 0 0,0 0 0 0 0,0 0 0 0 0,-1 0-1 0 0,1 0 1 0 0,0 0 0 0 0,0 1 0 0 0,0-1-1 0 0,0 0 1 0 0,0 0 0 0 0,0 0 0 0 0,0 0-1 0 0,0 1 1 0 0,0-1 0 0 0,0 0-1 0 0,0 0 1 0 0,0 0 0 0 0,0 1 0 0 0,0-1-1 0 0,0 0 1 0 0,0 0 0 0 0,0 0 0 0 0,0 1-1 0 0,0-1 1 0 0,0 0 0 0 0,0 0 0 0 0,0 0-1 0 0,0 0 1 0 0,0 1 0 0 0,1-1 0 0 0,-1 0-1 0 0,0 0 1 0 0,0 0 0 0 0,0 0 0 0 0,0 0-1 0 0,0 1 1 0 0,0-1 0 0 0,1 0-1 0 0,-1 0 1 0 0,0 0 0 0 0,0 0 0 0 0,0 0-1 0 0,0 0 1 0 0,1 0 0 0 0,-1 0 0 0 0,0 0-1 0 0,0 1 1 0 0,0-1 0 0 0,0 0 0 0 0,1 0-1 0 0,-1 0 1 0 0,17 4-47 0 0,-17-4 47 0 0,174 13 184 0 0,-26-3-157 0 0,-118-6-27 0 0,179 18-45 0 0,-33-10 32 0 0,336 10 275 0 0,722-8-483 0 0,-409-47-3 0 0,-641 14 377 0 0,119-13 194 0 0,-258 27-321 0 0,-16 1 144 0 0,-37-4 291 0 0,-21 1-530 0 0,-332-18-612 0 0,280 22 490 0 0,-486 9-1710 0 0,-2 29 598 0 0,136-6 1234 0 0,-4-7 110 0 0,-224-5-16 0 0,371-15 83 0 0,230 2-109 0 0,45-2-43 0 0,31 1 19 0 0,0-2 21 0 0,400 25 31 0 0,3-31 79 0 0,-178 0-73 0 0,801 15-61 0 0,-833-5 2 0 0,459 7-109 0 0,-5-39 114 0 0,-392 1 113 0 0,-213 19-19 0 0,-43 3 299 0 0,-20-2-74 0 0,-26-3-50 0 0,29 8-255 0 0,-516-85 162 0 0,462 79-153 0 0,-194-20-98 0 0,-320 8 0 0 0,-32 32-76 0 0,150-1 21 0 0,-448-16 273 0 0,705-8-71 0 0,-39-1 107 0 0,-45 13 201 0 0,224 3-282 0 0,43 1-164 0 0,14 0-1 0 0,26 4-2 0 0,17 0 253 0 0,1-2 1 0 0,72 1-1 0 0,-42-3 19 0 0,180 7 498 0 0,58-8 194 0 0,852-1 65 0 0,-307-14-915 0 0,-513 5-91 0 0,732-27-252 0 0,-817 28 150 0 0,-241 8 137 0 0,-19-1 7 0 0,-5 1-4 0 0,-40 1-53 0 0,-268-1-150 0 0,-321 3-146 0 0,33 2-46 0 0,351-6 286 0 0,-24 1-14 0 0,-329 5-172 0 0,188 13-44 0 0,-18 1 278 0 0,216-20 312 0 0,167-1-103 0 0,0-2 0 0 0,0-2-1 0 0,-63-14 1 0 0,31 0 452 0 0,78 17-446 0 0,-1 0 0 0 0,0 0 1 0 0,1-1-1 0 0,-1 0 0 0 0,1 1 0 0 0,-1-1 1 0 0,-2-3-1 0 0,6 5-109 0 0,0 0 0 0 0,0 0 0 0 0,0 0 0 0 0,0 0-1 0 0,1 0 1 0 0,-1 0 0 0 0,0 0 0 0 0,0 0 0 0 0,0 0 0 0 0,0 0 0 0 0,0 0 0 0 0,0 0 0 0 0,1 0 0 0 0,-1 0 0 0 0,0 0 0 0 0,0-1 0 0 0,0 1-1 0 0,0 0 1 0 0,0 0 0 0 0,0 0 0 0 0,0 0 0 0 0,0 0 0 0 0,1 0 0 0 0,-1 0 0 0 0,0-1 0 0 0,0 1 0 0 0,0 0 0 0 0,0 0 0 0 0,0 0 0 0 0,0 0-1 0 0,0 0 1 0 0,0-1 0 0 0,0 1 0 0 0,0 0 0 0 0,0 0 0 0 0,0 0 0 0 0,0 0 0 0 0,0 0 0 0 0,0-1 0 0 0,0 1 0 0 0,0 0 0 0 0,0 0 0 0 0,0 0-1 0 0,0 0 1 0 0,0 0 0 0 0,-1-1 0 0 0,1 1 0 0 0,0 0 0 0 0,0 0 0 0 0,0 0 0 0 0,0 0 0 0 0,0 0 0 0 0,0 0 0 0 0,0 0 0 0 0,0-1 0 0 0,-1 1-1 0 0,1 0 1 0 0,0 0 0 0 0,0 0 0 0 0,0 0 0 0 0,0 0 0 0 0,0 0 0 0 0,0 0 0 0 0,-1 0 0 0 0,1 0 0 0 0,0 0 0 0 0,10-3 6 0 0,-1 1 1 0 0,1 1 0 0 0,0 0 0 0 0,0 0-1 0 0,-1 1 1 0 0,20 1 0 0 0,4 0 16 0 0,73 3 55 0 0,137 4 282 0 0,-233-8-354 0 0,572 15 684 0 0,-327 0-581 0 0,780 38 19 0 0,-3-50-88 0 0,-879-7-37 0 0,219-15-47 0 0,-345 14-46 0 0,-22 3 176 0 0,-7 1-50 0 0,-11 0-14 0 0,11 1-23 0 0,-36-1-75 0 0,0 2 0 0 0,-72 11 1 0 0,-78 27 95 0 0,173-36-38 0 0,1 1 0 0 0,-1 1 0 0 0,1 0-1 0 0,0 1 1 0 0,-13 8 0 0 0,19-10-2 0 0,1 1 0 0 0,0 0-1 0 0,1 0 1 0 0,-1 1 0 0 0,1 0 0 0 0,0 0-1 0 0,0 0 1 0 0,1 1 0 0 0,0 0 0 0 0,-5 8-1 0 0,9-14 6 0 0,1 0 0 0 0,-1-1 0 0 0,1 1 0 0 0,-1 0-1 0 0,1-1 1 0 0,0 1 0 0 0,-1 0 0 0 0,1-1 0 0 0,0 1-1 0 0,-1 0 1 0 0,1 0 0 0 0,0 0 0 0 0,0-1 0 0 0,0 1 0 0 0,0 0-1 0 0,0 0 1 0 0,0 0 0 0 0,0-1 0 0 0,0 1 0 0 0,0 0-1 0 0,0 0 1 0 0,0 0 0 0 0,0-1 0 0 0,1 1 0 0 0,-1 0-1 0 0,0 0 1 0 0,1-1 0 0 0,-1 1 0 0 0,0 0 0 0 0,1 0 0 0 0,-1-1-1 0 0,1 1 1 0 0,-1-1 0 0 0,1 1 0 0 0,0 0 0 0 0,-1-1-1 0 0,1 1 1 0 0,-1-1 0 0 0,1 1 0 0 0,0-1 0 0 0,-1 0 0 0 0,1 1-1 0 0,0-1 1 0 0,0 0 0 0 0,-1 1 0 0 0,1-1 0 0 0,0 0-1 0 0,0 0 1 0 0,0 0 0 0 0,-1 1 0 0 0,1-1 0 0 0,1 0-1 0 0,7 1 24 0 0,0 0 0 0 0,0-1 0 0 0,17-1-1 0 0,-18 0-34 0 0,99-10-76 0 0,162-39 0 0 0,-240 44 152 0 0,-29 6-47 0 0,1 0 0 0 0,-1 0 0 0 0,0 0 0 0 0,1-1 1 0 0,-1 1-1 0 0,0 0 0 0 0,1 0 0 0 0,-1 0 1 0 0,1 0-1 0 0,-1 0 0 0 0,0 0 0 0 0,1 0 0 0 0,-1-1 1 0 0,0 1-1 0 0,1 0 0 0 0,-1 0 0 0 0,0 0 0 0 0,0-1 1 0 0,1 1-1 0 0,-1 0 0 0 0,0 0 0 0 0,0-1 0 0 0,1 1 1 0 0,-1 0-1 0 0,0-1 0 0 0,0 1 0 0 0,0 0 0 0 0,1-1 1 0 0,-1 1-1 0 0,0-1 0 0 0,-7-8 165 0 0,-21-6-101 0 0,9 10-87 0 0,0 1 0 0 0,0 2-1 0 0,-1-1 1 0 0,1 2 0 0 0,-1 1 0 0 0,0 0 0 0 0,-21 4-1 0 0,5-1 12 0 0,69-7-96 0 0,0-1 0 0 0,-1-1 0 0 0,0-1-1 0 0,37-15 1 0 0,-51 16-1871 0 0,-1-2-1 0 0,28-15 0 0 0,-29 11 233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0:06.95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8 288 944 0 0,'-7'-20'3866'0'0,"21"14"-3206"0"0,0 2 0 0 0,0-1 0 0 0,1 2 0 0 0,0 0 1 0 0,-1 1-1 0 0,19-1 0 0 0,-3 0-180 0 0,48-6 372 0 0,-7 3-79 0 0,100 5-1 0 0,70 19-171 0 0,-29-1-471 0 0,734 2 712 0 0,-888-21-564 0 0,1-2 1 0 0,83-17-1 0 0,-141 21-267 0 0,32-12 513 0 0,-32 12-497 0 0,0 0-1 0 0,0 0 1 0 0,-1 0 0 0 0,1-1 0 0 0,0 1 0 0 0,-1 0-1 0 0,1-1 1 0 0,0 1 0 0 0,-1-1 0 0 0,1 1-1 0 0,-1-1 1 0 0,1 1 0 0 0,0-1 0 0 0,-1 1 0 0 0,1-1-1 0 0,-1 1 1 0 0,0-1 0 0 0,1 0 0 0 0,-1 1 0 0 0,1-1-1 0 0,-1 0 1 0 0,0 1 0 0 0,0-1 0 0 0,1 0 0 0 0,-1 0-1 0 0,0 1 1 0 0,0-1 0 0 0,0 0 0 0 0,0 0 0 0 0,0 1-1 0 0,0-1 1 0 0,0 0 0 0 0,0 0 0 0 0,0 0 0 0 0,0 1-1 0 0,0-1 1 0 0,0 0 0 0 0,-1 1 0 0 0,1-1-1 0 0,0 0 1 0 0,-1 0 0 0 0,1 1 0 0 0,-1-2 0 0 0,-2-2-20 0 0,-1 1 1 0 0,1-1-1 0 0,-1 1 0 0 0,0 0 1 0 0,0 1-1 0 0,0-1 1 0 0,0 0-1 0 0,0 1 1 0 0,0 0-1 0 0,-5-2 0 0 0,-51-14 113 0 0,45 14-111 0 0,-76-19-75 0 0,-1 5-1 0 0,-102-7 1 0 0,-191 8 325 0 0,34 22 10 0 0,-172 44 106 0 0,521-46-482 0 0,9 0 86 0 0,19 5 20 0 0,226 30-188 0 0,6-21 19 0 0,-102-12 234 0 0,-1-8 0 0 0,201-27 0 0 0,-326 26 37 0 0,0-2 0 0 0,-1 0-1 0 0,40-15 1 0 0,-66 20-70 0 0,-1 0 0 0 0,1 0 1 0 0,-1 0-1 0 0,0 0 0 0 0,0-1 0 0 0,0 1 0 0 0,1-1 1 0 0,-1 1-1 0 0,-1-1 0 0 0,4-3 0 0 0,-5 5-26 0 0,1-1 1 0 0,-1 1-1 0 0,0-1 0 0 0,0 1 0 0 0,1-1 0 0 0,-1 1 1 0 0,0-1-1 0 0,0 1 0 0 0,0-1 0 0 0,0 1 0 0 0,0-1 1 0 0,0 1-1 0 0,1-1 0 0 0,-1 0 0 0 0,0 1 0 0 0,-1-1 0 0 0,1 1 1 0 0,0-1-1 0 0,0 1 0 0 0,0-1 0 0 0,0 0 0 0 0,0 1 1 0 0,-1-1-1 0 0,1 1 0 0 0,0-1 0 0 0,0 1 0 0 0,-1-1 0 0 0,1 0 1 0 0,-4-2-5 0 0,1 0 0 0 0,0 0 1 0 0,-1 1-1 0 0,0-1 0 0 0,0 1 0 0 0,1 0 1 0 0,-1 0-1 0 0,-1 0 0 0 0,-4-2 1 0 0,-39-12 21 0 0,0 2 1 0 0,-1 2-1 0 0,-1 2 1 0 0,1 2-1 0 0,-1 2 1 0 0,-60 2-1 0 0,-20 6 82 0 0,-153 24-1 0 0,20 18 101 0 0,250-41-201 0 0,-38 13-20 0 0,48-15 9 0 0,0 0 0 0 0,1 0 0 0 0,-1 1 0 0 0,0-1 0 0 0,1 1 0 0 0,-1 0 0 0 0,1 0 0 0 0,0 0 0 0 0,0 0 0 0 0,-1 0 0 0 0,1 0 0 0 0,1 1 0 0 0,-3 2 0 0 0,3-4 5 0 0,1 0 0 0 0,0-1 1 0 0,-1 1-1 0 0,1 0 0 0 0,0-1 0 0 0,0 1 1 0 0,0 0-1 0 0,-1 0 0 0 0,1-1 0 0 0,0 1 1 0 0,0 0-1 0 0,0 0 0 0 0,0-1 1 0 0,0 1-1 0 0,0 0 0 0 0,1 0 0 0 0,-1-1 1 0 0,0 1-1 0 0,0 0 0 0 0,0-1 1 0 0,1 1-1 0 0,-1 0 0 0 0,0-1 0 0 0,1 1 1 0 0,-1 0-1 0 0,1-1 0 0 0,-1 1 1 0 0,0-1-1 0 0,1 1 0 0 0,0 0 0 0 0,-1-1 1 0 0,1 1-1 0 0,-1-1 0 0 0,1 0 1 0 0,-1 1-1 0 0,1-1 0 0 0,1 1 0 0 0,18 10-4 0 0,0 0-1 0 0,0-2 0 0 0,1 0 1 0 0,1-2-1 0 0,31 8 0 0 0,20 0-83 0 0,1-3 1 0 0,1-3-1 0 0,80-1 0 0 0,-43-9 258 0 0,164-22 1 0 0,-235 17-13 0 0,0-1 0 0 0,75-24 1 0 0,-108 28-86 0 0,25-11 293 0 0,-32 13-340 0 0,0 0 0 0 0,0 0 0 0 0,0 1 1 0 0,0-1-1 0 0,0 0 0 0 0,0 0 1 0 0,0 0-1 0 0,0 0 0 0 0,0 0 0 0 0,0 0 1 0 0,-1 0-1 0 0,1 0 0 0 0,0 0 1 0 0,-1 0-1 0 0,1-1 0 0 0,-1 1 1 0 0,0 0-1 0 0,1 0 0 0 0,-1 0 0 0 0,0-1 1 0 0,1-2-1 0 0,-1 4-18 0 0,-1-1-1 0 0,1 0 1 0 0,0 0-1 0 0,0 0 1 0 0,0 0 0 0 0,-1 1-1 0 0,1-1 1 0 0,0 0-1 0 0,-1 0 1 0 0,1 1 0 0 0,-1-1-1 0 0,1 0 1 0 0,-1 1-1 0 0,1-1 1 0 0,-1 0 0 0 0,1 1-1 0 0,-1-1 1 0 0,0 1-1 0 0,1-1 1 0 0,-1 1 0 0 0,0-1-1 0 0,0 1 1 0 0,1-1-1 0 0,-1 1 1 0 0,0 0 0 0 0,0-1-1 0 0,0 1 1 0 0,1 0-1 0 0,-2 0 1 0 0,-20-8 27 0 0,0 2 0 0 0,0 1-1 0 0,-1 1 1 0 0,-44-3 0 0 0,-17 3 155 0 0,-127 12 0 0 0,-92 31-48 0 0,101 5-2887 0 0,168-30-2104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0:08.359"/>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216 439 4809 0 0,'-9'-4'1967'0'0,"-20"-8"-1493"0"0,-1 2 1 0 0,0 0 0 0 0,0 2-1 0 0,-40-5 1 0 0,53 11-462 0 0,24 4 94 0 0,31 5 13 0 0,276 41 256 0 0,-148-29-314 0 0,15-8 75 0 0,224-15-1 0 0,174-57 426 0 0,-531 54-13 0 0,55-16 1 0 0,-100 22-421 0 0,23-8 629 0 0,-25 9-712 0 0,-1-1 0 0 0,1 1 0 0 0,0 0 0 0 0,-1-1 0 0 0,1 1 0 0 0,0-1 0 0 0,-1 1 1 0 0,1-1-1 0 0,0 1 0 0 0,-1-1 0 0 0,1 1 0 0 0,-1-1 0 0 0,1 1 0 0 0,-1-1 0 0 0,1 0 0 0 0,-1 1 0 0 0,0-1 0 0 0,1 0 1 0 0,-1 0-1 0 0,0 1 0 0 0,0-1 0 0 0,1 0 0 0 0,-1 0 0 0 0,0 1 0 0 0,0-3 0 0 0,0 3-34 0 0,0-1 0 0 0,-1 0 0 0 0,1 0 0 0 0,0 1 0 0 0,-1-1 0 0 0,1 0 0 0 0,-1 0 0 0 0,1 1 0 0 0,-1-1 0 0 0,1 1 0 0 0,-1-1 0 0 0,0 0 1 0 0,1 1-1 0 0,-1-1 0 0 0,0 1 0 0 0,1-1 0 0 0,-1 1 0 0 0,0 0 0 0 0,0-1 0 0 0,1 1 0 0 0,-1 0 0 0 0,0-1 0 0 0,0 1 0 0 0,-1 0 0 0 0,-31-9 66 0 0,0 2 0 0 0,-38-3-1 0 0,59 9-65 0 0,-399-30 1159 0 0,-11 36 934 0 0,168 14-1353 0 0,159-11-652 0 0,52-2-90 0 0,33-4-19 0 0,13 1 24 0 0,23 1 44 0 0,-25-4-56 0 0,183 18 71 0 0,200 3-123 0 0,731-56 0 0 0,-823-2 374 0 0,-284 36-244 0 0,0-1 1 0 0,-1 0 0 0 0,1 0-1 0 0,0-1 1 0 0,-1 0 0 0 0,0 0 0 0 0,1 0-1 0 0,12-10 1 0 0,-19 12-68 0 0,0 0-1 0 0,1 0 1 0 0,-1 0-1 0 0,0 0 1 0 0,0-1-1 0 0,0 1 1 0 0,0 0-1 0 0,-1-1 1 0 0,1 1-1 0 0,0 0 1 0 0,0-1-1 0 0,-1 1 1 0 0,1-1-1 0 0,-1 1 1 0 0,0-1-1 0 0,1 1 1 0 0,-1-1-1 0 0,0-2 1 0 0,0 1-11 0 0,0 1 1 0 0,-1 0 0 0 0,0-1-1 0 0,1 1 1 0 0,-1 0 0 0 0,0 0-1 0 0,0-1 1 0 0,0 1 0 0 0,-1 0-1 0 0,1 0 1 0 0,0 0 0 0 0,-1 0-1 0 0,1 0 1 0 0,-1 1 0 0 0,-3-4-1 0 0,-5-3 13 0 0,-1-1-1 0 0,0 2 0 0 0,0-1 0 0 0,-1 2 1 0 0,-21-10-1 0 0,-78-25 31 0 0,19 15-18 0 0,-1 4 1 0 0,-1 4 0 0 0,-1 4-1 0 0,-161-2 1 0 0,-386 40 302 0 0,103 30 394 0 0,514-51-690 0 0,-33 4 69 0 0,-242 33 200 0 0,277-36-321 0 0,-31 10 0 0 0,53-14 12 0 0,-1 0 0 0 0,1 1 1 0 0,-1-1-1 0 0,1 0 0 0 0,-1 1 0 0 0,1-1 1 0 0,-1 1-1 0 0,1 0 0 0 0,0-1 1 0 0,-1 1-1 0 0,1 0 0 0 0,0 0 0 0 0,0 0 1 0 0,0 0-1 0 0,0 0 0 0 0,-1 0 1 0 0,2 0-1 0 0,-3 3 0 0 0,3-4 5 0 0,1 0 0 0 0,-1 1 0 0 0,0-1 0 0 0,0 1 0 0 0,0-1 0 0 0,1 0 0 0 0,-1 1 0 0 0,0-1 0 0 0,1 0-1 0 0,-1 1 1 0 0,0-1 0 0 0,1 0 0 0 0,-1 1 0 0 0,0-1 0 0 0,1 0 0 0 0,-1 0 0 0 0,0 1 0 0 0,1-1 0 0 0,-1 0 0 0 0,1 0 0 0 0,-1 0 0 0 0,1 0 0 0 0,24 7 43 0 0,76 5 67 0 0,181-1 1 0 0,-222-11-100 0 0,920-23-147 0 0,-7-73 272 0 0,-892 81 82 0 0,-52 4-92 0 0,-29 11-125 0 0,0 0 0 0 0,0 0 0 0 0,0 0 0 0 0,0 0 0 0 0,0-1 0 0 0,1 1 0 0 0,-1 0 0 0 0,0 0 0 0 0,0 0 0 0 0,0 0 0 0 0,0 0 0 0 0,0 0 0 0 0,0 0 0 0 0,0-1 0 0 0,0 1 0 0 0,1 0 0 0 0,-1 0 0 0 0,0 0 0 0 0,0 0 0 0 0,0 0 0 0 0,0-1 0 0 0,0 1 0 0 0,0 0 0 0 0,0 0 0 0 0,0 0 0 0 0,0 0 0 0 0,0-1 0 0 0,0 1 0 0 0,0 0 0 0 0,0 0 0 0 0,0 0 0 0 0,0 0 0 0 0,0 0 0 0 0,0-1 0 0 0,0 1 0 0 0,0 0 0 0 0,0 0 0 0 0,-1 0 0 0 0,1 0 0 0 0,0 0 0 0 0,0-1 0 0 0,0 1 0 0 0,0 0 0 0 0,0 0 0 0 0,0 0 0 0 0,-1 0 0 0 0,-16-6 46 0 0,-26 3-40 0 0,1 2 0 0 0,-56 6 0 0 0,62-3-32 0 0,-767 84 1362 0 0,725-74-1189 0 0,-80 22-1 0 0,152-32-151 0 0,0 0-1 0 0,0 0 1 0 0,0 0-1 0 0,0 1 1 0 0,-7 4-1 0 0,8 1 50 0 0,14 0 9 0 0,11 0-32 0 0,0-2 0 0 0,0 0 1 0 0,0-1-1 0 0,1-2 0 0 0,37 3 0 0 0,506 12 258 0 0,11-63 103 0 0,-504 35 9 0 0,-54 4-91 0 0,-13-2-114 0 0,-4 7-181 0 0,-1 0 1 0 0,0 0-1 0 0,0 0 1 0 0,1 0-1 0 0,-1 0 1 0 0,0 0-1 0 0,0 0 1 0 0,0 0-1 0 0,0 0 1 0 0,0 1-1 0 0,0-1 1 0 0,0 0-1 0 0,0 1 0 0 0,-1-1 1 0 0,1 1-1 0 0,0-1 1 0 0,0 1-1 0 0,0 0 1 0 0,-2-1-1 0 0,-33-7 23 0 0,1 2-1 0 0,-1 2 0 0 0,-53-1 1 0 0,-312 13 61 0 0,2 28 13 0 0,357-32-126 0 0,19-2 16 0 0,-98 14-116 0 0,103-8 137 0 0,15-3 21 0 0,14-1 18 0 0,20 0-95 0 0,2-1 0 0 0,48-3 0 0 0,333-30 236 0 0,9-22-1378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0:16.842"/>
    </inkml:context>
    <inkml:brush xml:id="br0">
      <inkml:brushProperty name="width" value="0.1" units="cm"/>
      <inkml:brushProperty name="height" value="0.1" units="cm"/>
      <inkml:brushProperty name="color" value="#CC0066"/>
    </inkml:brush>
  </inkml:definitions>
  <inkml:trace contextRef="#ctx0" brushRef="#br0">18 124 1584 0 0,'0'-4'0'0'0,"-5"-32"56"0"0,-5-14-32 0 0,7 22-72 0 0,3 22-1560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0:23.307"/>
    </inkml:context>
    <inkml:brush xml:id="br0">
      <inkml:brushProperty name="width" value="0.1" units="cm"/>
      <inkml:brushProperty name="height" value="0.1" units="cm"/>
      <inkml:brushProperty name="color" value="#CC0066"/>
    </inkml:brush>
  </inkml:definitions>
  <inkml:trace contextRef="#ctx0" brushRef="#br0">314 196 1104 0 0,'10'-36'6155'0'0,"-11"7"-4397"0"0,4 0 43 0 0,-2-6 511 0 0,-6 51-2041 0 0,-45 227 1207 0 0,32-152-795 0 0,-8 120 0 0 0,11 95 1113 0 0,5-65-972 0 0,-3 406 1418 0 0,34-215-240 0 0,-6 5-642 0 0,-11-209-728 0 0,3-140-508 0 0,0 12 348 0 0,-7-98-273 0 0,0-2-166 0 0,1 0 0 0 0,-1-1 0 0 0,0 1 0 0 0,0 0 0 0 0,1 0 1 0 0,-1-1-1 0 0,0 1 0 0 0,0 0 0 0 0,0-1 0 0 0,1 1 0 0 0,-1-1 1 0 0,0 1-1 0 0,0 0 0 0 0,0-1 0 0 0,0 1 0 0 0,0 0 0 0 0,0-1 1 0 0,0 1-1 0 0,0-1 0 0 0,0 1 0 0 0,0 0 0 0 0,0-1 0 0 0,0 1 1 0 0,0-1-1 0 0,0 0 30 0 0,-13-203 420 0 0,2 68-518 0 0,-69-895-1389 0 0,61 885 1341 0 0,-11-128-436 0 0,28 130 145 0 0,-10-104 24 0 0,0 77 204 0 0,1 120-331 0 0,8 35 423 0 0,-1 1 0 0 0,2 0 0 0 0,-1-27 1 0 0,3 22-37 0 0,0-5-21 0 0,0 0 0 0 0,-2 0-1 0 0,-8-45 1 0 0,3 41-21 0 0,-7-54 0 0 0,13 70 108 0 0,1 0-1 0 0,0-1 0 0 0,1 1 1 0 0,0 0-1 0 0,1 0 1 0 0,5-20-1 0 0,-6 29 7 0 0,1 0 1 0 0,0 0-1 0 0,0 0 0 0 0,0 0 0 0 0,0 0 0 0 0,1 0 0 0 0,-1 1 0 0 0,1-1 0 0 0,0 1 0 0 0,0 0 0 0 0,7-6 0 0 0,2 0 5 0 0,1 0 0 0 0,15-7-1 0 0,-8 5 9 0 0,-12 7 2 0 0,0 0-1 0 0,0 1 0 0 0,0 0 1 0 0,1 0-1 0 0,-1 1 0 0 0,1 0 0 0 0,12-1 1 0 0,66-1-62 0 0,-47 3 70 0 0,-18-1-25 0 0,0 2 1 0 0,1 0-1 0 0,-1 1 1 0 0,0 1-1 0 0,24 6 1 0 0,11 2 51 0 0,1-1 0 0 0,0-4 0 0 0,0-2 0 0 0,79-5 0 0 0,18-16 168 0 0,-105 10-59 0 0,0 2 0 0 0,63 1 1 0 0,65 17 52 0 0,49 1-35 0 0,-149-14-116 0 0,0-3 1 0 0,1-4-1 0 0,87-19 0 0 0,3-14 12 0 0,-152 38-83 0 0,2-1-28 0 0,-20 0 172 0 0,-2 3-110 0 0,0 0 0 0 0,0 0-1 0 0,0 0 1 0 0,0 1 0 0 0,0-1 0 0 0,0 1 0 0 0,0 0 0 0 0,0 0 0 0 0,-3 0 0 0 0,-11-1-37 0 0,-148-11-209 0 0,-169 8 1 0 0,-159 31-418 0 0,297-16 319 0 0,78-7 198 0 0,-212 36-1 0 0,256-24 88 0 0,-319 72-86 0 0,326-64 102 0 0,66-23 26 0 0,-1 0 1 0 0,1 0-1 0 0,0 0 0 0 0,-1 1 1 0 0,1-1-1 0 0,0 0 0 0 0,0 0 1 0 0,0 1-1 0 0,0-1 0 0 0,0 1 1 0 0,0-1-1 0 0,0 1 0 0 0,1-1 1 0 0,-1 1-1 0 0,0 0 0 0 0,1-1 1 0 0,-1 1-1 0 0,1 0 0 0 0,0 0 1 0 0,-1-1-1 0 0,1 1 0 0 0,0 0 1 0 0,0-1-1 0 0,0 1 0 0 0,1 3 1 0 0,6 48-262 0 0,-7-52 272 0 0,17 94-28 0 0,-7-37 30 0 0,2-1 0 0 0,33 100 0 0 0,-14-82 302 0 0,35 98-88 0 0,-43-100-124 0 0,21 117-1 0 0,-22-22 118 0 0,10 56 190 0 0,-61-341 809 0 0,-8-221-1405 0 0,-3-21-391 0 0,2 211-39 0 0,17 74 524 0 0,15 56 80 0 0,0 0 0 0 0,-1 1 0 0 0,-1 0 0 0 0,-17-26 0 0 0,-13-28-75 0 0,37 69 80 0 0,0-1 1 0 0,0 1-1 0 0,0 0 1 0 0,1 0-1 0 0,-1 0 0 0 0,1-1 1 0 0,0 1-1 0 0,-1 0 1 0 0,1 0-1 0 0,0-1 1 0 0,0 1-1 0 0,0 0 0 0 0,1-1 1 0 0,-1 1-1 0 0,1 0 1 0 0,-1 0-1 0 0,1-1 0 0 0,0 1 1 0 0,-1 0-1 0 0,1 0 1 0 0,0 0-1 0 0,1 0 1 0 0,-1 0-1 0 0,0 0 0 0 0,0 0 1 0 0,1 1-1 0 0,-1-1 1 0 0,1 0-1 0 0,0 1 0 0 0,-1-1 1 0 0,1 1-1 0 0,0-1 1 0 0,4-1-1 0 0,4-3-44 0 0,2 0 0 0 0,-1 1 1 0 0,1 1-1 0 0,22-7 0 0 0,-22 8 38 0 0,27-8-25 0 0,0 3 0 0 0,77-7 0 0 0,83 9-97 0 0,-107 4 123 0 0,999 12 777 0 0,-630-19-680 0 0,-262-5-120 0 0,291-29 346 0 0,-360 24-279 0 0,449-49-77 0 0,-108 53-140 0 0,-333 12 191 0 0,-54 0-230 0 0,103 10 0 0 0,-119-1 0 0 0,111 17-332 0 0,-118-14 340 0 0,1-2-1 0 0,94-3 1 0 0,-379-14-3067 0 0,60 1 2190 0 0,-434 11-3100 0 0,1 28 2884 0 0,169-8 1474 0 0,-472 35 720 0 0,895-57-852 0 0,-328 20 1992 0 0,392-20-1926 0 0,430-9 319 0 0,-140-14-29 0 0,346-15-91 0 0,-607 35-265 0 0,336-5-57 0 0,-28 7 155 0 0,-346 1-48 0 0,81-2 61 0 0,199-27-1 0 0,-293 25-86 0 0,-30 4-27 0 0,1 0 0 0 0,-1-1 0 0 0,1 0 0 0 0,-1-1 0 0 0,14-4 0 0 0,-18 4-2 0 0,0 1 1 0 0,0-1-1 0 0,0 1 1 0 0,0 0-1 0 0,0 0 0 0 0,1 1 1 0 0,-1-1-1 0 0,4 1 1 0 0,8-1-10 0 0,-2 0-33 0 0,0 1 0 0 0,-1 0 0 0 0,1 1 0 0 0,0 0 0 0 0,18 5 0 0 0,-5-1-6 0 0,-21-5 19 0 0,-4 1-19 0 0,-1-1 1 0 0,0 1-1 0 0,0-1 0 0 0,0 1 0 0 0,1-1 1 0 0,-1 1-1 0 0,0 0 0 0 0,0-1 0 0 0,0 1 1 0 0,0 0-1 0 0,0 0 0 0 0,0 0 1 0 0,0 0-1 0 0,-1 0 0 0 0,1 0 0 0 0,0 0 1 0 0,0 0-1 0 0,-1 0 0 0 0,1 0 1 0 0,-1 1-1 0 0,1-1 0 0 0,-1 0 0 0 0,1 0 1 0 0,-1 3-1 0 0,2 33 42 0 0,-2-19-8 0 0,0-16-6 0 0,1 22 17 0 0,1-1 1 0 0,1 0-1 0 0,7 24 0 0 0,-1-11 109 0 0,-2 0 0 0 0,-1 1-1 0 0,1 49 1 0 0,-11 111 1050 0 0,-7 202 1050 0 0,4-80 63 0 0,9 152-306 0 0,-1-359-1223 0 0,-15 115 0 0 0,-1 19 213 0 0,14-176-776 0 0,0 298 892 0 0,15-243 48 0 0,-14-393-886 0 0,3 288-383 0 0,0-1-1 0 0,2 0 1 0 0,10 30-1 0 0,-13-44 113 0 0,-64 21-26398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0:28.325"/>
    </inkml:context>
    <inkml:brush xml:id="br0">
      <inkml:brushProperty name="width" value="0.1" units="cm"/>
      <inkml:brushProperty name="height" value="0.1" units="cm"/>
      <inkml:brushProperty name="color" value="#CC0066"/>
    </inkml:brush>
  </inkml:definitions>
  <inkml:trace contextRef="#ctx0" brushRef="#br0">154 3080 1096 0 0,'-14'-3'177'0'0,"18"-3"1132"0"0,-1 5-828 0 0,-1-1 0 0 0,1 1 1 0 0,0 0-1 0 0,1-1 1 0 0,-1 1-1 0 0,6-1 1 0 0,59-8 1739 0 0,-34 9-1858 0 0,-5 2 97 0 0,0 1 0 0 0,0 1 0 0 0,0 2 0 0 0,34 9 0 0 0,-6 4 424 0 0,58 26-1 0 0,-84-32-468 0 0,1-1-1 0 0,0-2 1 0 0,54 8-1 0 0,102 2 568 0 0,-124-14-794 0 0,694 18 1479 0 0,-549-39-1347 0 0,-45 3-128 0 0,-7 5-104 0 0,407-41 987 0 0,5-14-735 0 0,-187 45-170 0 0,101-6 362 0 0,-260 20-483 0 0,-28-9 31 0 0,-35 1-35 0 0,29-10 9 0 0,-122 12-50 0 0,-50 8 7 0 0,0-1 1 0 0,18-6-1 0 0,-47 5 189 0 0,-14 1-269 0 0,-301-3-386 0 0,49 24 168 0 0,114-5 216 0 0,-916 45-431 0 0,931-51 504 0 0,-403 11-40 0 0,361-26-65 0 0,9 1 270 0 0,-73-3 21 0 0,-134 22-81 0 0,-121-6-294 0 0,351-6 151 0 0,-65 5 70 0 0,72 9-24 0 0,72-6 61 0 0,86-7-80 0 0,1-1-1 0 0,-1 1 1 0 0,0 1-1 0 0,10 2 1 0 0,20 5 69 0 0,89 12 175 0 0,238 34 386 0 0,271-8-265 0 0,95-73-108 0 0,48-32 439 0 0,-749 56-684 0 0,277-14 25 0 0,-302 16-28 0 0,5 0 3 0 0,1-1 0 0 0,-1 1 0 0 0,1-2 0 0 0,-1 1 0 0 0,15-5 0 0 0,-23 6-1 0 0,0 0-1 0 0,0 0 1 0 0,0 0-1 0 0,0 0 0 0 0,0-1 1 0 0,1 1-1 0 0,-1 0 1 0 0,0 0-1 0 0,0 0 0 0 0,0 0 1 0 0,0 0-1 0 0,0 0 1 0 0,0 0-1 0 0,0 0 0 0 0,0 0 1 0 0,0-1-1 0 0,0 1 1 0 0,0 0-1 0 0,0 0 0 0 0,1 0 1 0 0,-1 0-1 0 0,0 0 0 0 0,0 0 1 0 0,0 0-1 0 0,0-1 1 0 0,0 1-1 0 0,0 0 0 0 0,0 0 1 0 0,0 0-1 0 0,0 0 1 0 0,0 0-1 0 0,0 0 0 0 0,0-1 1 0 0,0 1-1 0 0,0 0 1 0 0,-1 0-1 0 0,1 0 0 0 0,0 0 1 0 0,0 0-1 0 0,0 0 1 0 0,0 0-1 0 0,0 0 0 0 0,0-1 1 0 0,0 1-1 0 0,0 0 1 0 0,0 0-1 0 0,0 0 0 0 0,0 0 1 0 0,0 0-1 0 0,-1 0 1 0 0,1 0-1 0 0,0 0 0 0 0,0 0 1 0 0,0 0-1 0 0,0 0 1 0 0,0 0-1 0 0,0-1 0 0 0,0 1 1 0 0,-1 0-1 0 0,1 0 1 0 0,-5-3-20 0 0,-1 0 0 0 0,0 0 0 0 0,0 1 0 0 0,0 0 0 0 0,0 0 0 0 0,0 0 0 0 0,0 1 0 0 0,-8-1 0 0 0,-53-1-116 0 0,33 2 47 0 0,-1580 5-1525 0 0,605 44 2432 0 0,820-45 208 0 0,176-4-863 0 0,15 0-91 0 0,21-1-88 0 0,25 2 3 0 0,94 13 0 0 0,-130-13 140 0 0,-12 0-40 0 0,-17 0 257 0 0,-24 1-387 0 0,1 1 0 0 0,-1 1 1 0 0,-64 16-1 0 0,70-13 54 0 0,-1 0 1 0 0,-60 0-1 0 0,19-2 208 0 0,74-4-196 0 0,1 0-1 0 0,0 0 0 0 0,0-1 1 0 0,0 1-1 0 0,0 0 0 0 0,1-1 1 0 0,-1 0-1 0 0,0 1 0 0 0,0-1 1 0 0,0 0-1 0 0,0 0 0 0 0,1 0 1 0 0,-1 0-1 0 0,0-1 1 0 0,1 1-1 0 0,-1 0 0 0 0,1-1 1 0 0,-1 1-1 0 0,1-1 0 0 0,0 1 1 0 0,-1-1-1 0 0,1 0 0 0 0,0 1 1 0 0,0-1-1 0 0,0 0 0 0 0,1 0 1 0 0,-2-3-1 0 0,-3-8 7 0 0,1-1-1 0 0,0 1 1 0 0,-1-16-1 0 0,2 15-34 0 0,-17-139 75 0 0,7 33-42 0 0,-19-58-84 0 0,-20-164-135 0 0,49 193-307 0 0,3 106 326 0 0,17 90-797 0 0,-6-4 988 0 0,-2 0 0 0 0,-2 0 0 0 0,-2 1 0 0 0,-1 53 0 0 0,-3 142 668 0 0,-4-313-625 0 0,-3-1-1 0 0,-16-76 1 0 0,5 72-207 0 0,-29-83-1 0 0,27 99-22 0 0,-85-374-723 0 0,93 385 873 0 0,2 22-147 0 0,8 36-262 0 0,7 17-37 0 0,62 167 166 0 0,5 10 289 0 0,-34-46 157 0 0,30 98 144 0 0,-63-239-90 0 0,-6-13-196 0 0,0 0 0 0 0,0 0 0 0 0,0 0 0 0 0,1 0 0 0 0,-1 0 0 0 0,0 0 0 0 0,0 0 0 0 0,0 0 0 0 0,0 0 0 0 0,0 0 0 0 0,0 0 0 0 0,0 0 0 0 0,0 0 0 0 0,0 0 0 0 0,0 0 0 0 0,1 0 0 0 0,-1 0 0 0 0,0 0 0 0 0,0 0 0 0 0,0 0 0 0 0,0 0 0 0 0,0 0 0 0 0,0 0 0 0 0,0 0 0 0 0,0 0 0 0 0,0 0 0 0 0,0 0 0 0 0,1 0 0 0 0,-1 0 0 0 0,0-1 0 0 0,0 1 0 0 0,0 0 0 0 0,0 0 0 0 0,0 0 0 0 0,0 0 0 0 0,0 0 0 0 0,0 0 0 0 0,0 0-1 0 0,0 0 1 0 0,0 0 0 0 0,0 0 0 0 0,0 0 0 0 0,0-1 0 0 0,0 1 0 0 0,0 0 0 0 0,0 0 0 0 0,0 0 0 0 0,0 0 0 0 0,0 0 0 0 0,0 0 0 0 0,0 0 0 0 0,0 0 0 0 0,0 0 0 0 0,0 0 0 0 0,0-1 0 0 0,0 1 0 0 0,0 0 0 0 0,0 0 0 0 0,0 0 0 0 0,1-32 446 0 0,-1 23-582 0 0,0-91-157 0 0,-23-191 1 0 0,6 194 108 0 0,-39-128 1 0 0,54 218 166 0 0,-85-287-780 0 0,47 152 281 0 0,38 137 141 0 0,1 10 180 0 0,3 20-68 0 0,9 55 151 0 0,29 109 1 0 0,-12-69 142 0 0,36 303 254 0 0,-30-128 171 0 0,-29-252-458 0 0,-2-6 15 0 0,2-1 1 0 0,2 1 0 0 0,1-1-1 0 0,16 42 1 0 0,-18-63 53 0 0,-5-10 6 0 0,1 0 1 0 0,0 0 0 0 0,0 0-1 0 0,1 0 1 0 0,-1-1 0 0 0,1 1-1 0 0,6 7 1 0 0,-9-12-70 0 0,0 0 0 0 0,0 0 0 0 0,0 0 0 0 0,0 0-1 0 0,0 0 1 0 0,0 1 0 0 0,1-1 0 0 0,-1 0 0 0 0,0 0 0 0 0,0 0 0 0 0,0 0 0 0 0,0 0-1 0 0,0 0 1 0 0,0 0 0 0 0,1 0 0 0 0,-1 0 0 0 0,0 1 0 0 0,0-1 0 0 0,0 0 0 0 0,0 0-1 0 0,0 0 1 0 0,1 0 0 0 0,-1 0 0 0 0,0 0 0 0 0,0 0 0 0 0,0 0 0 0 0,0 0-1 0 0,1 0 1 0 0,-1 0 0 0 0,0 0 0 0 0,0 0 0 0 0,0 0 0 0 0,0-1 0 0 0,0 1 0 0 0,1 0-1 0 0,-1 0 1 0 0,0 0 0 0 0,0 0 0 0 0,0 0 0 0 0,0 0 0 0 0,0 0 0 0 0,0 0-1 0 0,1 0 1 0 0,-1 0 0 0 0,0-1 0 0 0,0 1 0 0 0,0 0 0 0 0,0 0 0 0 0,0 0 0 0 0,0 0-1 0 0,0 0 1 0 0,0-1 0 0 0,0 1 0 0 0,0 0 0 0 0,0 0 0 0 0,1 0 0 0 0,-1 0-1 0 0,0 0 1 0 0,0-1 0 0 0,0 1 0 0 0,3-10 87 0 0,0-1-1 0 0,0 0 1 0 0,-1 1 0 0 0,0-1-1 0 0,0-19 1 0 0,-1 20-91 0 0,4-60-65 0 0,-7-102-1 0 0,1 161 41 0 0,-38-375-667 0 0,-45-68 31 0 0,44 241 325 0 0,34 180 285 0 0,-29-185-174 0 0,33 200 152 0 0,0 7-24 0 0,5 23-540 0 0,43 241 439 0 0,53 346 792 0 0,-69-328-293 0 0,-18-157-44 0 0,-7-70-231 0 0,16 134 28 0 0,-14-133-4 0 0,2-2 1 0 0,16 45 0 0 0,-24-86-40 0 0,12 30 104 0 0,-12-31-98 0 0,-1 0 0 0 0,0 0 1 0 0,1 0-1 0 0,-1-1 0 0 0,1 1 0 0 0,-1 0 0 0 0,1 0 0 0 0,-1-1 1 0 0,1 1-1 0 0,0-1 0 0 0,-1 1 0 0 0,1 0 0 0 0,0-1 1 0 0,-1 1-1 0 0,1-1 0 0 0,0 1 0 0 0,0-1 0 0 0,-1 0 0 0 0,1 1 1 0 0,0-1-1 0 0,0 0 0 0 0,0 0 0 0 0,0 1 0 0 0,-1-1 1 0 0,1 0-1 0 0,2 0 0 0 0,-2 0-7 0 0,-1-1 1 0 0,1 1-1 0 0,-1 0 0 0 0,1-1 0 0 0,0 1 1 0 0,-1 0-1 0 0,1-1 0 0 0,-1 1 1 0 0,1-1-1 0 0,-1 1 0 0 0,1-1 0 0 0,-1 1 1 0 0,1-1-1 0 0,-1 0 0 0 0,0 1 0 0 0,1-1 1 0 0,-1 0-1 0 0,0 1 0 0 0,1-1 1 0 0,-1 0-1 0 0,0 1 0 0 0,0-1 0 0 0,0-1 1 0 0,6-16 30 0 0,-2-1 1 0 0,0 0 0 0 0,-1 0 0 0 0,0-31-1 0 0,-1 18-38 0 0,2-328-636 0 0,-5 316 543 0 0,-33-396-804 0 0,-28 24 11 0 0,48 329 780 0 0,6 37 46 0 0,-2-19-58 0 0,-27-95 0 0 0,22 129-83 0 0,15 35 181 0 0,0-1 1 0 0,0 1-1 0 0,0 0 0 0 0,0 0 1 0 0,0 0-1 0 0,0-1 0 0 0,0 1 1 0 0,0 0-1 0 0,0 0 1 0 0,0 0-1 0 0,-1-1 0 0 0,1 1 1 0 0,0 0-1 0 0,0 0 0 0 0,0 0 1 0 0,0 0-1 0 0,-1-1 0 0 0,1 1 1 0 0,0 0-1 0 0,0 0 0 0 0,0 0 1 0 0,0 0-1 0 0,-1 0 0 0 0,1 0 1 0 0,0 0-1 0 0,0-1 1 0 0,0 1-1 0 0,-1 0 0 0 0,1 0 1 0 0,0 0-1 0 0,0 0 0 0 0,-1 0 1 0 0,1 0-1 0 0,0 0 0 0 0,0 0 1 0 0,0 0-1 0 0,-1 0 0 0 0,1 0 1 0 0,0 0-1 0 0,0 0 1 0 0,-1 1-1 0 0,1-1 0 0 0,0 0 1 0 0,0 0-1 0 0,0 0 0 0 0,-1 0 1 0 0,1 0-1 0 0,0 0 0 0 0,0 0 1 0 0,0 1-1 0 0,0-1 0 0 0,-1 0 1 0 0,1 0-1 0 0,0 0 0 0 0,0 0 1 0 0,0 1-1 0 0,0-1 1 0 0,0 0-1 0 0,0 0 0 0 0,-1 0 1 0 0,1 1-1 0 0,0-1 0 0 0,0 0 1 0 0,-2 7-70 0 0,1-1 1 0 0,0 1 0 0 0,0 0 0 0 0,0-1 0 0 0,1 8-1 0 0,4 315 86 0 0,24 10 319 0 0,-3-52 27 0 0,-17-135-226 0 0,6 74 315 0 0,-9-159-334 0 0,24 107 0 0 0,-27-166-47 0 0,0 0 0 0 0,1-1 0 0 0,5 13-1 0 0,-7-19-23 0 0,0 0 0 0 0,0 1 0 0 0,0-1 0 0 0,0 1 0 0 0,0-1-1 0 0,0 0 1 0 0,0 0 0 0 0,0 0 0 0 0,0 0 0 0 0,1 0 0 0 0,-1 0-1 0 0,0 0 1 0 0,1 0 0 0 0,-1 0 0 0 0,1 0 0 0 0,-1-1 0 0 0,1 1-1 0 0,-1-1 1 0 0,2 1 0 0 0,-2-1-21 0 0,-1 0 0 0 0,1 0-1 0 0,0 0 1 0 0,-1 0 0 0 0,1 0 0 0 0,-1 0-1 0 0,1 0 1 0 0,-1 0 0 0 0,1 0-1 0 0,0 0 1 0 0,-1 0 0 0 0,1-1 0 0 0,-1 1-1 0 0,1 0 1 0 0,-1 0 0 0 0,1-1 0 0 0,-1 1-1 0 0,1 0 1 0 0,-1-1 0 0 0,0 1-1 0 0,1 0 1 0 0,-1-1 0 0 0,1 1 0 0 0,-1-1-1 0 0,0 1 1 0 0,1-1 0 0 0,-1 1 0 0 0,0-1-1 0 0,0 1 1 0 0,1-1 0 0 0,-1 0-1 0 0,7-14 23 0 0,-2 0-1 0 0,0 0 0 0 0,-1 0 0 0 0,0 0 0 0 0,2-26 0 0 0,1 2-86 0 0,20-149-654 0 0,-8 0 0 0 0,-8-1-1 0 0,-25-340 1 0 0,-71-125-509 0 0,78 615 1124 0 0,6 29 60 0 0,0-1 0 0 0,-1 0 1 0 0,-1 1-1 0 0,0-1 0 0 0,0 1 1 0 0,-1 0-1 0 0,0 0 0 0 0,-8-13 1 0 0,12 22 12 0 0,0 1 0 0 0,0-1 0 0 0,-1 1 0 0 0,1 0 0 0 0,0-1 0 0 0,-1 1 0 0 0,1-1 0 0 0,0 1 0 0 0,-1 0 0 0 0,1-1 0 0 0,0 1 0 0 0,-1 0 0 0 0,1-1 0 0 0,-1 1 0 0 0,1 0 0 0 0,-1 0 0 0 0,1-1 0 0 0,-1 1 0 0 0,1 0 0 0 0,-1 0 0 0 0,1 0 0 0 0,-1 0 0 0 0,1 0 0 0 0,-1 0 0 0 0,1-1 0 0 0,-1 1 1 0 0,1 0-1 0 0,-1 0 0 0 0,1 1 0 0 0,-1-1 0 0 0,1 0 0 0 0,-1 0 0 0 0,1 0 0 0 0,-1 0 0 0 0,-1 1-19 0 0,1 1 1 0 0,0-1 0 0 0,0 0 0 0 0,0 0-1 0 0,0 0 1 0 0,0 1 0 0 0,0-1-1 0 0,0 0 1 0 0,1 1 0 0 0,-1-1-1 0 0,0 1 1 0 0,1-1 0 0 0,-2 4 0 0 0,-6 37-5 0 0,1 1 0 0 0,1 0 0 0 0,2 44 1 0 0,1 551 857 0 0,7-365-399 0 0,-5-66-183 0 0,3 160 370 0 0,-2-355-478 0 0,0 0-1 0 0,1-1 1 0 0,1 1-1 0 0,0-1 1 0 0,0 0-1 0 0,1 1 1 0 0,7 19-1 0 0,-3-24 904 0 0,-3-10-551 0 0,4-23-83 0 0,18-193-575 0 0,-23 188 144 0 0,8-367-486 0 0,-19 149-36 0 0,-12 0-1 0 0,-83-405 0 0 0,76 552 401 0 0,12 62 28 0 0,10 37-64 0 0,0 10-53 0 0,0 12 167 0 0,1 0 0 0 0,1 1 0 0 0,0 0 0 0 0,2-1 0 0 0,0 24 0 0 0,0-12 88 0 0,20 504 892 0 0,-13-440-823 0 0,33 365 297 0 0,-39-459-378 0 0,19 129 99 0 0,-15-112-61 0 0,0 0-1 0 0,2 0 1 0 0,0-1-1 0 0,11 24 0 0 0,5-8 228 0 0,-21-31-209 0 0,0-1 1 0 0,1 0-1 0 0,-1 1 0 0 0,0-1 1 0 0,1 0-1 0 0,-1 0 1 0 0,1 0-1 0 0,-1 0 0 0 0,1 0 1 0 0,0 0-1 0 0,-1-1 1 0 0,1 1-1 0 0,0-1 0 0 0,0 1 1 0 0,3 0-1 0 0,-5-1-28 0 0,1 0 0 0 0,0 0 0 0 0,-1 0 1 0 0,1 0-1 0 0,0 0 0 0 0,-1 0 0 0 0,1-1 0 0 0,0 1 0 0 0,-1 0 0 0 0,1 0 0 0 0,-1 0 0 0 0,1-1 1 0 0,0 1-1 0 0,-1 0 0 0 0,1-1 0 0 0,-1 1 0 0 0,1 0 0 0 0,-1-1 0 0 0,1 1 0 0 0,-1-1 0 0 0,1 1 1 0 0,-1-1-1 0 0,1 1 0 0 0,-1-1 0 0 0,0 1 0 0 0,1-1 0 0 0,-1 0 0 0 0,0 1 0 0 0,1-1 0 0 0,-1 0 1 0 0,5-16 90 0 0,0 1 0 0 0,-1-1 1 0 0,-1 1-1 0 0,1-28 1 0 0,1 4-116 0 0,8-120-254 0 0,-6 0-1 0 0,-21-242 1 0 0,-2 251-392 0 0,-51-213-1 0 0,64 352 593 0 0,-1 0 0 0 0,-8-22 0 0 0,3 24-176 0 0,2 12-15 0 0,-4 24-152 0 0,2 17 382 0 0,2 1 0 0 0,2-1 1 0 0,1 45-1 0 0,3-72 22 0 0,8 546 471 0 0,-3-464-406 0 0,14 332 162 0 0,-17-422-232 0 0,-1 21 40 0 0,1 1 1 0 0,2 0 0 0 0,1-1 0 0 0,10 38 0 0 0,-5-49 340 0 0,-9-18-365 0 0,0 0 1 0 0,0 1-1 0 0,1-1 0 0 0,-1 0 0 0 0,0 0 1 0 0,0 1-1 0 0,0-1 0 0 0,1 0 1 0 0,-1 0-1 0 0,0 0 0 0 0,1 1 0 0 0,-1-1 1 0 0,0 0-1 0 0,0 0 0 0 0,1 0 0 0 0,-1 0 1 0 0,0 0-1 0 0,1 0 0 0 0,-1 0 0 0 0,0 1 1 0 0,1-1-1 0 0,-1 0 0 0 0,0 0 1 0 0,1 0-1 0 0,-1 0 0 0 0,0 0 0 0 0,1 0 1 0 0,-1-1-1 0 0,1 1 0 0 0,0-1 38 0 0,1-1-1 0 0,-1 0 0 0 0,0 1 1 0 0,0-1-1 0 0,1 0 1 0 0,-1 0-1 0 0,0 0 1 0 0,-1 0-1 0 0,1 0 0 0 0,0 0 1 0 0,0 0-1 0 0,-1 0 1 0 0,1 0-1 0 0,-1 0 1 0 0,0-3-1 0 0,19-104 20 0 0,6-183 0 0 0,-23-125-530 0 0,-27-31-588 0 0,7 286 308 0 0,-7-36 236 0 0,9 107 352 0 0,8 69 48 0 0,3 18-83 0 0,0 14-385 0 0,-3 27 454 0 0,2 1-1 0 0,2-1 1 0 0,1 48 0 0 0,15 626 1289 0 0,-6-557-1074 0 0,3 41 20 0 0,4-83-37 0 0,-10-99-51 0 0,0 1-1 0 0,1 0 1 0 0,1-1-1 0 0,6 15 1 0 0,4-6 221 0 0,-14-22-231 0 0,-1 1-1 0 0,1-1 0 0 0,-1 1 0 0 0,1-1 1 0 0,-1 0-1 0 0,1 1 0 0 0,-1-1 1 0 0,1 0-1 0 0,-1 0 0 0 0,1 1 1 0 0,0-1-1 0 0,-1 0 0 0 0,1 0 0 0 0,-1 0 1 0 0,1 0-1 0 0,0 0 0 0 0,-1 0 1 0 0,1 0-1 0 0,-1 0 0 0 0,1 0 0 0 0,0 0 1 0 0,0 0-1 0 0,1-1 33 0 0,0-1 1 0 0,0 1-1 0 0,-1-1 0 0 0,1 1 1 0 0,-1-1-1 0 0,1 0 0 0 0,-1 0 1 0 0,1 1-1 0 0,-1-1 0 0 0,0 0 1 0 0,0 0-1 0 0,0-1 0 0 0,0 1 1 0 0,0 0-1 0 0,0 0 0 0 0,0-4 1 0 0,19-57 8 0 0,-3-2 0 0 0,17-119-1 0 0,-24 82-315 0 0,-4-123-1 0 0,-63-428-1645 0 0,35 502 1742 0 0,-1 54 78 0 0,6 44-29 0 0,16 52 80 0 0,1 0 0 0 0,-1 0 0 0 0,1 0 0 0 0,-1-1 0 0 0,1 1-1 0 0,-1 0 1 0 0,0 0 0 0 0,1 0 0 0 0,-1 0 0 0 0,0 0 0 0 0,0 1 0 0 0,0-1-1 0 0,-1-2 1 0 0,1 3 8 0 0,1 0 0 0 0,-1 0 0 0 0,1 0 0 0 0,-1 0 0 0 0,1 0 0 0 0,0 0 0 0 0,-1 0 0 0 0,1 0 1 0 0,-1 0-1 0 0,1 0 0 0 0,-1 0 0 0 0,1 0 0 0 0,0 0 0 0 0,-1 0 0 0 0,1 0 0 0 0,-1 0 0 0 0,1 0 0 0 0,0 0 0 0 0,-1 1 0 0 0,1-1 0 0 0,-1 0 0 0 0,1 0 0 0 0,0 1 0 0 0,-1-1 0 0 0,0 1 0 0 0,-1 1-30 0 0,0 1-1 0 0,0-1 1 0 0,0 1 0 0 0,0 0-1 0 0,0 0 1 0 0,1 0 0 0 0,-3 5-1 0 0,-8 23 16 0 0,2 0 0 0 0,1 1-1 0 0,2 0 1 0 0,-5 47 0 0 0,6-17 35 0 0,3 89 1 0 0,3-142 5 0 0,4 34-33 0 0,-4-41 37 0 0,1 0-1 0 0,-1 0 0 0 0,1 0 0 0 0,0 0 0 0 0,-1 0 0 0 0,1 0 0 0 0,0 0 0 0 0,0 0 1 0 0,1 0-1 0 0,-1 0 0 0 0,0 0 0 0 0,1 0 0 0 0,-1-1 0 0 0,1 1 0 0 0,3 2 0 0 0,-5-4 1 0 0,1 1-1 0 0,0-1 0 0 0,-1 0 0 0 0,1 0 1 0 0,0 1-1 0 0,-1-1 0 0 0,1 0 0 0 0,0 0 1 0 0,-1 0-1 0 0,1 0 0 0 0,0 0 0 0 0,-1 0 1 0 0,1 0-1 0 0,0 0 0 0 0,0 0 0 0 0,-1 0 1 0 0,1-1-1 0 0,0 1 0 0 0,-1 0 0 0 0,1 0 1 0 0,0-1-1 0 0,-1 1 0 0 0,1 0 1 0 0,-1-1-1 0 0,1 1 0 0 0,-1-1 0 0 0,1 1 1 0 0,0 0-1 0 0,-1-1 0 0 0,1 1 0 0 0,-1-1 1 0 0,0 0-1 0 0,1 1 0 0 0,-1-1 0 0 0,1 1 1 0 0,-1-2-1 0 0,15-27 119 0 0,-7 5-142 0 0,-1 0-1 0 0,-1 0 1 0 0,-1 0-1 0 0,-1-1 1 0 0,-1 0-1 0 0,-1 0 1 0 0,-3-30-1 0 0,1 52-4 0 0,0 0 0 0 0,0 0 0 0 0,0 0-1 0 0,-1 0 1 0 0,1 0 0 0 0,-1 1 0 0 0,0-1 0 0 0,0 0 0 0 0,0 0 0 0 0,-3-4 0 0 0,4 6-7 0 0,-1 1 0 0 0,0-1 0 0 0,1 0 1 0 0,-1 1-1 0 0,0-1 0 0 0,0 0 0 0 0,0 1 1 0 0,0 0-1 0 0,1-1 0 0 0,-1 1 1 0 0,0-1-1 0 0,0 1 0 0 0,0 0 0 0 0,0 0 1 0 0,0-1-1 0 0,0 1 0 0 0,0 0 1 0 0,0 0-1 0 0,0 0 0 0 0,0 0 0 0 0,0 0 1 0 0,0 0-1 0 0,0 1 0 0 0,0-1 1 0 0,0 0-1 0 0,0 0 0 0 0,0 1 0 0 0,0-1 1 0 0,0 0-1 0 0,1 1 0 0 0,-1-1 1 0 0,0 1-1 0 0,0-1 0 0 0,-1 2 0 0 0,-6 3-9 0 0,1 0-1 0 0,1 1 0 0 0,-1 0 0 0 0,1 0 0 0 0,-11 12 0 0 0,-26 39 70 0 0,39-51-33 0 0,-4 5 17 0 0,20-35 23 0 0,-1 1 0 0 0,-1-1 0 0 0,-1-1 0 0 0,-1 1-1 0 0,-2-1 1 0 0,0-1 0 0 0,-2 1 0 0 0,0-1 0 0 0,-1-27-1 0 0,-3 48-58 0 0,0 0 0 0 0,0 0 0 0 0,-1 0 0 0 0,1 1-1 0 0,-1-1 1 0 0,0 0 0 0 0,0 0 0 0 0,-1 0 0 0 0,1 1-1 0 0,-1-1 1 0 0,0 1 0 0 0,-1-1 0 0 0,-2-4 0 0 0,3 7-1 0 0,0 0-1 0 0,-1 0 1 0 0,1 0 0 0 0,0 0 0 0 0,-1 1 0 0 0,1-1 0 0 0,-1 1 0 0 0,0-1 0 0 0,1 1 0 0 0,-1 0-1 0 0,0 0 1 0 0,0 0 0 0 0,0 0 0 0 0,0 1 0 0 0,0-1 0 0 0,0 1 0 0 0,1 0 0 0 0,-1 0 0 0 0,0 0-1 0 0,0 0 1 0 0,0 0 0 0 0,0 1 0 0 0,-5 0 0 0 0,-1 1-16 0 0,0 1 1 0 0,0-1-1 0 0,0 2 1 0 0,1-1-1 0 0,-1 1 0 0 0,1 0 1 0 0,0 1-1 0 0,0 0 0 0 0,0 0 1 0 0,1 1-1 0 0,-1 0 1 0 0,-8 10-1 0 0,8-8 20 0 0,0 1 0 0 0,1 0 1 0 0,1 0-1 0 0,-1 1 0 0 0,1 0 0 0 0,1 0 0 0 0,0 1 1 0 0,0-1-1 0 0,-5 21 0 0 0,9-29 17 0 0,0 0 0 0 0,1 1 0 0 0,-1-1 1 0 0,1 0-1 0 0,-1 1 0 0 0,1-1 0 0 0,0 0 0 0 0,0 1 0 0 0,0-1 0 0 0,0 1 0 0 0,0-1 1 0 0,1 0-1 0 0,-1 1 0 0 0,1-1 0 0 0,-1 0 0 0 0,1 0 0 0 0,0 1 0 0 0,0-1 1 0 0,0 0-1 0 0,0 0 0 0 0,0 0 0 0 0,1 0 0 0 0,-1 0 0 0 0,1 0 0 0 0,-1 0 0 0 0,1-1 1 0 0,0 1-1 0 0,-1 0 0 0 0,1-1 0 0 0,0 1 0 0 0,0-1 0 0 0,0 0 0 0 0,0 0 1 0 0,0 0-1 0 0,1 0 0 0 0,-1 0 0 0 0,3 1 0 0 0,1-1 34 0 0,0 0 0 0 0,0 0 0 0 0,0 0 0 0 0,1 0-1 0 0,-1-1 1 0 0,0 0 0 0 0,0-1 0 0 0,0 1 0 0 0,0-1 0 0 0,0 0 0 0 0,1-1-1 0 0,10-4 1 0 0,19-14 125 0 0,-34 19-142 0 0,0-1 1 0 0,0 1-1 0 0,0-1 0 0 0,0 0 0 0 0,0 0 0 0 0,0 0 0 0 0,-1 0 0 0 0,1 0 0 0 0,-1 0 1 0 0,1 0-1 0 0,-1 0 0 0 0,0-1 0 0 0,2-3 0 0 0,-3 6-27 0 0,0-1 0 0 0,0 1 0 0 0,0 0 0 0 0,0 0 0 0 0,0 0 0 0 0,0 0 0 0 0,0-1 0 0 0,0 1 0 0 0,0 0 0 0 0,0 0 0 0 0,0 0 0 0 0,0 0 1 0 0,0-1-1 0 0,0 1 0 0 0,0 0 0 0 0,0 0 0 0 0,0 0 0 0 0,0 0 0 0 0,0-1 0 0 0,0 1 0 0 0,0 0 0 0 0,0 0 0 0 0,-1 0 0 0 0,1 0 0 0 0,0 0 0 0 0,0-1 0 0 0,0 1 0 0 0,0 0 0 0 0,0 0 0 0 0,0 0 0 0 0,-1 0 0 0 0,1 0 0 0 0,0 0 0 0 0,0 0 0 0 0,0 0 0 0 0,0 0 0 0 0,0-1 1 0 0,-1 1-1 0 0,1 0 0 0 0,0 0 0 0 0,0 0 0 0 0,0 0 0 0 0,0 0 0 0 0,-1 0 0 0 0,1 0 0 0 0,0 0 0 0 0,0 0 0 0 0,0 0 0 0 0,0 0 0 0 0,-1 0 0 0 0,1 1 0 0 0,0-1 0 0 0,0 0 0 0 0,0 0 0 0 0,0 0 0 0 0,-1 0 0 0 0,1 0 0 0 0,0 0 0 0 0,0 0 0 0 0,0 0 0 0 0,0 0 0 0 0,0 1 1 0 0,-1-1-1 0 0,1 0 0 0 0,0 0 0 0 0,0 0 0 0 0,0 0 0 0 0,0 0 0 0 0,0 1 0 0 0,-1-1-16 0 0,-3 3-257 0 0,-1 1-1 0 0,1 0 0 0 0,0 0 1 0 0,0 0-1 0 0,0 0 0 0 0,0 1 1 0 0,1-1-1 0 0,0 1 0 0 0,0 0 1 0 0,-4 8-1 0 0,0 1-2095 0 0,2 0 0 0 0,-9 27 0 0 0,11-27 856 0 0,1 1 0 0 0,-1 17-1 0 0,2-15 71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08.469"/>
    </inkml:context>
    <inkml:brush xml:id="br0">
      <inkml:brushProperty name="width" value="0.05" units="cm"/>
      <inkml:brushProperty name="height" value="0.05" units="cm"/>
      <inkml:brushProperty name="color" value="#CC0066"/>
    </inkml:brush>
  </inkml:definitions>
  <inkml:trace contextRef="#ctx0" brushRef="#br0">0 0 24158,'13381'1201'0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11.884"/>
    </inkml:context>
    <inkml:brush xml:id="br0">
      <inkml:brushProperty name="width" value="0.05" units="cm"/>
      <inkml:brushProperty name="height" value="0.05" units="cm"/>
      <inkml:brushProperty name="color" value="#CC0066"/>
    </inkml:brush>
  </inkml:definitions>
  <inkml:trace contextRef="#ctx0" brushRef="#br0">688 704 24575,'-1'-10'0,"0"-1"0,-1 1 0,0-1 0,-1 1 0,0 0 0,-10-20 0,2 1 0,-73-188 0,55 150 0,-46-77 0,67 133 0,1 0 0,-1 1 0,-1-1 0,0 2 0,-1-1 0,1 1 0,-2 1 0,1 0 0,-16-9 0,10 9 0,0-1 0,-1 2 0,0 0 0,0 1 0,-1 1 0,-19-4 0,55 14 0,-1 1 0,0 0 0,0 2 0,-1-1 0,0 2 0,0 0 0,-1 1 0,0 1 0,0 0 0,17 19 0,-2-1 0,-2 1 0,-1 2 0,42 63 0,-52-68 0,-1 1 0,-1 0 0,-1 1 0,-2 0 0,9 35 0,-13-40 0,0 0 0,2-1 0,0 0 0,1-1 0,22 32 0,82 97 0,-32-65 0,-33-37 0,-47-46 0,0 0 0,0 0 0,-1 0 0,1 1 0,-1-1 0,1 1 0,-1-1 0,0 1 0,-1 0 0,1 0 0,-1 0 0,1 0 0,-1 0 0,0 0 0,-1 0 0,1 0 0,-1 0 0,1 0 0,-1 0 0,-1 1 0,1-1 0,0 0 0,-1 0 0,0 0 0,0 0 0,0 0 0,-1 0 0,1 0 0,-1 0 0,0-1 0,0 1 0,0 0 0,-4 3 0,-2 4 0,-1 0 0,0-1 0,-1 0 0,0-1 0,-1 0 0,0-1 0,0 0 0,-22 12 0,-9 1 0,-56 18 0,44-18 0,13-5 0,-1-3 0,0-1 0,-1-2 0,0-1 0,-1-3 0,1-2 0,-76-1 0,-134-6-1365,229 4-5461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18.896"/>
    </inkml:context>
    <inkml:brush xml:id="br0">
      <inkml:brushProperty name="width" value="0.05" units="cm"/>
      <inkml:brushProperty name="height" value="0.05" units="cm"/>
      <inkml:brushProperty name="color" value="#CC0066"/>
    </inkml:brush>
  </inkml:definitions>
  <inkml:trace contextRef="#ctx0" brushRef="#br0">1 615 24575,'17'0'0,"1"0"0,-1-2 0,20-3 0,16-4 0,922-70-3054,-716 63 2660,1683-34 1011,-449 52 2214,-1042 18-2831,-224 12 0,26 2 0,340-26 0,-345-11 0,2252 3 0,-2403-3 0,-1-4 0,0-4 0,117-29 0,-57-1 0,168-69 0,416-140 0,-640 225 0,0 4 0,2 5 0,0 4 0,129 1 0,1575 14 0,-1788-2 0,0 1 0,0 0 0,0 1 0,0 1 0,0 1 0,-1 0 0,0 1 0,22 12 0,12 9 0,60 43 0,-58-35 0,-45-31 0,0 1 0,0-2 0,0 1 0,1-1 0,-1 0 0,1-1 0,0 0 0,0-1 0,11 2 0,12-2 0,42-4 0,-15 1 0,29 3 0,74-3 0,-146 0 69,1-2 0,-1 1-1,17-7 1,15-4-1709,-19 8-5186</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23.386"/>
    </inkml:context>
    <inkml:brush xml:id="br0">
      <inkml:brushProperty name="width" value="0.05" units="cm"/>
      <inkml:brushProperty name="height" value="0.05" units="cm"/>
      <inkml:brushProperty name="color" value="#CC0066"/>
    </inkml:brush>
  </inkml:definitions>
  <inkml:trace contextRef="#ctx0" brushRef="#br0">1 117 24575,'5474'0'0,"-4972"-18"-178,0-21-195,291-13-14,548 45 390,-769 10-140,715-3-156,-1264 0-6533</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25.559"/>
    </inkml:context>
    <inkml:brush xml:id="br0">
      <inkml:brushProperty name="width" value="0.05" units="cm"/>
      <inkml:brushProperty name="height" value="0.05" units="cm"/>
      <inkml:brushProperty name="color" value="#CC0066"/>
    </inkml:brush>
  </inkml:definitions>
  <inkml:trace contextRef="#ctx0" brushRef="#br0">1 0 24575,'8440'0'-1365,"-8421"0"-5461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2:28.480"/>
    </inkml:context>
    <inkml:brush xml:id="br0">
      <inkml:brushProperty name="width" value="0.05" units="cm"/>
      <inkml:brushProperty name="height" value="0.05" units="cm"/>
      <inkml:brushProperty name="color" value="#CC0066"/>
    </inkml:brush>
  </inkml:definitions>
  <inkml:trace contextRef="#ctx0" brushRef="#br0">0 544 24575,'25'-1'0,"43"-7"0,-32 3 0,519-82-785,-8 2 27,711-54 694,-718 120 552,1 21 347,-147 1-551,2190-3-284,-2533-2 0,0-2 0,61-12 0,98-32 0,-47 9 0,-102 28 0,1 3 0,0 2 0,84 3 0,290 4 0,-239-2 0,-184 0 36,0 0 1,0-1-1,0-1 0,0 0 0,0-1 0,-1-1 0,22-10 0,-16 7-587,1 0-1,23-5 1,-23 9-6275</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5:48.726"/>
    </inkml:context>
    <inkml:brush xml:id="br0">
      <inkml:brushProperty name="width" value="0.05" units="cm"/>
      <inkml:brushProperty name="height" value="0.05" units="cm"/>
      <inkml:brushProperty name="color" value="#CC0066"/>
    </inkml:brush>
  </inkml:definitions>
  <inkml:trace contextRef="#ctx0" brushRef="#br0">48 1 24575,'0'3462'0,"-22"-2936"0,3-153 0,13 765 0,8-659 0,47 637 0,-28-701 0,-22 1 0,-1-150 0,0-26 0,8 381 0,26-331 0,2 35 0,-32-270 0,3 1 0,14 63 0,-11-66 0,-1 1 0,-3 106 0,-2-136 0,1-1 0,1 0 0,1 0 0,1-1 0,1 1 0,11 26 0,-3-9 0,-6-15 0,2-1 0,0 0 0,2 0 0,27 37 0,50 88 0,-31-47 0,-28-48 0,37 83 0,10 61 0,-49-121 0,70 264 0,-78-256 0,-14-47 0,-2 0 0,-1 0 0,-2 0 0,-4 49 0,1-20 0,1-63-76,0 1 1,0-1-1,0 0 0,-1 0 0,1 0 0,-1 0 0,0 0 0,0 0 1,-1 0-1,1-1 0,-1 1 0,0 0 0,0-1 0,0 1 1,0-1-1,-1 1 0,-2 2 0,-20 19-6750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5T13:25:56.029"/>
    </inkml:context>
    <inkml:brush xml:id="br0">
      <inkml:brushProperty name="width" value="0.05" units="cm"/>
      <inkml:brushProperty name="height" value="0.05" units="cm"/>
      <inkml:brushProperty name="color" value="#CC0066"/>
    </inkml:brush>
  </inkml:definitions>
  <inkml:trace contextRef="#ctx0" brushRef="#br0">1 418 24575,'49'-11'0,"76"-25"0,-71 18 0,67-20-33,464-136-674,-398 126 430,227-26 0,-107 56 650,2 22 284,-59 0-393,51-6-264,294 5 0,-248 27 0,-185-13 0,101 24 0,30 1 0,262-34 0,-343-11 0,-92 2 0,273 8 0,-331-1 0,0 2 0,0 2 0,-1 3 0,73 27 0,-62-15 0,0-3 0,2-3 0,89 11 0,-111-20 0,0 2 0,98 37 0,-143-46 0,18 7 0,0 1 0,-1 1 0,0 1 0,21 17 0,84 70 0,-94-70 0,40 37 0,118 139 0,-171-178 0,-1 1 0,30 55 0,-33-50 0,2-1 0,29 35 0,-27-39 0,0 1 0,-2 1 0,-1 1 0,-2 0 0,14 37 0,-21-45 0,24 53 0,43 149 0,-45-106 0,20 89 0,64 398 0,-33-280 0,26-7 0,-35-105 0,-10-31 0,40 124 0,-81-211 0,20 196 0,-24-129 0,-8-86 0,34 285 0,1-27 0,-13-126 0,-7-39 0,17 200 0,-42 192 0,-3-267 0,2 1761 0,-22-1736 0,1-64 0,18 207 0,4-276 0,-3-156 0,-2-1 0,-1 1 0,-2-1 0,-19 57 0,4-14 0,10-35 0,-2-1 0,-2 0 0,-1-2 0,-2 0 0,-1 0 0,-32 41 0,-13 5 0,-91 91 0,84-104 0,-91 66 0,86-75 0,-85 87 0,96-81 0,-2-4 0,-151 106 0,104-88 0,17-10 0,-176 93 0,243-146 0,2 1 0,0 1 0,-30 27 0,0 1 0,16-19 0,-2-2 0,0-2 0,-53 19 0,41-20 0,0-2 0,-2-4 0,0-1 0,-68 7 0,27-14 0,-166-8 0,129-4 0,-853 3 0,939-1 0,0-3 0,-65-13 0,-96-32 0,75 15 0,-25-7 0,-40-8 0,146 41 0,1 3 0,-1 2 0,-82 5 0,40 1 0,-109 4 0,0 9 0,-221 46 0,-77 16 0,345-63 0,-192-7 0,235-9 0,-48-2 0,150 1 0,0 0 0,0-1 0,0-1 0,1-1 0,0 0 0,0 0 0,0-2 0,0 0 0,-12-9 0,-6-5 0,2-1 0,-40-39 0,45 38 0,-52-51 0,67 63 0,0-1 0,0 0 0,1-1 0,-12-23 0,17 25-170,0 0-1,1 0 0,0 0 1,1 0-1,0-1 0,1 1 1,-1-18-1,2 6-6655</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04.638"/>
    </inkml:context>
    <inkml:brush xml:id="br0">
      <inkml:brushProperty name="width" value="0.1" units="cm"/>
      <inkml:brushProperty name="height" value="0.1" units="cm"/>
      <inkml:brushProperty name="color" value="#CC0066"/>
    </inkml:brush>
  </inkml:definitions>
  <inkml:trace contextRef="#ctx0" brushRef="#br0">2741 187 800 0 0,'62'0'243'0'0,"-61"0"-210"0"0,-1 0 0 0 0,1 0 1 0 0,0 0-1 0 0,-1-1 0 0 0,1 1 1 0 0,-1 0-1 0 0,1 0 0 0 0,-1-1 1 0 0,1 1-1 0 0,-1 0 0 0 0,1-1 0 0 0,-1 1 1 0 0,1-1-1 0 0,-1 1 0 0 0,0 0 1 0 0,1-1-1 0 0,-1 1 0 0 0,0-1 1 0 0,1 1-1 0 0,-1-1 0 0 0,0 1 1 0 0,0-1-1 0 0,1 1 0 0 0,-1-1 1 0 0,0 0-1 0 0,0 1 0 0 0,0-1 1 0 0,0 1-1 0 0,0-1 0 0 0,0 1 1 0 0,0-1-1 0 0,0 0 0 0 0,1-2 159 0 0,-1 1 1 0 0,0 0-1 0 0,0 0 0 0 0,-1 0 0 0 0,1 0 0 0 0,0 0 0 0 0,-1 0 1 0 0,1-1-1 0 0,-2-2 0 0 0,-12-10 279 0 0,-13-1-340 0 0,7 8-119 0 0,-1 1 1 0 0,1 0-1 0 0,-1 2 0 0 0,0 1 0 0 0,0 1 1 0 0,-1 0-1 0 0,-23 1 0 0 0,-4-2 1 0 0,-159-21 239 0 0,-33-3-84 0 0,239 28-167 0 0,-402-21-3 0 0,336 22 133 0 0,1 3 0 0 0,-1 3 0 0 0,-129 31 0 0 0,128-19 95 0 0,-79 33 0 0 0,121-40-194 0 0,0 1 1 0 0,2 2-1 0 0,-1 0 0 0 0,2 1 1 0 0,-40 35-1 0 0,-135 125 314 0 0,134-120-204 0 0,-52 76 453 0 0,14 0-273 0 0,30-34-80 0 0,26-42-119 0 0,-55 72 135 0 0,87-106-177 0 0,2 0 0 0 0,0 1 0 0 0,2 0-1 0 0,-14 39 1 0 0,3 5 108 0 0,2 2 0 0 0,-13 90 0 0 0,30-131-132 0 0,1 1 0 0 0,1 0 0 0 0,4 41 0 0 0,-1-52-15 0 0,1 0 1 0 0,1 0 0 0 0,0 0 0 0 0,2 0 0 0 0,0-1 0 0 0,11 23 0 0 0,-7-20 17 0 0,0-1 0 0 0,1 0 0 0 0,1-1 0 0 0,1 0 0 0 0,1-1 0 0 0,25 26 0 0 0,-8-19 153 0 0,1-2 0 0 0,0 0 0 0 0,67 31 0 0 0,117 34 236 0 0,-124-56-355 0 0,2-5 0 0 0,1-3-1 0 0,1-5 1 0 0,0-4 0 0 0,102 2 0 0 0,418-28 280 0 0,-5-38 428 0 0,-229-12-448 0 0,-296 44-312 0 0,44-10 92 0 0,-1-5 1 0 0,152-61-1 0 0,-214 65-48 0 0,-1-2 0 0 0,-1-4 0 0 0,-2-2 0 0 0,111-86 0 0 0,-154 105-40 0 0,-1-1 0 0 0,0-1 0 0 0,-2 0 0 0 0,16-25 0 0 0,-24 34-14 0 0,0-1-1 0 0,-2 0 1 0 0,1-1-1 0 0,-1 0 0 0 0,-1 0 1 0 0,-1-1-1 0 0,0 1 1 0 0,4-17-1 0 0,30-186 134 0 0,-35 185-152 0 0,-3 0-1 0 0,0 0 1 0 0,-2 0-1 0 0,-9-60 1 0 0,6 76-23 0 0,0 0 0 0 0,-1 0 0 0 0,-1 0 0 0 0,0 1 0 0 0,-1-1 0 0 0,0 2 0 0 0,-17-24 0 0 0,-7-2 15 0 0,-40-41 0 0 0,66 75 0 0 0,-16-17-2 0 0,0 1-1 0 0,-2 1 1 0 0,-1 1 0 0 0,0 1 0 0 0,-1 1 0 0 0,-35-18 0 0 0,-327-138-193 0 0,284 136 153 0 0,-1 5 0 0 0,-1 3 0 0 0,-116-14 0 0 0,125 30-49 0 0,-165-3 0 0 0,-134 32-74 0 0,273-4 131 0 0,-145 33 1 0 0,206-33-68 0 0,41-9-180 0 0,1 1 1 0 0,0 0 0 0 0,1 1-1 0 0,-1 1 1 0 0,1 1 0 0 0,-18 9-1 0 0,31-12-406 0 0,1-1 0 0 0,-1 1-1 0 0,1-1 1 0 0,-1 1 0 0 0,1 0-1 0 0,0 1 1 0 0,1-1 0 0 0,-1 1-1 0 0,1 0 1 0 0,0-1 0 0 0,0 1-1 0 0,0 1 1 0 0,1-1 0 0 0,-3 9-1 0 0,-6 22-1601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05.533"/>
    </inkml:context>
    <inkml:brush xml:id="br0">
      <inkml:brushProperty name="width" value="0.1" units="cm"/>
      <inkml:brushProperty name="height" value="0.1" units="cm"/>
      <inkml:brushProperty name="color" value="#CC0066"/>
    </inkml:brush>
  </inkml:definitions>
  <inkml:trace contextRef="#ctx0" brushRef="#br0">1 47 1016 0 0,'0'-39'79'0'0,"0"31"-43"0"0,2 15 20 0 0,31 100 1436 0 0,19 114 0 0 0,-42-173-1097 0 0,-1-2 319 0 0,4 49 0 0 0,-10 53 454 0 0,-3-148-1168 0 0,-19 437 1839 0 0,12-331-1570 0 0,6-9 16 0 0,1-96-270 0 0,0-1 0 0 0,0 1 0 0 0,0-1-1 0 0,0 1 1 0 0,0-1 0 0 0,0 1 0 0 0,0-1 0 0 0,0 1-1 0 0,0-1 1 0 0,0 1 0 0 0,1-1 0 0 0,-1 1-1 0 0,0-1 1 0 0,0 0 0 0 0,0 1 0 0 0,1-1-1 0 0,-1 1 1 0 0,0-1 0 0 0,1 1 0 0 0,-1-1 0 0 0,0 0-1 0 0,1 1 1 0 0,-1-1 0 0 0,0 0 0 0 0,1 1-1 0 0,-1-1 1 0 0,1 0 0 0 0,-1 0 0 0 0,1 1 0 0 0,-1-1-1 0 0,1 0 1 0 0,-1 0 0 0 0,1 0 0 0 0,-1 0-1 0 0,1 0 1 0 0,-1 0 0 0 0,1 0 0 0 0,-1 1 0 0 0,1-1-1 0 0,-1 0 1 0 0,1-1 0 0 0,-1 1 0 0 0,1 0-1 0 0,-1 0 1 0 0,1 0 0 0 0,-1 0 0 0 0,0 0-1 0 0,1 0 1 0 0,0-1 0 0 0,5 0 126 0 0,8 1-64 0 0,0-1 0 0 0,0-1 0 0 0,0-1 1 0 0,0 0-1 0 0,-1-1 0 0 0,25-9 0 0 0,80-46 84 0 0,-86 41-138 0 0,43-22 0 0 0,295-146 98 0 0,-165 84-49 0 0,-127 60-52 0 0,-8 9 0 0 0,-44 21-19 0 0,0-1-1 0 0,47-31 1 0 0,-50 26-106 0 0,-18 14-116 0 0,0-1 0 0 0,0 1 1 0 0,0 0-1 0 0,1 0 0 0 0,0 1 1 0 0,0 0-1 0 0,0 0 0 0 0,7-2 1 0 0,-35 15-4822 0 0,-12 14 2416 0 0,8-5 1992 0 0,-33 15-382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07.031"/>
    </inkml:context>
    <inkml:brush xml:id="br0">
      <inkml:brushProperty name="width" value="0.1" units="cm"/>
      <inkml:brushProperty name="height" value="0.1" units="cm"/>
      <inkml:brushProperty name="color" value="#CC0066"/>
    </inkml:brush>
  </inkml:definitions>
  <inkml:trace contextRef="#ctx0" brushRef="#br0">220 507 1024 0 0,'0'10'14'0'0,"0"1"0"0"0,-1 0-1 0 0,0-1 1 0 0,-5 17 0 0 0,-2 10-6 0 0,-17 192 75 0 0,24-211 13 0 0,1 0 0 0 0,0 0-1 0 0,2 1 1 0 0,0-2 0 0 0,1 1 0 0 0,1 0-1 0 0,0 0 1 0 0,2-1 0 0 0,0 0 0 0 0,0 0-1 0 0,2-1 1 0 0,0 1 0 0 0,1-2 0 0 0,1 1-1 0 0,0-1 1 0 0,1-1 0 0 0,0 0 0 0 0,2-1-1 0 0,-1 0 1 0 0,2 0 0 0 0,-1-1 0 0 0,2-1 0 0 0,-1-1-1 0 0,2 0 1 0 0,-1-1 0 0 0,1 0 0 0 0,32 11-1 0 0,-32-14-10 0 0,1-2 0 0 0,-1 0-1 0 0,1 0 1 0 0,-1-2 0 0 0,1 0-1 0 0,0-1 1 0 0,0 0 0 0 0,0-2-1 0 0,0 0 1 0 0,25-5 0 0 0,-27 3-44 0 0,-1-1 1 0 0,1-1-1 0 0,-1 0 1 0 0,0 0 0 0 0,0-2-1 0 0,13-7 1 0 0,-11 3 5 0 0,0-1 0 0 0,-1-1 0 0 0,0 0 1 0 0,-1-1-1 0 0,-1-1 0 0 0,22-28 1 0 0,-20 20-9 0 0,0 0 0 0 0,-2-1 1 0 0,-1 0-1 0 0,13-36 1 0 0,-18 42-45 0 0,-2-1 0 0 0,0 1 0 0 0,-1-1 0 0 0,-1 0 0 0 0,-1 0-1 0 0,0 0 1 0 0,-2 0 0 0 0,0-1 0 0 0,-1 1 0 0 0,-1 0 0 0 0,-1 0 0 0 0,0 0 0 0 0,-2 1 0 0 0,0-1 0 0 0,-1 1 0 0 0,-1 0 0 0 0,0 1 0 0 0,-2-1 0 0 0,0 1 0 0 0,0 1 0 0 0,-2 0 0 0 0,0 0 0 0 0,-1 1 0 0 0,-1 1 0 0 0,0 0 0 0 0,0 0 0 0 0,-2 2 0 0 0,0-1 0 0 0,0 2 0 0 0,-31-18 0 0 0,25 19-26 0 0,-1 1 0 0 0,0 1 0 0 0,-1 0 0 0 0,1 2 0 0 0,-2 0 0 0 0,1 2 0 0 0,-46-3 0 0 0,24 6-15 0 0,-1 2-1 0 0,1 2 1 0 0,-53 9-1 0 0,70-7 31 0 0,0 2-1 0 0,1 0 0 0 0,0 2 0 0 0,0 1 0 0 0,1 1 0 0 0,0 1 1 0 0,-32 21-1 0 0,52-28 4 0 0,-1-1 1 0 0,1 1-1 0 0,0 0 1 0 0,1 1-1 0 0,-1 0 1 0 0,1-1-1 0 0,0 2 1 0 0,1-1-1 0 0,-1 0 1 0 0,-4 10-1 0 0,8-13 11 0 0,0 0-1 0 0,0 0 1 0 0,0 0 0 0 0,0 0 0 0 0,1 0-1 0 0,-1 0 1 0 0,1 0 0 0 0,-1 1-1 0 0,1-1 1 0 0,0 0 0 0 0,0 0-1 0 0,1 0 1 0 0,-1 0 0 0 0,1 1 0 0 0,0-1-1 0 0,-1 0 1 0 0,1 0 0 0 0,1 0-1 0 0,-1 0 1 0 0,0-1 0 0 0,1 1 0 0 0,-1 0-1 0 0,1 0 1 0 0,0-1 0 0 0,4 5-1 0 0,2 1 11 0 0,0-1 1 0 0,1 1-1 0 0,0-2 0 0 0,0 1 0 0 0,1-1 0 0 0,-1-1 0 0 0,13 6 0 0 0,5 0 37 0 0,52 15 0 0 0,-23-13-6 0 0,1-4 1 0 0,0-1-1 0 0,0-3 0 0 0,0-3 1 0 0,1-2-1 0 0,-1-2 0 0 0,62-12 1 0 0,-65 5 8 0 0,-1-2 1 0 0,90-33-1 0 0,103-60 115 0 0,138-84-70 0 0,-329 157-74 0 0,-40 22-24 0 0,1 0 0 0 0,0 1 0 0 0,1 0 0 0 0,33-10-1 0 0,-45 18-10 0 0,1-1-1 0 0,-1 0 0 0 0,0 1 0 0 0,1 0 0 0 0,-1 0 0 0 0,0 1 1 0 0,6 0-1 0 0,16 2 82 0 0,-16-3 2 0 0,28 0 167 0 0,-38 0-211 0 0,1 0 0 0 0,-1 0 1 0 0,0 0-1 0 0,0-1 0 0 0,0 1 1 0 0,1 0-1 0 0,-1-1 0 0 0,0 1 1 0 0,0-1-1 0 0,0 1 0 0 0,0-1 0 0 0,0 1 1 0 0,0-1-1 0 0,0 0 0 0 0,0 0 1 0 0,0 1-1 0 0,0-1 0 0 0,0 0 1 0 0,0 0-1 0 0,-1 0 0 0 0,1 0 0 0 0,0 0 1 0 0,-1 0-1 0 0,1 0 0 0 0,0-2 1 0 0,1-3 10 0 0,-1-1 1 0 0,0 1 0 0 0,0 0-1 0 0,0 0 1 0 0,-1-1-1 0 0,0 1 1 0 0,-1 0 0 0 0,1-1-1 0 0,-1 1 1 0 0,0 0-1 0 0,-1 0 1 0 0,0 0 0 0 0,0 0-1 0 0,-4-10 1 0 0,2 9-24 0 0,0 0-1 0 0,-1 1 1 0 0,1 0 0 0 0,-1 0 0 0 0,-1 0 0 0 0,1 1 0 0 0,-1-1-1 0 0,0 1 1 0 0,0 1 0 0 0,-12-8 0 0 0,5 5-8 0 0,0 1 0 0 0,0 0 1 0 0,0 1-1 0 0,-1 0 0 0 0,0 1 0 0 0,0 1 0 0 0,0 0 1 0 0,0 1-1 0 0,0 1 0 0 0,-1 0 0 0 0,1 1 0 0 0,-21 2 1 0 0,15 1 2 0 0,-1 1 0 0 0,1 2 0 0 0,0 0 0 0 0,1 1-1 0 0,0 0 1 0 0,0 2 0 0 0,0 1 0 0 0,1 0 0 0 0,1 1 0 0 0,0 1 0 0 0,-25 21 0 0 0,21-13 33 0 0,1 0 1 0 0,1 1-1 0 0,1 1 0 0 0,1 0 0 0 0,1 2 1 0 0,1 0-1 0 0,-22 46 0 0 0,32-57-22 0 0,0-1 1 0 0,1 1-1 0 0,1-1 0 0 0,0 1 1 0 0,0 0-1 0 0,1 1 0 0 0,1-1 1 0 0,0 0-1 0 0,1 0 0 0 0,1 1 1 0 0,0-1-1 0 0,4 22 0 0 0,-3-28-4 0 0,1 0 1 0 0,-1-1-1 0 0,1 1 0 0 0,0-1 0 0 0,1 0 0 0 0,-1 0 0 0 0,1 0 0 0 0,1 0 0 0 0,-1 0 0 0 0,1-1 0 0 0,6 7 0 0 0,-1-4 15 0 0,0 0-1 0 0,1-1 0 0 0,-1 0 0 0 0,20 9 1 0 0,-15-9 6 0 0,0-1 1 0 0,0-1 0 0 0,1 0 0 0 0,-1-1-1 0 0,1-1 1 0 0,0 0 0 0 0,0-1 0 0 0,0-1-1 0 0,0 0 1 0 0,0-2 0 0 0,0 1 0 0 0,0-2-1 0 0,0 0 1 0 0,0-1 0 0 0,19-6 0 0 0,-14 0-6 0 0,0-1 0 0 0,-1-1 1 0 0,0-1-1 0 0,-1 0 0 0 0,0-2 1 0 0,-1 0-1 0 0,-1-1 0 0 0,0 0 1 0 0,-1-2-1 0 0,0 0 0 0 0,-2-1 1 0 0,16-23-1 0 0,-7 3 47 0 0,20-42 0 0 0,-36 64-39 0 0,-1 0-1 0 0,0-1 1 0 0,-1 0 0 0 0,-1 0-1 0 0,3-26 1 0 0,-7 43-37 0 0,1-1 0 0 0,-1 0 0 0 0,0 0 0 0 0,0 1 0 0 0,1-1-1 0 0,-1 0 1 0 0,0 0 0 0 0,0 1 0 0 0,0-1 0 0 0,0 0 0 0 0,0 0 0 0 0,0 1 0 0 0,0-1-1 0 0,0 0 1 0 0,0 0 0 0 0,-1 1 0 0 0,1-1 0 0 0,0 0 0 0 0,0 0 0 0 0,-1 1 0 0 0,1-1-1 0 0,0 0 1 0 0,-1 1 0 0 0,1-1 0 0 0,-1 1 0 0 0,1-1 0 0 0,-1 0 0 0 0,1 1 0 0 0,-1-1-1 0 0,1 1 1 0 0,-1-1 0 0 0,0 1 0 0 0,1-1 0 0 0,-1 1 0 0 0,0 0 0 0 0,1-1 0 0 0,-1 1-1 0 0,0 0 1 0 0,1 0 0 0 0,-1-1 0 0 0,0 1 0 0 0,0 0 0 0 0,0 0-11 0 0,1-1 0 0 0,-1 1-1 0 0,0 0 1 0 0,1 0 0 0 0,-1 0 0 0 0,1-1 0 0 0,-1 1 0 0 0,0 0-1 0 0,1 0 1 0 0,-1 0 0 0 0,1 0 0 0 0,-1 0 0 0 0,0 0 0 0 0,1 0-1 0 0,-1 0 1 0 0,1 0 0 0 0,-1 1 0 0 0,1-1 0 0 0,-1 0 0 0 0,0 0-1 0 0,1 0 1 0 0,-1 1 0 0 0,1-1 0 0 0,-1 0 0 0 0,1 1 0 0 0,-1-1-1 0 0,0 1 1 0 0,-11 22-102 0 0,-14 56 131 0 0,-23 122 0 0 0,46-186-10 0 0,-26 134 151 0 0,-39 152 526 0 0,43-228-540 0 0,-4-2 0 0 0,-2-1 0 0 0,-3-1 1 0 0,-4-2-1 0 0,-2-1 0 0 0,-3-2 0 0 0,-2-3 0 0 0,-84 87 1 0 0,112-130-109 0 0,-2 0 1 0 0,0-1 0 0 0,-1-1-1 0 0,-1-1 1 0 0,0 0 0 0 0,-1-2-1 0 0,-1-1 1 0 0,1 0 0 0 0,-2-2 0 0 0,0-1-1 0 0,0-1 1 0 0,-1 0 0 0 0,0-2-1 0 0,-50 5 1 0 0,68-10-17 0 0,0-1 0 0 0,1 0 0 0 0,-1-1 0 0 0,0 1 0 0 0,1-1-1 0 0,-1-1 1 0 0,1 1 0 0 0,-1-1 0 0 0,1 0 0 0 0,0-1 0 0 0,0 1 0 0 0,0-1 0 0 0,0 0 0 0 0,0-1 0 0 0,1 0-1 0 0,-1 0 1 0 0,1 0 0 0 0,0 0 0 0 0,0-1 0 0 0,1 1 0 0 0,-1-1 0 0 0,1-1 0 0 0,0 1 0 0 0,0-1 0 0 0,1 1-1 0 0,0-1 1 0 0,0 0 0 0 0,-3-7 0 0 0,1-1-11 0 0,0 0 0 0 0,1 0 0 0 0,1 0 0 0 0,0-1 0 0 0,0 1 0 0 0,2-1 0 0 0,0 1 0 0 0,0-1 0 0 0,2 0-1 0 0,0 1 1 0 0,5-26 0 0 0,-1 19-34 0 0,2 0 0 0 0,0 1-1 0 0,2-1 1 0 0,0 2 0 0 0,16-27 0 0 0,70-86-108 0 0,-51 80 78 0 0,2 2 0 0 0,3 2 0 0 0,80-61 1 0 0,185-111-47 0 0,-286 201 86 0 0,145-99 6 0 0,-39 33-14 0 0,74-51-174 0 0,-131 84 161 0 0,-17 13-32 0 0,74-64 0 0 0,-103 73 88 0 0,51-65-1 0 0,-81 92-21 0 0,1 1 0 0 0,-1 0-1 0 0,1-1 1 0 0,-1 1-1 0 0,0-1 1 0 0,0 1 0 0 0,0-1-1 0 0,0 0 1 0 0,1-4 0 0 0,-2 6-5 0 0,0 1 0 0 0,0 0 1 0 0,0-1-1 0 0,0 1 1 0 0,0-1-1 0 0,0 1 0 0 0,0-1 1 0 0,0 1-1 0 0,0-1 1 0 0,0 1-1 0 0,0-1 0 0 0,-1 1 1 0 0,1 0-1 0 0,0-1 1 0 0,0 1-1 0 0,0-1 0 0 0,-1 1 1 0 0,1 0-1 0 0,0-1 1 0 0,0 1-1 0 0,-1-1 0 0 0,0 1 1 0 0,1-1-6 0 0,-1 1-1 0 0,0 0 1 0 0,1 0 0 0 0,-1-1 0 0 0,0 1-1 0 0,0 0 1 0 0,1 0 0 0 0,-1 0 0 0 0,0 0-1 0 0,0 0 1 0 0,0 0 0 0 0,1 0 0 0 0,-1 0 0 0 0,0 0-1 0 0,0 1 1 0 0,1-1 0 0 0,-1 0 0 0 0,-1 1-1 0 0,-6 2-24 0 0,1 1 0 0 0,-1 0 0 0 0,1 1 0 0 0,-1-1 0 0 0,2 2 0 0 0,-1-1 0 0 0,0 1 0 0 0,1 0 0 0 0,0 0 0 0 0,0 0 0 0 0,-6 10 0 0 0,-1 3 13 0 0,0 0 0 0 0,2 1 0 0 0,-12 26 0 0 0,15-25 34 0 0,0 2 1 0 0,2-1-1 0 0,0 1 0 0 0,2 0 0 0 0,0 0 0 0 0,2 1 0 0 0,0-1 1 0 0,2 1-1 0 0,1-1 0 0 0,0 1 0 0 0,2-1 0 0 0,1 0 0 0 0,0 0 1 0 0,2 0-1 0 0,17 43 0 0 0,-14-45 41 0 0,1-1 0 0 0,1 1-1 0 0,1-2 1 0 0,1 0 0 0 0,0 0 0 0 0,2-1 0 0 0,0-1-1 0 0,1 0 1 0 0,1-1 0 0 0,20 15 0 0 0,-23-21 1 0 0,0-1 1 0 0,1 0 0 0 0,0-1-1 0 0,0-1 1 0 0,0 0 0 0 0,1-1-1 0 0,0 0 1 0 0,1-2 0 0 0,-1 0-1 0 0,1-1 1 0 0,0 0 0 0 0,0-2-1 0 0,0 0 1 0 0,24-1 0 0 0,-23-2-27 0 0,0-1 1 0 0,0-1-1 0 0,0-1 1 0 0,0 0-1 0 0,0-1 1 0 0,-1-1-1 0 0,0 0 1 0 0,17-11-1 0 0,-7 1-5 0 0,1-1 0 0 0,-2-1 0 0 0,42-40-1 0 0,-55 46-11 0 0,0-1-1 0 0,-1-1 0 0 0,-1 1 0 0 0,0-2 1 0 0,-1 0-1 0 0,-1 0 0 0 0,14-32 0 0 0,-14 23-7 0 0,-1 0 0 0 0,-1-1 0 0 0,-2 1 0 0 0,0-1 0 0 0,1-27 0 0 0,-5 34-12 0 0,-1 1 0 0 0,-1-1 0 0 0,0 1 0 0 0,-2-1 0 0 0,0 1 0 0 0,-1 0 0 0 0,0 0 0 0 0,-2 0 0 0 0,-11-27 0 0 0,5 20-10 0 0,-2 1 1 0 0,0 1 0 0 0,-1 0-1 0 0,-1 1 1 0 0,-31-32 0 0 0,32 39-5 0 0,-1 1 0 0 0,-1 0 0 0 0,0 1 0 0 0,-1 1 0 0 0,0 1 0 0 0,0 0 0 0 0,-2 1 1 0 0,1 1-1 0 0,-1 1 0 0 0,0 1 0 0 0,-1 1 0 0 0,0 1 0 0 0,0 0 0 0 0,0 2 0 0 0,0 0 0 0 0,-1 1 1 0 0,1 1-1 0 0,-1 2 0 0 0,1 0 0 0 0,0 1 0 0 0,-1 1 0 0 0,1 1 0 0 0,-29 9 0 0 0,30-7 8 0 0,-1 1-1 0 0,1 1 1 0 0,1 1-1 0 0,0 1 1 0 0,0 0-1 0 0,-31 24 1 0 0,41-28 14 0 0,2 1-1 0 0,-1 0 1 0 0,1 0 0 0 0,0 1 0 0 0,1 0 0 0 0,-1 0 0 0 0,2 0 0 0 0,-1 1-1 0 0,1 0 1 0 0,0 0 0 0 0,1 0 0 0 0,0 1 0 0 0,1-1 0 0 0,0 1 0 0 0,0 0-1 0 0,-1 15 1 0 0,3-19-3 0 0,1 0 0 0 0,0 0 0 0 0,0 0-1 0 0,1 0 1 0 0,0-1 0 0 0,0 1 0 0 0,0 0-1 0 0,0 0 1 0 0,1 0 0 0 0,0-1 0 0 0,1 1-1 0 0,-1-1 1 0 0,4 6 0 0 0,0-3 13 0 0,-1 0-1 0 0,1 0 1 0 0,1-1 0 0 0,-1 0 0 0 0,1 0 0 0 0,0-1 0 0 0,13 9-1 0 0,-2-4 12 0 0,0 0 1 0 0,1-2-1 0 0,0 0 0 0 0,0-1 0 0 0,1-1 0 0 0,0-1 0 0 0,24 4 0 0 0,25 1 18 0 0,0-3 0 0 0,0-4 0 0 0,126-7 0 0 0,-152-1-21 0 0,0-2 0 0 0,61-16 1 0 0,-83 16 3 0 0,0 0 1 0 0,0-2-1 0 0,-1-1 0 0 0,0 0 1 0 0,-1-2-1 0 0,28-19 1 0 0,0 0-1744 0 0,-14 41-8187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08.118"/>
    </inkml:context>
    <inkml:brush xml:id="br0">
      <inkml:brushProperty name="width" value="0.1" units="cm"/>
      <inkml:brushProperty name="height" value="0.1" units="cm"/>
      <inkml:brushProperty name="color" value="#CC0066"/>
    </inkml:brush>
  </inkml:definitions>
  <inkml:trace contextRef="#ctx0" brushRef="#br0">1 349 848 0 0,'0'0'3'0'0,"0"-1"0"0"0,0 1 0 0 0,0 0 0 0 0,0-1-1 0 0,0 1 1 0 0,0 0 0 0 0,0-1 0 0 0,0 1 0 0 0,0 0 0 0 0,0 0 0 0 0,0-1 0 0 0,1 1 0 0 0,-1 0 0 0 0,0-1-1 0 0,0 1 1 0 0,0 0 0 0 0,0 0 0 0 0,1-1 0 0 0,-1 1 0 0 0,0 0 0 0 0,0 0 0 0 0,1-1 0 0 0,-1 1 0 0 0,0 0-1 0 0,0 0 1 0 0,1 0 0 0 0,-1 0 0 0 0,1-1 0 0 0,69-36 104 0 0,74-9-23 0 0,-79 28-68 0 0,388-119 53 0 0,-410 124-41 0 0,235-63 405 0 0,-253 72-285 0 0,49-3 0 0 0,-73 7-146 0 0,14-2 47 0 0,0 2-1 0 0,1 0 1 0 0,-1 1-1 0 0,1 0 1 0 0,-1 1-1 0 0,0 1 1 0 0,0 1-1 0 0,0 0 1 0 0,27 11-1 0 0,-31-9 37 0 0,0 0 0 0 0,-1 0 0 0 0,0 1 1 0 0,0 1-1 0 0,0 0 0 0 0,-1 0 0 0 0,0 1 0 0 0,-1 0 0 0 0,0 0 0 0 0,0 1 0 0 0,-1 0 1 0 0,0 0-1 0 0,-1 1 0 0 0,0-1 0 0 0,-1 2 0 0 0,0-1 0 0 0,-1 0 0 0 0,4 13 0 0 0,3 27 487 0 0,-2 0 0 0 0,-2 1 0 0 0,1 66 0 0 0,-13 160 1149 0 0,-2-71-655 0 0,7-128-643 0 0,0-73-337 0 0,-1-6-62 0 0,1 1 0 0 0,0 0 1 0 0,0-1-1 0 0,0 1 0 0 0,0 0 0 0 0,0 0 1 0 0,0 0-1 0 0,0-1 0 0 0,0 1 1 0 0,0 0-1 0 0,0 0 0 0 0,1-1 0 0 0,-1 1 1 0 0,0 0-1 0 0,0-1 0 0 0,1 1 0 0 0,-1 0 1 0 0,0-1-1 0 0,1 1 0 0 0,-1 0 1 0 0,1-1-1 0 0,-1 1 0 0 0,1 0 0 0 0,-1-1 1 0 0,1 1-1 0 0,-1-1 0 0 0,1 1 0 0 0,2 1 1102 0 0,-2-34-901 0 0,0 22-75 0 0,0 0 0 0 0,-1 1 0 0 0,-1-1 0 0 0,1 0 0 0 0,-1 1-1 0 0,-1-1 1 0 0,0 1 0 0 0,0-1 0 0 0,-6-12 0 0 0,5 13-341 0 0,-5-6-149 0 0,-7-6-10 0 0,13 18 262 0 0,1 1 0 0 0,-1-1 0 0 0,0 0 0 0 0,0 1 0 0 0,0-1 1 0 0,0 1-1 0 0,0 0 0 0 0,-1-1 0 0 0,-2-1 0 0 0,-6-2-71 0 0,1 1 0 0 0,-1 0 1 0 0,0 1-1 0 0,-21-6 0 0 0,-22-8 9 0 0,20 4 255 0 0,0 1-1 0 0,-1 2 1 0 0,0 2 0 0 0,-56-9-1 0 0,19 10 25 0 0,-92 2-1 0 0,164 6-128 0 0,0 0 1 0 0,0 0-1 0 0,0 0 1 0 0,1 0-1 0 0,-1 0 0 0 0,0 0 1 0 0,0 0-1 0 0,0 1 1 0 0,0-1-1 0 0,0 0 0 0 0,0 0 1 0 0,0 0-1 0 0,0 0 1 0 0,0 0-1 0 0,0 0 0 0 0,0 0 1 0 0,0 0-1 0 0,0 0 1 0 0,0 1-1 0 0,0-1 0 0 0,0 0 1 0 0,0 0-1 0 0,0 0 1 0 0,0 0-1 0 0,0 0 0 0 0,0 0 1 0 0,0 0-1 0 0,0 0 1 0 0,0 1-1 0 0,0-1 0 0 0,0 0 1 0 0,0 0-1 0 0,0 0 1 0 0,0 0-1 0 0,0 0 0 0 0,0 0 1 0 0,0 0-1 0 0,0 0 1 0 0,0 0-1 0 0,0 1 0 0 0,0-1 1 0 0,0 0-1 0 0,0 0 1 0 0,-1 0-1 0 0,1 0 1 0 0,0 0-1 0 0,0 0 0 0 0,0 0 1 0 0,0 0-1 0 0,0 0 1 0 0,0 0-1 0 0,0 0 0 0 0,0 0 1 0 0,0 0-1 0 0,-1 0 1 0 0,1 0-1 0 0,0 0 0 0 0,0 0 1 0 0,0 0-1 0 0,0 0 1 0 0,0 0-1 0 0,0 0 0 0 0,9 14 13 0 0,1 0-1 0 0,1-1 0 0 0,1 0 0 0 0,-1-1 0 0 0,2 0 1 0 0,0-1-1 0 0,0-1 0 0 0,25 15 0 0 0,5 0 21 0 0,77 31-1 0 0,-80-40-2 0 0,1-1-1 0 0,1-2 1 0 0,1-2-1 0 0,0-2 1 0 0,44 4-1 0 0,-65-10 24 0 0,1-2 0 0 0,-1 0 0 0 0,0-2 0 0 0,25-3-1 0 0,-32 2-16 0 0,0-1 0 0 0,0-1 0 0 0,-1-1 0 0 0,1 0 0 0 0,-1-1-1 0 0,-1 0 1 0 0,19-12 0 0 0,5-6 73 0 0,-2-1 0 0 0,-1-2 0 0 0,0-2 0 0 0,-3-1 1 0 0,37-43-1 0 0,-51 52 163 0 0,25-43 1 0 0,-39 57-227 0 0,1 1 0 0 0,-1-1 0 0 0,-1 0 1 0 0,1 0-1 0 0,-1 0 0 0 0,0 0 0 0 0,-1-1 1 0 0,0 1-1 0 0,0 0 0 0 0,0-1 0 0 0,-1-7 1 0 0,0 14-45 0 0,0 1-57 0 0,0-1 1 0 0,0 0-1 0 0,0 0 1 0 0,0 1-1 0 0,0-1 1 0 0,0 0-1 0 0,-1 0 1 0 0,1 0 0 0 0,0 1-1 0 0,0-1 1 0 0,-1 0-1 0 0,1 1 1 0 0,0-1-1 0 0,-1 0 1 0 0,0-1-1 0 0,0 2-125 0 0,0 0-1 0 0,0 0 1 0 0,0 0-1 0 0,1 0 0 0 0,-1-1 1 0 0,0 1-1 0 0,0 1 1 0 0,0-1-1 0 0,0 0 0 0 0,0 0 1 0 0,0 0-1 0 0,0 0 1 0 0,0 1-1 0 0,1-1 0 0 0,-1 0 1 0 0,0 1-1 0 0,0-1 1 0 0,0 0-1 0 0,0 1 0 0 0,1-1 1 0 0,-1 1-1 0 0,-1 0 1 0 0,-42 31-6419 0 0,43-30 6406 0 0,-1-1 1 0 0,1 1-1 0 0,-1-1 1 0 0,1 1-1 0 0,-1 0 1 0 0,1 0-1 0 0,0 0 0 0 0,0 0 1 0 0,0 0-1 0 0,0 0 1 0 0,-1 2-1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11.065"/>
    </inkml:context>
    <inkml:brush xml:id="br0">
      <inkml:brushProperty name="width" value="0.1" units="cm"/>
      <inkml:brushProperty name="height" value="0.1" units="cm"/>
      <inkml:brushProperty name="color" value="#CC0066"/>
    </inkml:brush>
  </inkml:definitions>
  <inkml:trace contextRef="#ctx0" brushRef="#br0">3867 178 1960 0 0,'5'-3'9'0'0,"0"0"-1"0"0,1 0 1 0 0,-1 1-1 0 0,1 0 1 0 0,0 0 0 0 0,0 0-1 0 0,0 1 1 0 0,0 0-1 0 0,0 0 1 0 0,0 0 0 0 0,0 1-1 0 0,0 0 1 0 0,8 0-1 0 0,-5 0 395 0 0,0 0 0 0 0,1 0 0 0 0,-1-1 0 0 0,11-3 0 0 0,-18 4-232 0 0,-1-1 1 0 0,0 1-1 0 0,0 0 1 0 0,0 0-1 0 0,0-1 1 0 0,0 1-1 0 0,0-1 1 0 0,0 1-1 0 0,0-1 0 0 0,0 1 1 0 0,0-1-1 0 0,-1 0 1 0 0,1 0-1 0 0,0 1 1 0 0,0-1-1 0 0,0 0 1 0 0,-1 0-1 0 0,1 0 1 0 0,0 0-1 0 0,-1 0 1 0 0,1 0-1 0 0,-1 0 1 0 0,1 0-1 0 0,-1 0 0 0 0,0 0 1 0 0,1 0-1 0 0,-1 0 1 0 0,0 0-1 0 0,0 0 1 0 0,0 0-1 0 0,1 0 1 0 0,-1 0-1 0 0,0 0 1 0 0,-1 0-1 0 0,1 0 1 0 0,0-1-1 0 0,0 1 1 0 0,0 0-1 0 0,-1 0 0 0 0,1 0 1 0 0,0 0-1 0 0,-1 0 1 0 0,1 0-1 0 0,-1 0 1 0 0,1 0-1 0 0,-1 0 1 0 0,0 0-1 0 0,0-1 1 0 0,-2 0-100 0 0,0-1 0 0 0,1 0 0 0 0,-1 1 0 0 0,0 0 0 0 0,0-1 0 0 0,-1 1 0 0 0,-3-2 0 0 0,-3 1-24 0 0,-1 0 1 0 0,1 0 0 0 0,-1 1 0 0 0,0 0 0 0 0,1 1-1 0 0,-1 0 1 0 0,-20 1 0 0 0,8 0 6 0 0,-1046 44 1498 0 0,989-37-1473 0 0,-549 54 677 0 0,-51-11 250 0 0,300-60-581 0 0,57-2-187 0 0,-149 29 187 0 0,390-13 371 0 0,81-4-786 0 0,0 0 1 0 0,1 0 0 0 0,-1 0-1 0 0,0 0 1 0 0,0 0 0 0 0,0-1 0 0 0,1 1-1 0 0,-1 0 1 0 0,0 0 0 0 0,0-1 0 0 0,1 1-1 0 0,-1 0 1 0 0,0-1 0 0 0,1 1-1 0 0,-2-1 1 0 0,-10-4-53 0 0,11 6 37 0 0,1-1-1 0 0,0 0 1 0 0,-1 1-1 0 0,1-1 1 0 0,0 0 0 0 0,0 1-1 0 0,-1-1 1 0 0,1 1-1 0 0,0-1 1 0 0,0 1-1 0 0,0-1 1 0 0,0 1-1 0 0,-1-1 1 0 0,1 0-1 0 0,0 1 1 0 0,0-1-1 0 0,0 1 1 0 0,0-1-1 0 0,0 1 1 0 0,0-1 0 0 0,0 1-1 0 0,1-1 1 0 0,-1 1-1 0 0,0-1 1 0 0,0 1-1 0 0,0 5 7 0 0,0 18-1 0 0,-9 275-279 0 0,-14 120 480 0 0,23-373-182 0 0,16 434 407 0 0,23 152 787 0 0,-26-51-238 0 0,-11-413-767 0 0,3 120 404 0 0,-13 224 746 0 0,-31-165-811 0 0,6-73-305 0 0,2 141-196 0 0,23-91-11 0 0,4-100-12 0 0,-21 179 10 0 0,1-46-56 0 0,26 1 32 0 0,42 165 238 0 0,-25 135-217 0 0,-1-36-80 0 0,11-246 78 0 0,-11-62 16 0 0,-14-253 286 0 0,18 87 1 0 0,-11-82-284 0 0,23 78 200 0 0,-33-139-234 0 0,1 0-1 0 0,0-1 1 0 0,0 1-1 0 0,0-1 1 0 0,0 1-1 0 0,1-1 1 0 0,0 0-1 0 0,5 7 1 0 0,-4-6-2 0 0,0 0 1 0 0,-1 0-1 0 0,1 0 1 0 0,4 11-1 0 0,6 6 17 0 0,-12-18-42 0 0,1-1-1 0 0,-1 0 1 0 0,0 0-1 0 0,0 1 1 0 0,3 6-1 0 0,18 52 44 0 0,1 2-89 0 0,23 97 0 0 0,-5 79-5 0 0,-19-106-42 0 0,48 155 0 0 0,-62-264 110 0 0,19 39 0 0 0,-3-8-9 0 0,1-10-2 0 0,-25-46 17 0 0,-1 1 1 0 0,0 0-1 0 0,1-1 0 0 0,-1 1 1 0 0,0 0-1 0 0,1-1 0 0 0,-1 1 1 0 0,1-1-1 0 0,-1 1 0 0 0,1 0 0 0 0,-1-1 1 0 0,1 1-1 0 0,-1-1 0 0 0,1 0 1 0 0,0 1-1 0 0,-1-1 0 0 0,1 1 1 0 0,0-1-1 0 0,-1 0 0 0 0,1 0 1 0 0,0 1-1 0 0,-1-1 0 0 0,1 0 1 0 0,0 0-1 0 0,0 0 0 0 0,-1 0 1 0 0,1 0-1 0 0,0 0 0 0 0,0 0 0 0 0,-1 0 1 0 0,2 0-1 0 0,22-6 233 0 0,-19 4-263 0 0,208-66 122 0 0,-78 22-24 0 0,485-120 150 0 0,-129 45 174 0 0,-313 77-248 0 0,60-20-87 0 0,184-41 53 0 0,-23 33-74 0 0,62-12-22 0 0,-7-23-145 0 0,-170 5 237 0 0,-260 92-87 0 0,-1-1-1 0 0,-1-1 1 0 0,0-1 0 0 0,0-1-1 0 0,-1-1 1 0 0,34-32-1 0 0,-39 28 33 0 0,-1 0 1 0 0,-1-1-1 0 0,-1-1 0 0 0,11-24 0 0 0,-22 42-47 0 0,10-22 60 0 0,-1 1-1 0 0,-2-2 0 0 0,0 1 0 0 0,-2-1 0 0 0,8-50 0 0 0,3-134-179 0 0,-16 161 124 0 0,11-571 423 0 0,-11 325-468 0 0,-6-415 285 0 0,-40-53-407 0 0,12 275-85 0 0,-7-572 73 0 0,34 253 193 0 0,-3 311-271 0 0,-19 81 237 0 0,18 40-22 0 0,5 90 91 0 0,1 239-65 0 0,-3-1-1 0 0,-14-55 1 0 0,-30-78-16 0 0,-111-430-171 0 0,133 481 159 0 0,-157-627-827 0 0,176 730 804 0 0,-1 0-1 0 0,-1 1 1 0 0,-1 0-1 0 0,-1 1 1 0 0,-1 0-1 0 0,-1 1 1 0 0,-29-34-1 0 0,36 46 20 0 0,0 0-1 0 0,1-1 0 0 0,1 0 1 0 0,-1 0-1 0 0,-5-19 0 0 0,-18-70-179 0 0,15 45 111 0 0,11 41 44 0 0,-19-57 60 0 0,21 66-23 0 0,0 0 0 0 0,-1 1-1 0 0,0-1 1 0 0,0 0-1 0 0,-1 1 1 0 0,0 0 0 0 0,0 0-1 0 0,0 0 1 0 0,-5-5 0 0 0,6 7 10 0 0,0 0 0 0 0,0 0 0 0 0,0-1 0 0 0,1 1 0 0 0,-1-1 0 0 0,1 0 0 0 0,0 0 0 0 0,0 0 0 0 0,0 0 0 0 0,1 0 0 0 0,-3-7 0 0 0,-7-16-100 0 0,7 19-322 0 0,-1 8 30 0 0,4 0 284 0 0,-1 1-1 0 0,1 0 1 0 0,-1 0-1 0 0,1-1 0 0 0,-1 1 1 0 0,1 0-1 0 0,0 0 1 0 0,0 1-1 0 0,-1-1 0 0 0,1 0 1 0 0,0 0-1 0 0,0 0 1 0 0,0 1-1 0 0,0-1 1 0 0,0 1-1 0 0,1-1 0 0 0,-1 1 1 0 0,0-1-1 0 0,1 1 1 0 0,-1-1-1 0 0,0 3 0 0 0,-73 164-13447 0 0,3-16 4803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5:34.035"/>
    </inkml:context>
    <inkml:brush xml:id="br0">
      <inkml:brushProperty name="width" value="0.1" units="cm"/>
      <inkml:brushProperty name="height" value="0.1" units="cm"/>
      <inkml:brushProperty name="color" value="#CC0066"/>
    </inkml:brush>
  </inkml:definitions>
  <inkml:trace contextRef="#ctx0" brushRef="#br0">19 33 1064 0 0,'0'0'24'0'0,"-5"-16"40"0"0,-1 16-72 0 0,-1 0 8 0 0,10-9-8 0 0,-3 2 32 0 0,13 7-88 0 0,5 0-1024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5:34.291"/>
    </inkml:context>
    <inkml:brush xml:id="br0">
      <inkml:brushProperty name="width" value="0.1" units="cm"/>
      <inkml:brushProperty name="height" value="0.1" units="cm"/>
      <inkml:brushProperty name="color" value="#CC0066"/>
    </inkml:brush>
  </inkml:definitions>
  <inkml:trace contextRef="#ctx0" brushRef="#br0">16 23 800 0 0,'-7'-8'176'0'0,"-2"1"-80"0"0,9-1-112 0 0,9 8-1032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0.214"/>
    </inkml:context>
    <inkml:brush xml:id="br0">
      <inkml:brushProperty name="width" value="0.1" units="cm"/>
      <inkml:brushProperty name="height" value="0.1" units="cm"/>
      <inkml:brushProperty name="color" value="#CC0066"/>
    </inkml:brush>
  </inkml:definitions>
  <inkml:trace contextRef="#ctx0" brushRef="#br0">1705 23 1272 0 0,'12'-12'67'0'0,"-6"4"34"0"0,-10 5-61 0 0,-9 5 10 0 0,12-1-43 0 0,-233 48 1246 0 0,-123-2 990 0 0,162-30-1095 0 0,-3-2-176 0 0,45-3-237 0 0,-236 23 849 0 0,264-23-791 0 0,79-5-64 0 0,46-7-719 0 0,-1 0-1 0 0,1 0 1 0 0,0 0 0 0 0,-1 0 0 0 0,1 0-1 0 0,0 1 1 0 0,-1-1 0 0 0,1 0 0 0 0,0 0-1 0 0,0 0 1 0 0,-1 0 0 0 0,1 1 0 0 0,0-1-1 0 0,0 0 1 0 0,-1 0 0 0 0,1 0 0 0 0,0 1-1 0 0,0-1 1 0 0,-1 0 0 0 0,1 0 0 0 0,0 1-1 0 0,0-1 1 0 0,0 0 0 0 0,0 1-1 0 0,0-1 1 0 0,-1 0 0 0 0,1 0 0 0 0,0 1-1 0 0,0-1 1 0 0,0 0 0 0 0,0 1 0 0 0,0-1-1 0 0,0 1 1 0 0,0 14 87 0 0,1-9-34 0 0,-3 123 84 0 0,5 163-122 0 0,4-233 171 0 0,3-1-1 0 0,18 65 1 0 0,-12-56 173 0 0,-7-44-143 0 0,-8-20-147 0 0,1 0 1 0 0,-1 0-1 0 0,0 1 1 0 0,0-1 0 0 0,-1 0-1 0 0,1 0 1 0 0,0 5-1 0 0,-1-7 184 0 0,16 0-69 0 0,-12 0-970 0 0,-1 0 0 0 0,0 1-1 0 0,1 0 1 0 0,-1-1 0 0 0,0 1-1 0 0,0 0 1 0 0,0 0 0 0 0,-1 1-1 0 0,1-1 1 0 0,0 1 0 0 0,2 2 0 0 0,11 16-2242 0 0,-14-18 2958 0 0,12 17-1471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0.805"/>
    </inkml:context>
    <inkml:brush xml:id="br0">
      <inkml:brushProperty name="width" value="0.1" units="cm"/>
      <inkml:brushProperty name="height" value="0.1" units="cm"/>
      <inkml:brushProperty name="color" value="#CC0066"/>
    </inkml:brush>
  </inkml:definitions>
  <inkml:trace contextRef="#ctx0" brushRef="#br0">661 18 1160 0 0,'0'-2'101'0'0,"-2"-7"-6"0"0,-2 11-30 0 0,3 0-20 0 0,-1 1 0 0 0,1 0-1 0 0,0-1 1 0 0,0 1 0 0 0,0 0-1 0 0,1 0 1 0 0,-1 4 0 0 0,0 2 130 0 0,1-1 1 0 0,0 0 0 0 0,1 0-1 0 0,0 0 1 0 0,0 1 0 0 0,0-1 0 0 0,5 11-1 0 0,24 56 826 0 0,-24-61-830 0 0,5 9 206 0 0,2-1 0 0 0,0 0 0 0 0,25 31-1 0 0,50 49 478 0 0,-79-92-809 0 0,10 10 168 0 0,36 31 0 0 0,-30-32-93 0 0,1-1 1 0 0,1-1-1 0 0,0-2 1 0 0,1 0 0 0 0,1-2-1 0 0,38 12 1 0 0,-60-22-45 0 0,-1-1 1 0 0,1-1-1 0 0,0 1 1 0 0,-1-1 0 0 0,1-1-1 0 0,0 1 1 0 0,0-1-1 0 0,0 0 1 0 0,0-1-1 0 0,0 1 1 0 0,0-1 0 0 0,-1-1-1 0 0,1 1 1 0 0,0-1-1 0 0,-1 0 1 0 0,1-1-1 0 0,-1 0 1 0 0,0 0 0 0 0,9-5-1 0 0,-9 2-29 0 0,0 1 1 0 0,-1-1-1 0 0,0 1 0 0 0,0-1 1 0 0,0-1-1 0 0,-1 1 0 0 0,1-1 1 0 0,-2 0-1 0 0,1 0 0 0 0,-1 0 0 0 0,0 0 1 0 0,0-1-1 0 0,-1 1 0 0 0,0-1 1 0 0,-1 1-1 0 0,2-16 0 0 0,-1 2-16 0 0,-1-1-1 0 0,-1 1 0 0 0,-4-29 1 0 0,3 38-25 0 0,-1 0 0 0 0,0 1 0 0 0,-1-1 0 0 0,-1 1 0 0 0,0 0 0 0 0,0-1 0 0 0,-10-16 0 0 0,5 15-11 0 0,-1 1 0 0 0,-1 0 0 0 0,1 0 0 0 0,-2 1 1 0 0,0 1-1 0 0,-18-13 0 0 0,16 12 1 0 0,-14-8 1 0 0,-2 1-1 0 0,0 1 1 0 0,-1 1 0 0 0,-1 2-1 0 0,0 1 1 0 0,-47-12-1 0 0,47 16-5 0 0,0 2-1 0 0,-1 2 1 0 0,-37-2-1 0 0,-98 4 23 0 0,123 5 73 0 0,0 2 0 0 0,1 2-1 0 0,0 2 1 0 0,0 2 0 0 0,-72 27 0 0 0,97-30-53 0 0,0 1 1 0 0,0 1-1 0 0,1 0 1 0 0,1 2-1 0 0,-1 0 1 0 0,2 1-1 0 0,0 0 1 0 0,0 2 0 0 0,1 0-1 0 0,1 0 1 0 0,0 1-1 0 0,-20 31 1 0 0,26-37 28 0 0,2 1 0 0 0,-1 1 0 0 0,2-1 0 0 0,-1 1 0 0 0,1 0 0 0 0,1 0 0 0 0,0 1 0 0 0,1 0 0 0 0,0-1 0 0 0,-3 25 0 0 0,4-21 69 0 0,1 0 0 0 0,1 0 0 0 0,0 0 0 0 0,1 0-1 0 0,0 0 1 0 0,1-1 0 0 0,1 1 0 0 0,0 0 0 0 0,7 18-1 0 0,1-6 56 0 0,1-1-1 0 0,1 0 0 0 0,25 36 0 0 0,-24-43-288 0 0,1 0 0 0 0,0 0 0 0 0,2-2 0 0 0,28 25 0 0 0,-43-41 6 0 0,8 20-8755 0 0,-8-5 4192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1.585"/>
    </inkml:context>
    <inkml:brush xml:id="br0">
      <inkml:brushProperty name="width" value="0.1" units="cm"/>
      <inkml:brushProperty name="height" value="0.1" units="cm"/>
      <inkml:brushProperty name="color" value="#CC0066"/>
    </inkml:brush>
  </inkml:definitions>
  <inkml:trace contextRef="#ctx0" brushRef="#br0">2095 423 1104 0 0,'38'-7'128'0'0,"-27"4"-104"0"0,-1 1-1 0 0,0 1 1 0 0,15-1 0 0 0,-17 2-3 0 0,8 0 7 0 0,1 0 1 0 0,-1-1 0 0 0,21-4-1 0 0,-32 4-4 0 0,0-1 0 0 0,0 1-1 0 0,-1-1 1 0 0,1 0-1 0 0,0 0 1 0 0,-1 0 0 0 0,0-1-1 0 0,1 1 1 0 0,-1-1-1 0 0,0 0 1 0 0,0-1 0 0 0,-1 1-1 0 0,1-1 1 0 0,-1 1-1 0 0,5-7 1 0 0,-4 5 65 0 0,0-1-1 0 0,0 0 1 0 0,-1 0-1 0 0,0 0 1 0 0,0-1 0 0 0,0 1-1 0 0,-1 0 1 0 0,0-1 0 0 0,0 0-1 0 0,-1 0 1 0 0,1 1-1 0 0,-2-1 1 0 0,1 0 0 0 0,-1-14-1 0 0,-1 15-59 0 0,-1 0 0 0 0,1-1-1 0 0,-1 1 1 0 0,0 0 0 0 0,-4-7-1 0 0,1 3 3 0 0,-1 0 0 0 0,-1 1 0 0 0,1 0 0 0 0,-1 0 0 0 0,-1 1 0 0 0,1 0 0 0 0,-19-14 0 0 0,7 7 87 0 0,0 2 0 0 0,-36-19 0 0 0,34 22 90 0 0,0 1 0 0 0,-1 1 1 0 0,-1 1-1 0 0,1 1 0 0 0,-1 1 0 0 0,0 1 1 0 0,-32-1-1 0 0,-17 3 635 0 0,-73 8 1 0 0,84-2-423 0 0,-444 34 2716 0 0,368-27-2613 0 0,-193 30 419 0 0,204-23-553 0 0,-141 2 554 0 0,21-19-305 0 0,156-7-208 0 0,70 4-3127 0 0,26 4 1265 0 0,1 1 0 0 0,-1-1 0 0 0,0 1 1 0 0,0 1-1 0 0,0-1 0 0 0,10 8 1 0 0,40 28-576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1.948"/>
    </inkml:context>
    <inkml:brush xml:id="br0">
      <inkml:brushProperty name="width" value="0.1" units="cm"/>
      <inkml:brushProperty name="height" value="0.1" units="cm"/>
      <inkml:brushProperty name="color" value="#CC0066"/>
    </inkml:brush>
  </inkml:definitions>
  <inkml:trace contextRef="#ctx0" brushRef="#br0">17 151 1320 0 0,'0'-28'39'0'0,"1"15"-20"0"0,-1 1-1 0 0,0-1 0 0 0,-1 1 0 0 0,0 0 0 0 0,-1-1 0 0 0,-5-16 1 0 0,1 11 683 0 0,5 19-273 0 0,6 16 260 0 0,23 70 451 0 0,43 113 602 0 0,-23-109-1077 0 0,-36-71-530 0 0,92 141 461 0 0,-79-128-509 0 0,37 52 215 0 0,-60-82-272 0 0,0-1 1 0 0,0 1-1 0 0,0-1 0 0 0,0 0 0 0 0,0 1 0 0 0,0-1 0 0 0,0 0 0 0 0,1 0 0 0 0,-1 0 0 0 0,1-1 1 0 0,3 3-1 0 0,-5-3 59 0 0,-19 7-6635 0 0,15-6 5874 0 0,-3 2-527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2.395"/>
    </inkml:context>
    <inkml:brush xml:id="br0">
      <inkml:brushProperty name="width" value="0.1" units="cm"/>
      <inkml:brushProperty name="height" value="0.1" units="cm"/>
      <inkml:brushProperty name="color" value="#CC0066"/>
    </inkml:brush>
  </inkml:definitions>
  <inkml:trace contextRef="#ctx0" brushRef="#br0">2062 39 1176 0 0,'-110'-7'155'0'0,"-10"7"191"0"0,-507-12 4978 0 0,585 9-4954 0 0,-234-12 2126 0 0,130 14-1360 0 0,-500 16 2427 0 0,634-15-3559 0 0,4 0 0 0 0,1 1 0 0 0,-1-1 0 0 0,1 1 0 0 0,-1 1 1 0 0,1-1-1 0 0,-1 1 0 0 0,-8 4 0 0 0,15-6-18 0 0,1 0 0 0 0,-1 1 0 0 0,0-1 0 0 0,0 0 0 0 0,1 1 1 0 0,-1-1-1 0 0,0 1 0 0 0,1-1 0 0 0,-1 1 0 0 0,0-1 0 0 0,1 1 0 0 0,-1-1 0 0 0,1 1 0 0 0,-1 0 0 0 0,1-1 1 0 0,-1 1-1 0 0,1 0 0 0 0,0-1 0 0 0,-1 1 0 0 0,1 0 0 0 0,0 0 0 0 0,-1-1 0 0 0,1 1 0 0 0,0 0 0 0 0,0 0 1 0 0,0 0-1 0 0,-1-1 0 0 0,1 1 0 0 0,0 0 0 0 0,0 0 0 0 0,0 0 0 0 0,1-1 0 0 0,-1 1 0 0 0,0 0 0 0 0,0 0 1 0 0,0 0-1 0 0,1 0 0 0 0,1 3-357 0 0,0-1 0 0 0,0 1 0 0 0,0-1 0 0 0,0 0 0 0 0,1 0 1 0 0,3 3-1 0 0,0 2-770 0 0,3 1-539 0 0,-1 1 1 0 0,1-1-1 0 0,14 10 0 0 0,-10-9 1038 0 0,0-2-1 0 0,1 1 0 0 0,25 10 0 0 0,4-3-397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2.777"/>
    </inkml:context>
    <inkml:brush xml:id="br0">
      <inkml:brushProperty name="width" value="0.1" units="cm"/>
      <inkml:brushProperty name="height" value="0.1" units="cm"/>
      <inkml:brushProperty name="color" value="#CC0066"/>
    </inkml:brush>
  </inkml:definitions>
  <inkml:trace contextRef="#ctx0" brushRef="#br0">0 121 976 0 0,'0'-83'408'0'0,"0"46"2712"0"0,2 73-2210 0 0,1-1 0 0 0,10 51 0 0 0,27 77-162 0 0,6-28-269 0 0,14-16 113 0 0,-45-92-461 0 0,14 26 317 0 0,2-1 1 0 0,49 60 0 0 0,43 26 794 0 0,-81-96-851 0 0,-27-31 29 0 0,-10-11-262 0 0,-6-8-13 0 0,1 3-219 0 0,-1 0-1 0 0,1 0 0 0 0,-1 0 0 0 0,0 0 0 0 0,0 0 1 0 0,0 0-1 0 0,-3-7 0 0 0,2 7-405 0 0,-1 1 0 0 0,1 0-1 0 0,-1-1 1 0 0,0 1 0 0 0,0 0-1 0 0,0 1 1 0 0,-1-1 0 0 0,-5-5 0 0 0,-25-17-5037 0 0,23 18 3052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4.181"/>
    </inkml:context>
    <inkml:brush xml:id="br0">
      <inkml:brushProperty name="width" value="0.1" units="cm"/>
      <inkml:brushProperty name="height" value="0.1" units="cm"/>
      <inkml:brushProperty name="color" value="#CC0066"/>
    </inkml:brush>
  </inkml:definitions>
  <inkml:trace contextRef="#ctx0" brushRef="#br0">1147 332 1232 0 0,'2'0'107'0'0,"5"0"-85"0"0,0 0 1 0 0,0 1 0 0 0,0-1 0 0 0,0 1 0 0 0,0 0-1 0 0,0 1 1 0 0,-1 0 0 0 0,1 0 0 0 0,10 5 0 0 0,-8-2 299 0 0,0-1 1 0 0,0 0-1 0 0,0-1 1 0 0,1 0-1 0 0,-1 0 1 0 0,1-1-1 0 0,11 1 1 0 0,-13-4 675 0 0,-1-7-411 0 0,-4 0-416 0 0,-1-1-1 0 0,0 1 1 0 0,-1-1 0 0 0,1 1 0 0 0,-2-1 0 0 0,0-12 0 0 0,0 20-172 0 0,0 0 0 0 0,0 0 0 0 0,0 0 1 0 0,-1 0-1 0 0,1 0 0 0 0,0 0 0 0 0,-1 0 0 0 0,1 1 1 0 0,-1-1-1 0 0,1 0 0 0 0,-1 0 0 0 0,1 0 0 0 0,-1 0 1 0 0,1 1-1 0 0,-1-1 0 0 0,0 0 0 0 0,0 1 0 0 0,1-1 1 0 0,-1 0-1 0 0,0 1 0 0 0,0-1 0 0 0,0 1 0 0 0,0-1 1 0 0,1 1-1 0 0,-1 0 0 0 0,-2-1 0 0 0,0 4-86 0 0,3-3 89 0 0,0 0-1 0 0,0 0 1 0 0,0 0 0 0 0,0 0-1 0 0,0 0 1 0 0,0 1-1 0 0,0-1 1 0 0,0 0 0 0 0,0 0-1 0 0,0 0 1 0 0,0 0-1 0 0,0 0 1 0 0,0 0 0 0 0,0 1-1 0 0,0-1 1 0 0,0 0-1 0 0,0 0 1 0 0,0 0-1 0 0,0 0 1 0 0,0 0 0 0 0,-1 0-1 0 0,1 0 1 0 0,0 0-1 0 0,0 1 1 0 0,0-1 0 0 0,0 0-1 0 0,0 0 1 0 0,0 0-1 0 0,0 0 1 0 0,0 0-1 0 0,-1 0 1 0 0,1 0 0 0 0,0 0-1 0 0,0 0 1 0 0,0 0-1 0 0,0 0 1 0 0,0 0 0 0 0,0 0-1 0 0,-1 0 1 0 0,1 0-1 0 0,0 0 1 0 0,0 0-1 0 0,0 0 1 0 0,0 0 0 0 0,0 0-1 0 0,-1 0 1 0 0,1 0-1 0 0,0 0 1 0 0,0 0 0 0 0,0 0-1 0 0,0 0 1 0 0,0 0-1 0 0,0 0 1 0 0,0 0-1 0 0,-1-1 1 0 0,1 1 0 0 0,0 0-1 0 0,0 0 1 0 0,0 0-1 0 0,0 0 1 0 0,0 0 0 0 0,0 0-1 0 0,0 0 1 0 0,0-1-1 0 0,-5-4 68 0 0,0-1-1 0 0,0-1 1 0 0,1 1-1 0 0,0-1 1 0 0,-3-7-1 0 0,-9-15-79 0 0,2 11 16 0 0,0 0-1 0 0,-1 0 0 0 0,0 2 1 0 0,-24-20-1 0 0,30 29 4 0 0,-1-1 1 0 0,0 1-1 0 0,0 1 0 0 0,0 0 1 0 0,-1 0-1 0 0,0 1 1 0 0,0 1-1 0 0,0 0 0 0 0,-22-5 1 0 0,24 8-3 0 0,-1 0 1 0 0,0 1-1 0 0,1 0 0 0 0,-1 1 1 0 0,0 0-1 0 0,1 0 1 0 0,-1 1-1 0 0,1 1 1 0 0,-1-1-1 0 0,1 1 1 0 0,0 1-1 0 0,0 0 0 0 0,1 0 1 0 0,-1 1-1 0 0,1 0 1 0 0,-12 9-1 0 0,-8 9 23 0 0,2 0-1 0 0,1 2 0 0 0,-24 29 1 0 0,23-25-7 0 0,-28 31 33 0 0,-41 43 7 0 0,-16-5-38 0 0,68-63-5 0 0,32-25 2 0 0,-1 0 1 0 0,0-1-1 0 0,0-1 1 0 0,-1 0-1 0 0,0 0 1 0 0,-16 5-1 0 0,24-11 16 0 0,-1 0 0 0 0,1-1 0 0 0,0 0 0 0 0,0 0 0 0 0,-1 0 0 0 0,1-1 0 0 0,0 1 0 0 0,-1-1 0 0 0,1 0 0 0 0,0-1-1 0 0,-1 0 1 0 0,1 1 0 0 0,0-2 0 0 0,0 1 0 0 0,-1-1 0 0 0,1 1 0 0 0,0-1 0 0 0,1-1 0 0 0,-1 1 0 0 0,-7-5-1 0 0,4-1 83 0 0,-1 1 0 0 0,2-1 0 0 0,-1 0-1 0 0,1-1 1 0 0,0 0 0 0 0,1 0-1 0 0,0 0 1 0 0,0-1 0 0 0,1 0-1 0 0,-6-17 1 0 0,9 23-84 0 0,-14-32 241 0 0,2 0 0 0 0,-16-62 0 0 0,28 91-252 0 0,-52-237 267 0 0,53 239-408 0 0,0 1-1 0 0,0-1 1 0 0,1 0-1 0 0,0 1 1 0 0,0-1-1 0 0,0-6 1 0 0,0 11 28 0 0,1-1 1 0 0,-1 1-1 0 0,0-1 1 0 0,0 1-1 0 0,0 0 1 0 0,0-1-1 0 0,0 1 1 0 0,1 0 0 0 0,-1-1-1 0 0,0 1 1 0 0,0-1-1 0 0,1 1 1 0 0,-1 0-1 0 0,0 0 1 0 0,1-1-1 0 0,-1 1 1 0 0,0 0-1 0 0,1-1 1 0 0,-1 1-1 0 0,0 0 1 0 0,1 0-1 0 0,-1 0 1 0 0,0-1-1 0 0,1 1 1 0 0,0 0-186 0 0,0 0 0 0 0,0 0 1 0 0,0 0-1 0 0,0 0 0 0 0,0 0 1 0 0,1 1-1 0 0,-1-1 0 0 0,-1 0 1 0 0,1 1-1 0 0,0-1 0 0 0,0 0 1 0 0,0 1-1 0 0,2 0 0 0 0,24 23-4094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4.548"/>
    </inkml:context>
    <inkml:brush xml:id="br0">
      <inkml:brushProperty name="width" value="0.1" units="cm"/>
      <inkml:brushProperty name="height" value="0.1" units="cm"/>
      <inkml:brushProperty name="color" value="#CC0066"/>
    </inkml:brush>
  </inkml:definitions>
  <inkml:trace contextRef="#ctx0" brushRef="#br0">10 213 1360 0 0,'-1'0'11'0'0,"0"1"-1"0"0,0 0 1 0 0,0 0-1 0 0,1 0 1 0 0,-1 0-1 0 0,0 0 1 0 0,1 0-1 0 0,-1 0 1 0 0,1 0-1 0 0,-1 0 1 0 0,1 1 0 0 0,0-1-1 0 0,-1 0 1 0 0,1 0-1 0 0,0 0 1 0 0,0 0-1 0 0,0 1 1 0 0,0-1-1 0 0,0 0 1 0 0,0 0-1 0 0,0 2 1 0 0,1 0 1 0 0,-1 0-1 0 0,0-1 1 0 0,1 1 0 0 0,0 0-1 0 0,-1 0 1 0 0,1-1 0 0 0,0 1 0 0 0,3 4-1 0 0,-1-4 17 0 0,-1 0 0 0 0,1 0 0 0 0,0 0-1 0 0,1 0 1 0 0,-1 0 0 0 0,0-1 0 0 0,1 0 0 0 0,-1 0-1 0 0,1 0 1 0 0,7 3 0 0 0,45 13 413 0 0,-51-17-402 0 0,153 34 1155 0 0,-132-31-918 0 0,0-1 1 0 0,0-2-1 0 0,0-1 1 0 0,34-3 0 0 0,-50 2-152 0 0,0-1 0 0 0,0-1 1 0 0,0 0-1 0 0,0 0 1 0 0,0-1-1 0 0,0 0 1 0 0,-1 0-1 0 0,0-1 1 0 0,0 0-1 0 0,0-1 1 0 0,9-8-1 0 0,-15 12-79 0 0,0-1-1 0 0,-1 0 1 0 0,1 0-1 0 0,-1 0 1 0 0,1 0-1 0 0,-1 0 1 0 0,0 0-1 0 0,0-1 1 0 0,-1 1-1 0 0,1-1 1 0 0,-1 1-1 0 0,0-1 1 0 0,1-3-1 0 0,0 1-18 0 0,-2 0 0 0 0,1 0-1 0 0,-1 0 1 0 0,0 0 0 0 0,0 0-1 0 0,0 0 1 0 0,-1 0-1 0 0,0 0 1 0 0,0 1 0 0 0,0-1-1 0 0,-1 0 1 0 0,-3-6 0 0 0,1 3-17 0 0,0 0 0 0 0,-1 0 0 0 0,-1 0 0 0 0,0 1 1 0 0,0-1-1 0 0,-13-12 0 0 0,9 11-42 0 0,-1 0 0 0 0,0 1 0 0 0,0 1 0 0 0,-1 0 1 0 0,0 0-1 0 0,0 1 0 0 0,-1 1 0 0 0,0 0 0 0 0,0 1 0 0 0,0 0 0 0 0,-15-3 0 0 0,15 5-318 0 0,-1 1 1 0 0,1 1-1 0 0,-1 0 0 0 0,1 0 1 0 0,-1 2-1 0 0,1-1 0 0 0,-1 2 1 0 0,1 0-1 0 0,-25 7 0 0 0,27-5-83 0 0,0 2-1 0 0,0 0 1 0 0,0 0 0 0 0,-9 8-1 0 0,-1 3-1131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4.892"/>
    </inkml:context>
    <inkml:brush xml:id="br0">
      <inkml:brushProperty name="width" value="0.1" units="cm"/>
      <inkml:brushProperty name="height" value="0.1" units="cm"/>
      <inkml:brushProperty name="color" value="#CC0066"/>
    </inkml:brush>
  </inkml:definitions>
  <inkml:trace contextRef="#ctx0" brushRef="#br0">1201 43 1568 0 0,'0'-2'15'0'0,"0"1"0"0"0,0-1 0 0 0,-1 1 0 0 0,1 0 1 0 0,-1-1-1 0 0,1 1 0 0 0,-1 0 0 0 0,1-1 0 0 0,-1 1 0 0 0,0 0 0 0 0,0 0 0 0 0,1 0 1 0 0,-1 0-1 0 0,0-1 0 0 0,0 1 0 0 0,0 0 0 0 0,0 1 0 0 0,0-1 0 0 0,-1 0 0 0 0,1 0 0 0 0,0 0 1 0 0,0 1-1 0 0,0-1 0 0 0,-1 0 0 0 0,1 1 0 0 0,0-1 0 0 0,-1 1 0 0 0,-1-1 0 0 0,-7-1 260 0 0,0 0 0 0 0,1 0 0 0 0,-12 0 0 0 0,14 1-2 0 0,-53-2 1692 0 0,1 3 1 0 0,-71 8 0 0 0,9 0-252 0 0,-7-6-413 0 0,4-2-235 0 0,-244-6 844 0 0,254 5-1542 0 0,114 1-374 0 0,-1-1 0 0 0,1 1 0 0 0,-1 0 1 0 0,1 0-1 0 0,-1 0 0 0 0,0 0 0 0 0,1 0 0 0 0,-1 0 0 0 0,1 1 0 0 0,-1-1 1 0 0,0 0-1 0 0,1 0 0 0 0,-1 0 0 0 0,1 0 0 0 0,-1 1 0 0 0,1-1 0 0 0,-1 0 1 0 0,1 1-1 0 0,-1-1 0 0 0,1 0 0 0 0,-1 1 0 0 0,6 8-712 0 0,4-2-533 0 0,0-1 0 0 0,0-1 0 0 0,0 0 0 0 0,17 7 0 0 0,4 2-1708 0 0,22 15-783 0 0,-33-13 1918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5.881"/>
    </inkml:context>
    <inkml:brush xml:id="br0">
      <inkml:brushProperty name="width" value="0.1" units="cm"/>
      <inkml:brushProperty name="height" value="0.1" units="cm"/>
      <inkml:brushProperty name="color" value="#CC0066"/>
    </inkml:brush>
  </inkml:definitions>
  <inkml:trace contextRef="#ctx0" brushRef="#br0">1030 576 1320 0 0,'59'-31'479'0'0,"-40"22"-286"0"0,35-23 0 0 0,-44 25-148 0 0,39-30 676 0 0,-45 34-612 0 0,0-1-1 0 0,0 0 0 0 0,0 0 0 0 0,-1 0 0 0 0,1 0 1 0 0,-1 0-1 0 0,0-1 0 0 0,4-9 0 0 0,-6 10-64 0 0,1 0 0 0 0,-1 0 0 0 0,0-1 0 0 0,0 1 0 0 0,-1 0 0 0 0,0-1 0 0 0,1 1 0 0 0,-1 0 0 0 0,-1-1 0 0 0,1 1 0 0 0,-1 0 0 0 0,1-1 0 0 0,-1 1 0 0 0,-1 0 0 0 0,-2-8 1 0 0,-7-6 143 0 0,-1 0 1 0 0,0 0-1 0 0,-1 1 1 0 0,-2 1-1 0 0,-27-26 1 0 0,28 30-55 0 0,-1 1 0 0 0,-1 0 0 0 0,0 2 1 0 0,-17-9-1 0 0,-25-9 147 0 0,-1 3 0 0 0,-1 2 0 0 0,0 3 0 0 0,-2 3 0 0 0,0 3 0 0 0,-1 2 0 0 0,0 3 0 0 0,0 3 0 0 0,-85 3 0 0 0,132 2-262 0 0,0 2-1 0 0,0 0 0 0 0,0 0 0 0 0,-18 6 0 0 0,27-5-15 0 0,0-1 0 0 0,0 1 0 0 0,0 1 0 0 0,1-1 0 0 0,-1 1-1 0 0,1 0 1 0 0,0 1 0 0 0,1-1 0 0 0,-1 1 0 0 0,-9 11-1 0 0,8-7 4 0 0,0 0-1 0 0,1 0 1 0 0,0 0-1 0 0,0 1 1 0 0,1 0-1 0 0,0 0 0 0 0,-4 14 1 0 0,7-19-3 0 0,1 1 0 0 0,-1-1 0 0 0,1 1 0 0 0,1 0 0 0 0,-1 0 0 0 0,1-1 0 0 0,0 1 0 0 0,0 0 0 0 0,0 0 0 0 0,1-1 0 0 0,0 1 0 0 0,0 0 0 0 0,0-1 0 0 0,1 1 0 0 0,0-1 0 0 0,4 9 0 0 0,0-5-4 0 0,0 0 0 0 0,1 0 0 0 0,0-1 0 0 0,0 0 0 0 0,1-1-1 0 0,15 13 1 0 0,55 33-15 0 0,-50-37 2 0 0,0 0-1 0 0,1-2 0 0 0,0-1 1 0 0,1-1-1 0 0,40 9 0 0 0,-43-13 5 0 0,47 12-22 0 0,0-3 0 0 0,78 7-1 0 0,-136-22 29 0 0,170 16-136 0 0,202-8 0 0 0,-39-2 54 0 0,-27-1 93 0 0,-288-7 30 0 0,-22-1-98 0 0,-13-1 6 0 0,-11-1-42 0 0,-49-4 84 0 0,-107 5 0 0 0,97 2 82 0 0,-513 19 1385 0 0,570-18-1422 0 0,-222 20 332 0 0,158-10-297 0 0,-78 21-1 0 0,119-23-60 0 0,-1 1 1 0 0,2 2-1 0 0,-1 2 0 0 0,-55 29 0 0 0,66-27-6 0 0,0 1 0 0 0,-32 29 0 0 0,45-34 21 0 0,1 1 1 0 0,-1 0-1 0 0,2 0 1 0 0,0 1 0 0 0,-16 28-1 0 0,23-35 3 0 0,1 0-1 0 0,0 0 1 0 0,1 0-1 0 0,-1 0 1 0 0,1 1 0 0 0,1-1-1 0 0,0 1 1 0 0,0-1-1 0 0,0 1 1 0 0,1 0-1 0 0,0-1 1 0 0,0 1-1 0 0,1-1 1 0 0,0 1-1 0 0,1 0 1 0 0,-1-1 0 0 0,1 0-1 0 0,1 1 1 0 0,-1-1-1 0 0,8 12 1 0 0,-1-2 13 0 0,1-1 0 0 0,1 0 0 0 0,1-1 1 0 0,0 0-1 0 0,1 0 0 0 0,0-2 0 0 0,17 14 0 0 0,5 0 13 0 0,1-2 0 0 0,2-2 0 0 0,78 36-1 0 0,-103-53-41 0 0,36 18 49 0 0,88 27 0 0 0,-105-42-28 0 0,1-1 0 0 0,0-2 1 0 0,61 4-1 0 0,-56-10-1 0 0,0 0 0 0 0,55-10 0 0 0,-71 7-21 0 0,0-2 0 0 0,-1 0 1 0 0,1-2-1 0 0,-1 0 0 0 0,26-13 1 0 0,-36 13-12 0 0,1 1 0 0 0,-1-1 0 0 0,0-1-1 0 0,-1 0 1 0 0,0-1 0 0 0,15-15 0 0 0,-20 18 0 0 0,-1 0 0 0 0,1-1 0 0 0,-1 1 0 0 0,0-1 0 0 0,0 1-1 0 0,-1-1 1 0 0,0 0 0 0 0,0-1 0 0 0,-1 1 0 0 0,0 0-1 0 0,0-1 1 0 0,-1 0 0 0 0,1-10 0 0 0,-1 12-1 0 0,-1 1 0 0 0,0 0 0 0 0,-1 0 0 0 0,1 0 1 0 0,-1-1-1 0 0,0 1 0 0 0,0 0 0 0 0,0 0 0 0 0,-5-9 0 0 0,3 8 1 0 0,-1 0-1 0 0,0 1 1 0 0,0 0 0 0 0,0-1 0 0 0,-1 2-1 0 0,0-1 1 0 0,0 0 0 0 0,0 1-1 0 0,-8-5 1 0 0,-12-9 5 0 0,-1 1 1 0 0,-1 1-1 0 0,-1 1 0 0 0,-49-19 1 0 0,28 20 34 0 0,-1 2 0 0 0,0 2 0 0 0,-1 2 1 0 0,0 2-1 0 0,0 3 0 0 0,0 1 1 0 0,0 3-1 0 0,-60 9 0 0 0,39 1 145 0 0,2 3 1 0 0,0 3-1 0 0,0 4 1 0 0,2 2-1 0 0,-80 39 0 0 0,104-40-45 0 0,1 3-1 0 0,-70 51 1 0 0,111-74-169 0 0,-1 0 0 0 0,0 0 0 0 0,1 1-1 0 0,-1-1 1 0 0,1 0 0 0 0,-1 1 0 0 0,1-1 0 0 0,0 1 0 0 0,0 0 0 0 0,0 0-1 0 0,1 0 1 0 0,-1 0 0 0 0,1 0 0 0 0,0 0 0 0 0,-1 1 0 0 0,1-1 0 0 0,0 4 0 0 0,1-3-359 0 0,0-1 1 0 0,0 0 0 0 0,1 1 0 0 0,-1-1 0 0 0,1 0 0 0 0,0 0 0 0 0,0 1 0 0 0,0-1 0 0 0,1 0 0 0 0,-1 0 0 0 0,1 0 0 0 0,-1 0 0 0 0,1 0 0 0 0,0-1 0 0 0,0 1-1 0 0,0-1 1 0 0,5 5 0 0 0,45 38-5859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7.570"/>
    </inkml:context>
    <inkml:brush xml:id="br0">
      <inkml:brushProperty name="width" value="0.1" units="cm"/>
      <inkml:brushProperty name="height" value="0.1" units="cm"/>
      <inkml:brushProperty name="color" value="#CC0066"/>
    </inkml:brush>
  </inkml:definitions>
  <inkml:trace contextRef="#ctx0" brushRef="#br0">2002 86 1256 0 0,'1'-9'49'0'0,"-1"7"-38"0"0,0-1 0 0 0,0 1 0 0 0,0 0 0 0 0,0-1 0 0 0,0 1-1 0 0,-1-1 1 0 0,1 1 0 0 0,-1 0 0 0 0,-1-3 0 0 0,2 4-7 0 0,-1 0 0 0 0,0 0 0 0 0,0 0 0 0 0,0 0-1 0 0,0 0 1 0 0,0 0 0 0 0,0 0 0 0 0,0 0 0 0 0,0 1 0 0 0,-1-1 0 0 0,1 0 0 0 0,0 1 0 0 0,0-1 0 0 0,-1 1 0 0 0,1-1-1 0 0,0 1 1 0 0,-1 0 0 0 0,1-1 0 0 0,0 1 0 0 0,-2 0 0 0 0,-55-7 1091 0 0,0 3 0 0 0,-108 6 0 0 0,-119 27 2132 0 0,146-13-2012 0 0,-251 21 1627 0 0,190-20-1842 0 0,-235 33 647 0 0,386-41-1507 0 0,-56 7 159 0 0,87-14-180 0 0,0-1 0 0 0,-26-3 0 0 0,36-1 70 0 0,8 2-181 0 0,0 1-1 0 0,0 0 1 0 0,0 0 0 0 0,0 0-1 0 0,0 0 1 0 0,0 0-1 0 0,0-1 1 0 0,0 1 0 0 0,0 0-1 0 0,0 0 1 0 0,0 0-1 0 0,0 0 1 0 0,0-1 0 0 0,0 1-1 0 0,0 0 1 0 0,0 0-1 0 0,0 0 1 0 0,0 0 0 0 0,0 0-1 0 0,0-1 1 0 0,0 1-1 0 0,0 0 1 0 0,0 0 0 0 0,0 0-1 0 0,1 0 1 0 0,-1 0-1 0 0,0-1 1 0 0,0 1 0 0 0,0 0-1 0 0,0 0 1 0 0,0 0-1 0 0,0 0 1 0 0,1 0 0 0 0,-1 0-1 0 0,0 0 1 0 0,0 0-1 0 0,0 0 1 0 0,0-1 0 0 0,0 1-1 0 0,1 0 1 0 0,-1 0-1 0 0,0 0 1 0 0,0 0 0 0 0,0 0-1 0 0,0 0 1 0 0,0 0-1 0 0,1 0 1 0 0,-1 0 0 0 0,6-2 34 0 0,0 1 0 0 0,1-1 1 0 0,-1 1-1 0 0,0 0 1 0 0,1 1-1 0 0,-1-1 0 0 0,8 1 1 0 0,25-1 30 0 0,194-22-168 0 0,253-59-145 0 0,-463 78 217 0 0,190-37-155 0 0,-136 29 105 0 0,1 3-1 0 0,103 1 1 0 0,-142 7 57 0 0,41-1 2 0 0,-4-1-31 0 0,141 14 0 0 0,-189-7 15 0 0,0 1 0 0 0,0 2 0 0 0,-1 1-1 0 0,0 1 1 0 0,-1 1 0 0 0,0 1 0 0 0,0 2 0 0 0,38 25 0 0 0,83 66-151 0 0,-115-80 113 0 0,-2 2 0 0 0,46 48 0 0 0,-70-67 38 0 0,0 0 0 0 0,0 1 0 0 0,-1 0 0 0 0,9 17 0 0 0,-13-20 4 0 0,1-1 1 0 0,-1 0-1 0 0,0 1 1 0 0,0-1 0 0 0,0 1-1 0 0,-1-1 1 0 0,0 1 0 0 0,0-1-1 0 0,0 1 1 0 0,-1 7-1 0 0,0-9 2 0 0,1 0 0 0 0,-1 1 0 0 0,0-1 0 0 0,-1 0 0 0 0,1 1 0 0 0,0-1 0 0 0,-1 0 0 0 0,0 0 0 0 0,0 0 0 0 0,0 0 0 0 0,0-1 0 0 0,0 1 0 0 0,-1 0 0 0 0,1-1 0 0 0,-1 0 0 0 0,1 1 0 0 0,-1-1 0 0 0,0 0 0 0 0,0-1 0 0 0,0 1 0 0 0,0 0 0 0 0,0-1 0 0 0,-1 0 0 0 0,1 1 0 0 0,-5 0 0 0 0,-8 2 1 0 0,-1-1-1 0 0,0 0 1 0 0,-33 1-1 0 0,37-4 15 0 0,-37 2 52 0 0,0-2 1 0 0,0-3 0 0 0,0-1 0 0 0,1-3 0 0 0,0-2-1 0 0,0-3 1 0 0,1-1 0 0 0,1-2 0 0 0,0-3-1 0 0,1-1 1 0 0,1-3 0 0 0,-69-43 0 0 0,91 48-21 0 0,0 0 0 0 0,2-2-1 0 0,0 0 1 0 0,-26-32 0 0 0,39 42 80 0 0,-1 0-1 0 0,-17-14 0 0 0,23 21-90 0 0,9 8-16 0 0,-1 0-1 0 0,0 0 1 0 0,-1 1 0 0 0,1 0 0 0 0,-1 0-1 0 0,-1 0 1 0 0,1 0 0 0 0,4 14-1 0 0,-1-4-4 0 0,2 4-22 0 0,-1 0-1 0 0,-1 0 1 0 0,-1 1-1 0 0,7 37 1 0 0,-12-45 7 0 0,-1 0 0 0 0,0 0 0 0 0,0-1 1 0 0,-2 1-1 0 0,0 0 0 0 0,0 0 0 0 0,-1-1 1 0 0,-1 0-1 0 0,0 1 0 0 0,-1-1 1 0 0,0-1-1 0 0,-1 1 0 0 0,-1-1 0 0 0,0 0 1 0 0,0 0-1 0 0,-1-1 0 0 0,-1 0 0 0 0,0 0 1 0 0,-15 13-1 0 0,12-13 44 0 0,-1-1 0 0 0,0 0 0 0 0,0-1 1 0 0,-1 0-1 0 0,0-1 0 0 0,-1-1 0 0 0,0 0 0 0 0,0-1 1 0 0,0-1-1 0 0,-1 0 0 0 0,1-1 0 0 0,-1-1 0 0 0,0 0 0 0 0,-24 0 1 0 0,9-2 9 0 0,0-1-1 0 0,0-1 1 0 0,0-2 0 0 0,0-1 0 0 0,1-2 0 0 0,-1-1 0 0 0,2-1 0 0 0,-1-1 0 0 0,1-2-1 0 0,0-1 1 0 0,1-1 0 0 0,1-2 0 0 0,0-1 0 0 0,1 0 0 0 0,0-2 0 0 0,-40-38 0 0 0,9-5 339 0 0,3-2 0 0 0,2-3 0 0 0,4-2 0 0 0,-45-83 0 0 0,74 117-452 0 0,17 25-641 0 0,5 8-430 0 0,16 16-2176 0 0,-9-6 1723 0 0,62 51-5467 0 0,-11-5 4283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38.431"/>
    </inkml:context>
    <inkml:brush xml:id="br0">
      <inkml:brushProperty name="width" value="0.1" units="cm"/>
      <inkml:brushProperty name="height" value="0.1" units="cm"/>
      <inkml:brushProperty name="color" value="#CC0066"/>
    </inkml:brush>
  </inkml:definitions>
  <inkml:trace contextRef="#ctx0" brushRef="#br0">858 596 1408 0 0,'180'-7'624'0'0,"4"6"1935"0"0,-173 1-2274 0 0,-1 0 1 0 0,1-1 0 0 0,0-1-1 0 0,0 0 1 0 0,-1 0 0 0 0,21-8-1 0 0,-26 7-199 0 0,0 1 0 0 0,0-1 0 0 0,-1 0 0 0 0,1 0 0 0 0,-1 0 0 0 0,1 0 0 0 0,-1-1 0 0 0,0 0 0 0 0,-1 0 0 0 0,1 0-1 0 0,-1 0 1 0 0,1-1 0 0 0,-1 1 0 0 0,0-1 0 0 0,2-6 0 0 0,-2 5-22 0 0,-1-1 1 0 0,1 1-1 0 0,-1-1 1 0 0,-1 0-1 0 0,1 0 1 0 0,-1 1-1 0 0,-1-1 1 0 0,1 0-1 0 0,-1 0 0 0 0,0 0 1 0 0,0 0-1 0 0,-1 0 1 0 0,-2-9-1 0 0,0 6 17 0 0,0 1 1 0 0,0-1-1 0 0,-1 1 0 0 0,-1 0 0 0 0,1 0 0 0 0,-1 0 0 0 0,-1 0 1 0 0,-12-14-1 0 0,4 7 69 0 0,0 1 0 0 0,-1 1 0 0 0,-25-19 0 0 0,0 7 179 0 0,-2 2 0 0 0,0 2 0 0 0,-75-28 0 0 0,103 44-280 0 0,-40-15 66 0 0,-1 3-1 0 0,0 2 0 0 0,-1 3 1 0 0,-1 2-1 0 0,0 2 0 0 0,0 3 1 0 0,-65 2-1 0 0,80 3-129 0 0,0 2 0 0 0,0 2 0 0 0,-60 12 0 0 0,88-12 24 0 0,-1 1-1 0 0,1 1 1 0 0,-1 0-1 0 0,1 1 1 0 0,1 0 0 0 0,-1 1-1 0 0,1 1 1 0 0,1 0-1 0 0,-1 1 1 0 0,1 0-1 0 0,1 1 1 0 0,0 0-1 0 0,-16 19 1 0 0,19-19-21 0 0,0 1 0 0 0,1 0 0 0 0,1 1 0 0 0,0-1 1 0 0,0 1-1 0 0,1 0 0 0 0,1 0 0 0 0,0 1 0 0 0,1 0 0 0 0,-3 15 0 0 0,5-17 5 0 0,0 0-1 0 0,1 0 0 0 0,0-1 1 0 0,0 1-1 0 0,1 0 1 0 0,0 0-1 0 0,1 0 1 0 0,1-1-1 0 0,0 1 0 0 0,0-1 1 0 0,1 0-1 0 0,7 16 1 0 0,-4-15-3 0 0,0 0 0 0 0,0-1 0 0 0,1 1 0 0 0,1-2 1 0 0,-1 1-1 0 0,2-1 0 0 0,13 10 0 0 0,-6-6-4 0 0,1-1 0 0 0,0-1-1 0 0,38 17 1 0 0,-17-13 16 0 0,1-2 0 0 0,1-1 0 0 0,0-3-1 0 0,43 6 1 0 0,25-4 47 0 0,1-5 1 0 0,152-10-1 0 0,-188-3 155 0 0,76-17 0 0 0,-110 13 14 0 0,-38 10-211 0 0,-1 1 0 0 0,1-1 0 0 0,0 0 0 0 0,-1 0 0 0 0,1 0 0 0 0,-1 0 0 0 0,1-1 0 0 0,-1 1 0 0 0,1 0 0 0 0,-1-1 0 0 0,0 1 0 0 0,0 0 0 0 0,1-1 0 0 0,0-2 0 0 0,-2 4-11 0 0,0 0 1 0 0,1 0 0 0 0,-1-1-1 0 0,0 1 1 0 0,0 0 0 0 0,0 0-1 0 0,0-1 1 0 0,1 1 0 0 0,-1 0 0 0 0,0 0-1 0 0,0-1 1 0 0,0 1 0 0 0,0 0-1 0 0,0 0 1 0 0,0-1 0 0 0,0 1-1 0 0,0 0 1 0 0,0-1 0 0 0,0 1-1 0 0,0 0 1 0 0,0-1 0 0 0,0 1-1 0 0,0 0 1 0 0,0 0 0 0 0,0-1 0 0 0,0 1-1 0 0,0 0 1 0 0,0-1 0 0 0,0 1-1 0 0,0 0 1 0 0,0 0 0 0 0,-1-1-1 0 0,1 1 1 0 0,0 0 0 0 0,0 0-1 0 0,0-1 1 0 0,0 1 0 0 0,-1 0-1 0 0,1 0 1 0 0,0-1 0 0 0,0 1 0 0 0,-1 0-1 0 0,1 0 1 0 0,0 0 0 0 0,-1-1-1 0 0,-21 0-94 0 0,14 1 85 0 0,-34 0-8 0 0,1 2 0 0 0,-77 14 0 0 0,38 4 11 0 0,1 4 0 0 0,1 4 0 0 0,2 3 1 0 0,-88 49-1 0 0,143-68 5 0 0,0 1 1 0 0,1 0 0 0 0,0 2 0 0 0,1 0-1 0 0,1 2 1 0 0,-27 30 0 0 0,38-39 13 0 0,0 0 1 0 0,1 0 0 0 0,1 1-1 0 0,-1 0 1 0 0,1 0 0 0 0,1 1-1 0 0,-1-1 1 0 0,2 1 0 0 0,-1 0-1 0 0,1 0 1 0 0,1 0 0 0 0,0 0-1 0 0,0 0 1 0 0,1 1 0 0 0,0-1-1 0 0,1 1 1 0 0,1 12 0 0 0,0-18-4 0 0,1 1 0 0 0,-1-1 0 0 0,1 0 0 0 0,0-1 0 0 0,0 1 0 0 0,0 0 0 0 0,1 0 0 0 0,-1-1 0 0 0,1 0 0 0 0,0 1 0 0 0,1-1 0 0 0,-1 0 0 0 0,1-1 0 0 0,4 5 1 0 0,5 3 30 0 0,1-1 1 0 0,28 15 0 0 0,-32-19-26 0 0,29 15-9 0 0,0-2 1 0 0,2-2 0 0 0,75 22 0 0 0,-48-22 42 0 0,105 12 1 0 0,-92-21 43 0 0,0-3 0 0 0,111-8 0 0 0,-166 1-44 0 0,-1-1-1 0 0,0-1 0 0 0,-1-1 1 0 0,1-1-1 0 0,-1-1 0 0 0,0-2 1 0 0,24-11-1 0 0,-43 18-36 0 0,0-1 1 0 0,-1 0-1 0 0,1 0 1 0 0,-1 0-1 0 0,1 0 1 0 0,-1-1-1 0 0,0 0 1 0 0,0 0-1 0 0,-1 0 1 0 0,1 0-1 0 0,-1 0 1 0 0,0-1-1 0 0,0 0 1 0 0,-1 1-1 0 0,1-1 1 0 0,-1 0-1 0 0,2-8 1 0 0,-3 12-13 0 0,-1-1 1 0 0,1 0-1 0 0,-1 1 0 0 0,0-1 1 0 0,0 0-1 0 0,0 1 1 0 0,0-1-1 0 0,0 0 0 0 0,0 0 1 0 0,0 1-1 0 0,-1-1 1 0 0,1 0-1 0 0,-1 1 1 0 0,1-1-1 0 0,-1 0 0 0 0,1 1 1 0 0,-1-1-1 0 0,0 1 1 0 0,0-1-1 0 0,0 1 1 0 0,0-1-1 0 0,0 1 0 0 0,0 0 1 0 0,0 0-1 0 0,-1-1 1 0 0,1 1-1 0 0,0 0 0 0 0,-1 0 1 0 0,1 0-1 0 0,-1 0 1 0 0,1 0-1 0 0,-1 1 1 0 0,1-1-1 0 0,-1 0 0 0 0,-2 0 1 0 0,-4-1-12 0 0,0 0 1 0 0,0 1-1 0 0,0 0 0 0 0,0 0 1 0 0,0 0-1 0 0,-16 2 1 0 0,6 1-5 0 0,0 1 0 0 0,0 1 0 0 0,0 0 0 0 0,1 1 1 0 0,-1 1-1 0 0,1 1 0 0 0,1 0 0 0 0,-29 18 0 0 0,21-10-30 0 0,2 1 0 0 0,0 1 0 0 0,1 1 1 0 0,0 1-1 0 0,-21 26 0 0 0,35-37 34 0 0,0 0 0 0 0,0 1 0 0 0,1 0 1 0 0,0 0-1 0 0,1 1 0 0 0,0 0 0 0 0,0 0 1 0 0,1 0-1 0 0,0 0 0 0 0,1 1 1 0 0,0-1-1 0 0,1 1 0 0 0,0 0 0 0 0,1 0 1 0 0,0-1-1 0 0,1 1 0 0 0,0 0 0 0 0,0 0 1 0 0,1 0-1 0 0,1 0 0 0 0,0 0 0 0 0,7 20 1 0 0,-3-17-16 0 0,0 0 0 0 0,2 0 0 0 0,-1-1 0 0 0,2 0 0 0 0,0 0 0 0 0,0-1 1 0 0,1-1-1 0 0,1 1 0 0 0,22 18 0 0 0,-9-12-3 0 0,1-1 0 0 0,0 0 0 0 0,1-2-1 0 0,34 14 1 0 0,182 65-67 0 0,-201-81 202 0 0,1-3 0 0 0,0-1 0 0 0,1-2 0 0 0,48 1 0 0 0,-87-8-16 0 0,16 0 80 0 0,-19 0-155 0 0,-1 0 0 0 0,0 0 0 0 0,0 0 0 0 0,1 0-1 0 0,-1 0 1 0 0,0 0 0 0 0,1 0 0 0 0,-1 0 0 0 0,0 0 0 0 0,0 0 0 0 0,1 0 0 0 0,-1 0-1 0 0,0 0 1 0 0,1 0 0 0 0,-1 0 0 0 0,0-1 0 0 0,0 1 0 0 0,1 0 0 0 0,-1 0 0 0 0,0 0-1 0 0,0 0 1 0 0,1-1 0 0 0,-1 1 0 0 0,0 0 0 0 0,0 0 0 0 0,0-1 0 0 0,0 1 0 0 0,1 0 0 0 0,-1 0-1 0 0,0-1 1 0 0,0 1 0 0 0,0 0 0 0 0,0 0 0 0 0,0-1 0 0 0,0 1 0 0 0,0 0 0 0 0,0-1-1 0 0,1 1 1 0 0,-1 0 0 0 0,0 0 0 0 0,0-1 0 0 0,0 1 0 0 0,-1 0 0 0 0,1-1 0 0 0,0 1-1 0 0,0-1 10 0 0,-1 0 0 0 0,1 0 0 0 0,-1 0 0 0 0,0 0 0 0 0,1 0 0 0 0,-1 0 0 0 0,0 0 0 0 0,0 1 0 0 0,0-1 0 0 0,1 0 0 0 0,-1 1 0 0 0,0-1 0 0 0,0 0 0 0 0,0 1 0 0 0,0-1 0 0 0,0 1 0 0 0,0 0 1 0 0,0-1-1 0 0,-1 1 0 0 0,1 0 0 0 0,-1-1 0 0 0,-39-8 474 0 0,0 2 0 0 0,-66-4 0 0 0,74 8-283 0 0,-357-19 1169 0 0,388 22-1389 0 0,-123-4 349 0 0,-128 13-1 0 0,216-5-777 0 0,0 1 0 0 0,0 2 0 0 0,1 1 0 0 0,0 2 0 0 0,1 2 0 0 0,0 1 0 0 0,-64 34 0 0 0,11 13-8213 0 0,59-36 2819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44.096"/>
    </inkml:context>
    <inkml:brush xml:id="br0">
      <inkml:brushProperty name="width" value="0.1" units="cm"/>
      <inkml:brushProperty name="height" value="0.1" units="cm"/>
      <inkml:brushProperty name="color" value="#CC0066"/>
    </inkml:brush>
  </inkml:definitions>
  <inkml:trace contextRef="#ctx0" brushRef="#br0">0 1888 1016 0 0,'0'-9'277'0'0,"0"8"-269"0"0,0-1-1 0 0,0 1 0 0 0,1-1 0 0 0,-1 1 1 0 0,0-1-1 0 0,1 1 0 0 0,-1-1 1 0 0,1 1-1 0 0,-1-1 0 0 0,1 1 0 0 0,0-1 1 0 0,-1 1-1 0 0,1 0 0 0 0,0-1 0 0 0,0 1 1 0 0,0 0-1 0 0,0 0 0 0 0,0 0 1 0 0,0 0-1 0 0,2-2 0 0 0,2 0 92 0 0,0 0 0 0 0,0 0-1 0 0,1 1 1 0 0,-1-1 0 0 0,7 0 0 0 0,23-10 449 0 0,-3 3 43 0 0,53-25 0 0 0,-38 7-37 0 0,-1-2 0 0 0,65-54 1 0 0,-70 48-232 0 0,-1-2 0 0 0,-2-1 1 0 0,50-68-1 0 0,15-35-96 0 0,-97 134-221 0 0,116-173 66 0 0,6-50 4 0 0,-98 167 37 0 0,-3-1-1 0 0,-2 0 1 0 0,-4-2-1 0 0,24-126 1 0 0,-38 150-26 0 0,2-73 0 0 0,-9 97-34 0 0,-1 0 1 0 0,0 0-1 0 0,-2 0 0 0 0,0 1 0 0 0,-10-32 0 0 0,10 43-27 0 0,1 0-1 0 0,-1 0 0 0 0,0 1 0 0 0,0-1 1 0 0,-1 1-1 0 0,0 0 0 0 0,0 0 0 0 0,-8-9 1 0 0,9 13-17 0 0,0-1 0 0 0,-1 0 1 0 0,1 1-1 0 0,0 0 0 0 0,-1 0 0 0 0,0 0 1 0 0,1 0-1 0 0,-1 1 0 0 0,0-1 1 0 0,0 1-1 0 0,0 0 0 0 0,0 0 0 0 0,0 0 1 0 0,0 1-1 0 0,0-1 0 0 0,-4 1 1 0 0,0 0-23 0 0,0 1 1 0 0,0-1-1 0 0,0 1 1 0 0,0 1-1 0 0,0-1 1 0 0,0 2 0 0 0,1-1-1 0 0,-1 1 1 0 0,1 0-1 0 0,-14 8 1 0 0,11-5-3 0 0,0 1 0 0 0,1 1 0 0 0,-1-1 0 0 0,2 2 1 0 0,-1-1-1 0 0,-11 16 0 0 0,2 3 2 0 0,0 1 1 0 0,2 0-1 0 0,2 1 0 0 0,-18 48 1 0 0,11-11 16 0 0,2 0 1 0 0,4 2-1 0 0,-7 69 1 0 0,10-61 22 0 0,-64 583 1126 0 0,64-520-950 0 0,-13 371 538 0 0,26-431-668 0 0,11 85-1 0 0,-7-130-19 0 0,2 0-1 0 0,1 0 1 0 0,1-1-1 0 0,2-1 1 0 0,15 33-1 0 0,-22-55-6 0 0,1 0 0 0 0,1 0 0 0 0,0-1 0 0 0,0 1 0 0 0,1-1 0 0 0,11 12 0 0 0,-13-17-10 0 0,0 0 0 0 0,0 0 0 0 0,0-1 0 0 0,0 0 0 0 0,1 1 0 0 0,-1-2 1 0 0,1 1-1 0 0,0-1 0 0 0,0 0 0 0 0,0 0 0 0 0,0 0 0 0 0,0-1 0 0 0,6 1 0 0 0,0-1 12 0 0,0-1 0 0 0,0 0 0 0 0,-1-1 0 0 0,1-1 0 0 0,0 1 0 0 0,-1-2 0 0 0,1 0 0 0 0,-1 0 0 0 0,0-1 0 0 0,0 0 0 0 0,0-1 0 0 0,0 0 0 0 0,-1-1 0 0 0,15-10 0 0 0,3-5 41 0 0,-1-1-1 0 0,0-1 1 0 0,38-45-1 0 0,-27 26-22 0 0,-2-2-1 0 0,-3-1 1 0 0,-1-2-1 0 0,-2-1 1 0 0,-3-1-1 0 0,-1-1 1 0 0,20-61-1 0 0,-27 62 13 0 0,-4 12-15 0 0,-2 0 0 0 0,-1-1 0 0 0,-2 0-1 0 0,8-66 1 0 0,-15 73-13 0 0,-2 0 0 0 0,-1 0 0 0 0,-2 0 0 0 0,0 0 0 0 0,-3 1 0 0 0,0-1 0 0 0,-15-43 0 0 0,16 61-54 0 0,-1 1 0 0 0,0 0-1 0 0,-1 0 1 0 0,-1 0 0 0 0,1 1 0 0 0,-2 0-1 0 0,0 0 1 0 0,0 1 0 0 0,-1 0 0 0 0,0 0 0 0 0,-1 1-1 0 0,0 0 1 0 0,0 1 0 0 0,-1 0 0 0 0,0 1-1 0 0,0 0 1 0 0,-1 0 0 0 0,0 2 0 0 0,0-1-1 0 0,-15-3 1 0 0,3 3-22 0 0,0 1-1 0 0,0 1 1 0 0,-1 1 0 0 0,1 1-1 0 0,-1 1 1 0 0,0 2-1 0 0,1 0 1 0 0,-40 8 0 0 0,51-6-2 0 0,1 0 1 0 0,1 1 0 0 0,-1 0-1 0 0,1 1 1 0 0,-1 0-1 0 0,1 1 1 0 0,1 1 0 0 0,-1-1-1 0 0,1 2 1 0 0,0-1-1 0 0,1 1 1 0 0,0 1 0 0 0,-8 9-1 0 0,11-11 6 0 0,0 0 0 0 0,1 0-1 0 0,0 1 1 0 0,1-1-1 0 0,0 1 1 0 0,0 0 0 0 0,1 0-1 0 0,0 0 1 0 0,0 1 0 0 0,1-1-1 0 0,0 1 1 0 0,0 0 0 0 0,1-1-1 0 0,0 1 1 0 0,1 0-1 0 0,-1 0 1 0 0,2 0 0 0 0,0-1-1 0 0,1 10 1 0 0,0-8 8 0 0,1 0 1 0 0,0 0-1 0 0,1 0 1 0 0,0-1-1 0 0,0 0 1 0 0,1 1-1 0 0,0-2 1 0 0,0 1-1 0 0,1 0 1 0 0,1-1-1 0 0,12 13 0 0 0,-8-11 15 0 0,-1-1 0 0 0,2-1 1 0 0,-1 0-1 0 0,1 0 0 0 0,0-1 0 0 0,1-1 0 0 0,0 0 0 0 0,14 4 0 0 0,-7-3 25 0 0,0-2 0 0 0,0-1 1 0 0,1 0-1 0 0,0-1 0 0 0,-1-2 1 0 0,1 0-1 0 0,0-1 0 0 0,0-1 1 0 0,0-1-1 0 0,-1 0 0 0 0,39-11 1 0 0,-35 4 3 0 0,0-1 0 0 0,0-1-1 0 0,-1-1 1 0 0,-1-1 0 0 0,0-1 0 0 0,-1 0 0 0 0,22-21 0 0 0,-6 1 64 0 0,-1-1 1 0 0,52-66-1 0 0,-42 37-91 0 0,-2-3-1 0 0,64-132 0 0 0,-102 186 9 0 0,0 1 0 0 0,-1-1 0 0 0,0-1 0 0 0,-1 1 0 0 0,-1-1 0 0 0,0 1 0 0 0,0-1 0 0 0,0-22 0 0 0,-3 33-11 0 0,0-1 1 0 0,0 1 0 0 0,-1 0-1 0 0,1 0 1 0 0,-1 0 0 0 0,0 0-1 0 0,0 0 1 0 0,0 0 0 0 0,0 0-1 0 0,0 0 1 0 0,0 0 0 0 0,-1 0-1 0 0,0 1 1 0 0,1-1 0 0 0,-1 0-1 0 0,0 1 1 0 0,-5-5 0 0 0,5 6-10 0 0,0-1 1 0 0,0 1-1 0 0,0 0 1 0 0,-1-1 0 0 0,1 1-1 0 0,0 0 1 0 0,-1 1 0 0 0,1-1-1 0 0,-1 0 1 0 0,1 1 0 0 0,-1-1-1 0 0,1 1 1 0 0,-1 0 0 0 0,1 0-1 0 0,-1 0 1 0 0,0 0 0 0 0,1 0-1 0 0,-1 0 1 0 0,1 1 0 0 0,-1-1-1 0 0,1 1 1 0 0,-5 2 0 0 0,-1 0 7 0 0,1 1 1 0 0,0 0-1 0 0,0 1 1 0 0,0 0-1 0 0,1 0 1 0 0,-1 0-1 0 0,1 1 1 0 0,1-1-1 0 0,-1 2 1 0 0,1-1-1 0 0,0 0 1 0 0,0 1 0 0 0,1 0-1 0 0,-1 0 1 0 0,-5 16-1 0 0,-1 5-44 0 0,0 1 0 0 0,2 0 0 0 0,-5 33 0 0 0,0 9-166 0 0,-6 82 0 0 0,18-121 173 0 0,1-1-1 0 0,2 1 0 0 0,1 0 1 0 0,1-1-1 0 0,9 37 0 0 0,-8-55 30 0 0,0-1-1 0 0,1 1 0 0 0,0-1 0 0 0,1 0 0 0 0,0 0 1 0 0,1-1-1 0 0,0 0 0 0 0,1 0 0 0 0,0-1 1 0 0,1 0-1 0 0,17 16 0 0 0,-16-18 23 0 0,0 0 0 0 0,0 0-1 0 0,0-1 1 0 0,1 0 0 0 0,1-1 0 0 0,-1 0-1 0 0,1-1 1 0 0,0 0 0 0 0,0-1 0 0 0,0 0 0 0 0,1-1-1 0 0,-1 0 1 0 0,1-1 0 0 0,0-1 0 0 0,-1 0-1 0 0,1 0 1 0 0,0-1 0 0 0,0-1 0 0 0,0 0 0 0 0,0-1-1 0 0,-1-1 1 0 0,1 1 0 0 0,22-10 0 0 0,-9 1-19 0 0,-1-2 0 0 0,0 0 0 0 0,-1-1 0 0 0,0-2 0 0 0,-2 0 0 0 0,31-29 0 0 0,-18 11 142 0 0,-1-1-1 0 0,56-77 1 0 0,-67 78-69 0 0,-2-2-1 0 0,-1-1 1 0 0,26-70-1 0 0,-29 59-92 0 0,-2-1 0 0 0,12-74 0 0 0,-25 116 27 0 0,-1 1-1 0 0,0-1 1 0 0,-1 1-1 0 0,0-1 1 0 0,0 0-1 0 0,0 1 1 0 0,-1-1 0 0 0,1 0-1 0 0,-2 1 1 0 0,1-1-1 0 0,-1 1 1 0 0,-4-11-1 0 0,4 14-4 0 0,0 0 0 0 0,0 0-1 0 0,-1 1 1 0 0,1-1-1 0 0,-1 1 1 0 0,1-1 0 0 0,-1 1-1 0 0,0 0 1 0 0,0 0-1 0 0,0 0 1 0 0,0 0-1 0 0,0 0 1 0 0,0 1 0 0 0,-1 0-1 0 0,1-1 1 0 0,0 1-1 0 0,-1 0 1 0 0,1 1-1 0 0,-1-1 1 0 0,1 1 0 0 0,-1-1-1 0 0,1 1 1 0 0,-5 1-1 0 0,2-2 4 0 0,-1 2-1 0 0,1-1 0 0 0,0 1 1 0 0,-1 0-1 0 0,1 1 0 0 0,0-1 1 0 0,-1 1-1 0 0,1 0 0 0 0,0 1 1 0 0,0-1-1 0 0,1 1 0 0 0,-8 5 1 0 0,4-1 29 0 0,-1 0 1 0 0,1 1-1 0 0,1 0 1 0 0,0 0-1 0 0,0 1 1 0 0,-9 13-1 0 0,3 0-38 0 0,0 1 0 0 0,2 0-1 0 0,0 1 1 0 0,2 1 0 0 0,-11 36-1 0 0,12-29-67 0 0,1 1 1 0 0,2 0-1 0 0,1 1 0 0 0,1-1 0 0 0,2 1 0 0 0,4 54 0 0 0,-1-72 52 0 0,1 0-1 0 0,1-1 1 0 0,0 1-1 0 0,1-1 1 0 0,1 0-1 0 0,0 0 1 0 0,1 0-1 0 0,1-1 1 0 0,0 1-1 0 0,1-2 1 0 0,1 1-1 0 0,0-1 0 0 0,0-1 1 0 0,1 1-1 0 0,1-2 1 0 0,14 13-1 0 0,-12-14 51 0 0,0 0 0 0 0,0-2 0 0 0,1 0 0 0 0,0 0 0 0 0,0-1-1 0 0,0-1 1 0 0,1 0 0 0 0,0-1 0 0 0,1-1 0 0 0,-1-1 0 0 0,1 0-1 0 0,-1 0 1 0 0,1-2 0 0 0,0 0 0 0 0,0-1 0 0 0,31-3 0 0 0,-20-2 30 0 0,1 0 0 0 0,-1-2-1 0 0,0-1 1 0 0,-1-1 0 0 0,0-2 0 0 0,0 0 0 0 0,-1-2 0 0 0,43-28 0 0 0,-6-4 41 0 0,-2-2 1 0 0,79-81-1 0 0,92-131 393 0 0,-198 222-470 0 0,2 1 0 0 0,75-59 0 0 0,-106 93-53 0 0,-3 2 7 0 0,1 0-35 0 0,2 1 37 0 0,1 1 1 0 0,-1-1-1 0 0,0 0 1 0 0,1 1-1 0 0,-1 0 1 0 0,0 0-1 0 0,0 0 0 0 0,0 1 1 0 0,0-1-1 0 0,-1 1 1 0 0,7 5-1 0 0,-5-3 28 0 0,0-1 1 0 0,1 0-1 0 0,-1-1 0 0 0,8 4 1 0 0,-9-6 20 0 0,1 1 1 0 0,1-1 0 0 0,-1 0 0 0 0,0 0 0 0 0,0 0-1 0 0,0-1 1 0 0,7 0 0 0 0,-12 0-11 0 0,1 0 0 0 0,0 0 0 0 0,0 0 0 0 0,0 0 0 0 0,0 0 0 0 0,0-1 0 0 0,0 1 0 0 0,0 0 0 0 0,0-1 0 0 0,0 1 0 0 0,0-1 0 0 0,0 1 0 0 0,-1-1 0 0 0,1 1 0 0 0,0-1 0 0 0,0 0 0 0 0,-1 1 0 0 0,2-2 0 0 0,-1 1-13 0 0,-1 0 0 0 0,0 0 1 0 0,1 0-1 0 0,-1 0 1 0 0,0 0-1 0 0,0 0 1 0 0,0-1-1 0 0,0 1 1 0 0,0 0-1 0 0,0 0 1 0 0,0 0-1 0 0,0 0 1 0 0,0 0-1 0 0,-1 0 1 0 0,1 0-1 0 0,0 0 1 0 0,-1 0-1 0 0,1 0 1 0 0,0 0-1 0 0,-1 0 1 0 0,0-1-1 0 0,-1-1-10 0 0,0-1-1 0 0,0 1 1 0 0,0 1-1 0 0,0-1 1 0 0,-1 0 0 0 0,1 0-1 0 0,-1 1 1 0 0,0 0-1 0 0,1-1 1 0 0,-1 1-1 0 0,0 0 1 0 0,-1 0-1 0 0,1 1 1 0 0,0-1 0 0 0,0 1-1 0 0,-1-1 1 0 0,1 1-1 0 0,-5-1 1 0 0,-5 0 13 0 0,1 0 0 0 0,0 0 0 0 0,-24 1 0 0 0,27 1 3 0 0,0 0 0 0 0,0 1 0 0 0,0 1 0 0 0,0-1 0 0 0,0 1 0 0 0,0 1 0 0 0,0-1 0 0 0,1 2 0 0 0,-1-1 0 0 0,1 1-1 0 0,0 0 1 0 0,-10 7 0 0 0,-3 6-109 0 0,0 1-1 0 0,-36 39 1 0 0,57-57 103 0 0,-21 23-24 0 0,1 1 1 0 0,1 1-1 0 0,1 0 1 0 0,1 2 0 0 0,2 0-1 0 0,-14 31 1 0 0,13-19-53 0 0,-21 80 0 0 0,32-98 60 0 0,1 1 0 0 0,1-1-1 0 0,2 1 1 0 0,0-1 0 0 0,2 33-1 0 0,0-48 20 0 0,0-1-1 0 0,0 1 0 0 0,0 0 1 0 0,1-1-1 0 0,0 1 1 0 0,0-1-1 0 0,1 0 0 0 0,-1 0 1 0 0,1 1-1 0 0,0-2 1 0 0,0 1-1 0 0,1 0 0 0 0,0-1 1 0 0,-1 1-1 0 0,1-1 0 0 0,1 0 1 0 0,-1-1-1 0 0,1 1 1 0 0,-1-1-1 0 0,1 0 0 0 0,0 0 1 0 0,0 0-1 0 0,9 3 1 0 0,-4-2 25 0 0,0-1 1 0 0,0 0 0 0 0,1-1-1 0 0,-1 0 1 0 0,1 0 0 0 0,-1-1-1 0 0,1-1 1 0 0,0 0 0 0 0,-1 0-1 0 0,1-1 1 0 0,19-4 0 0 0,-19 2-9 0 0,0-1 0 0 0,0 0 0 0 0,0-1 0 0 0,0 0 0 0 0,-1 0 0 0 0,0-1 0 0 0,15-12 0 0 0,-2 0 42 0 0,34-39 0 0 0,-38 37-19 0 0,0-1 0 0 0,-2-1 1 0 0,-1-1-1 0 0,0 0 0 0 0,-2-1 0 0 0,-1 0 1 0 0,11-29-1 0 0,-1-1 52 0 0,24-84 1 0 0,-6-84-247 0 0,-30 124 362 0 0,-3-166-1 0 0,-8 254-193 0 0,-2-24 16 0 0,2 33-34 0 0,0 0 0 0 0,0 0 0 0 0,-1 0 0 0 0,1 0-1 0 0,0 1 1 0 0,0-1 0 0 0,-1 0 0 0 0,1 0 0 0 0,0 0 0 0 0,-1 1 0 0 0,1-1 0 0 0,-1 0 0 0 0,1 0 0 0 0,-1 1-1 0 0,1-1 1 0 0,-1 0 0 0 0,0 1 0 0 0,1-1 0 0 0,-1 0 0 0 0,0 1 0 0 0,0-1 0 0 0,1 1 0 0 0,-1 0 0 0 0,0-1 0 0 0,0 1-1 0 0,-1-1 1 0 0,1 1 0 0 0,0 0-1 0 0,0 0 0 0 0,0 0 0 0 0,0 0 0 0 0,0 1 0 0 0,1-1 1 0 0,-1 0-1 0 0,0 0 0 0 0,0 1 0 0 0,0-1 0 0 0,0 1 1 0 0,0-1-1 0 0,0 1 0 0 0,1-1 0 0 0,-1 1 0 0 0,0-1 0 0 0,0 1 1 0 0,1 0-1 0 0,-1-1 0 0 0,1 1 0 0 0,-1 0 0 0 0,0 0 1 0 0,1 0-1 0 0,-1 1 0 0 0,-6 11 10 0 0,0 1-1 0 0,1 0 1 0 0,1 0-1 0 0,0 1 1 0 0,1-1 0 0 0,1 1-1 0 0,-2 23 1 0 0,0-9 74 0 0,-8 44 280 0 0,4 1-1 0 0,3 0 1 0 0,3 0 0 0 0,10 102 0 0 0,-4-144-497 0 0,1-1 0 0 0,2 0 0 0 0,1-1 0 0 0,2 1 0 0 0,0-1-1 0 0,3-1 1 0 0,0 0 0 0 0,1-1 0 0 0,35 53 0 0 0,-42-72-607 0 0,1-1 0 0 0,-1 0 0 0 0,1 0 1 0 0,1 0-1 0 0,-1-1 0 0 0,1 0 0 0 0,1-1 0 0 0,-1 0 0 0 0,1 0 0 0 0,0-1 0 0 0,1 0 0 0 0,-1 0 0 0 0,1-1 0 0 0,0-1 1 0 0,19 6-1 0 0,0-4-1029 0 0,38 2 0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44.938"/>
    </inkml:context>
    <inkml:brush xml:id="br0">
      <inkml:brushProperty name="width" value="0.1" units="cm"/>
      <inkml:brushProperty name="height" value="0.1" units="cm"/>
      <inkml:brushProperty name="color" value="#CC0066"/>
    </inkml:brush>
  </inkml:definitions>
  <inkml:trace contextRef="#ctx0" brushRef="#br0">1488 553 1560 0 0,'-11'-220'803'0'0,"-11"85"669"0"0,20 126-1204 0 0,0 0 0 0 0,-1 0 0 0 0,1 0 1 0 0,-2 1-1 0 0,1-1 0 0 0,-1 1 0 0 0,-1 0 0 0 0,1 0 1 0 0,-1 0-1 0 0,-11-11 0 0 0,10 12-25 0 0,-2 1 0 0 0,1-1 0 0 0,-16-9 0 0 0,10 8-121 0 0,0 0 0 0 0,0 1 1 0 0,-1 1-1 0 0,0 0 0 0 0,0 1 0 0 0,-1 1 1 0 0,1 0-1 0 0,-19-3 0 0 0,5 5-11 0 0,-1 1 0 0 0,1 1-1 0 0,0 2 1 0 0,0 1 0 0 0,0 1 0 0 0,1 1-1 0 0,-1 1 1 0 0,1 2 0 0 0,0 0 0 0 0,1 2-1 0 0,-44 23 1 0 0,17-3 180 0 0,1 2-1 0 0,2 3 1 0 0,1 1 0 0 0,-65 64-1 0 0,93-80-157 0 0,1 1 0 0 0,1 0 0 0 0,1 1 0 0 0,1 1 0 0 0,1 1 0 0 0,1 1 0 0 0,1 0 0 0 0,2 0 0 0 0,0 2 0 0 0,2-1 0 0 0,0 1 0 0 0,2 1 0 0 0,-8 47 0 0 0,8-8 142 0 0,-1 91 0 0 0,10-96-215 0 0,2 0 0 0 0,4 0 0 0 0,19 89 0 0 0,-17-118 97 0 0,-4-16 107 0 0,0 0 1 0 0,-2 0 0 0 0,0 1-1 0 0,0 17 1 0 0,-5-54 0 0 0,-1-1 0 0 0,-1 1 0 0 0,-1 0 0 0 0,-1 0-1 0 0,-12-25 1 0 0,11 25-27 0 0,-26-60-13 0 0,-64-106 0 0 0,35 72-151 0 0,59 107-63 0 0,-3-7-8 0 0,0 0 1 0 0,-1 0-1 0 0,0 1 0 0 0,-2 0 0 0 0,1 1 0 0 0,-1-1 0 0 0,-1 2 1 0 0,-17-17-1 0 0,26 26-12 0 0,0 0 0 0 0,0 1 1 0 0,0-1-1 0 0,0 0 0 0 0,0 0 1 0 0,-1 1-1 0 0,1-1 0 0 0,0 1 1 0 0,0-1-1 0 0,-1 1 0 0 0,1 0 1 0 0,0-1-1 0 0,0 1 0 0 0,-1 0 1 0 0,1 0-1 0 0,0 0 0 0 0,-1 0 1 0 0,0 0-1 0 0,1 0-6 0 0,0 1 0 0 0,0 0 0 0 0,0-1 1 0 0,0 1-1 0 0,0 0 0 0 0,1 0 0 0 0,-1-1 0 0 0,0 1 0 0 0,1 0 0 0 0,-1 0 1 0 0,0 0-1 0 0,1 0 0 0 0,-1 0 0 0 0,1 0 0 0 0,0 0 0 0 0,-1 0 1 0 0,1 0-1 0 0,0 0 0 0 0,0 0 0 0 0,-1 0 0 0 0,1 0 0 0 0,0 0 1 0 0,0 0-1 0 0,0 0 0 0 0,0 2 0 0 0,0 8-3 0 0,1-1 1 0 0,0 1-1 0 0,0-1 1 0 0,1 0-1 0 0,0 0 0 0 0,4 12 1 0 0,26 63-46 0 0,-15-45 30 0 0,-8-17 17 0 0,1 0 0 0 0,0-1 0 0 0,2 0-1 0 0,0-1 1 0 0,26 34 0 0 0,-22-38-30 0 0,0 0-1 0 0,1-1 1 0 0,1-1-1 0 0,21 15 1 0 0,-26-22 49 0 0,-1 0 1 0 0,1-1 0 0 0,0-1 0 0 0,1 0-1 0 0,0-1 1 0 0,0-1 0 0 0,0 0 0 0 0,22 3-1 0 0,-23-5 43 0 0,1-1-1 0 0,-1-1 1 0 0,1 0-1 0 0,0-1 1 0 0,-1 0-1 0 0,1-1 1 0 0,-1-1 0 0 0,0 0-1 0 0,0 0 1 0 0,0-2-1 0 0,0 1 1 0 0,-1-2-1 0 0,20-10 1 0 0,-1-4 99 0 0,0-2-1 0 0,38-34 1 0 0,52-59 61 0 0,-94 88-212 0 0,-17 17-66 0 0,0 1 0 0 0,1 0 0 0 0,12-8 0 0 0,8 2-1975 0 0,-26 14 1126 0 0,0 0 1 0 0,-1 0-1 0 0,1 0 0 0 0,0 1 0 0 0,7-1 0 0 0,26 7-6715 0 0,-29-3 4772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46.736"/>
    </inkml:context>
    <inkml:brush xml:id="br0">
      <inkml:brushProperty name="width" value="0.1" units="cm"/>
      <inkml:brushProperty name="height" value="0.1" units="cm"/>
      <inkml:brushProperty name="color" value="#CC0066"/>
    </inkml:brush>
  </inkml:definitions>
  <inkml:trace contextRef="#ctx0" brushRef="#br0">92 230 296 0 0,'0'0'37'0'0,"-9"-9"50"0"0,7 9-78 0 0,-1 0 1 0 0,1 0-1 0 0,0 0 1 0 0,-1 0-1 0 0,1 0 1 0 0,-1-1-1 0 0,1 0 1 0 0,0 1-1 0 0,-1-1 1 0 0,1 0-1 0 0,-4-2 1 0 0,2 0 69 0 0,1 0 1 0 0,0 0-1 0 0,-1 0 1 0 0,1-1 0 0 0,1 1-1 0 0,-1-1 1 0 0,0 0-1 0 0,1 0 1 0 0,-3-5-1 0 0,2 3 135 0 0,1 0-1 0 0,0 0 0 0 0,0 0 0 0 0,0 0 0 0 0,-1-10 1 0 0,0-4 579 0 0,2-35 0 0 0,1 41-351 0 0,-1 2-397 0 0,58 16-1212 0 0,-44-4 756 0 0,0-1 0 0 0,1 0 0 0 0,-1 0 0 0 0,0-1 1 0 0,0-1-1 0 0,0 0 0 0 0,19-9 0 0 0,-3 4 191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47.725"/>
    </inkml:context>
    <inkml:brush xml:id="br0">
      <inkml:brushProperty name="width" value="0.1" units="cm"/>
      <inkml:brushProperty name="height" value="0.1" units="cm"/>
      <inkml:brushProperty name="color" value="#CC0066"/>
    </inkml:brush>
  </inkml:definitions>
  <inkml:trace contextRef="#ctx0" brushRef="#br0">110 206 544 0 0,'-8'-5'17'0'0,"-1"1"0"0"0,0 0 0 0 0,-1 1 0 0 0,1 0-1 0 0,-19-3 1 0 0,-5-8 29 0 0,33 14-45 0 0,0 0 0 0 0,-1 0 0 0 0,1 0 0 0 0,0 0 0 0 0,0 0 0 0 0,0 0 0 0 0,0 0 1 0 0,-1 0-1 0 0,1 0 0 0 0,0-1 0 0 0,0 1 0 0 0,0 0 0 0 0,0 0 0 0 0,0 0 0 0 0,-1 0 1 0 0,1-1-1 0 0,0 1 0 0 0,0 0 0 0 0,0 0 0 0 0,0 0 0 0 0,0 0 0 0 0,0-1 0 0 0,0 1 0 0 0,0 0 1 0 0,0 0-1 0 0,0 0 0 0 0,0-1 0 0 0,0 1 0 0 0,0 0 0 0 0,0 0 0 0 0,0 0 0 0 0,0-1 0 0 0,0 1 1 0 0,0 0-1 0 0,0 0 0 0 0,0 0 0 0 0,0-1 0 0 0,0 1 0 0 0,0 0 0 0 0,0 0 0 0 0,0-1 1 0 0,9-8 11 0 0,17-8-4 0 0,-1 7-1 0 0,1 0-1 0 0,33-7 1 0 0,-22 6 2 0 0,59-18 50 0 0,-39 15 67 0 0,105-13 0 0 0,62 13 125 0 0,-178 13-184 0 0,1 1 0 0 0,0 3 0 0 0,87 16 0 0 0,-111-14 1 0 0,1 2 0 0 0,-2 0 1 0 0,1 1-1 0 0,-1 1 0 0 0,-1 1 1 0 0,1 1-1 0 0,-2 1 0 0 0,0 1 1 0 0,26 22-1 0 0,-24-14 59 0 0,-1 1 1 0 0,-1 1-1 0 0,-1 1 0 0 0,-1 0 1 0 0,-2 2-1 0 0,0 0 0 0 0,-2 1 0 0 0,13 31 1 0 0,3 20 187 0 0,33 133 1 0 0,-48-136 370 0 0,-3 1-1 0 0,2 98 1 0 0,4 28 705 0 0,-11-156-1083 0 0,3 16 278 0 0,-3 1 0 0 0,-2 87 0 0 0,-5-146-517 0 0,0 1 0 0 0,0-1 0 0 0,-1 0 0 0 0,1 0 0 0 0,-1 1 1 0 0,0-1-1 0 0,0 0 0 0 0,-1 0 0 0 0,1 0 0 0 0,-1 0 0 0 0,-4 6 0 0 0,6-10-55 0 0,-1 1 1 0 0,1-1-1 0 0,0 0 0 0 0,-1 0 0 0 0,1 1 0 0 0,0-1 0 0 0,-1 0 0 0 0,1 0 0 0 0,-1 0 0 0 0,1 0 0 0 0,-1 0 0 0 0,1 1 0 0 0,0-1 1 0 0,-1 0-1 0 0,1 0 0 0 0,-1 0 0 0 0,1 0 0 0 0,-1 0 0 0 0,1-1 0 0 0,-1 1 0 0 0,1 0 0 0 0,0 0 0 0 0,-1 0 0 0 0,1 0 0 0 0,-1 0 1 0 0,1-1-1 0 0,0 1 0 0 0,-1 0 0 0 0,1 0 0 0 0,0 0 0 0 0,-1-1 0 0 0,1 1 0 0 0,0 0 0 0 0,-1-1 0 0 0,1 1 0 0 0,0 0 1 0 0,-1-1-1 0 0,1 1 0 0 0,0 0 0 0 0,0-1 0 0 0,-1 1 0 0 0,1-1 0 0 0,0 0 0 0 0,-1 1 35 0 0,-8-13-121 0 0,0 0-1 0 0,1 0 1 0 0,0-1 0 0 0,-8-21 0 0 0,-11-20-227 0 0,10 28 99 0 0,-1 1 0 0 0,-2 0-1 0 0,0 2 1 0 0,-2 0 0 0 0,-34-29-1 0 0,40 43 1 0 0,16 10 194 0 0,0 0 1 0 0,0 0-1 0 0,0 0 0 0 0,0 0 1 0 0,-1 0-1 0 0,1 0 1 0 0,0-1-1 0 0,0 1 0 0 0,0 0 1 0 0,0 0-1 0 0,-1 0 1 0 0,1 0-1 0 0,0 0 0 0 0,0 0 1 0 0,0 0-1 0 0,-1 0 1 0 0,1 0-1 0 0,0 0 0 0 0,0 0 1 0 0,0 0-1 0 0,-1 0 0 0 0,1 0 1 0 0,0 0-1 0 0,0 1 1 0 0,0-1-1 0 0,0 0 0 0 0,-1 0 1 0 0,1 0-1 0 0,0 0 1 0 0,0 0-1 0 0,0 0 0 0 0,0 0 1 0 0,0 0-1 0 0,-1 1 1 0 0,1-1-1 0 0,0 0 0 0 0,0 0 1 0 0,0 0-1 0 0,0 0 1 0 0,0 1-1 0 0,0-1 0 0 0,0 0 1 0 0,-1 0-1 0 0,1 0 1 0 0,0 0-1 0 0,0 1 0 0 0,0-1 1 0 0,0 0-1 0 0,0 0 0 0 0,0 0 1 0 0,0 1-1 0 0,0-1 1 0 0,0 5 12 0 0,0 0 0 0 0,0 0 0 0 0,1-1 0 0 0,-1 1 0 0 0,1 0 0 0 0,0 0 0 0 0,0-1 0 0 0,1 1 0 0 0,-1 0 0 0 0,1-1 0 0 0,0 0 0 0 0,0 1 0 0 0,5 5 0 0 0,2 5 143 0 0,1-1 1 0 0,20 22-1 0 0,-17-22-16 0 0,1 0 1 0 0,0-2 0 0 0,1 0-1 0 0,1 0 1 0 0,-1-1 0 0 0,2-1-1 0 0,0-1 1 0 0,0-1 0 0 0,27 11-1 0 0,-30-15-361 0 0,0 0 0 0 0,1-1-1 0 0,-1 0 1 0 0,1-1 0 0 0,0-1 0 0 0,-1 0-1 0 0,1-1 1 0 0,0 0 0 0 0,-1-2-1 0 0,1 0 1 0 0,0 0 0 0 0,-1-1 0 0 0,16-6-1 0 0,32-17-4948 0 0,-12 8 2708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48.471"/>
    </inkml:context>
    <inkml:brush xml:id="br0">
      <inkml:brushProperty name="width" value="0.1" units="cm"/>
      <inkml:brushProperty name="height" value="0.1" units="cm"/>
      <inkml:brushProperty name="color" value="#CC0066"/>
    </inkml:brush>
  </inkml:definitions>
  <inkml:trace contextRef="#ctx0" brushRef="#br0">102 434 1000 0 0,'-3'3'12'0'0,"0"0"0"0"0,0 0 0 0 0,1 0 0 0 0,-1 1 0 0 0,1-1 0 0 0,0 0 0 0 0,0 1 0 0 0,-3 5 0 0 0,-5 22 9 0 0,1 1 1 0 0,2 0-1 0 0,1 1 0 0 0,-3 56 1 0 0,6 249 1295 0 0,54 110 1794 0 0,-21-238-2129 0 0,-19-121-470 0 0,-3-38 87 0 0,-2-33 1587 0 0,-6-18-2135 0 0,-5-37 1070 0 0,-59-537-708 0 0,59 514-446 0 0,-17-450-192 0 0,33 317 93 0 0,-7 166 90 0 0,0 1 1 0 0,2-1 0 0 0,1 1-1 0 0,19-45 1 0 0,-9 38-81 0 0,2 2 0 0 0,1-1 0 0 0,1 2-1 0 0,43-46 1 0 0,-56 67 83 0 0,0 1 0 0 0,0 0-1 0 0,1 0 1 0 0,0 0-1 0 0,0 1 1 0 0,1 1-1 0 0,0 0 1 0 0,0 0 0 0 0,0 1-1 0 0,13-5 1 0 0,-19 9 31 0 0,1 0 1 0 0,0-1-1 0 0,0 2 1 0 0,0-1-1 0 0,0 1 1 0 0,0-1-1 0 0,0 2 1 0 0,0-1-1 0 0,0 0 1 0 0,0 1-1 0 0,-1 0 1 0 0,1 0-1 0 0,0 0 1 0 0,0 1-1 0 0,-1 0 1 0 0,1 0-1 0 0,0 0 1 0 0,-1 0-1 0 0,0 1 1 0 0,0-1-1 0 0,0 1 1 0 0,0 0-1 0 0,0 0 1 0 0,0 1-1 0 0,-1-1 1 0 0,6 8-1 0 0,1 1 32 0 0,0 1 0 0 0,-1 1 0 0 0,-1-1-1 0 0,0 2 1 0 0,-1-1 0 0 0,-1 1 0 0 0,0 0 0 0 0,-1 0-1 0 0,0 1 1 0 0,-1-1 0 0 0,2 26 0 0 0,-4-16 5 0 0,-2 0 0 0 0,-1 0 0 0 0,-1 0 0 0 0,-1 0 0 0 0,-2 0 0 0 0,0-1 0 0 0,-1 1 0 0 0,-2-1 0 0 0,-13 31 0 0 0,-15 20-27 0 0,-65 103-1 0 0,98-173 2 0 0,-6 10 7 0 0,-12 21 4 0 0,-53 66 0 0 0,63-90 9 0 0,0 0 1 0 0,-1-1-1 0 0,0 0 0 0 0,-1-1 0 0 0,-1 0 1 0 0,1-1-1 0 0,-2-1 0 0 0,-24 12 1 0 0,-18 0 97 0 0,52-19-110 0 0,0 1-1 0 0,0-1 1 0 0,0 0 0 0 0,-1-1-1 0 0,1 0 1 0 0,0 1 0 0 0,-1-2-1 0 0,1 1 1 0 0,-7-2 0 0 0,11 2-22 0 0,0 0 1 0 0,0 0 0 0 0,1 0 0 0 0,-1 0 0 0 0,0-1-1 0 0,0 1 1 0 0,1 0 0 0 0,-1-1 0 0 0,0 1-1 0 0,0 0 1 0 0,1-1 0 0 0,-1 1 0 0 0,0-1 0 0 0,1 1-1 0 0,-1-1 1 0 0,1 1 0 0 0,-1-1 0 0 0,1 0-1 0 0,-1 1 1 0 0,1-1 0 0 0,-1 0 0 0 0,1 1 0 0 0,0-1-1 0 0,-1 0 1 0 0,1 0 0 0 0,0 1 0 0 0,-1-1-1 0 0,1 0 1 0 0,0 0 0 0 0,0 1 0 0 0,0-1 0 0 0,0 0-1 0 0,0 0 1 0 0,0 0 0 0 0,0 1 0 0 0,0-1-1 0 0,0 0 1 0 0,0 0 0 0 0,0 0 0 0 0,1 1 0 0 0,-1-1-1 0 0,0 0 1 0 0,0 0 0 0 0,1 1 0 0 0,-1-1-1 0 0,0 0 1 0 0,2 0 0 0 0,0-1-14 0 0,0 0-1 0 0,0 1 1 0 0,0-1 0 0 0,1 0 0 0 0,-1 1-1 0 0,1 0 1 0 0,-1 0 0 0 0,1 0 0 0 0,-1 0-1 0 0,1 0 1 0 0,0 0 0 0 0,3 0 0 0 0,37-3-110 0 0,-34 4 98 0 0,5-1 18 0 0,0 1 0 0 0,1 1-1 0 0,-1 0 1 0 0,0 1 0 0 0,0 1 0 0 0,0 0 0 0 0,0 0 0 0 0,0 2 0 0 0,-1 0 0 0 0,19 9 0 0 0,-11-2 22 0 0,0 0-1 0 0,-1 1 1 0 0,-1 1-1 0 0,0 1 1 0 0,-1 1-1 0 0,0 0 1 0 0,22 28-1 0 0,-28-31-15 0 0,-1 2 1 0 0,0-1-1 0 0,0 1 1 0 0,-2 1-1 0 0,0 0 1 0 0,9 22-1 0 0,-3 1 21 0 0,12 61-1 0 0,-16-57 57 0 0,1 7-75 0 0,-12-47-4 0 0,1-1 0 0 0,-1 1 1 0 0,1-1-1 0 0,0 0 0 0 0,0 1 1 0 0,0-1-1 0 0,0 0 0 0 0,2 2 1 0 0,-3-3-50 0 0,1 0 0 0 0,-1-1 0 0 0,1 1 0 0 0,-1-1 0 0 0,1 1 0 0 0,-1-1 0 0 0,1 1 0 0 0,0-1 0 0 0,-1 1 0 0 0,1-1-1 0 0,0 0 1 0 0,-1 1 0 0 0,1-1 0 0 0,0 0 0 0 0,0 0 0 0 0,-1 1 0 0 0,1-1 0 0 0,0 0 0 0 0,1 0 0 0 0,0 0-211 0 0,1-1 1 0 0,0 0-1 0 0,-1 0 0 0 0,1 0 0 0 0,-1 0 1 0 0,0 0-1 0 0,1 0 0 0 0,-1-1 0 0 0,0 1 0 0 0,0-1 1 0 0,0 0-1 0 0,0 1 0 0 0,0-1 0 0 0,0 0 0 0 0,0 0 1 0 0,1-3-1 0 0,54-74-3245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48.759"/>
    </inkml:context>
    <inkml:brush xml:id="br0">
      <inkml:brushProperty name="width" value="0.1" units="cm"/>
      <inkml:brushProperty name="height" value="0.1" units="cm"/>
      <inkml:brushProperty name="color" value="#CC0066"/>
    </inkml:brush>
  </inkml:definitions>
  <inkml:trace contextRef="#ctx0" brushRef="#br0">92 549 808 0 0,'10'1'16'0'0,"0"-1"-1"0"0,0-1 1 0 0,0 0 0 0 0,0 0 0 0 0,-1-1-1 0 0,1 0 1 0 0,17-6 0 0 0,-21 5-15 0 0,-1-1 1 0 0,0 1-1 0 0,0-1 1 0 0,0 0-1 0 0,0 0 1 0 0,0 0-1 0 0,-1-1 1 0 0,0 0-1 0 0,0 1 1 0 0,0-1-1 0 0,-1-1 1 0 0,0 1-1 0 0,4-8 1 0 0,7-13 1 0 0,-1-1 1 0 0,-2 0-1 0 0,0-1 1 0 0,-2 0-1 0 0,-1-1 1 0 0,-2 0-1 0 0,0 0 1 0 0,-2-1-1 0 0,-1 0 1 0 0,-2-51-1 0 0,-1 77 14 0 0,-1-1-1 0 0,1 1 1 0 0,-1-1-1 0 0,0 1 1 0 0,0-1 0 0 0,0 1-1 0 0,0-1 1 0 0,-1 1-1 0 0,0 0 1 0 0,0 0-1 0 0,0 0 1 0 0,0 0-1 0 0,-1 0 1 0 0,1 0-1 0 0,-1 1 1 0 0,-4-5-1 0 0,3 5-1 0 0,-1 0-1 0 0,0 0 0 0 0,1 0 0 0 0,-1 1 0 0 0,0 0 1 0 0,-1 0-1 0 0,1 0 0 0 0,0 1 0 0 0,0-1 1 0 0,-1 1-1 0 0,1 0 0 0 0,-1 1 0 0 0,-6 0 0 0 0,2-1-8 0 0,0 1-1 0 0,0 0 0 0 0,1 1 1 0 0,-1 0-1 0 0,-12 3 0 0 0,14-2 1 0 0,0 2 0 0 0,0-1 0 0 0,1 1 0 0 0,-1 0 0 0 0,1 1 0 0 0,0-1 0 0 0,0 2 0 0 0,0-1 0 0 0,0 1 0 0 0,1 0 0 0 0,-9 11 0 0 0,7-7-5 0 0,1 0-1 0 0,0 0 0 0 0,1 1 1 0 0,0-1-1 0 0,0 2 0 0 0,1-1 1 0 0,-6 23-1 0 0,8-18-62 0 0,1-1-1 0 0,1 0 1 0 0,0 1 0 0 0,1-1-1 0 0,1 0 1 0 0,0 1 0 0 0,1-1-1 0 0,1 0 1 0 0,0 0 0 0 0,1 0-1 0 0,10 26 1 0 0,-2-16-213 0 0,2 0 1 0 0,19 28-1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48.997"/>
    </inkml:context>
    <inkml:brush xml:id="br0">
      <inkml:brushProperty name="width" value="0.1" units="cm"/>
      <inkml:brushProperty name="height" value="0.1" units="cm"/>
      <inkml:brushProperty name="color" value="#CC0066"/>
    </inkml:brush>
  </inkml:definitions>
  <inkml:trace contextRef="#ctx0" brushRef="#br0">40 1 624 0 0,'-6'0'216'0'0,"-10"0"-128"0"0,2 10-96 0 0,11 19 16 0 0,3 27 80 0 0,0 27 80 0 0,0 8 264 0 0,10 15 384 0 0,3 0 184 0 0,-4-6-184 0 0,-9-9-504 0 0,0-14-151 0 0,7-35-250 0 0,1-17-975 0 0,3-16-1376 0 0,23-21 2088 0 0,-28 5-416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0.064"/>
    </inkml:context>
    <inkml:brush xml:id="br0">
      <inkml:brushProperty name="width" value="0.1" units="cm"/>
      <inkml:brushProperty name="height" value="0.1" units="cm"/>
      <inkml:brushProperty name="color" value="#CC0066"/>
    </inkml:brush>
  </inkml:definitions>
  <inkml:trace contextRef="#ctx0" brushRef="#br0">760 1426 824 0 0,'0'-246'247'0'0,"0"234"-224"0"0,0 1 0 0 0,-1-1 0 0 0,0 1 0 0 0,-1-1 0 0 0,-1 1 0 0 0,0 0 0 0 0,0 0 0 0 0,-7-16 0 0 0,8 24-18 0 0,1 0-1 0 0,-1 0 0 0 0,0 1 0 0 0,0-1 1 0 0,0 0-1 0 0,0 1 0 0 0,0-1 1 0 0,0 1-1 0 0,-1 0 0 0 0,1 0 0 0 0,-1 0 1 0 0,0 0-1 0 0,0 0 0 0 0,1 1 1 0 0,-1-1-1 0 0,0 1 0 0 0,0 0 0 0 0,0 0 1 0 0,-1 0-1 0 0,1 0 0 0 0,0 0 1 0 0,0 1-1 0 0,-1-1 0 0 0,1 1 0 0 0,0 0 1 0 0,0 0-1 0 0,-1 0 0 0 0,1 0 1 0 0,0 1-1 0 0,0-1 0 0 0,-1 1 0 0 0,1 0 1 0 0,-3 1-1 0 0,-4 2-5 0 0,0 0 0 0 0,1 0 0 0 0,0 0-1 0 0,0 1 1 0 0,0 1 0 0 0,1 0 0 0 0,0 0 0 0 0,0 0 0 0 0,0 1-1 0 0,1 0 1 0 0,0 1 0 0 0,-10 12 0 0 0,2 2-2 0 0,0 1 0 0 0,2 0-1 0 0,-18 42 1 0 0,-13 58-10 0 0,32-82 7 0 0,1 0 0 0 0,-6 65 0 0 0,16-99 4 0 0,0 0 0 0 0,1 1 0 0 0,0-1 0 0 0,1 0 0 0 0,-1 1 0 0 0,2-1-1 0 0,-1 0 1 0 0,4 11 0 0 0,-4-16 0 0 0,0 0 0 0 0,0 0 0 0 0,0 0 0 0 0,0 0 0 0 0,0 0 0 0 0,1 0 0 0 0,-1 0 0 0 0,1 0 0 0 0,-1 0 0 0 0,1-1 0 0 0,0 1 0 0 0,0 0 0 0 0,0-1-1 0 0,-1 0 1 0 0,1 1 0 0 0,1-1 0 0 0,-1 0 0 0 0,0 0 0 0 0,0 0 0 0 0,0 0 0 0 0,1-1 0 0 0,-1 1 0 0 0,0-1 0 0 0,1 1 0 0 0,-1-1 0 0 0,0 0 0 0 0,1 0 0 0 0,-1 0 0 0 0,0 0 0 0 0,4 0 0 0 0,0-1-3 0 0,0-1-1 0 0,0 1 1 0 0,0-1 0 0 0,0 0 0 0 0,0 0 0 0 0,-1-1 0 0 0,1 1 0 0 0,-1-1-1 0 0,1-1 1 0 0,-1 1 0 0 0,0-1 0 0 0,0 0 0 0 0,6-6 0 0 0,0-1 4 0 0,-1 0 0 0 0,-1-1 0 0 0,0 0 0 0 0,9-16 1 0 0,-10 14 13 0 0,-1 0 1 0 0,-1 0-1 0 0,0 0 1 0 0,0-1-1 0 0,-2 0 1 0 0,5-27-1 0 0,-6 200 102 0 0,-1 87 117 0 0,-5-182-5 0 0,-20 119 1 0 0,5-108 218 0 0,-38 104 1 0 0,-41 60 668 0 0,64-161-710 0 0,11-24 162 0 0,-52 86 0 0 0,60-117-401 0 0,-2 0-1 0 0,0-1 0 0 0,-1-1 1 0 0,-2 0-1 0 0,-37 31 0 0 0,48-45-66 0 0,-1 1 0 0 0,0-1 0 0 0,0-1 0 0 0,0 1-1 0 0,-18 6 1 0 0,24-11-89 0 0,1 0 1 0 0,0 0-1 0 0,-1-1 0 0 0,1 1 0 0 0,0-1 0 0 0,-1 1 1 0 0,1-1-1 0 0,-1 0 0 0 0,1 0 0 0 0,-1 0 0 0 0,1 0 1 0 0,0 0-1 0 0,-1-1 0 0 0,1 1 0 0 0,-1-1 0 0 0,1 0 0 0 0,0 1 1 0 0,-1-1-1 0 0,1 0 0 0 0,0 0 0 0 0,0-1 0 0 0,0 1 1 0 0,0 0-1 0 0,0-1 0 0 0,0 1 0 0 0,0-1 0 0 0,0 0 1 0 0,1 1-1 0 0,-3-4 0 0 0,2 1-32 0 0,-1-1-1 0 0,1 0 1 0 0,-1 1 0 0 0,2-1 0 0 0,-1 0-1 0 0,0 0 1 0 0,1 0 0 0 0,0-1 0 0 0,0 1-1 0 0,1 0 1 0 0,-1-10 0 0 0,2-2-128 0 0,0-1 1 0 0,7-33-1 0 0,-1 21-74 0 0,1 2 0 0 0,20-48 0 0 0,45-73-924 0 0,58-92-773 0 0,113-212 349 0 0,-5-65 1463 0 0,-73 145 218 0 0,-96 221-62 0 0,-27 49-9 0 0,-4-3 1 0 0,-5-1 0 0 0,35-191-1 0 0,-28 80 617 0 0,-42 228-650 0 0,0 1 0 0 0,1-1-1 0 0,1 1 1 0 0,1 10 0 0 0,1 16 72 0 0,11 129 418 0 0,-2-49 334 0 0,-5 159 0 0 0,-56 137 1410 0 0,36-329-1843 0 0,-4 34 42 0 0,-96 514 1477 0 0,94-570-1564 0 0,16-55 436 0 0,4-16-480 0 0,7-27-5 0 0,35-108-531 0 0,69-155 0 0 0,-93 252 151 0 0,-3 7-23 0 0,38-87-241 0 0,-34 90 221 0 0,36-50-1 0 0,-11 30 46 0 0,-41 53 48 0 0,-1 0-1 0 0,1 1 1 0 0,0 0-1 0 0,0 0 1 0 0,0 0-1 0 0,0 0 1 0 0,1 1-1 0 0,-1 0 1 0 0,6-3-1 0 0,-9 5 15 0 0,0 0 1 0 0,0-1-1 0 0,-1 1 1 0 0,1 0-1 0 0,0-1 1 0 0,0 1-1 0 0,0 0 1 0 0,0 0-1 0 0,0 0 0 0 0,0-1 1 0 0,0 1-1 0 0,0 0 1 0 0,0 0-1 0 0,0 1 1 0 0,0-1-1 0 0,0 0 1 0 0,0 0-1 0 0,0 0 1 0 0,-1 1-1 0 0,1-1 0 0 0,0 0 1 0 0,0 1-1 0 0,0-1 1 0 0,0 1-1 0 0,0-1 1 0 0,-1 1-1 0 0,1-1 1 0 0,0 1-1 0 0,0 0 0 0 0,-1-1 1 0 0,2 2-1 0 0,0 2-9 0 0,-1-1-1 0 0,0 1 0 0 0,1-1 0 0 0,-1 1 1 0 0,0 0-1 0 0,-1 0 0 0 0,1-1 0 0 0,-1 6 0 0 0,10 275-91 0 0,2 32 172 0 0,-10-297-92 0 0,9 34-1 0 0,-10-48 38 0 0,1 0 0 0 0,0-1 0 0 0,0 1 0 0 0,0 0-1 0 0,0-1 1 0 0,1 1 0 0 0,0-1 0 0 0,0 0-1 0 0,0 1 1 0 0,8 6 0 0 0,-10-10 8 0 0,1 1 0 0 0,0-1 0 0 0,0 1 0 0 0,0-1 0 0 0,1 0 0 0 0,-1 0 0 0 0,0 1 0 0 0,0-2 1 0 0,1 1-1 0 0,-1 0 0 0 0,1 0 0 0 0,-1-1 0 0 0,0 1 0 0 0,1-1 0 0 0,-1 0 0 0 0,1 0 0 0 0,-1 0 0 0 0,1 0 0 0 0,-1 0 0 0 0,1-1 0 0 0,-1 1 0 0 0,1-1 0 0 0,-1 1 0 0 0,0-1 1 0 0,1 0-1 0 0,-1 0 0 0 0,0 0 0 0 0,1 0 0 0 0,-1 0 0 0 0,0-1 0 0 0,0 1 0 0 0,0-1 0 0 0,0 1 0 0 0,-1-1 0 0 0,3-2 0 0 0,12-15 24 0 0,-1 1-1 0 0,17-29 0 0 0,16-31-75 0 0,-4-2-1 0 0,-3-1 1 0 0,-4-3-1 0 0,28-92 1 0 0,-25 44-7 0 0,-5-3 0 0 0,16-139 0 0 0,-27 12 119 0 0,-24 213-108 0 0,0 49 37 0 0,0 0 0 0 0,0-1 1 0 0,1 1-1 0 0,-1 0 0 0 0,0-1 1 0 0,0 1-1 0 0,0 0 0 0 0,0-1 0 0 0,0 1 1 0 0,0 0-1 0 0,0-1 0 0 0,-1 1 1 0 0,1 0-1 0 0,0-1 0 0 0,0 1 1 0 0,0 0-1 0 0,0 0 0 0 0,0-1 1 0 0,0 1-1 0 0,-1 0 0 0 0,1-1 0 0 0,0 1 1 0 0,0 0-1 0 0,0 0 0 0 0,-1-1 1 0 0,1 1-1 0 0,0 0 0 0 0,0 0 1 0 0,-1 0-1 0 0,1-1 0 0 0,0 1 1 0 0,0 0-1 0 0,-1 0 0 0 0,1 0 0 0 0,0 0 1 0 0,-1 0-1 0 0,1-1 0 0 0,0 1 1 0 0,-1 0-1 0 0,1 0 0 0 0,0 0 1 0 0,-1 0-1 0 0,1 0 0 0 0,0 0 1 0 0,-1 0-1 0 0,1 0 0 0 0,0 0 0 0 0,-1 0 1 0 0,1 0-1 0 0,0 0 0 0 0,-1 1 1 0 0,1-1-1 0 0,0 0 0 0 0,0 0 1 0 0,-1 0-1 0 0,-1 2-2 0 0,1-1-1 0 0,-1 1 1 0 0,1-1 0 0 0,-1 1-1 0 0,1-1 1 0 0,0 1 0 0 0,0 0-1 0 0,0 0 1 0 0,-2 2 0 0 0,-3 10-6 0 0,1 0 0 0 0,1 0 0 0 0,0 0 0 0 0,-3 22 1 0 0,-5 67 21 0 0,10-73-1 0 0,-28 680 446 0 0,32-652-328 0 0,17 108 0 0 0,-16-150-184 0 0,-2-9-220 0 0,0 1 0 0 0,1 0 1 0 0,0 0-1 0 0,0-1 0 0 0,1 1 0 0 0,0-1 0 0 0,4 8 0 0 0,-7-14 67 0 0,1-1-1 0 0,-1 1 0 0 0,0-1 1 0 0,1 1-1 0 0,-1-1 0 0 0,1 1 1 0 0,-1-1-1 0 0,1 1 0 0 0,-1-1 0 0 0,1 1 1 0 0,-1-1-1 0 0,1 1 0 0 0,-1-1 1 0 0,1 0-1 0 0,0 1 0 0 0,-1-1 1 0 0,2 1-1 0 0,-2-2 105 0 0,1 1 0 0 0,-1-1-1 0 0,1 1 1 0 0,-1-1 0 0 0,1 1 0 0 0,-1-1 0 0 0,0 1 0 0 0,1-1-1 0 0,-1 1 1 0 0,0-1 0 0 0,1 0 0 0 0,-1 1 0 0 0,0-1-1 0 0,0 1 1 0 0,1-1 0 0 0,-1 0 0 0 0,0 1 0 0 0,0-1 0 0 0,0 0-1 0 0,0 1 1 0 0,0-1 0 0 0,0 0 0 0 0,0 1 0 0 0,0-1 0 0 0,0-1-1 0 0,0-48-482 0 0,-3 0 67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0.192"/>
    </inkml:context>
    <inkml:brush xml:id="br0">
      <inkml:brushProperty name="width" value="0.1" units="cm"/>
      <inkml:brushProperty name="height" value="0.1" units="cm"/>
      <inkml:brushProperty name="color" value="#CC0066"/>
    </inkml:brush>
  </inkml:definitions>
  <inkml:trace contextRef="#ctx0" brushRef="#br0">44 577 416 0 0,'0'0'0'0'0,"-4"-26"224"0"0,-18-3-136 0 0,5 21-32 0 0,18 5-16 0 0,31-10 40 0 0,37-14 384 0 0,34-14 152 0 0,37-23-64 0 0,1 2 152 0 0,15-15-288 0 0,-13 15-272 0 0,-13-33-296 0 0,-84 53-872 0 0,-21 19-920 0 0,-21 19 1272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0.606"/>
    </inkml:context>
    <inkml:brush xml:id="br0">
      <inkml:brushProperty name="width" value="0.1" units="cm"/>
      <inkml:brushProperty name="height" value="0.1" units="cm"/>
      <inkml:brushProperty name="color" value="#CC0066"/>
    </inkml:brush>
  </inkml:definitions>
  <inkml:trace contextRef="#ctx0" brushRef="#br0">89 1141 1048 0 0,'0'-11'5'0'0,"0"-1"1"0"0,2 0-1 0 0,-1 0 1 0 0,1 0-1 0 0,1 0 1 0 0,0 1-1 0 0,1-1 1 0 0,0 1-1 0 0,0 0 1 0 0,12-19-1 0 0,98-177-166 0 0,23-45 112 0 0,-113 202 87 0 0,-2-1-1 0 0,-3-1 1 0 0,15-62-1 0 0,-25 72 100 0 0,-2-1 1 0 0,-2 0-1 0 0,-1-59 0 0 0,-5 64 74 0 0,1 38-211 0 0,0 0 0 0 0,0 1 0 0 0,0-1 0 0 0,0 0 0 0 0,0 0 0 0 0,0 0 0 0 0,-1 0 1 0 0,1 0-1 0 0,0 0 0 0 0,0 0 0 0 0,0 1 0 0 0,0-1 0 0 0,0 0 0 0 0,0 0 0 0 0,0 0 0 0 0,-1 0 0 0 0,1 0 0 0 0,0 0 0 0 0,0 0 0 0 0,0 0 0 0 0,0 0 1 0 0,0 0-1 0 0,-1 0 0 0 0,1 0 0 0 0,0 0 0 0 0,0 0 0 0 0,0 0 0 0 0,0 0 0 0 0,-1 0 0 0 0,1 0 0 0 0,0 0 0 0 0,0 0 0 0 0,0 0 0 0 0,0 0 0 0 0,0 0 0 0 0,-1 0 1 0 0,1 0-1 0 0,0 0 0 0 0,0 0 0 0 0,0 0 0 0 0,0 0 0 0 0,0 0 0 0 0,0-1 0 0 0,-1 1 0 0 0,1 0 0 0 0,0 0 0 0 0,0 0 0 0 0,0 0 0 0 0,0 0 0 0 0,0 0 1 0 0,0-1-1 0 0,0 1 0 0 0,0 0 0 0 0,0 0 0 0 0,0 0 0 0 0,-1 0 0 0 0,1-1 0 0 0,-18 39-39 0 0,9-12 90 0 0,-10 38 0 0 0,11-24 225 0 0,2 0 0 0 0,2 1 0 0 0,1-1-1 0 0,3 1 1 0 0,1 0 0 0 0,1-1 0 0 0,3 1 0 0 0,1-1 0 0 0,18 58 0 0 0,29 70 792 0 0,13 48 489 0 0,-57-178-1093 0 0,-2 0 1 0 0,-2 0 0 0 0,-1 1-1 0 0,-2 39 1 0 0,-3-58-196 0 0,0 1 1 0 0,-2-1 0 0 0,-6 30-1 0 0,6-39-139 0 0,-1 0-1 0 0,0-1 0 0 0,-1 1 0 0 0,0-1 0 0 0,0 0 1 0 0,-1 0-1 0 0,-12 16 0 0 0,6-13-33 0 0,1-1-1 0 0,-2-1 1 0 0,0 0 0 0 0,0 0-1 0 0,-1-1 1 0 0,0-1-1 0 0,-1 0 1 0 0,-19 8 0 0 0,11-8 36 0 0,1 0 0 0 0,-1-1 0 0 0,-1-1 0 0 0,-43 6 0 0 0,58-12-133 0 0,0 0 0 0 0,1-1 0 0 0,-1 1-1 0 0,1-2 1 0 0,-1 1 0 0 0,0-1-1 0 0,1-1 1 0 0,0 0 0 0 0,-1 0 0 0 0,1 0-1 0 0,0-1 1 0 0,0 0 0 0 0,0-1-1 0 0,0 0 1 0 0,1 0 0 0 0,-1 0 0 0 0,1-1-1 0 0,0 0 1 0 0,1-1 0 0 0,-1 0 0 0 0,1 0-1 0 0,-8-9 1 0 0,7 5-381 0 0,0-1 1 0 0,0 0-1 0 0,1 0 1 0 0,0 0-1 0 0,1 0 1 0 0,0-1-1 0 0,1 0 1 0 0,0 0-1 0 0,1-1 1 0 0,0 1-1 0 0,1 0 1 0 0,1-1-1 0 0,0 0 1 0 0,1 1-1 0 0,0-1 1 0 0,2-16-1 0 0,2-3-701 0 0,1 0-1 0 0,2 0 0 0 0,1 0 0 0 0,12-30 0 0 0,-18 57 902 0 0,-1 0 1 0 0,1 0-1 0 0,0 0 0 0 0,0 1 0 0 0,0-1 0 0 0,6-7 0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0.892"/>
    </inkml:context>
    <inkml:brush xml:id="br0">
      <inkml:brushProperty name="width" value="0.1" units="cm"/>
      <inkml:brushProperty name="height" value="0.1" units="cm"/>
      <inkml:brushProperty name="color" value="#CC0066"/>
    </inkml:brush>
  </inkml:definitions>
  <inkml:trace contextRef="#ctx0" brushRef="#br0">1 494 704 0 0,'34'-6'159'0'0,"-14"0"-148"0"0,-1-1 0 0 0,0-1 0 0 0,0-1 0 0 0,-1-1 0 0 0,0 0 1 0 0,-1-2-1 0 0,0 0 0 0 0,0 0 0 0 0,27-30 0 0 0,-26 24 133 0 0,-1-1 0 0 0,-1-1 0 0 0,-1 0 0 0 0,0-1 0 0 0,-2-1 0 0 0,0 0 1 0 0,-2-1-1 0 0,10-27 0 0 0,-18 43-5 0 0,-1-1 1 0 0,0 1-1 0 0,0-1 1 0 0,0 1 0 0 0,-1-1-1 0 0,0 0 1 0 0,-1 1-1 0 0,0-1 1 0 0,0 0 0 0 0,-1 0-1 0 0,0 1 1 0 0,-2-12-1 0 0,2 17-100 0 0,0 0-1 0 0,0 0 1 0 0,-1 1-1 0 0,1-1 1 0 0,0 0-1 0 0,-1 0 1 0 0,1 1-1 0 0,-1-1 1 0 0,1 1-1 0 0,-1 0 1 0 0,0-1-1 0 0,1 1 1 0 0,-1 0-1 0 0,0 0 1 0 0,0 0-1 0 0,0 0 1 0 0,0 0-1 0 0,0 0 1 0 0,-3 0 0 0 0,-4-1 0 0 0,0 0 0 0 0,-1 1 0 0 0,1 0 0 0 0,0 1 0 0 0,-1 0 0 0 0,1 0 0 0 0,0 1 0 0 0,-1 0 0 0 0,1 1 0 0 0,0 0 0 0 0,0 0 0 0 0,0 1 0 0 0,0 0 0 0 0,1 1 0 0 0,-1 0 0 0 0,1 0 1 0 0,0 1-1 0 0,0 0 0 0 0,0 0 0 0 0,1 1 0 0 0,0 0 0 0 0,0 0 0 0 0,-11 13 0 0 0,5-1-44 0 0,0 0-1 0 0,1 1 1 0 0,1 1 0 0 0,1 0-1 0 0,1 0 1 0 0,1 1 0 0 0,1 0-1 0 0,-8 34 1 0 0,6-12-395 0 0,2 1 0 0 0,2 0 0 0 0,2 0 0 0 0,3 64 1 0 0,2-80-130 0 0,1 1 1 0 0,1-1 0 0 0,2 0 0 0 0,1 0 0 0 0,19 52 0 0 0,-18-62-41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1.116"/>
    </inkml:context>
    <inkml:brush xml:id="br0">
      <inkml:brushProperty name="width" value="0.1" units="cm"/>
      <inkml:brushProperty name="height" value="0.1" units="cm"/>
      <inkml:brushProperty name="color" value="#CC0066"/>
    </inkml:brush>
  </inkml:definitions>
  <inkml:trace contextRef="#ctx0" brushRef="#br0">20 0 736 0 0,'0'0'120'0'0,"-5"0"-112"0"0,6 11 560 0 0,-1 43 456 0 0,0 39 144 0 0,0 16-248 0 0,0 12-207 0 0,0-8-137 0 0,-9 0-336 0 0,2-26-168 0 0,7-37-344 0 0,0-34-2041 0 0,16-19-271 0 0,7-31 2256 0 0,-11 23-312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1.699"/>
    </inkml:context>
    <inkml:brush xml:id="br0">
      <inkml:brushProperty name="width" value="0.1" units="cm"/>
      <inkml:brushProperty name="height" value="0.1" units="cm"/>
      <inkml:brushProperty name="color" value="#CC0066"/>
    </inkml:brush>
  </inkml:definitions>
  <inkml:trace contextRef="#ctx0" brushRef="#br0">400 869 696 0 0,'1'-22'11'0'0,"1"-1"0"0"0,1 1-1 0 0,11-37 1 0 0,-9 40 242 0 0,-1 0 0 0 0,0 0 0 0 0,-1-1 0 0 0,-1 1 0 0 0,-1-31 0 0 0,-1 46-152 0 0,0 1-1 0 0,-1 0 1 0 0,1 0-1 0 0,-1 0 1 0 0,0 0-1 0 0,1 0 1 0 0,-1 0-1 0 0,-1 0 1 0 0,1 0 0 0 0,-3-5-1 0 0,2 6-57 0 0,1 0 1 0 0,-1 1-1 0 0,0-1 0 0 0,0 1 0 0 0,1 0 1 0 0,-1-1-1 0 0,0 1 0 0 0,0 0 0 0 0,-1 0 1 0 0,1 0-1 0 0,0 1 0 0 0,0-1 0 0 0,0 0 1 0 0,-1 1-1 0 0,1-1 0 0 0,0 1 0 0 0,-3 0 1 0 0,-2-1 16 0 0,-1 1 1 0 0,1 0-1 0 0,0 0 1 0 0,0 1-1 0 0,0-1 1 0 0,0 2-1 0 0,-1-1 1 0 0,2 1 0 0 0,-1 0-1 0 0,0 1 1 0 0,0-1-1 0 0,1 1 1 0 0,-1 1-1 0 0,1-1 1 0 0,0 1 0 0 0,0 0-1 0 0,-9 8 1 0 0,-4 6 38 0 0,0 1 0 0 0,1 1 0 0 0,1 1 0 0 0,0 0-1 0 0,2 1 1 0 0,1 1 0 0 0,0 0 0 0 0,-11 29 0 0 0,5-5-16 0 0,-20 65 0 0 0,29-69-53 0 0,1 1 0 0 0,3 0 1 0 0,1 0-1 0 0,0 74 1 0 0,6-106-29 0 0,1-1 1 0 0,0 1-1 0 0,0 0 1 0 0,1 0 0 0 0,1 0-1 0 0,0-1 1 0 0,8 20 0 0 0,-9-27 0 0 0,0 0 0 0 0,0 0 1 0 0,1-1-1 0 0,-1 1 0 0 0,1-1 1 0 0,0 1-1 0 0,0-1 0 0 0,0 0 1 0 0,0 0-1 0 0,0-1 0 0 0,1 1 1 0 0,-1 0-1 0 0,1-1 0 0 0,0 0 1 0 0,-1 0-1 0 0,1 0 1 0 0,0-1-1 0 0,0 1 0 0 0,1-1 1 0 0,-1 0-1 0 0,0 0 0 0 0,0 0 1 0 0,7 0-1 0 0,-7-1 2 0 0,1 0 0 0 0,0 0 0 0 0,0 0 0 0 0,0-1 0 0 0,0 0 0 0 0,0 0 1 0 0,0 0-1 0 0,0 0 0 0 0,0-1 0 0 0,-1 0 0 0 0,1 0 0 0 0,-1 0 0 0 0,5-3 0 0 0,0-2-5 0 0,0 0-1 0 0,-1 0 1 0 0,0 0-1 0 0,0-1 1 0 0,13-17-1 0 0,5-12-52 0 0,-2-2 0 0 0,36-74 0 0 0,32-102-28 0 0,-87 203 76 0 0,53-151-95 0 0,43-196 1 0 0,-6 17 239 0 0,-81 294-28 0 0,-13 33-78 0 0,-3 13-65 0 0,-4 11-72 0 0,-12 27 45 0 0,1 1 0 0 0,-11 43 1 0 0,5 0 130 0 0,4 0 0 0 0,3 1 1 0 0,4 1-1 0 0,4 0 0 0 0,3 1 1 0 0,7 109-1 0 0,1-156-31 0 0,2 0-1 0 0,1-1 1 0 0,1 0 0 0 0,3 0 0 0 0,26 65-1 0 0,-28-82-9 0 0,0 0-1 0 0,2-1 1 0 0,0 0-1 0 0,1-1 1 0 0,0 0-1 0 0,2 0 1 0 0,0-1-1 0 0,0-1 1 0 0,1-1-1 0 0,1 0 1 0 0,1 0-1 0 0,22 13 1 0 0,-30-21 3 0 0,1-1-1 0 0,-1 0 1 0 0,1 0-1 0 0,0-1 1 0 0,0 0 0 0 0,0-1-1 0 0,1 0 1 0 0,-1 0-1 0 0,1-1 1 0 0,-1 0-1 0 0,0-1 1 0 0,1 0 0 0 0,-1 0-1 0 0,1-1 1 0 0,-1-1-1 0 0,1 1 1 0 0,-1-1 0 0 0,0-1-1 0 0,0 0 1 0 0,0 0-1 0 0,0-1 1 0 0,-1 0-1 0 0,1 0 1 0 0,9-8 0 0 0,10-7 14 0 0,-2-2 1 0 0,-1-1-1 0 0,-1-1 0 0 0,0-1 1 0 0,31-42-1 0 0,-18 17 49 0 0,-1-1-1 0 0,-3-1 1 0 0,-3-2 0 0 0,47-110-1 0 0,-59 116-56 0 0,-2-1 0 0 0,-3 0 1 0 0,-1-1-1 0 0,-3-1 0 0 0,-2 1 0 0 0,1-63 1 0 0,-8 100-13 0 0,1 1 11 0 0,-1 0 1 0 0,-1 0-1 0 0,-3-20 1 0 0,4 28-18 0 0,-1 1 0 0 0,1 0 1 0 0,-1 0-1 0 0,0 0 0 0 0,0-1 0 0 0,0 1 1 0 0,0 0-1 0 0,0 0 0 0 0,-1 1 0 0 0,1-1 1 0 0,-1 0-1 0 0,1 0 0 0 0,-1 1 0 0 0,1-1 1 0 0,-1 1-1 0 0,0-1 0 0 0,0 1 0 0 0,0 0 1 0 0,0-1-1 0 0,0 1 0 0 0,0 0 0 0 0,-4-1 1 0 0,3 1 11 0 0,0 0 0 0 0,0 0 0 0 0,-1 1 0 0 0,1-1 1 0 0,0 1-1 0 0,-1 0 0 0 0,1 0 0 0 0,0 0 0 0 0,-1 0 1 0 0,1 1-1 0 0,0-1 0 0 0,-1 1 0 0 0,1 0 0 0 0,0 0 0 0 0,-4 1 1 0 0,1 2 20 0 0,-1-1 0 0 0,1 1 0 0 0,-1 1 0 0 0,1-1 0 0 0,0 1 0 0 0,1 0 1 0 0,-11 12-1 0 0,-9 15 234 0 0,1 1 1 0 0,1 1 0 0 0,2 1-1 0 0,-24 53 1 0 0,14-17 455 0 0,-36 125 1 0 0,49-127-521 0 0,-14 110 1 0 0,28-143-154 0 0,2 0 0 0 0,1 0 0 0 0,2 1-1 0 0,9 62 1 0 0,-8-88-127 0 0,0-1 0 0 0,1 0 0 0 0,0 0 0 0 0,1 0 0 0 0,0 0 0 0 0,0-1 0 0 0,1 0 0 0 0,1 0 0 0 0,-1 0 0 0 0,2 0 0 0 0,8 10 0 0 0,-9-14-356 0 0,0 1 0 0 0,0-1 0 0 0,0-1 0 0 0,1 1 0 0 0,-1-1 0 0 0,1 0 0 0 0,0 0 0 0 0,1-1 0 0 0,-1 0 0 0 0,1 0 0 0 0,-1-1 0 0 0,1 0 0 0 0,0 0 0 0 0,13 1 0 0 0,-10-2-573 0 0,0-1 0 0 0,0-1 0 0 0,0 1 0 0 0,0-2 0 0 0,16-3 0 0 0,-13 1 309 0 0,1-1 0 0 0,19-10 0 0 0,-32 14 644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2.495"/>
    </inkml:context>
    <inkml:brush xml:id="br0">
      <inkml:brushProperty name="width" value="0.1" units="cm"/>
      <inkml:brushProperty name="height" value="0.1" units="cm"/>
      <inkml:brushProperty name="color" value="#CC0066"/>
    </inkml:brush>
  </inkml:definitions>
  <inkml:trace contextRef="#ctx0" brushRef="#br0">130 7 3776 0 0,'-29'-4'2816'0'0,"28"3"-2725"0"0,-1 1 0 0 0,0-1 0 0 0,0 1 0 0 0,0 0-1 0 0,0-1 1 0 0,0 1 0 0 0,0 0 0 0 0,0 0 0 0 0,0 0-1 0 0,0 1 1 0 0,1-1 0 0 0,-1 0 0 0 0,0 1 0 0 0,-3 0-1 0 0,2 1-60 0 0,-1-1 1 0 0,1 1-1 0 0,-1 0 0 0 0,1-1 0 0 0,0 2 0 0 0,0-1 0 0 0,0 0 0 0 0,0 1 0 0 0,1-1 0 0 0,-1 1 0 0 0,1 0 1 0 0,-1 0-1 0 0,1 0 0 0 0,0 0 0 0 0,0 0 0 0 0,0 0 0 0 0,1 1 0 0 0,-1-1 0 0 0,1 1 0 0 0,-2 5 1 0 0,-1 7 48 0 0,0 1 1 0 0,2-1 0 0 0,-2 32-1 0 0,3 260 2717 0 0,2-262-2361 0 0,19 338 2508 0 0,87 297-298 0 0,-62-508-2213 0 0,-43-167-421 0 0,32 89 67 0 0,-28-82-65 0 0,1 0 0 0 0,0 0 0 0 0,1-1 0 0 0,18 23 0 0 0,-19-28 2 0 0,-1 0 0 0 0,1 0 0 0 0,1 0 0 0 0,-1-1 0 0 0,1 0 0 0 0,0-1 0 0 0,0 0 0 0 0,1 0 1 0 0,12 5-1 0 0,-16-8 10 0 0,0-1 1 0 0,0 1 0 0 0,0-1-1 0 0,0 0 1 0 0,0-1 0 0 0,0 1-1 0 0,0-1 1 0 0,0 0 0 0 0,0 0-1 0 0,0-1 1 0 0,1 0 0 0 0,-1 0-1 0 0,0 0 1 0 0,0 0 0 0 0,-1-1-1 0 0,1 0 1 0 0,0 0 0 0 0,0 0-1 0 0,-1 0 1 0 0,1-1-1 0 0,4-3 1 0 0,6-5-16 0 0,-1-1 0 0 0,0-1 0 0 0,-1 0 1 0 0,-1-1-1 0 0,0 0 0 0 0,0-1 0 0 0,-1 0 0 0 0,15-30 0 0 0,-9 14-19 0 0,-2-1 0 0 0,-1 0 0 0 0,-2-1 0 0 0,-1-1 1 0 0,-1 0-1 0 0,-2 0 0 0 0,-1-1 0 0 0,3-54 0 0 0,-12-126-193 0 0,-2 169 58 0 0,-2 0-1 0 0,-19-76 1 0 0,9 67-247 0 0,-3 0 0 0 0,-2 1 0 0 0,-40-77 0 0 0,48 108 328 0 0,-2 0-1 0 0,0 0 0 0 0,-1 2 0 0 0,-1 0 1 0 0,-1 1-1 0 0,-1 0 0 0 0,-1 2 1 0 0,0 0-1 0 0,-36-23 0 0 0,23 20 188 0 0,1-2-1 0 0,-39-34 0 0 0,57 44-113 0 0,1 0 1 0 0,1-1-1 0 0,0 0 0 0 0,0-1 0 0 0,2 0 1 0 0,0-1-1 0 0,-8-16 0 0 0,8 9-15 0 0,4 14-20 0 0,3 8-74 0 0,1-5-305 0 0,2 6 396 0 0,0 0 0 0 0,0-1 0 0 0,0 1 0 0 0,0 0 0 0 0,0 0 0 0 0,0 0 0 0 0,0 0 0 0 0,0 0 0 0 0,-1 0 0 0 0,1 0 0 0 0,0-1 0 0 0,0 1 0 0 0,0 0 1 0 0,0 0-1 0 0,0 0 0 0 0,0 0 0 0 0,0 0 0 0 0,0 0 0 0 0,0 0 0 0 0,0 0 0 0 0,-1 0 0 0 0,1 0 0 0 0,0 0 0 0 0,0 0 0 0 0,0-1 0 0 0,0 1 0 0 0,0 0 0 0 0,0 0 0 0 0,0 0 1 0 0,-1 0-1 0 0,1 0 0 0 0,0 0 0 0 0,0 0 0 0 0,0 0 0 0 0,0 0 0 0 0,0 0 0 0 0,0 0 0 0 0,-1 0 0 0 0,1 0 0 0 0,0 1 0 0 0,0-1 0 0 0,0 0 0 0 0,0 0 0 0 0,0 0 0 0 0,0 0 1 0 0,0 0-1 0 0,-1 0 0 0 0,1 0 0 0 0,0 0 0 0 0,0 0 0 0 0,0 0 0 0 0,0 0 0 0 0,0 0 0 0 0,0 1 0 0 0,0-1 0 0 0,0 0 0 0 0,0 0 0 0 0,0 0 0 0 0,0 0 0 0 0,0 0 0 0 0,0 0 1 0 0,0 0-1 0 0,-1 1 0 0 0,1-1 0 0 0,0 0 0 0 0,0 0 0 0 0,0 0 0 0 0,0 0 0 0 0,-2 9 8 0 0,-1-1 1 0 0,0 0-1 0 0,-1 0 1 0 0,0 0-1 0 0,0 0 1 0 0,0-1-1 0 0,-7 9 1 0 0,10-15-114 0 0,1-1 1 0 0,-1 1-1 0 0,1 0 0 0 0,-1 0 1 0 0,1-1-1 0 0,0 1 0 0 0,-1 0 1 0 0,1 0-1 0 0,0 0 1 0 0,0 0-1 0 0,-1 0 0 0 0,1-1 1 0 0,0 1-1 0 0,0 0 0 0 0,0 0 1 0 0,0 0-1 0 0,0 0 0 0 0,0 0 1 0 0,1 0-1 0 0,-1-1 0 0 0,0 1 1 0 0,0 0-1 0 0,1 0 1 0 0,-1 0-1 0 0,1 1 0 0 0,0 0-381 0 0,1-1-1 0 0,-1 1 0 0 0,1 0 1 0 0,-1 0-1 0 0,1-1 1 0 0,0 1-1 0 0,0-1 0 0 0,-1 0 1 0 0,5 3-1 0 0,4 1-1099 0 0,1 0 0 0 0,0-1-1 0 0,11 3 1 0 0,-18-6 1791 0 0,5 2-330 0 0,1 0-1 0 0,0-1 1 0 0,0 0 0 0 0,13 0-1 0 0,-16-2-711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2.749"/>
    </inkml:context>
    <inkml:brush xml:id="br0">
      <inkml:brushProperty name="width" value="0.1" units="cm"/>
      <inkml:brushProperty name="height" value="0.1" units="cm"/>
      <inkml:brushProperty name="color" value="#CC0066"/>
    </inkml:brush>
  </inkml:definitions>
  <inkml:trace contextRef="#ctx0" brushRef="#br0">45 453 688 0 0,'-1'0'28'0'0,"0"0"0"0"0,0-1 0 0 0,-1 1 0 0 0,1 0 0 0 0,0 0 0 0 0,0-1 1 0 0,0 1-1 0 0,1 0 0 0 0,-1-1 0 0 0,0 1 0 0 0,0-1 0 0 0,0 1 0 0 0,0-1 0 0 0,0 0 0 0 0,0 1 0 0 0,1-1 0 0 0,-1 0 0 0 0,0 0 0 0 0,0 1 1 0 0,0-3-1 0 0,-11-24 141 0 0,9 12-138 0 0,1 1 0 0 0,-1-17 1 0 0,3 29-13 0 0,-1-16 68 0 0,-1 1 132 0 0,1 0 0 0 0,1-1 0 0 0,0 1 0 0 0,1 0 0 0 0,6-28 0 0 0,12 4 299 0 0,-16 36-465 0 0,25-41 307 0 0,-20 37-281 0 0,0-1 1 0 0,1 1-1 0 0,0 1 1 0 0,1-1-1 0 0,0 2 1 0 0,0-1-1 0 0,1 1 0 0 0,-1 1 1 0 0,1 0-1 0 0,1 1 1 0 0,-1 0-1 0 0,15-4 0 0 0,-17 6-34 0 0,1 0 0 0 0,-1 1-1 0 0,1 0 1 0 0,0 1 0 0 0,-1 0-1 0 0,1 1 1 0 0,0 0 0 0 0,0 0-1 0 0,-1 1 1 0 0,1 1 0 0 0,0-1-1 0 0,-1 1 1 0 0,1 1 0 0 0,-1 0-1 0 0,0 0 1 0 0,18 10 0 0 0,-16-5 37 0 0,1 0-1 0 0,-2 1 1 0 0,1 1 0 0 0,-1-1 0 0 0,-1 2 0 0 0,0-1 0 0 0,0 2 0 0 0,-1-1-1 0 0,0 1 1 0 0,6 13 0 0 0,-1 2 266 0 0,-1-1 0 0 0,-1 2 0 0 0,15 54 0 0 0,-17-26 564 0 0,-1 0 0 0 0,-1 110-1 0 0,-7-163-872 0 0,0 37 495 0 0,-1 0 0 0 0,-2 0 1 0 0,-2-1-1 0 0,-14 60 0 0 0,14-81-360 0 0,-1 0-1 0 0,-1 0 0 0 0,0-1 0 0 0,-1 0 1 0 0,-1 0-1 0 0,0-1 0 0 0,-1 0 0 0 0,-1-1 1 0 0,0 0-1 0 0,-2-1 0 0 0,-25 24 0 0 0,33-33-284 0 0,0-1 0 0 0,0 0 0 0 0,0-1 0 0 0,0 1 0 0 0,-1-1 0 0 0,0 0-1 0 0,0 0 1 0 0,0-1 0 0 0,0 0 0 0 0,0 0 0 0 0,0 0 0 0 0,0-1 0 0 0,0 0 0 0 0,-1 0-1 0 0,1 0 1 0 0,-1-1 0 0 0,-9-1 0 0 0,15 1-232 0 0,0 0-1 0 0,0 0 1 0 0,0 0 0 0 0,-1 0-1 0 0,1-1 1 0 0,0 1 0 0 0,0 0 0 0 0,0-1-1 0 0,0 1 1 0 0,0-1 0 0 0,0 1-1 0 0,0-1 1 0 0,0 0 0 0 0,0 1-1 0 0,0-1 1 0 0,0 0 0 0 0,0 0-1 0 0,1 1 1 0 0,-1-1 0 0 0,0 0 0 0 0,0 0-1 0 0,1 0 1 0 0,-1 0 0 0 0,1 0-1 0 0,-1 0 1 0 0,1 0 0 0 0,-1 0-1 0 0,1 0 1 0 0,0-1 0 0 0,-1 1-1 0 0,1 0 1 0 0,0-2 0 0 0,-1-9-1820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6:53.468"/>
    </inkml:context>
    <inkml:brush xml:id="br0">
      <inkml:brushProperty name="width" value="0.1" units="cm"/>
      <inkml:brushProperty name="height" value="0.1" units="cm"/>
      <inkml:brushProperty name="color" value="#CC0066"/>
    </inkml:brush>
  </inkml:definitions>
  <inkml:trace contextRef="#ctx0" brushRef="#br0">247 558 968 0 0,'5'-19'173'0'0,"14"-23"-146"0"0,57-141 463 0 0,-66 157-10 0 0,-3-1 1 0 0,0 1-1 0 0,-1-1 0 0 0,-2 0 1 0 0,2-32-1 0 0,-6 53-340 0 0,0 0 0 0 0,0 1 0 0 0,-1-1 0 0 0,0 0 0 0 0,0 0 0 0 0,0 1 0 0 0,-1-1 0 0 0,1 1 0 0 0,-1-1 0 0 0,-1 1 0 0 0,1 0 0 0 0,-1 0 0 0 0,0 0-1 0 0,0 0 1 0 0,0 0 0 0 0,-6-5 0 0 0,6 7-106 0 0,0 1-1 0 0,0 0 1 0 0,0-1-1 0 0,0 1 0 0 0,-1 0 1 0 0,1 1-1 0 0,-1-1 1 0 0,1 1-1 0 0,-1-1 0 0 0,1 1 1 0 0,-1 0-1 0 0,0 0 1 0 0,0 1-1 0 0,0-1 0 0 0,1 1 1 0 0,-1 0-1 0 0,0 0 0 0 0,0 0 1 0 0,0 1-1 0 0,0-1 1 0 0,1 1-1 0 0,-1 0 0 0 0,0 0 1 0 0,1 0-1 0 0,-6 2 1 0 0,2 0-20 0 0,0 1 1 0 0,-1 0 0 0 0,2 0-1 0 0,-1 0 1 0 0,0 1 0 0 0,1 0-1 0 0,-9 8 1 0 0,4-1 3 0 0,0 1 0 0 0,1 0 0 0 0,0 0 1 0 0,-12 23-1 0 0,3 2 110 0 0,1 1 0 0 0,2 0 1 0 0,2 1-1 0 0,1 1 0 0 0,-7 43 0 0 0,10-21 225 0 0,2 0 0 0 0,0 103-1 0 0,7-147-304 0 0,2-1 0 0 0,0 1 0 0 0,1-1 0 0 0,1 0 0 0 0,1 0 0 0 0,1 0-1 0 0,0-1 1 0 0,1 1 0 0 0,1-1 0 0 0,15 28 0 0 0,-17-37-21 0 0,0-1-1 0 0,1 0 1 0 0,-1 0 0 0 0,1-1-1 0 0,1 0 1 0 0,-1 0 0 0 0,1 0-1 0 0,0-1 1 0 0,0 0 0 0 0,10 5-1 0 0,-13-8 7 0 0,1 1 0 0 0,0-1-1 0 0,0 0 1 0 0,0-1-1 0 0,1 1 1 0 0,-1-1 0 0 0,0 0-1 0 0,1 0 1 0 0,-1-1 0 0 0,0 0-1 0 0,1 0 1 0 0,-1 0 0 0 0,0 0-1 0 0,1-1 1 0 0,-1 0-1 0 0,7-2 1 0 0,-5 0 1 0 0,0 0 0 0 0,-1 0-1 0 0,0-1 1 0 0,0 1 0 0 0,0-2 0 0 0,0 1-1 0 0,-1-1 1 0 0,0 1 0 0 0,0-1 0 0 0,7-9-1 0 0,0-1 20 0 0,-2-1 1 0 0,18-31-1 0 0,-9 4-28 0 0,-2-2 1 0 0,-2 0 0 0 0,15-74-1 0 0,-17 49 140 0 0,-4 0 0 0 0,-2-1 0 0 0,-2-72 0 0 0,-7 131 56 0 0,-3 15-177 0 0,-3 20-29 0 0,-1 27 139 0 0,2 1 0 0 0,1 55 0 0 0,5-89-121 0 0,-1 31 52 0 0,2-1 1 0 0,2 0-1 0 0,13 68 0 0 0,-13-102-76 0 0,2-1 0 0 0,0 1 0 0 0,0-1 0 0 0,1 0 0 0 0,1 0 0 0 0,0 0 0 0 0,1-1 0 0 0,0 0 0 0 0,0 0 0 0 0,1 0-1 0 0,1-1 1 0 0,14 14 0 0 0,-19-20 10 0 0,0 0-1 0 0,0 0 1 0 0,1 0-1 0 0,-1 0 1 0 0,1-1-1 0 0,0 0 1 0 0,0 0-1 0 0,0 0 1 0 0,0 0-1 0 0,0-1 1 0 0,1 0-1 0 0,-1 0 1 0 0,1-1-1 0 0,-1 1 1 0 0,1-1-1 0 0,0 0 1 0 0,-1-1-1 0 0,1 1 1 0 0,0-1-1 0 0,0 0 0 0 0,9-2 1 0 0,-8 0 9 0 0,0-1 1 0 0,0 0-1 0 0,0 0 1 0 0,-1 0-1 0 0,1-1 1 0 0,-1 0-1 0 0,0 0 0 0 0,0-1 1 0 0,0 1-1 0 0,-1-1 1 0 0,0-1-1 0 0,0 1 1 0 0,0-1-1 0 0,0 0 0 0 0,-1 0 1 0 0,0 0-1 0 0,4-8 1 0 0,14-31 23 0 0,-3 0 1 0 0,-1-1-1 0 0,-2-1 1 0 0,-2-1 0 0 0,-3 0-1 0 0,9-77 1 0 0,-17 90 5 0 0,-1 0 1 0 0,-2-1-1 0 0,-1 1 0 0 0,-2 0 1 0 0,-10-45-1 0 0,10 67-5 0 0,0-1-1 0 0,-2 1 1 0 0,1 0-1 0 0,-2 0 1 0 0,0 1-1 0 0,-13-22 1 0 0,16 29-15 0 0,-1 1 0 0 0,1-1-1 0 0,-1 1 1 0 0,0 0 0 0 0,0 0 0 0 0,0 0 0 0 0,0 1 0 0 0,-1 0 0 0 0,0 0 0 0 0,1 0 0 0 0,-1 0-1 0 0,0 0 1 0 0,-1 1 0 0 0,1 0 0 0 0,0 0 0 0 0,0 1 0 0 0,-9-2 0 0 0,11 2-25 0 0,1 1-1 0 0,-1 0 1 0 0,1 0 0 0 0,-1 0 0 0 0,0 0 0 0 0,1 0 0 0 0,-1 0 0 0 0,0 1 0 0 0,1-1 0 0 0,-1 1-1 0 0,1 0 1 0 0,-1 0 0 0 0,1 0 0 0 0,0 0 0 0 0,-1 0 0 0 0,1 0 0 0 0,0 1 0 0 0,-4 2 0 0 0,4-2-11 0 0,-1 1 0 0 0,1 0 0 0 0,0-1 1 0 0,1 1-1 0 0,-1 0 0 0 0,0 0 0 0 0,1 0 1 0 0,0 0-1 0 0,-1 0 0 0 0,1 1 0 0 0,0-1 1 0 0,0 7-1 0 0,-1 1-7 0 0,2 1 1 0 0,0 0 0 0 0,0 0 0 0 0,1 0-1 0 0,0-1 1 0 0,1 1 0 0 0,5 16 0 0 0,-4-17-3 0 0,1 0 0 0 0,0 0 0 0 0,1-1 1 0 0,0 0-1 0 0,1 0 0 0 0,0 0 1 0 0,1 0-1 0 0,0-1 0 0 0,0 0 0 0 0,1 0 1 0 0,0-1-1 0 0,11 9 0 0 0,-8-8-4 0 0,1-1 0 0 0,1 0 1 0 0,0-1-1 0 0,0 0 0 0 0,0-1 0 0 0,1-1 0 0 0,0 0 0 0 0,0 0 0 0 0,15 2 0 0 0,-12-4 4 0 0,0-1 0 0 0,1 0-1 0 0,-1-1 1 0 0,0-1 0 0 0,1 0-1 0 0,-1-2 1 0 0,1 0 0 0 0,-1-1-1 0 0,0 0 1 0 0,0-1 0 0 0,0-1 0 0 0,-1-1-1 0 0,1-1 1 0 0,-1 0 0 0 0,-1-1-1 0 0,1 0 1 0 0,13-12 0 0 0,4-8 12 0 0,-2-2 0 0 0,-1-2 0 0 0,34-45 0 0 0,-60 73 0 0 0,14-18 48 0 0,-11 14 101 0 0,-1 1 0 0 0,1-1 1 0 0,-1-1-1 0 0,-1 1 0 0 0,0-1 0 0 0,9-19 0 0 0,-13 19 2352 0 0,-6 13-1762 0 0,-10 24-373 0 0,-21 64 574 0 0,-34 138 0 0 0,55-165-853 0 0,3 0 0 0 0,2 1 0 0 0,0 85 0 0 0,10-135-257 0 0,0 0 1 0 0,2 0-1 0 0,-1 0 0 0 0,2 0 1 0 0,8 25-1 0 0,-8-32-423 0 0,1 0-1 0 0,0 0 1 0 0,0 0 0 0 0,1 0-1 0 0,0-1 1 0 0,1 0 0 0 0,0 0-1 0 0,0-1 1 0 0,15 14 0 0 0,-10-12-1040 0 0,-1-1 1 0 0,2 0-1 0 0,-1-1 0 0 0,1 0 1 0 0,0 0-1 0 0,17 5 1 0 0,-14-7 355 0 0,-1-1 1 0 0,1-1-1 0 0,24 3 1 0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1:09.89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270 474 1568 0 0,'-21'-8'200'0'0,"22"8"-200"0"0,-1 1-1 0 0,0-1 0 0 0,0 0 1 0 0,0 0-1 0 0,0 0 0 0 0,1 1 1 0 0,-1-1-1 0 0,0 0 0 0 0,0 0 1 0 0,0 0-1 0 0,0 1 1 0 0,1-1-1 0 0,-1 0 0 0 0,0 0 1 0 0,0 1-1 0 0,0-1 0 0 0,0 0 1 0 0,0 0-1 0 0,0 1 0 0 0,0-1 1 0 0,0 0-1 0 0,0 0 0 0 0,0 1 1 0 0,0-1-1 0 0,0 0 1 0 0,0 0-1 0 0,0 1 0 0 0,0-1 1 0 0,0 0-1 0 0,0 0 0 0 0,0 1 1 0 0,0-1-1 0 0,-1 0 0 0 0,1 0 1 0 0,0 1-1 0 0,0-1 1 0 0,0 0-1 0 0,0 0 0 0 0,0 1 1 0 0,-1-1-1 0 0,1 0 0 0 0,0 0 1 0 0,0 0-1 0 0,0 0 0 0 0,-1 1 1 0 0,1-1-1 0 0,0 0 0 0 0,0 0 1 0 0,-1 0-1 0 0,1 0 1 0 0,0 0-1 0 0,0 0 0 0 0,-1 0 1 0 0,1 0-1 0 0,0 0 0 0 0,0 0 1 0 0,-1 0-1 0 0,1 0 0 0 0,0 0 1 0 0,0 0-1 0 0,-1 0 0 0 0,1 0 1 0 0,0 0-1 0 0,0 0 1 0 0,-1 0-1 0 0,1 0 0 0 0,0 0 1 0 0,-1 0-1 0 0,2 1 0 0 0,0-1 1 0 0,-1 1-1 0 0,1 0 0 0 0,0 0 0 0 0,0-1 1 0 0,0 1-1 0 0,0-1 0 0 0,0 1 0 0 0,0-1 1 0 0,0 1-1 0 0,0-1 0 0 0,0 1 0 0 0,0-1 1 0 0,0 0-1 0 0,0 0 0 0 0,0 1 0 0 0,2-1 1 0 0,11 1 5 0 0,1 0-1 0 0,0-1 1 0 0,-1-1 0 0 0,1 0 0 0 0,-1-1 0 0 0,1 0 0 0 0,-1-2 0 0 0,1 1 0 0 0,-1-2-1 0 0,19-8 1 0 0,-5 1 19 0 0,-1-1-1 0 0,-1-1 1 0 0,0-2-1 0 0,33-26 0 0 0,-55 39-14 0 0,0 0-1 0 0,0-1 0 0 0,0 0 0 0 0,-1 0 0 0 0,5-6 1 0 0,-6 7 2 0 0,0 0 1 0 0,0 1 0 0 0,-1-1 0 0 0,0 0-1 0 0,1 0 1 0 0,-1 0 0 0 0,0 0-1 0 0,0 0 1 0 0,-1 0 0 0 0,1 0 0 0 0,-1-1-1 0 0,1 1 1 0 0,-1 0 0 0 0,0 0 0 0 0,0 0-1 0 0,0 0 1 0 0,-1-1 0 0 0,1 1-1 0 0,-1 0 1 0 0,0 0 0 0 0,0 0 0 0 0,0 0-1 0 0,0 0 1 0 0,0 0 0 0 0,-1 0 0 0 0,1 1-1 0 0,-1-1 1 0 0,0 0 0 0 0,0 1-1 0 0,-4-5 1 0 0,-1 0 46 0 0,0 1 0 0 0,-1 0 1 0 0,0 0-1 0 0,0 1 0 0 0,0 0 0 0 0,-1 0 0 0 0,0 1 0 0 0,-16-6 0 0 0,-3 3-16 0 0,0 0-1 0 0,0 2 1 0 0,0 1-1 0 0,-1 1 1 0 0,0 2-1 0 0,-40 3 1 0 0,41 0 139 0 0,0 1 0 0 0,1 2-1 0 0,-1 1 1 0 0,-48 17 0 0 0,50-10 26 0 0,25-13-204 0 0,1 1 0 0 0,0-1 0 0 0,-1 1-1 0 0,1-1 1 0 0,-1 0 0 0 0,1 1 0 0 0,0-1-1 0 0,0 1 1 0 0,-1-1 0 0 0,1 1 0 0 0,0-1-1 0 0,0 1 1 0 0,-1-1 0 0 0,1 1 0 0 0,0-1-1 0 0,0 1 1 0 0,0-1 0 0 0,0 1 0 0 0,0-1-1 0 0,0 1 1 0 0,0-1 0 0 0,0 1 0 0 0,0 0-1 0 0,0-1 1 0 0,0 1 0 0 0,0-1 0 0 0,0 1 0 0 0,0-1-1 0 0,1 1 1 0 0,-1-1 0 0 0,0 1 0 0 0,0-1-1 0 0,0 1 1 0 0,1-1 0 0 0,-1 1 0 0 0,0-1-1 0 0,1 0 1 0 0,-1 1 0 0 0,0-1 0 0 0,1 1-1 0 0,-1-1 1 0 0,1 0 0 0 0,-1 1 0 0 0,1-1-1 0 0,-1 0 1 0 0,1 0 0 0 0,-1 1 0 0 0,1-1-1 0 0,-1 0 1 0 0,1 0 0 0 0,0 0 0 0 0,9 6 65 0 0,1 0 0 0 0,0-1 0 0 0,0 0 1 0 0,1-1-1 0 0,-1-1 0 0 0,1 0 1 0 0,13 2-1 0 0,93 8 295 0 0,8-7-242 0 0,0-6 1 0 0,0-6-1 0 0,0-4 1 0 0,150-34 0 0 0,-196 29-94 0 0,226-54 180 0 0,-274 60-173 0 0,-23 7 16 0 0,-1 0 1 0 0,1-1-1 0 0,-1 0 0 0 0,10-5 1 0 0,-18 8-47 0 0,0 0 1 0 0,0 0 0 0 0,0 0 0 0 0,0 0-1 0 0,0 0 1 0 0,-1 0 0 0 0,1 0 0 0 0,0 0-1 0 0,0 0 1 0 0,0 0 0 0 0,0-1-1 0 0,0 1 1 0 0,0 0 0 0 0,-1 0 0 0 0,1 0-1 0 0,0 0 1 0 0,0 0 0 0 0,0 0 0 0 0,0 0-1 0 0,0 0 1 0 0,0-1 0 0 0,0 1 0 0 0,0 0-1 0 0,0 0 1 0 0,-1 0 0 0 0,1 0-1 0 0,0 0 1 0 0,0 0 0 0 0,0-1 0 0 0,0 1-1 0 0,0 0 1 0 0,0 0 0 0 0,0 0 0 0 0,0 0-1 0 0,0 0 1 0 0,0-1 0 0 0,0 1 0 0 0,0 0-1 0 0,0 0 1 0 0,0 0 0 0 0,0 0-1 0 0,0 0 1 0 0,0-1 0 0 0,1 1 0 0 0,-1 0-1 0 0,0 0 1 0 0,0 0 0 0 0,0 0 0 0 0,0 0-1 0 0,0 0 1 0 0,0-1 0 0 0,0 1 0 0 0,0 0-1 0 0,0 0 1 0 0,1 0 0 0 0,-1 0-1 0 0,0 0 1 0 0,0 0 0 0 0,0 0 0 0 0,0 0-1 0 0,0 0 1 0 0,0 0 0 0 0,1-1 0 0 0,-1 1-1 0 0,0 0 1 0 0,0 0 0 0 0,0 0 0 0 0,0 0-1 0 0,1 0 1 0 0,-8-2 22 0 0,1-1 1 0 0,0 1-1 0 0,-1 0 0 0 0,1 1 0 0 0,-1-1 1 0 0,0 1-1 0 0,0 1 0 0 0,-12-1 0 0 0,0 0-30 0 0,-134-4-114 0 0,-1 6 0 0 0,1 7 0 0 0,-154 28 0 0 0,266-30 99 0 0,-394 79-117 0 0,401-74 108 0 0,27-6-92 0 0,10-2 36 0 0,17 1-13 0 0,40 2 158 0 0,91-4 0 0 0,67-15-9 0 0,-163 9-58 0 0,512-36 9 0 0,37-3 3 0 0,-188 9-270 0 0,-370 30 244 0 0,93-11-135 0 0,-130 11 62 0 0,-10-1 43 0 0,-11-1-32 0 0,11 5 63 0 0,-21-6-102 0 0,-1 0 1 0 0,0 1-1 0 0,0 2 0 0 0,-1 0 1 0 0,-34 0-1 0 0,18 0 4 0 0,-631-12-2545 0 0,508 16 2662 0 0,-424 8 46 0 0,9 43 197 0 0,522-43-251 0 0,-84 24 0 0 0,97-14-70 0 0,34-9-30 0 0,12-1 56 0 0,23 5 37 0 0,11-2 54 0 0,2-1 1 0 0,-1-3-1 0 0,43 4 0 0 0,618 38 136 0 0,-483-40-207 0 0,586 16-164 0 0,-588-29 172 0 0,370-54-1 0 0,-551 53 62 0 0,-20 3 4 0 0,-1 1-1 0 0,1-1 1 0 0,-1-1-1 0 0,0 0 1 0 0,0-1-1 0 0,-1 0 1 0 0,20-10-1 0 0,-30 13-26 0 0,-1 1 1 0 0,1 0-1 0 0,0-1 1 0 0,-1 1-1 0 0,1-1 1 0 0,0 1-1 0 0,-1-1 1 0 0,1 1-1 0 0,-1-1 1 0 0,1 1-1 0 0,0-1 1 0 0,-1 0-1 0 0,0 1 1 0 0,1-1-1 0 0,-1 0 1 0 0,1 1-1 0 0,-1-1 0 0 0,0 0 1 0 0,1 0-1 0 0,-1 1 1 0 0,0-1-1 0 0,0 0 1 0 0,0 0-1 0 0,0 1 1 0 0,1-1-1 0 0,-1 0 1 0 0,-1-1-1 0 0,1 0 6 0 0,-1 1 0 0 0,0 0 0 0 0,1 0 0 0 0,-1-1 0 0 0,0 1 0 0 0,0 0 0 0 0,0 0 0 0 0,0 0 0 0 0,0 0-1 0 0,-1 0 1 0 0,1 0 0 0 0,0 0 0 0 0,0 0 0 0 0,-1 0 0 0 0,-1 0 0 0 0,-22-10 10 0 0,0 2 0 0 0,-1 1 0 0 0,1 1 0 0 0,-53-8 0 0 0,-65-4-49 0 0,-226-2 0 0 0,-153 34-50 0 0,-48 15-112 0 0,4 26 167 0 0,532-50-9 0 0,0 2 1 0 0,1 1-1 0 0,-45 16 0 0 0,74-22-2 0 0,-1 1 1 0 0,1 0-1 0 0,0 0 0 0 0,0 0 0 0 0,1 0 0 0 0,-1 1 0 0 0,0-1 0 0 0,1 1 0 0 0,-5 5 0 0 0,7-7 13 0 0,1-1-1 0 0,-1 1 1 0 0,1 0 0 0 0,-1-1-1 0 0,1 1 1 0 0,0 0 0 0 0,0-1-1 0 0,-1 1 1 0 0,1 0-1 0 0,0 0 1 0 0,0-1 0 0 0,0 1-1 0 0,0 0 1 0 0,0 0 0 0 0,0-1-1 0 0,0 1 1 0 0,0 0-1 0 0,0 0 1 0 0,0 0 0 0 0,0-1-1 0 0,0 1 1 0 0,1 1 0 0 0,0-1-4 0 0,0 1 1 0 0,0 0-1 0 0,0-1 1 0 0,0 1-1 0 0,1-1 1 0 0,-1 1-1 0 0,1-1 1 0 0,-1 1-1 0 0,1-1 1 0 0,-1 0 0 0 0,1 0-1 0 0,2 1 1 0 0,16 8 9 0 0,1-1 0 0 0,0-1 0 0 0,0-1 0 0 0,1-1 0 0 0,39 5 0 0 0,55 7 47 0 0,129 2 0 0 0,122-15 33 0 0,-306-4-60 0 0,104-1 34 0 0,343-1-84 0 0,-4-28-68 0 0,-444 22 123 0 0,0-1 0 0 0,97-28 1 0 0,-141 31 28 0 0,30-14 1 0 0,-43 17-17 0 0,1 0-1 0 0,-1 0 1 0 0,0 0 0 0 0,0 0-1 0 0,0-1 1 0 0,0 1-1 0 0,0-1 1 0 0,0 0 0 0 0,0 0-1 0 0,-1 0 1 0 0,0 0 0 0 0,4-6-1 0 0,-5 7-10 0 0,-1 1 0 0 0,1-1 0 0 0,0 1-1 0 0,-1-1 1 0 0,0 1 0 0 0,1-1 0 0 0,-1 0 0 0 0,0 1-1 0 0,0-1 1 0 0,0 0 0 0 0,0 1 0 0 0,0-1 0 0 0,0 1-1 0 0,-1-1 1 0 0,1 0 0 0 0,0 1 0 0 0,-1-1 0 0 0,0 1-1 0 0,1-1 1 0 0,-1 1 0 0 0,0-1 0 0 0,1 1 0 0 0,-1 0-1 0 0,0-1 1 0 0,-2-2 0 0 0,-2-1 13 0 0,0 1 1 0 0,0-1 0 0 0,-1 0-1 0 0,0 1 1 0 0,-8-4-1 0 0,-22-11-11 0 0,-2 2 0 0 0,-1 1 1 0 0,0 3-1 0 0,-44-10 0 0 0,14 6-36 0 0,-1 3-1 0 0,-85-6 1 0 0,-129 9 57 0 0,224 10-32 0 0,-216-1 4 0 0,-490 61 0 0 0,620-40 10 0 0,-244 49-168 0 0,367-63-224 0 0,2 1 0 0 0,-1 1 0 0 0,1 1 0 0 0,0 1 0 0 0,-33 19 0 0 0,33-10-1605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7:51:19.390"/>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1706 0 6048,'-1706'485'0,"5118"-485"0,-5118-485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1:21.508"/>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363 274 1144 0 0,'-99'-14'119'0'0,"97"13"-118"0"0,0 1 0 0 0,0 0 0 0 0,-1 0 0 0 0,1 0 0 0 0,0 0 0 0 0,0 0 0 0 0,-1 0 0 0 0,1 1 0 0 0,0-1 1 0 0,0 1-1 0 0,0-1 0 0 0,0 1 0 0 0,0 0 0 0 0,0 0 0 0 0,0 0 0 0 0,0 0 0 0 0,0 0 0 0 0,0 0 0 0 0,0 1 0 0 0,1-1 1 0 0,-3 3-1 0 0,3-4-1 0 0,1 1 0 0 0,0-1 0 0 0,0 0 0 0 0,-1 0 0 0 0,1 1 0 0 0,0-1 0 0 0,0 0 0 0 0,0 1 0 0 0,0-1 1 0 0,-1 1-1 0 0,1-1 0 0 0,0 0 0 0 0,0 1 0 0 0,0-1 0 0 0,0 0 0 0 0,0 1 0 0 0,0-1 0 0 0,0 1 0 0 0,0-1 0 0 0,0 0 1 0 0,0 1-1 0 0,0-1 0 0 0,0 0 0 0 0,0 1 0 0 0,1-1 0 0 0,-1 0 0 0 0,0 1 0 0 0,0-1 0 0 0,0 1 0 0 0,0-1 0 0 0,1 0 1 0 0,-1 0-1 0 0,0 1 0 0 0,0-1 0 0 0,1 0 0 0 0,-1 1 0 0 0,0-1 0 0 0,1 0 0 0 0,-1 0 0 0 0,0 0 0 0 0,1 1 0 0 0,-1-1 1 0 0,0 0-1 0 0,1 0 0 0 0,-1 0 0 0 0,0 0 0 0 0,1 1 0 0 0,-1-1 0 0 0,24 7 5 0 0,-21-7-4 0 0,35 6 7 0 0,0-2 1 0 0,1-2-1 0 0,62-3 0 0 0,-33-1-2 0 0,260-4-47 0 0,-137 1 43 0 0,309-24 28 0 0,-384 17-56 0 0,-1-6-1 0 0,139-39 1 0 0,-236 52 26 0 0,26-10 14 0 0,-42 14-10 0 0,0 0 0 0 0,0 0 0 0 0,0 0-1 0 0,0 0 1 0 0,0 0 0 0 0,0-1 0 0 0,0 1 0 0 0,0-1-1 0 0,-1 1 1 0 0,1-1 0 0 0,-1 0 0 0 0,1 0-1 0 0,-1 0 1 0 0,0 0 0 0 0,2-3 0 0 0,-3 4-2 0 0,1 0 1 0 0,-1 1-1 0 0,0-1 1 0 0,1 0-1 0 0,-1 0 1 0 0,0 0-1 0 0,0 0 0 0 0,0 0 1 0 0,0 0-1 0 0,0 0 1 0 0,0 0-1 0 0,0 0 1 0 0,0 1-1 0 0,0-1 1 0 0,0 0-1 0 0,-1 0 1 0 0,1 0-1 0 0,0 0 1 0 0,-1 0-1 0 0,1 0 1 0 0,0 0-1 0 0,-1 1 1 0 0,1-1-1 0 0,-1 0 1 0 0,1 0-1 0 0,-1 1 1 0 0,0-1-1 0 0,-1-1 0 0 0,-28-15 47 0 0,20 13-40 0 0,-30-12 8 0 0,-2 1 1 0 0,0 3-1 0 0,0 1 0 0 0,-1 2 0 0 0,-77-5 1 0 0,-225 7 73 0 0,308 7-90 0 0,-1149 96 136 0 0,1175-94-137 0 0,-18 1-8 0 0,0 1 0 0 0,1 2 0 0 0,-38 12 0 0 0,65-17 6 0 0,-18 9-30 0 0,21-5 27 0 0,13 1 18 0 0,30 2 28 0 0,0-1-1 0 0,66 1 1 0 0,590 5 53 0 0,-459-12-88 0 0,-115 0-2 0 0,570-3-205 0 0,-367-17 148 0 0,-248 10 136 0 0,146-37-1 0 0,-222 45-46 0 0,-1-1 1 0 0,1 0-1 0 0,-1 0 1 0 0,0 0-1 0 0,0-1 0 0 0,8-4 1 0 0,-13 7-26 0 0,1 0 1 0 0,-1-1 0 0 0,1 1 0 0 0,-1 0-1 0 0,1 0 1 0 0,-1-1 0 0 0,0 1-1 0 0,1 0 1 0 0,-1-1 0 0 0,0 1 0 0 0,1-1-1 0 0,-1 1 1 0 0,0-1 0 0 0,1 1-1 0 0,-1 0 1 0 0,0-1 0 0 0,0 1 0 0 0,1-1-1 0 0,-1 1 1 0 0,0-1 0 0 0,0 1-1 0 0,0-1 1 0 0,0 0 0 0 0,0 1 0 0 0,0-1-1 0 0,0 1 1 0 0,0-1 0 0 0,0 1 0 0 0,0-1-1 0 0,0 1 1 0 0,0-1 0 0 0,0 1-1 0 0,0-1 1 0 0,0 1 0 0 0,-1-1 0 0 0,1 1-1 0 0,0-1 1 0 0,0 1 0 0 0,-1-1-1 0 0,1 1 1 0 0,0-1 0 0 0,0 1 0 0 0,-1 0-1 0 0,0-1 1 0 0,-1-1 16 0 0,-1-1-1 0 0,0 1 1 0 0,0 1-1 0 0,-1-1 1 0 0,1 0-1 0 0,-5-1 1 0 0,-14-5-17 0 0,-1 1 0 0 0,0 1 0 0 0,0 1 0 0 0,-37-3 0 0 0,-104 2-49 0 0,140 6 33 0 0,-821 40-249 0 0,286 15-20 0 0,504-50 224 0 0,14-2-113 0 0,0 2 0 0 0,0 1 0 0 0,-53 16 0 0 0,66-10-30 0 0,27-12 178 0 0,1 0-1 0 0,-1 0 1 0 0,1 1-1 0 0,0-1 1 0 0,-1 0-1 0 0,1 0 1 0 0,-1 1-1 0 0,1-1 1 0 0,0 0-1 0 0,0 1 1 0 0,-1-1-1 0 0,1 0 1 0 0,0 1-1 0 0,-1-1 1 0 0,1 0-1 0 0,0 1 1 0 0,0-1-1 0 0,0 1 1 0 0,0-1-1 0 0,-1 1 0 0 0,1-1 1 0 0,0 0-1 0 0,0 2 1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1:22.556"/>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952 348 1504 0 0,'-24'-15'14'0'0,"0"0"0"0"0,-1 2 0 0 0,-1 1 0 0 0,0 1 0 0 0,-1 1 0 0 0,0 2-1 0 0,0 0 1 0 0,-53-6 0 0 0,-10 6-32 0 0,-40-5 24 0 0,72 6 176 0 0,-89 0-1 0 0,92 8-66 0 0,-58 8-59 0 0,91-5-55 0 0,-29 7-1 0 0,79-9-142 0 0,-1 2 152 0 0,311 21-98 0 0,195 1 113 0 0,-265-29-97 0 0,-185-2 46 0 0,109-20-1 0 0,-135 14 87 0 0,110-36 0 0 0,-161 44-45 0 0,35-15 44 0 0,-38 16-40 0 0,-1 1 0 0 0,0 0-1 0 0,0-1 1 0 0,0 0 0 0 0,0 1-1 0 0,0-1 1 0 0,0 0 0 0 0,0 0-1 0 0,-1 0 1 0 0,1 0 0 0 0,-1 0 0 0 0,1-1-1 0 0,0-2 1 0 0,-1 4-9 0 0,-1 0 0 0 0,0 0 0 0 0,0 0-1 0 0,0 0 1 0 0,1 1 0 0 0,-1-1 0 0 0,0 0 0 0 0,0 0 0 0 0,0 0-1 0 0,0 0 1 0 0,-1 0 0 0 0,1 0 0 0 0,0 0 0 0 0,0 0 0 0 0,-1 1 0 0 0,1-1-1 0 0,0 0 1 0 0,-1 0 0 0 0,1 0 0 0 0,0 0 0 0 0,-1 1 0 0 0,0-1-1 0 0,1 0 1 0 0,-1 1 0 0 0,0-2 0 0 0,-4-3-5 0 0,0 0-1 0 0,-1 1 1 0 0,1-1-1 0 0,-1 1 1 0 0,0 0-1 0 0,0 1 1 0 0,-8-4-1 0 0,-55-20-56 0 0,11 11 21 0 0,0 2 1 0 0,-1 3-1 0 0,0 2 1 0 0,-74-1-1 0 0,23 9 15 0 0,-159 19 0 0 0,-160 55-80 0 0,390-65 88 0 0,5-2 2 0 0,0 2 0 0 0,-64 24 0 0 0,95-32 0 0 0,1 1-1 0 0,0 0 1 0 0,0 0-1 0 0,0 0 1 0 0,0 0-1 0 0,0 0 0 0 0,0 0 1 0 0,0 1-1 0 0,0-1 1 0 0,1 0-1 0 0,-1 1 1 0 0,1 0-1 0 0,-3 2 1 0 0,4-4 1 0 0,0 1 0 0 0,0-1 0 0 0,0 1 0 0 0,0-1 0 0 0,0 0 1 0 0,0 1-1 0 0,0-1 0 0 0,0 1 0 0 0,0-1 0 0 0,0 0 1 0 0,0 1-1 0 0,1-1 0 0 0,-1 1 0 0 0,0-1 0 0 0,0 0 0 0 0,0 1 1 0 0,1-1-1 0 0,-1 0 0 0 0,0 1 0 0 0,1-1 0 0 0,-1 0 1 0 0,0 1-1 0 0,0-1 0 0 0,1 0 0 0 0,-1 0 0 0 0,0 0 0 0 0,1 1 1 0 0,25 10-74 0 0,25 1 109 0 0,0-1-1 0 0,102 6 0 0 0,112-8 65 0 0,-214-8-94 0 0,423-1-54 0 0,-263-3 13 0 0,-137 3 24 0 0,351-10-121 0 0,-310 2 76 0 0,197-38 0 0 0,-304 44 60 0 0,35-9 15 0 0,-41 10 1 0 0,0 1 0 0 0,-1-1 0 0 0,1 0 0 0 0,0 0 0 0 0,0 0 0 0 0,-1 1 1 0 0,1-1-1 0 0,-1-1 0 0 0,1 1 0 0 0,-1 0 0 0 0,0 0 0 0 0,1 0 0 0 0,-1-1 0 0 0,0 1 1 0 0,2-4-1 0 0,-4-2 126 0 0,-12 0-22 0 0,-17-1-64 0 0,-1 1 0 0 0,0 2 0 0 0,-41-3 0 0 0,-317-6-73 0 0,-8 25-67 0 0,-866 76 44 0 0,1222-83 86 0 0,29-3-42 0 0,0 0 0 0 0,0 1 0 0 0,0 0 0 0 0,-22 7 0 0 0,30-6-89 0 0,10 0 5 0 0,28 2 90 0 0,1-1-1 0 0,40-1 1 0 0,-64-3 1 0 0,572 4 557 0 0,-11 0-493 0 0,-199 10-129 0 0,176 3-162 0 0,-490-16 496 0 0,1-2 1 0 0,129-26 2531 0 0,-189 26-2713 0 0,0 0-52 0 0,0 0 1 0 0,-1 1 0 0 0,1-1 0 0 0,-1 1-1 0 0,1-1 1 0 0,0 0 0 0 0,-1 1 0 0 0,1-1-1 0 0,-1 1 1 0 0,0-1 0 0 0,1 1 0 0 0,-1-1-1 0 0,1 1 1 0 0,-1 0 0 0 0,0-1 0 0 0,1 1-1 0 0,-2-1 1 0 0,-34-12 208 0 0,3 7-134 0 0,0 1 0 0 0,0 2 0 0 0,-47 1 0 0 0,72 2-177 0 0,-1 0 1 0 0,0 1-1 0 0,-12 2 1 0 0,19-3-164 0 0,0 1 0 0 0,0-1 1 0 0,-1 1-1 0 0,1 0 0 0 0,0 0 0 0 0,0 0 0 0 0,0 0 0 0 0,0 0 1 0 0,0 0-1 0 0,0 1 0 0 0,1-1 0 0 0,-1 0 0 0 0,0 1 1 0 0,1 0-1 0 0,-1-1 0 0 0,1 1 0 0 0,-1 0 0 0 0,0 2 1 0 0,-5 20-1773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1:26.425"/>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524 263 1232 0 0,'-25'-2'116'0'0,"-31"-5"0"0"0,17 1 88 0 0,97 9-137 0 0,2 2-27 0 0,751 21 22 0 0,395-55-168 0 0,-606-26 179 0 0,-573 50-37 0 0,-26 3 28 0 0,-6 1 11 0 0,-45-1 10 0 0,-275-14-42 0 0,-235 13-55 0 0,347 9 72 0 0,123-5-54 0 0,-288 7-14 0 0,-713 3 118 0 0,924-11-99 0 0,88 2 222 0 0,-95-11 0 0 0,154 8-202 0 0,6 1 312 0 0,30-3-74 0 0,285-29 308 0 0,-111 20-50 0 0,-128 10-446 0 0,447-18 257 0 0,-157 12-313 0 0,96-2 69 0 0,-145-6-7 0 0,233-5 43 0 0,-522 21-118 0 0,55-2 29 0 0,-63 1-27 0 0,1 1 1 0 0,-1-2-1 0 0,0 1 0 0 0,1-1 0 0 0,-1 0 1 0 0,0 0-1 0 0,9-5 0 0 0,-10 5 44 0 0,9-5 757 0 0,-18 5-794 0 0,1 0 0 0 0,0-1-1 0 0,-1 1 1 0 0,1 1-1 0 0,-1-1 1 0 0,1 0 0 0 0,-1 1-1 0 0,0 0 1 0 0,-6-1 0 0 0,-38-5-216 0 0,36 6 179 0 0,-337-7-467 0 0,271 9 420 0 0,-369 21-17 0 0,6 21-189 0 0,265-24 80 0 0,-721 94 67 0 0,744-84 59 0 0,145-28 55 0 0,0 2 0 0 0,1-1-1 0 0,-1 1 1 0 0,1 0 0 0 0,0 0 0 0 0,0 1-1 0 0,0 0 1 0 0,0 1 0 0 0,1-1 0 0 0,0 1 0 0 0,-8 8-1 0 0,13-11 7 0 0,-1 0-1 0 0,1 0 1 0 0,0 0-1 0 0,0 1 1 0 0,1-1-1 0 0,-1 0 1 0 0,0 1-1 0 0,1-1 1 0 0,-1 1-1 0 0,1-1 1 0 0,0 5-1 0 0,1 32 236 0 0,0-19-32 0 0,-1 2 10 0 0,-1-12-56 0 0,1 0 0 0 0,0-1-1 0 0,1 1 1 0 0,3 16-1 0 0,-15-83 2624 0 0,1 5-2938 0 0,-1-3 202 0 0,6 24 85 0 0,-17-53 0 0 0,22 116-1507 0 0,6 17 1299 0 0,0-4 53 0 0,14 57 0 0 0,-17-89 51 0 0,1 0 0 0 0,1 0 0 0 0,0 0 1 0 0,1-1-1 0 0,0 0 0 0 0,1 0 0 0 0,1 0 0 0 0,14 18 1 0 0,-11-18 4 0 0,-8-8-5 0 0,0 0-1 0 0,0 0 1 0 0,1 0-1 0 0,-1 0 1 0 0,1-1-1 0 0,0 1 1 0 0,0-1-1 0 0,0 0 1 0 0,1-1-1 0 0,-1 1 0 0 0,0-1 1 0 0,1 1-1 0 0,0-2 1 0 0,0 1-1 0 0,-1 0 1 0 0,10 1-1 0 0,15-2 59 0 0,1-1 0 0 0,-1-1 0 0 0,0-2 0 0 0,1-1 0 0 0,38-10 0 0 0,8-1-11 0 0,326-33 93 0 0,49 26-228 0 0,395 9-45 0 0,-828 13 77 0 0,43 0 26 0 0,-1-2 1 0 0,0-3 0 0 0,74-16 0 0 0,-133 21 18 0 0,1 0 0 0 0,-1-1 0 0 0,1 1 0 0 0,-1-1 0 0 0,1 1 0 0 0,-1-1 0 0 0,1 1 0 0 0,-1-1 0 0 0,0 0 1 0 0,1 0-1 0 0,-1 0 0 0 0,0 0 0 0 0,1 0 0 0 0,1-2 0 0 0,-11-1 240 0 0,-11 0-314 0 0,-1 1-1 0 0,1 1 1 0 0,-1 1-1 0 0,1 0 1 0 0,-32 4 0 0 0,6-1-1 0 0,-1408 13-427 0 0,1338-15 484 0 0,-197 4-55 0 0,-1 23-12 0 0,269-19 67 0 0,44-8 5 0 0,0 0 0 0 0,0 0 1 0 0,0 0-1 0 0,0 0 1 0 0,0 0-1 0 0,0 0 1 0 0,0 0-1 0 0,0 0 0 0 0,0 0 1 0 0,0 0-1 0 0,0 0 1 0 0,0 0-1 0 0,0 0 0 0 0,0 0 1 0 0,0 0-1 0 0,0 1 1 0 0,0-1-1 0 0,0 0 0 0 0,0 0 1 0 0,0 0-1 0 0,0 0 1 0 0,0 0-1 0 0,0 0 0 0 0,0 0 1 0 0,0 0-1 0 0,0 0 1 0 0,0 0-1 0 0,0 0 0 0 0,0 0 1 0 0,0 0-1 0 0,0 0 1 0 0,0 0-1 0 0,0 0 0 0 0,0 0 1 0 0,0 0-1 0 0,0 0 1 0 0,0 0-1 0 0,0 0 0 0 0,0 0 1 0 0,0 0-1 0 0,0 0 1 0 0,0 0-1 0 0,0 0 0 0 0,-1 0 1 0 0,10 2-25 0 0,17 0 5 0 0,483-2 1228 0 0,-114 2-956 0 0,244-2-106 0 0,-12-21-357 0 0,-366-6 278 0 0,-168 16-35 0 0,-47 6 9 0 0,-12 2-14 0 0,-1-1 0 0 0,53-15 1 0 0,-84 19-1 0 0,0-1 0 0 0,0 1 0 0 0,0-1 0 0 0,0 0 0 0 0,-1 1 0 0 0,1-1 0 0 0,0 0 0 0 0,-1 0 1 0 0,1 0-1 0 0,0-1 0 0 0,-1 1 0 0 0,2-2 0 0 0,-2 2 3 0 0,-1 0 0 0 0,1 0 0 0 0,-1-1 0 0 0,0 1 0 0 0,1 0-1 0 0,-1-1 1 0 0,0 1 0 0 0,0 0 0 0 0,1-1 0 0 0,-1 1 0 0 0,0-1 0 0 0,0 1 0 0 0,-1 0 0 0 0,1-1 0 0 0,0 1 0 0 0,0 0-1 0 0,-1-2 1 0 0,1 1-34 0 0,-1-1-1 0 0,2 1 1 0 0,-1 0-1 0 0,0 0 1 0 0,0 0-1 0 0,1 0 1 0 0,-1 0 0 0 0,1-1-1 0 0,-1 1 1 0 0,1 0-1 0 0,0 0 1 0 0,0 0-1 0 0,0 1 1 0 0,0-1-1 0 0,0 0 1 0 0,1 0-1 0 0,-1 1 1 0 0,1-1-1 0 0,-1 0 1 0 0,1 1-1 0 0,-1-1 1 0 0,1 1-1 0 0,0 0 1 0 0,-1 0 0 0 0,1-1-1 0 0,2 0 1 0 0,7-4-30 0 0,0 0 1 0 0,1 1-1 0 0,12-5 1 0 0,-21 9 33 0 0,2 0-3 0 0,6-3-2 0 0,1-1 0 0 0,0 1 0 0 0,-1-2 0 0 0,0 1 0 0 0,0-2 0 0 0,19-14 0 0 0,-20 13 70 0 0,-10 8-60 0 0,1 0 0 0 0,0-1 1 0 0,-1 1-1 0 0,1-1 0 0 0,-1 1 0 0 0,1-1 1 0 0,-1 1-1 0 0,1-1 0 0 0,-1 1 0 0 0,1-1 1 0 0,-1 0-1 0 0,1 1 0 0 0,-1-1 1 0 0,1 0-1 0 0,-1 1 0 0 0,0-1 0 0 0,0 0 1 0 0,1 1-1 0 0,-1-1 0 0 0,0 0 0 0 0,0 0 1 0 0,0 1-1 0 0,0-1 0 0 0,0 0 0 0 0,0 0 1 0 0,0-1-1 0 0,10 12-1141 0 0,-8 7 1142 0 0,-1 0 0 0 0,-1 0 0 0 0,0 0 0 0 0,-1 0-1 0 0,-1 0 1 0 0,-1 0 0 0 0,-6 22 0 0 0,8-36 17 0 0,0-1 0 0 0,0 1-1 0 0,0-1 1 0 0,-1 0 0 0 0,1 1 0 0 0,-1-1 0 0 0,0 0 0 0 0,0 0 0 0 0,1 0 0 0 0,-1 0 0 0 0,0 0 0 0 0,-1 0 0 0 0,1-1 0 0 0,0 1 0 0 0,-1-1-1 0 0,1 1 1 0 0,0-1 0 0 0,-1 0 0 0 0,0 0 0 0 0,1 0 0 0 0,-1 0 0 0 0,-4 0 0 0 0,-4 2 56 0 0,-1-1 0 0 0,1-1 0 0 0,-24 1 1 0 0,-1-4-78 0 0,-1-2 0 0 0,1-1 0 0 0,-65-19 0 0 0,-151-24-882 0 0,-5 22-706 0 0,124 13 889 0 0,-573-10-2074 0 0,382 22 2328 0 0,-69-41 570 0 0,157 24-105 0 0,79 17 565 0 0,156 1-575 0 0,267-22 2094 0 0,-132 7-1718 0 0,422-8 195 0 0,0 29-503 0 0,-135 0-39 0 0,-339-6-39 0 0,132 2 182 0 0,-78 7-108 0 0,-125-8-82 0 0,-3-1-4 0 0,1 1 1 0 0,-1 0-1 0 0,0 0 1 0 0,0 0-1 0 0,0 1 0 0 0,0 1 1 0 0,0-1-1 0 0,15 9 1 0 0,-23-11 30 0 0,-1 1 1 0 0,0 0-1 0 0,0 0 0 0 0,0 0 1 0 0,1-1-1 0 0,-1 1 1 0 0,0-1-1 0 0,0 1 0 0 0,0 0 1 0 0,0-1-1 0 0,0 1 1 0 0,0-1-1 0 0,0 0 0 0 0,0 1 1 0 0,-1-1-1 0 0,-22 6 153 0 0,-2 1-1783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1:28.814"/>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30 267 1216 0 0,'-30'-16'504'0'0,"239"31"-398"0"0,-88-2-60 0 0,117 0 127 0 0,-104-12-127 0 0,-25 0-31 0 0,144-3 147 0 0,-137-5 1579 0 0,178-34 0 0 0,-243 26 558 0 0,-51 13-2264 0 0,0 1 0 0 0,1 0 0 0 0,-1-1 1 0 0,0 1-1 0 0,1 0 0 0 0,-1 0 0 0 0,1-1 0 0 0,-1 1 0 0 0,1 0 0 0 0,0 0 0 0 0,-1 0 1 0 0,1 0-1 0 0,0 0 0 0 0,0 0 0 0 0,0 0 0 0 0,0 0 0 0 0,0 0 0 0 0,0 0 0 0 0,0 0 1 0 0,0 1-1 0 0,0-1 0 0 0,3-1 0 0 0,-4 2-40 0 0,1 0 1 0 0,0 0-1 0 0,-1-1 1 0 0,1 1-1 0 0,0 0 1 0 0,-1-1-1 0 0,1 1 1 0 0,0 0-1 0 0,-1-1 1 0 0,1 1-1 0 0,-1-1 1 0 0,1 1-1 0 0,-1-1 1 0 0,1 1-1 0 0,-1-1 1 0 0,1 1-1 0 0,-1-1 1 0 0,1 0-1 0 0,-1 1 1 0 0,0-1-1 0 0,1 0 1 0 0,-1 1-1 0 0,0-1 1 0 0,0 0-1 0 0,0 1 1 0 0,1-1-1 0 0,-1 0 1 0 0,0 1-1 0 0,0-1 1 0 0,0 0-1 0 0,0 0 0 0 0,0 1 1 0 0,0-1-1 0 0,0 0 1 0 0,0 0-1 0 0,-1 1 1 0 0,1-1-1 0 0,0 0 1 0 0,0 1-1 0 0,-1-1 1 0 0,1 0-1 0 0,0 1 1 0 0,-1-1-1 0 0,1 1 1 0 0,0-1-1 0 0,-1 0 1 0 0,1 1-1 0 0,-2-2 1 0 0,-2-4-31 0 0,-1 0 0 0 0,0 0-1 0 0,0 1 1 0 0,-1-1 0 0 0,1 1 0 0 0,-1 0 0 0 0,0 1 0 0 0,-1 0 0 0 0,1 0 0 0 0,-1 0 0 0 0,0 0 0 0 0,0 1 0 0 0,0 0 0 0 0,0 1-1 0 0,-15-4 1 0 0,-26-3-79 0 0,0 2-1 0 0,0 2 1 0 0,-73 2-1 0 0,72 2 112 0 0,-658 20 130 0 0,658-17-104 0 0,35-3-14 0 0,-1 2 0 0 0,1 0 1 0 0,-1 0-1 0 0,1 1 0 0 0,-1 1 0 0 0,-25 9 1 0 0,38-11-10 0 0,1-1 1 0 0,-1 1 0 0 0,0 0-1 0 0,1 0 1 0 0,0 0 0 0 0,-1 0-1 0 0,1 0 1 0 0,-1 0-1 0 0,1 1 1 0 0,0-1 0 0 0,0 0-1 0 0,0 1 1 0 0,0-1 0 0 0,0 1-1 0 0,0-1 1 0 0,0 1 0 0 0,0-1-1 0 0,1 1 1 0 0,-1 0-1 0 0,1-1 1 0 0,-1 3 0 0 0,0-1 2 0 0,1 1 0 0 0,0-1 0 0 0,0 0 0 0 0,1 0 0 0 0,-1 0 0 0 0,1 0 0 0 0,-1 0 0 0 0,1 0 0 0 0,0 0 0 0 0,0 0 0 0 0,2 3 0 0 0,3 4 15 0 0,0 0 0 0 0,0-1 0 0 0,1 0-1 0 0,0 0 1 0 0,11 11 0 0 0,-7-10 35 0 0,1 0 0 0 0,0-1 0 0 0,0-1 0 0 0,1 0 0 0 0,0-1-1 0 0,0 0 1 0 0,0-1 0 0 0,1-1 0 0 0,0 0 0 0 0,0 0 0 0 0,1-2 0 0 0,15 3 0 0 0,22 0 91 0 0,1-2 0 0 0,56-2 1 0 0,-77-2-114 0 0,384-28 76 0 0,-141-16 122 0 0,-263 42-160 0 0,20-4 76 0 0,0-1 1 0 0,36-14-1 0 0,-59 18-86 0 0,0-1-1 0 0,0 0 1 0 0,-1-1-1 0 0,0 0 1 0 0,0 0-1 0 0,0 0 1 0 0,-1-1 0 0 0,1 0-1 0 0,-1-1 1 0 0,-1 1-1 0 0,1-2 1 0 0,6-9-1 0 0,-11 15-33 0 0,-1 0 0 0 0,1-1 0 0 0,-1 1-1 0 0,0-1 1 0 0,0 1 0 0 0,0-1 0 0 0,0 0 0 0 0,0 1-1 0 0,0-1 1 0 0,-1 0 0 0 0,1 0 0 0 0,-1 0 0 0 0,0 1-1 0 0,0-1 1 0 0,0 0 0 0 0,0 0 0 0 0,0 0 0 0 0,-1 0-1 0 0,-1-5 1 0 0,1 5-15 0 0,-1 0 1 0 0,0 0-1 0 0,1 0 0 0 0,-1 0 1 0 0,-1 0-1 0 0,1 0 1 0 0,0 0-1 0 0,-1 1 0 0 0,0-1 1 0 0,1 1-1 0 0,-1-1 0 0 0,0 1 1 0 0,0 0-1 0 0,0 0 0 0 0,-6-2 1 0 0,-14-5-55 0 0,0 2 0 0 0,0 0 0 0 0,-1 1 0 0 0,1 1 0 0 0,-39-2 1 0 0,35 4-44 0 0,-274-14-147 0 0,0 27 128 0 0,223-4 66 0 0,-136 27 0 0 0,208-31 23 0 0,0-1-1 0 0,1 1 1 0 0,-1 0-1 0 0,0 0 1 0 0,1 0 0 0 0,0 1-1 0 0,0 0 1 0 0,0 0-1 0 0,-9 8 1 0 0,12-10 7 0 0,1 0 0 0 0,0 1 0 0 0,0-1 0 0 0,-1 1 0 0 0,1-1 0 0 0,0 1 0 0 0,1 0 0 0 0,-1-1 0 0 0,0 1 0 0 0,0 0 0 0 0,1-1 0 0 0,-1 1 0 0 0,1 0 0 0 0,-1 0 0 0 0,1 0 0 0 0,0 0 0 0 0,0 0 0 0 0,0 0 0 0 0,0-1 0 0 0,0 1 1 0 0,0 0-1 0 0,0 0 0 0 0,1 0 0 0 0,-1 0 0 0 0,1 0 0 0 0,-1-1 0 0 0,1 1 0 0 0,0 0 0 0 0,-1 0 0 0 0,1-1 0 0 0,2 3 0 0 0,0 1 19 0 0,0-1 1 0 0,0 0-1 0 0,1-1 0 0 0,-1 1 1 0 0,1-1-1 0 0,0 1 0 0 0,0-1 1 0 0,8 5-1 0 0,42 19 132 0 0,-53-27-138 0 0,41 17 69 0 0,0-2 0 0 0,1-1 0 0 0,1-3 0 0 0,75 10 0 0 0,184-1-109 0 0,-178-18 246 0 0,0-4 1 0 0,152-24 0 0 0,-264 24-151 0 0,0 0 0 0 0,0 0 0 0 0,-1-1 0 0 0,1-1 0 0 0,-1 0 0 0 0,0-1 0 0 0,19-10 0 0 0,-29 14-33 0 0,-1 0 0 0 0,0 0-1 0 0,1 0 1 0 0,-1 0 0 0 0,0-1 0 0 0,0 1-1 0 0,0 0 1 0 0,0-1 0 0 0,0 1 0 0 0,0-1-1 0 0,0 0 1 0 0,0 1 0 0 0,-1-1 0 0 0,1 1-1 0 0,0-1 1 0 0,-1 0 0 0 0,0 0 0 0 0,1 1-1 0 0,-1-1 1 0 0,0 0 0 0 0,0 0 0 0 0,0 1-1 0 0,0-1 1 0 0,0 0 0 0 0,0 0 0 0 0,-1 0-1 0 0,1 1 1 0 0,0-1 0 0 0,-1 0 0 0 0,0 1-1 0 0,1-1 1 0 0,-2-2 0 0 0,0 1-12 0 0,0-1 1 0 0,0 1 0 0 0,0-1-1 0 0,0 1 1 0 0,-1 0 0 0 0,1 0-1 0 0,-1 0 1 0 0,0 0-1 0 0,0 1 1 0 0,0-1 0 0 0,0 1-1 0 0,-7-4 1 0 0,8 5-38 0 0,0 0-1 0 0,1 0 1 0 0,-1 1 0 0 0,0-1-1 0 0,0 1 1 0 0,0-1 0 0 0,0 1-1 0 0,0 0 1 0 0,-1 0-1 0 0,1 0 1 0 0,0 0 0 0 0,-3 0-1 0 0,5 0 9 0 0,-1 0 1 0 0,1 0-1 0 0,-1 1 0 0 0,1-1 0 0 0,0 0 0 0 0,-1 0 0 0 0,1 0 0 0 0,0 0 0 0 0,-1 1 0 0 0,1-1 0 0 0,0 0 0 0 0,-1 0 0 0 0,1 1 0 0 0,0-1 0 0 0,0 0 0 0 0,-1 1 0 0 0,1-1 1 0 0,0 0-1 0 0,0 1 0 0 0,0-1 0 0 0,-1 0 0 0 0,1 1 0 0 0,0-1 0 0 0,0 0 0 0 0,0 1 0 0 0,0 1 1 0 0,0-1 0 0 0,0 0-1 0 0,0 0 1 0 0,0 0 0 0 0,1 0 0 0 0,-1 0 0 0 0,0 1-1 0 0,1-1 1 0 0,-1 0 0 0 0,1 0 0 0 0,-1 0 0 0 0,1 0 0 0 0,0 1-1 0 0,2 1 23 0 0,-1 1-1 0 0,1-1 1 0 0,-1 0-1 0 0,1 0 1 0 0,0-1-1 0 0,1 1 1 0 0,-1 0-1 0 0,0-1 1 0 0,1 0-1 0 0,-1 0 1 0 0,1 0-1 0 0,0 0 1 0 0,-1-1-1 0 0,1 1 1 0 0,0-1-1 0 0,0 0 1 0 0,0 0 0 0 0,5 0-1 0 0,6 15-175 0 0,-11-13 198 0 0,0-1 1 0 0,0 1-1 0 0,0-1 0 0 0,1 0 0 0 0,-1 0 1 0 0,7 2-1 0 0,-29-19 713 0 0,4 9-770 0 0,1 1 1 0 0,-1 0-1 0 0,0 0 1 0 0,-26-4 0 0 0,-63-4-45 0 0,95 12 64 0 0,-3 0-42 0 0,-22-2-1000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1:41.825"/>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149 204 1696 0 0,'-5'-1'117'0'0,"0"1"0"0"0,0-1 0 0 0,1 0 1 0 0,-1 0-1 0 0,0-1 0 0 0,1 1 0 0 0,-1-1 0 0 0,1 0 0 0 0,0 0 0 0 0,0 0 1 0 0,0-1-1 0 0,-8-6 698 0 0,24 5 714 0 0,125-4 32 0 0,-18 1-820 0 0,151-26 737 0 0,118-10-786 0 0,-109 12-324 0 0,-279 32-358 0 0,1-1 0 0 0,-1 0 0 0 0,1 0 0 0 0,-1-1 1 0 0,1 1-1 0 0,-1 0 0 0 0,1 0 0 0 0,0 0 0 0 0,-1 0 0 0 0,1 0 0 0 0,-1-1 0 0 0,1 1 1 0 0,-1 0-1 0 0,1 0 0 0 0,-1-1 0 0 0,0 1 0 0 0,1 0 0 0 0,-1-1 0 0 0,1 1 0 0 0,-1 0 1 0 0,0-1-1 0 0,1 1 0 0 0,-1-1 0 0 0,0 1 0 0 0,1-1 0 0 0,-1 1 0 0 0,0-1 0 0 0,1 1 1 0 0,-1-1-1 0 0,0 1 0 0 0,0-1 0 0 0,0 1 0 0 0,0-1 0 0 0,0 1 0 0 0,1-1 0 0 0,-1 1 1 0 0,0-1-1 0 0,0 0 0 0 0,0 1 0 0 0,-1-1 0 0 0,1 1 0 0 0,0-1 0 0 0,0 1 0 0 0,0-1 1 0 0,0 1-1 0 0,0-1 0 0 0,-1 1 0 0 0,1-1 0 0 0,0 1 0 0 0,0-1 0 0 0,-1 1 0 0 0,1-1 1 0 0,0 1-1 0 0,-1-1 0 0 0,1 1 0 0 0,0 0 0 0 0,-1-1 0 0 0,1 1 0 0 0,-1 0 0 0 0,1-1 1 0 0,-1 1-1 0 0,1 0 0 0 0,-1-1 0 0 0,-2-1-45 0 0,0 0 0 0 0,0 0 0 0 0,-1 0 0 0 0,1 0 0 0 0,0 0 1 0 0,-1 1-1 0 0,1 0 0 0 0,-1 0 0 0 0,1 0 0 0 0,-7-1 0 0 0,-41-3-150 0 0,44 5 149 0 0,-142-4-118 0 0,0 7 0 0 0,0 7 0 0 0,1 6 0 0 0,0 6 0 0 0,-146 43 0 0 0,277-61 124 0 0,-7 2 26 0 0,-26 10 1 0 0,45-14-38 0 0,1 0-1 0 0,-1 0 1 0 0,0 1 0 0 0,1-1 0 0 0,0 1-1 0 0,-1 0 1 0 0,1 0 0 0 0,0 0 0 0 0,1 0-1 0 0,-1 1 1 0 0,-5 7 0 0 0,8-10 31 0 0,0 1 1 0 0,0 0-1 0 0,0-1 1 0 0,0 1-1 0 0,0-1 0 0 0,1 1 1 0 0,-1 0-1 0 0,1 0 1 0 0,-1-1-1 0 0,1 1 0 0 0,0 0 1 0 0,0 0-1 0 0,0 0 0 0 0,0-1 1 0 0,0 1-1 0 0,0 0 1 0 0,0 0-1 0 0,0 0 0 0 0,1-1 1 0 0,-1 1-1 0 0,1 0 1 0 0,-1 0-1 0 0,1-1 0 0 0,0 1 1 0 0,0 0-1 0 0,0-1 1 0 0,0 1-1 0 0,0-1 0 0 0,0 1 1 0 0,0-1-1 0 0,0 0 1 0 0,0 1-1 0 0,1-1 0 0 0,-1 0 1 0 0,0 0-1 0 0,1 0 1 0 0,-1 0-1 0 0,1 0 0 0 0,2 1 1 0 0,5 3 49 0 0,1-1 0 0 0,-1 0 0 0 0,0 0 1 0 0,1-1-1 0 0,0 0 0 0 0,11 1 0 0 0,31 3 133 0 0,87 2-1 0 0,59-12 66 0 0,-163 1-205 0 0,336-20 420 0 0,59-3 198 0 0,-422 25-643 0 0,713-22 340 0 0,-521 15-129 0 0,187-13-222 0 0,-24 11-706 0 0,-158 1 704 0 0,-22 0-12 0 0,-74 11 33 0 0,-52 0 11 0 0,86-7 1 0 0,-116 2-29 0 0,-2 2-38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1:43.481"/>
    </inkml:context>
    <inkml:brush xml:id="br0">
      <inkml:brushProperty name="width" value="0.3" units="cm"/>
      <inkml:brushProperty name="height" value="0.6" units="cm"/>
      <inkml:brushProperty name="color" value="#FF8517"/>
      <inkml:brushProperty name="tip" value="rectangle"/>
      <inkml:brushProperty name="rasterOp" value="maskPen"/>
    </inkml:brush>
  </inkml:definitions>
  <inkml:trace contextRef="#ctx0" brushRef="#br0">3566 206 10394 0 0,'16'0'-102'0'0,"0"0"-1"0"0,-1 2 1 0 0,1-1-1 0 0,15 5 1 0 0,-15-3 64 0 0,-14-3-2 0 0,-1-1 1 0 0,0 1-1 0 0,0 0 0 0 0,1 0 1 0 0,-1 1-1 0 0,0-1 1 0 0,1 0-1 0 0,-1 0 0 0 0,0 1 1 0 0,0-1-1 0 0,1 1 0 0 0,-1-1 1 0 0,0 1-1 0 0,0-1 0 0 0,0 1 1 0 0,0 0-1 0 0,0-1 1 0 0,1 1-1 0 0,-2 0 0 0 0,1 0 1 0 0,0 0-1 0 0,0 0 0 0 0,0 0 1 0 0,0 0-1 0 0,0 0 1 0 0,-1 0-1 0 0,2 1 0 0 0,-2-1 0 0 0,0 0 0 0 0,0-1 0 0 0,1 1 0 0 0,-1 0 0 0 0,0-1 0 0 0,0 1 0 0 0,0 0 0 0 0,1-1 0 0 0,-1 1 0 0 0,0 0 0 0 0,0 0 0 0 0,0-1 0 0 0,0 1 0 0 0,0 0 0 0 0,-1-1 0 0 0,1 1 0 0 0,0 0 0 0 0,0 0 0 0 0,-1 0 0 0 0,1 0 31 0 0,-1-1 1 0 0,0 1-1 0 0,0-1 0 0 0,0 0 0 0 0,0 1 0 0 0,0-1 0 0 0,0 0 1 0 0,0 1-1 0 0,0-1 0 0 0,0 0 0 0 0,1 0 0 0 0,-1 0 0 0 0,0 0 1 0 0,0 0-1 0 0,-2 0 0 0 0,-44 0 37 0 0,-67-10 0 0 0,-14 0-220 0 0,-251-4-1431 0 0,5 0-107 0 0,-498-24 138 0 0,687 27 1485 0 0,-379 6 41 0 0,452 9 10 0 0,-123-12 0 0 0,146 8 101 0 0,61 1-20 0 0,-45-4-1 0 0,70 2-13 0 0,-1 0-1 0 0,0 0 1 0 0,1 0-1 0 0,0 0 1 0 0,-1-1-1 0 0,1 1 1 0 0,-4-3-1 0 0,6 3-7 0 0,0 1-1 0 0,0-1 1 0 0,0 0-1 0 0,0 1 1 0 0,0-1-1 0 0,0 0 1 0 0,0 1 0 0 0,1-1-1 0 0,-1 0 1 0 0,0 0-1 0 0,0 0 1 0 0,1 1 0 0 0,-1-1-1 0 0,1 0 1 0 0,-1 0-1 0 0,1 0 1 0 0,-1 0-1 0 0,1 0 1 0 0,-1-1 0 0 0,1 1-1 0 0,0 0 1 0 0,0 0-1 0 0,-1 0 1 0 0,1 0 0 0 0,0 0-1 0 0,0-2 1 0 0,1 2-4 0 0,0 0 1 0 0,-1 0-1 0 0,1 0 0 0 0,0 0 1 0 0,0 0-1 0 0,0 0 1 0 0,-1 0-1 0 0,1 1 1 0 0,0-1-1 0 0,0 0 1 0 0,0 1-1 0 0,0-1 1 0 0,1 1-1 0 0,-1-1 0 0 0,0 1 1 0 0,0-1-1 0 0,0 1 1 0 0,0 0-1 0 0,2-1 1 0 0,28-4-17 0 0,-23 4 14 0 0,642-62 1366 0 0,6 41 1112 0 0,-239 21-1005 0 0,1 32-1020 0 0,96 15-251 0 0,-344-43-72 0 0,21 2-41 0 0,-147-2-108 0 0,1 2 1 0 0,50 13-1 0 0,-82-14-7 0 0,-1 1 1 0 0,24 11-1 0 0,-25-11 19 0 0,0 1 0 0 0,1-2 0 0 0,16 5 1 0 0,-20-7-11 0 0,1 0 0 0 0,-1 0 1 0 0,0 1-1 0 0,12 5 1 0 0,-18-6-14 0 0,1-1 0 0 0,-1 1 0 0 0,1 0 0 0 0,-1 0 0 0 0,0 0 0 0 0,1 0 0 0 0,-1 0 0 0 0,0 1 0 0 0,-1-1 0 0 0,1 1 0 0 0,0-1 0 0 0,-1 1 0 0 0,1-1 0 0 0,-1 1 0 0 0,0 0 0 0 0,1 4 0 0 0,7 17-10 0 0,-7-20 32 0 0,0 1-1 0 0,0 0 1 0 0,-1 1 0 0 0,1-1 0 0 0,-1 0 0 0 0,0 0-1 0 0,-1 1 1 0 0,1-1 0 0 0,-1 1 0 0 0,-1 8-1 0 0,0 0 35 0 0,0-10 8 0 0,1 0 1 0 0,-1 0-1 0 0,1 0 0 0 0,-1 0 0 0 0,-3 7 1 0 0,3-10-23 0 0,0 0 0 0 0,1 1 1 0 0,-1-1-1 0 0,0 0 0 0 0,0 1 0 0 0,0-1 1 0 0,-1 0-1 0 0,1 0 0 0 0,0 0 1 0 0,0 0-1 0 0,-1 0 0 0 0,1 0 0 0 0,0 0 1 0 0,-1-1-1 0 0,1 1 0 0 0,-1 0 0 0 0,1-1 1 0 0,-3 1-1 0 0,-11 2 45 0 0,0-1 0 0 0,0 0 1 0 0,0-2-1 0 0,0 1 0 0 0,0-2 0 0 0,0 0 0 0 0,-17-4 0 0 0,-39-1-98 0 0,-402 5-557 0 0,294 3 253 0 0,-268 18-1176 0 0,259-8 224 0 0,-221 21 441 0 0,-36 2-171 0 0,-7-34 537 0 0,422-3 492 0 0,-272-5-44 0 0,266 9 50 0 0,-68 4 71 0 0,-180-13 1 0 0,-41-7-43 0 0,309 13-44 0 0,13 0-190 0 0,9 1-390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02.918"/>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545 244 1200 0 0,'-45'2'350'0'0,"34"-1"-284"0"0,-1 0 1 0 0,1-1-1 0 0,-1 0 0 0 0,1 0 1 0 0,-1-1-1 0 0,1-1 1 0 0,-1 0-1 0 0,1-1 1 0 0,0 0-1 0 0,0 0 0 0 0,0-1 1 0 0,-10-6-1 0 0,9 6 565 0 0,14 12-667 0 0,18 13-85 0 0,-4-14 151 0 0,0-1 0 0 0,0 0 0 0 0,0-1 1 0 0,1 0-1 0 0,-1-2 0 0 0,1 0 0 0 0,0-1 0 0 0,18 0 1 0 0,-25-2-18 0 0,-1 0 0 0 0,0-1 0 0 0,1 0-1 0 0,-1-1 1 0 0,0 0 0 0 0,0 0 0 0 0,0-1 0 0 0,-1 0 0 0 0,1-1 0 0 0,0 0 0 0 0,10-7 0 0 0,-15 9 3 0 0,-1 0 1 0 0,1 0-1 0 0,-1-1 0 0 0,0 1 0 0 0,0-1 0 0 0,0 1 1 0 0,0-1-1 0 0,-1 0 0 0 0,1-1 0 0 0,-1 1 1 0 0,1 0-1 0 0,-1-1 0 0 0,0 1 0 0 0,-1-1 1 0 0,1 1-1 0 0,-1-1 0 0 0,1 0 0 0 0,-1 0 1 0 0,0 0-1 0 0,0 0 0 0 0,-1 0 0 0 0,1 0 1 0 0,-1 0-1 0 0,0 0 0 0 0,0 0 0 0 0,0 0 1 0 0,-1 0-1 0 0,0 0 0 0 0,-1-7 0 0 0,0 6-16 0 0,0 1 0 0 0,0-1 0 0 0,0 1 0 0 0,-1 0 0 0 0,1 0 0 0 0,-1 0 0 0 0,0 0 0 0 0,0 1 0 0 0,-1-1 0 0 0,1 1 0 0 0,-1 0 0 0 0,1-1 0 0 0,-1 2 0 0 0,0-1 0 0 0,0 0 0 0 0,-1 1 0 0 0,1 0-1 0 0,0 0 1 0 0,-1 0 0 0 0,1 0 0 0 0,-9-1 0 0 0,6 1-19 0 0,-1 1 1 0 0,0 0-1 0 0,0 0 0 0 0,0 1 0 0 0,0 0 0 0 0,0 0 0 0 0,0 1 0 0 0,0 0 0 0 0,0 0 0 0 0,0 1 0 0 0,0 0 1 0 0,-13 5-1 0 0,14-4 2 0 0,-1 1 1 0 0,1 0-1 0 0,0 1 1 0 0,1 0 0 0 0,-1 0-1 0 0,1 0 1 0 0,0 1-1 0 0,0 0 1 0 0,1 0-1 0 0,-9 11 1 0 0,12-13 10 0 0,-1-1 0 0 0,1 1 0 0 0,0 0 0 0 0,0 0 0 0 0,1 0 0 0 0,-1-1 0 0 0,1 1 0 0 0,0 1 0 0 0,0-1 0 0 0,0 0 0 0 0,1 0 0 0 0,-1 0 0 0 0,1 0 0 0 0,0 1 0 0 0,0-1 0 0 0,1 0 0 0 0,-1 0 0 0 0,1 0-1 0 0,0 0 1 0 0,0 1 0 0 0,0-1 0 0 0,1-1 0 0 0,2 7 0 0 0,4 1 16 0 0,0 0-1 0 0,1-1 1 0 0,0 0-1 0 0,0-1 1 0 0,1 0-1 0 0,0-1 1 0 0,1 0-1 0 0,0 0 0 0 0,0-1 1 0 0,17 7-1 0 0,-21-11-3 0 0,1 0 0 0 0,-1-1 0 0 0,1 0 0 0 0,0-1 0 0 0,0 0 0 0 0,0 0 0 0 0,0 0 0 0 0,-1-1-1 0 0,1 0 1 0 0,0-1 0 0 0,0 0 0 0 0,0 0 0 0 0,0-1 0 0 0,-1 1 0 0 0,14-6 0 0 0,-17 5-4 0 0,0 0 0 0 0,0 0 0 0 0,0 0 0 0 0,-1-1 0 0 0,1 1 0 0 0,-1-1 0 0 0,1 0 0 0 0,-1 0 0 0 0,0 0 0 0 0,0 0 0 0 0,0 0 0 0 0,0-1 0 0 0,0 0 1 0 0,-1 1-1 0 0,0-1 0 0 0,0 0 0 0 0,0 0 0 0 0,0 0 0 0 0,-1 0 0 0 0,1-1 0 0 0,-1 1 0 0 0,0 0 0 0 0,0-1 0 0 0,-1 1 0 0 0,1-1 0 0 0,-1 1 0 0 0,0-1 0 0 0,0 1 0 0 0,-2-7 0 0 0,2 7-10 0 0,0-1 0 0 0,-1 1 0 0 0,1 0 0 0 0,-1 0 0 0 0,0 0 0 0 0,-1 0 0 0 0,1 0 0 0 0,-1 0-1 0 0,0 0 1 0 0,1 0 0 0 0,-2 1 0 0 0,1-1 0 0 0,0 1 0 0 0,-1-1 0 0 0,0 1 0 0 0,1 0 0 0 0,-1 0 0 0 0,-1 0 0 0 0,1 0-1 0 0,0 1 1 0 0,-1-1 0 0 0,1 1 0 0 0,-1 0 0 0 0,0 0 0 0 0,1 0 0 0 0,-1 0 0 0 0,-5-1 0 0 0,-2 1-12 0 0,1 0-1 0 0,-1 1 1 0 0,1 0 0 0 0,-1 0 0 0 0,0 1 0 0 0,1 1 0 0 0,-1 0 0 0 0,1 0 0 0 0,-1 1 0 0 0,1 0 0 0 0,-1 1-1 0 0,1 0 1 0 0,0 1 0 0 0,1 0 0 0 0,-1 0 0 0 0,0 1 0 0 0,1 0 0 0 0,0 1 0 0 0,-12 10 0 0 0,13-9 3 0 0,0 0 1 0 0,0 1 0 0 0,0 0-1 0 0,1 0 1 0 0,0 1 0 0 0,0 0-1 0 0,1 1 1 0 0,1-1 0 0 0,-1 1 0 0 0,1 0-1 0 0,1 0 1 0 0,0 1 0 0 0,1-1-1 0 0,0 1 1 0 0,0 0 0 0 0,1 0-1 0 0,0 0 1 0 0,1 15 0 0 0,1-22 15 0 0,0-1-1 0 0,0 1 1 0 0,1-1 0 0 0,-1 1 0 0 0,1-1 0 0 0,0 1 0 0 0,0-1 0 0 0,0 0 0 0 0,0 1 0 0 0,1-1 0 0 0,0 0 0 0 0,-1 0 0 0 0,1 0-1 0 0,0 0 1 0 0,0 0 0 0 0,5 4 0 0 0,-2-3 7 0 0,0 0 0 0 0,-1 0 0 0 0,1-1-1 0 0,1 0 1 0 0,-1 0 0 0 0,0-1 0 0 0,1 1 0 0 0,-1-1 0 0 0,9 2-1 0 0,0-1 15 0 0,1 0-1 0 0,-1-1 0 0 0,0-1 0 0 0,1 0 0 0 0,-1-1 1 0 0,1-1-1 0 0,25-4 0 0 0,-23 1-4 0 0,0-1-1 0 0,0 0 1 0 0,-1-1-1 0 0,0-1 1 0 0,29-17-1 0 0,-35 18-10 0 0,-1 0 0 0 0,1-1 0 0 0,-1 0 0 0 0,-1-1-1 0 0,1 1 1 0 0,-1-2 0 0 0,-1 1 0 0 0,1-1 0 0 0,10-18-1 0 0,-16 24-1 0 0,0 0-1 0 0,0-1 0 0 0,-1 1 0 0 0,1-1 1 0 0,-1 0-1 0 0,0 1 0 0 0,0-1 0 0 0,0 0 1 0 0,0 0-1 0 0,-1 1 0 0 0,1-1 1 0 0,-1 0-1 0 0,0 0 0 0 0,0 0 0 0 0,-1 0 1 0 0,1 0-1 0 0,-1 0 0 0 0,0 1 0 0 0,0-1 1 0 0,0 0-1 0 0,0 0 0 0 0,-1 1 0 0 0,1-1 1 0 0,-1 1-1 0 0,0 0 0 0 0,-3-5 1 0 0,0 3-6 0 0,0 0 0 0 0,0 1 0 0 0,0-1 0 0 0,-1 1 0 0 0,1 0 0 0 0,-1 1 0 0 0,0-1 0 0 0,0 1 0 0 0,-1 0 0 0 0,1 1 0 0 0,-1-1 0 0 0,1 1 0 0 0,-1 1 0 0 0,-8-2 0 0 0,-6 0-8 0 0,0 1 1 0 0,0 1-1 0 0,-1 1 1 0 0,1 1-1 0 0,0 1 1 0 0,0 0-1 0 0,-40 12 0 0 0,34-7-1 0 0,0 3 0 0 0,1 0-1 0 0,0 1 1 0 0,1 2-1 0 0,-38 24 1 0 0,60-35 8 0 0,1-1 1 0 0,0 1-1 0 0,0-1 1 0 0,0 1-1 0 0,0 0 0 0 0,0 0 1 0 0,0 0-1 0 0,0 0 1 0 0,1 1-1 0 0,-1-1 1 0 0,1 0-1 0 0,-1 1 1 0 0,1-1-1 0 0,0 1 1 0 0,0-1-1 0 0,0 1 1 0 0,0 0-1 0 0,1-1 0 0 0,-1 1 1 0 0,0 5-1 0 0,1-5 6 0 0,1 0-1 0 0,-1 0 0 0 0,1 0 0 0 0,0 0 0 0 0,0-1 0 0 0,0 1 1 0 0,0 0-1 0 0,0 0 0 0 0,0-1 0 0 0,1 1 0 0 0,-1-1 0 0 0,1 1 1 0 0,0-1-1 0 0,0 0 0 0 0,0 1 0 0 0,0-1 0 0 0,0 0 0 0 0,0 0 1 0 0,5 2-1 0 0,3 3 22 0 0,0-1 1 0 0,1 0 0 0 0,0 0 0 0 0,1-1 0 0 0,-1-1-1 0 0,1 0 1 0 0,0-1 0 0 0,20 4 0 0 0,9-2 65 0 0,52 0 0 0 0,-93-5-88 0 0,406-17 225 0 0,-153 0-174 0 0,44 7-49 0 0,264-13-175 0 0,-472 20 155 0 0,39-2-5 0 0,-98 1 20 0 0,-4 2-14 0 0,1-2 1 0 0,-1-1 0 0 0,48-15 0 0 0,-74 20 14 0 0,0 0 0 0 0,0 0 0 0 0,1 0 0 0 0,-1 0 0 0 0,0 0 0 0 0,0 0-1 0 0,1 0 1 0 0,-1 0 0 0 0,0 0 0 0 0,0 0 0 0 0,1-1 0 0 0,-1 1 0 0 0,0 0 0 0 0,0 0 0 0 0,0 0 0 0 0,1 0 0 0 0,-1 0 0 0 0,0-1 0 0 0,0 1 0 0 0,0 0-1 0 0,0 0 1 0 0,1 0 0 0 0,-1-1 0 0 0,0 1 0 0 0,0 0 0 0 0,0 0 0 0 0,0-1 0 0 0,0 1 0 0 0,0 0 0 0 0,0 0 0 0 0,0-1 0 0 0,0 1 0 0 0,0 0-1 0 0,0 0 1 0 0,0-1 0 0 0,0 1 0 0 0,0 0 0 0 0,0 0 0 0 0,0-1 0 0 0,0 1 0 0 0,0 0 0 0 0,0 0 0 0 0,0-1 0 0 0,0 1 0 0 0,0 0 0 0 0,0 0 0 0 0,0-1-1 0 0,-1 1 1 0 0,1 0 0 0 0,0 0 0 0 0,0 0 0 0 0,0-1 0 0 0,0 1 0 0 0,-1 0 0 0 0,1 0 0 0 0,0-1 0 0 0,-14-7-91 0 0,-4 1 59 0 0,1 2 0 0 0,-2 0-1 0 0,1 0 1 0 0,-28-2 0 0 0,-79 0 18 0 0,86 6-1 0 0,-426-4 89 0 0,77-3-40 0 0,62-2-12 0 0,-487 0 711 0 0,792 8-480 0 0,46-4-30 0 0,24-2-128 0 0,284-37 277 0 0,441 7-354 0 0,-57 6-27 0 0,-450 5 55 0 0,-267 27-34 0 0,1 0 0 0 0,0 0 1 0 0,0 0-1 0 0,0 0 0 0 0,-1 0 0 0 0,1-1 1 0 0,0 1-1 0 0,0 0 0 0 0,-1 0 0 0 0,1 0 1 0 0,0-1-1 0 0,0 1 0 0 0,-1 0 0 0 0,1-1 1 0 0,0 1-1 0 0,-1-1 0 0 0,1 1 0 0 0,-1-1 0 0 0,1 1 1 0 0,0-1-1 0 0,-1 1 0 0 0,1-1 0 0 0,-1 1 1 0 0,1-1-1 0 0,-1 0 0 0 0,0 1 0 0 0,1-1 1 0 0,-1 0-1 0 0,0 1 0 0 0,1-1 0 0 0,-1 0 1 0 0,0 0-1 0 0,0 1 0 0 0,1-1 0 0 0,-1 0 0 0 0,0 0 1 0 0,0 1-1 0 0,0-3 0 0 0,-1 2-5 0 0,1-1 0 0 0,-1 0 0 0 0,1 1 0 0 0,-1-1-1 0 0,0 1 1 0 0,0-1 0 0 0,0 1 0 0 0,0 0 0 0 0,0-1 0 0 0,0 1-1 0 0,0 0 1 0 0,0 0 0 0 0,0-1 0 0 0,-1 1 0 0 0,1 0 0 0 0,0 0-1 0 0,-3-1 1 0 0,-9-4-24 0 0,-1 1-1 0 0,0 0 0 0 0,0 1 0 0 0,0 0 0 0 0,-25-2 1 0 0,23 3 21 0 0,-79-8-22 0 0,0 4 0 0 0,-102 6 0 0 0,116 1 39 0 0,-171 4-28 0 0,-70 14-23 0 0,280-15 22 0 0,-415 41 294 0 0,262-23 98 0 0,229-14-193 0 0,49-5 83 0 0,119-10 1 0 0,-94 1-190 0 0,1152-3 177 0 0,-1116 18-236 0 0,75 1-24 0 0,-199-9 4 0 0,-6-1-15 0 0,0 1 0 0 0,0 0 0 0 0,0 1 0 0 0,0 1-1 0 0,18 4 1 0 0,-31-6-4 0 0,0 1 1 0 0,0-1-1 0 0,-1 1 0 0 0,1-1 0 0 0,0 1 0 0 0,-1-1 0 0 0,1 1 0 0 0,0 0 0 0 0,-1-1 0 0 0,1 1 0 0 0,0 0 1 0 0,-1 0-1 0 0,1-1 0 0 0,-1 1 0 0 0,0 0 0 0 0,1 1 0 0 0,6 28-37 0 0,-3-9 51 0 0,95 234-39 0 0,-99-255 40 0 0,1 4 19 0 0,1 1-1 0 0,0-1 1 0 0,0 0 0 0 0,0 0-1 0 0,1 0 1 0 0,-1 0-1 0 0,7 6 1 0 0,-5-26 1024 0 0,-3 1-994 0 0,0 0 0 0 0,-1 0 1 0 0,0-1-1 0 0,-1 1 1 0 0,-1 0-1 0 0,-7-26 0 0 0,-31-87-86 0 0,33 108 59 0 0,7 18-46 0 0,-9-20 99 0 0,9 21-92 0 0,0 1-1 0 0,0-1 0 0 0,-1 0 1 0 0,1 1-1 0 0,0-1 0 0 0,0 1 1 0 0,0-1-1 0 0,-1 1 0 0 0,1-1 1 0 0,0 1-1 0 0,-1-1 0 0 0,1 1 1 0 0,-1-1-1 0 0,1 1 0 0 0,0-1 1 0 0,-1 1-1 0 0,1-1 0 0 0,-1 1 1 0 0,1 0-1 0 0,-1-1 0 0 0,1 1 1 0 0,-1 0-1 0 0,1 0 0 0 0,-2-1 1 0 0,1 2-17 0 0,1 1 1 0 0,-1-1 0 0 0,1 0 0 0 0,-1 1 0 0 0,1-1 0 0 0,0 0-1 0 0,0 1 1 0 0,0-1 0 0 0,-1 0 0 0 0,1 1 0 0 0,0-1 0 0 0,1 0-1 0 0,-1 3 1 0 0,0 2-24 0 0,1 15 24 0 0,0 0-1 0 0,2 1 0 0 0,9 39 1 0 0,27 61 50 0 0,-34-109 46 0 0,0 0 0 0 0,1 0 0 0 0,11 17 0 0 0,-16-29-33 0 0,-1-1 1 0 0,0 1-1 0 0,0-1 0 0 0,0 1 1 0 0,1-1-1 0 0,-1 1 0 0 0,0-1 1 0 0,1 1-1 0 0,-1-1 1 0 0,0 0-1 0 0,1 1 0 0 0,-1-1 1 0 0,1 0-1 0 0,-1 1 0 0 0,0-1 1 0 0,1 0-1 0 0,-1 1 0 0 0,1-1 1 0 0,-1 0-1 0 0,1 0 0 0 0,-1 1 1 0 0,1-1-1 0 0,-1 0 0 0 0,1 0 1 0 0,0 0-1 0 0,-1 0 1 0 0,1 0-1 0 0,-1 0 0 0 0,1 0 1 0 0,-1 0-1 0 0,1 0 0 0 0,-1 0 1 0 0,1 0-1 0 0,-1 0 0 0 0,1 0 1 0 0,-1 0-1 0 0,2-1 0 0 0,-1 0 22 0 0,1-1 0 0 0,-1 1 0 0 0,1-1 0 0 0,-1 1 0 0 0,0-1 0 0 0,0 1-1 0 0,0-1 1 0 0,0 0 0 0 0,2-3 0 0 0,7-19-32 0 0,0-1 0 0 0,-2 0 0 0 0,0 0 0 0 0,5-42 0 0 0,4-106-53 0 0,-15 145 31 0 0,-1 13-11 0 0,-1 16-74 0 0,0-1 77 0 0,1 0-1 0 0,-1 0 0 0 0,0 0 0 0 0,0 0 0 0 0,0 0 1 0 0,0 0-1 0 0,0 0 0 0 0,0 0 0 0 0,0 0 0 0 0,0 0 0 0 0,0 0 1 0 0,1 0-1 0 0,-1 0 0 0 0,0 0 0 0 0,0 0 0 0 0,0 0 1 0 0,0 0-1 0 0,0 0 0 0 0,0 0 0 0 0,0 0 0 0 0,0 0 0 0 0,1 0 1 0 0,-1 0-1 0 0,0 0 0 0 0,0 0 0 0 0,0 0 0 0 0,0 0 1 0 0,0-1-77 0 0,0 1 76 0 0,0 0 0 0 0,1 0 1 0 0,-1 0-1 0 0,0-1 0 0 0,0 1 0 0 0,0 0 0 0 0,0 0 0 0 0,0 0 1 0 0,0 0-1 0 0,0 0 0 0 0,0 0 0 0 0,0 0 0 0 0,0 0 0 0 0,0-1 1 0 0,0 1-1 0 0,0 0 0 0 0,0 0 0 0 0,2 8-338 0 0,15 72 70 0 0,-12-51 275 0 0,1-1-1 0 0,1 0 0 0 0,15 37 1 0 0,-15-52 17 0 0,-6-11 7 0 0,1 0 0 0 0,-1 0 0 0 0,0 1 1 0 0,0-1-1 0 0,0 0 0 0 0,0 1 0 0 0,0-1 0 0 0,0 1 0 0 0,-1-1 0 0 0,1 1 0 0 0,-1 3 536 0 0,0-26 464 0 0,0 2-989 0 0,-1-1 0 0 0,0 1 0 0 0,-7-27 0 0 0,3 24-65 0 0,1 0 0 0 0,1-1-1 0 0,-1-35 1 0 0,7 60-195 0 0,4 9 52 0 0,-1 1 0 0 0,1 0 0 0 0,-2 0 0 0 0,0 0-1 0 0,-1 0 1 0 0,4 21 0 0 0,-3-14 220 0 0,1 0-1 0 0,15 35 1 0 0,-21-54-26 0 0,0-1 0 0 0,0 1 0 0 0,0-1 0 0 0,0 1 0 0 0,1-1 0 0 0,-1 0 0 0 0,0 1 1 0 0,0-1-1 0 0,0 0 0 0 0,1 1 0 0 0,-1-1 0 0 0,0 0 0 0 0,1 1 0 0 0,-1-1 0 0 0,0 0 0 0 0,0 1 0 0 0,1-1 1 0 0,-1 0-1 0 0,1 0 0 0 0,-1 1 0 0 0,0-1 0 0 0,1 0 0 0 0,-1 0 0 0 0,1 0 0 0 0,-1 0 0 0 0,0 0 1 0 0,1 0-1 0 0,-1 1 0 0 0,1-1 0 0 0,-1 0 0 0 0,0 0 0 0 0,1 0 0 0 0,-1 0 0 0 0,1 0 0 0 0,-1 0 0 0 0,1-1 1 0 0,-1 1-1 0 0,0 0 0 0 0,1 0 0 0 0,-1 0 0 0 0,1 0 0 0 0,-1 0 0 0 0,0-1 0 0 0,1 1 0 0 0,-1 0 1 0 0,0 0-1 0 0,1-1 0 0 0,-1 1 0 0 0,0 0 0 0 0,1-1 0 0 0,-1 1 0 0 0,0 0 0 0 0,1-1 0 0 0,0-1 10 0 0,1 0-1 0 0,-1 1 0 0 0,0-1 1 0 0,1 0-1 0 0,-1 0 0 0 0,0 0 0 0 0,0-1 1 0 0,-1 1-1 0 0,2-3 0 0 0,0-6-29 0 0,0 0 0 0 0,-1-1 0 0 0,-1 1 0 0 0,0 0-1 0 0,0 0 1 0 0,-1-1 0 0 0,0 1 0 0 0,-1 0 0 0 0,0 0 0 0 0,-5-12-1 0 0,5 17-7 0 0,-1-1-1 0 0,1 1 0 0 0,-1 0 0 0 0,-1 0 0 0 0,1 0 0 0 0,-1 0 0 0 0,0 1 0 0 0,-1 0 0 0 0,1-1 0 0 0,-1 1 0 0 0,0 1 0 0 0,0-1 1 0 0,-1 1-1 0 0,1 0 0 0 0,-1 0 0 0 0,0 1 0 0 0,0-1 0 0 0,-8-2 0 0 0,-8-1-13 0 0,0 0-1 0 0,0 1 1 0 0,-1 2 0 0 0,-25-3 0 0 0,-95 1 29 0 0,49 3-11 0 0,-27-10 62 0 0,-52-2-58 0 0,184 16 0 0 0,0 0 0 0 0,0 0 0 0 0,12 4 0 0 0,18 2 55 0 0,135 6-38 0 0,18 2-102 0 0,-141-8-4 0 0,85 21 0 0 0,-134-27 69 0 0,1 1-1 0 0,-1-1 0 0 0,0 1 1 0 0,0 0-1 0 0,0 0 0 0 0,0 0 1 0 0,0 0-1 0 0,-1 0 0 0 0,1 1 0 0 0,-1 0 1 0 0,0 0-1 0 0,5 5 0 0 0,-4-3-13 0 0,-1 0 0 0 0,1 1-1 0 0,-2-1 1 0 0,1 1 0 0 0,0 0-1 0 0,-1 0 1 0 0,0 0 0 0 0,1 8-1 0 0,4 10 18 0 0,1 0-1 0 0,14 27 1 0 0,-1-1-19 0 0,-18-43 22 0 0,-1 0 0 0 0,0 0-1 0 0,-1 0 1 0 0,1 1-1 0 0,-1-1 1 0 0,0 8 0 0 0,-1-13 22 0 0,0-1 1 0 0,0 1-1 0 0,0 0 1 0 0,0 0-1 0 0,0-1 1 0 0,-1 1-1 0 0,1 0 1 0 0,0 0 0 0 0,-1-1-1 0 0,1 1 1 0 0,-1 0-1 0 0,0-1 1 0 0,1 1-1 0 0,-1-1 1 0 0,0 1-1 0 0,0-1 1 0 0,0 1 0 0 0,0-1-1 0 0,0 1 1 0 0,-1-1-1 0 0,1 0 1 0 0,0 0-1 0 0,-1 0 1 0 0,1 0-1 0 0,0 0 1 0 0,-1 0 0 0 0,1 0-1 0 0,-1 0 1 0 0,0 0-1 0 0,1-1 1 0 0,-3 2-1 0 0,-40 5 87 0 0,-1-2 0 0 0,-69-1 0 0 0,48-2-52 0 0,-437 17 16 0 0,-458 1-61 0 0,802-19-99 0 0,-80 9-258 0 0,-17 1-473 0 0,-375-10 548 0 0,625-1 278 0 0,-15 0 18 0 0,20 0-17 0 0,0 0 1 0 0,1 0 0 0 0,-1 0 0 0 0,0 1 0 0 0,1-1 0 0 0,-1 0 0 0 0,0 0 0 0 0,1 0 0 0 0,-1 1 0 0 0,1-1 0 0 0,-1 0-1 0 0,0 1 1 0 0,1-1 0 0 0,-1 0 0 0 0,1 1 0 0 0,-1-1 0 0 0,1 1 0 0 0,-1-1 0 0 0,1 1 0 0 0,-1-1 0 0 0,1 1 0 0 0,-1-1-1 0 0,1 2 1 0 0,0-1 8 0 0,1-1 0 0 0,-1 1 0 0 0,1 0 0 0 0,0 0 1 0 0,0 0-1 0 0,-1 0 0 0 0,1-1 0 0 0,0 1 0 0 0,0 0 0 0 0,0 0 0 0 0,0-1 0 0 0,0 1 0 0 0,-1-1 0 0 0,1 1 0 0 0,0-1 0 0 0,1 1 0 0 0,0-1 0 0 0,17 7 58 0 0,0-1 0 0 0,0-1 0 0 0,1 0 0 0 0,0-2 0 0 0,-1 0 0 0 0,26 0 0 0 0,-26-2-25 0 0,285 12 284 0 0,-136-7-239 0 0,937 12 44 0 0,-984-21-166 0 0,197-10 49 0 0,-220 5 5 0 0,111-24 0 0 0,-179 25 9 0 0,0-1 0 0 0,47-19 0 0 0,-73 25-17 0 0,16-6 13 0 0,25-17 0 0 0,-29 16-35 0 0,29-13 0 0 0,-28 15 20 0 0,29-17 1 0 0,-14 7 6 0 0,-28 15-19 0 0,0 0 0 0 0,0 1 0 0 0,0 0 0 0 0,1 0 0 0 0,-1 0 0 0 0,0 0 0 0 0,1 1 0 0 0,-1-1 0 0 0,1 1 0 0 0,7 1 0 0 0,11-1-16 0 0,474-3 292 0 0,-379 13-323 0 0,47 1 36 0 0,-161-11 19 0 0,-1 0 0 0 0,0 0 0 0 0,0-1 0 0 0,0 0-1 0 0,0 1 1 0 0,0-1 0 0 0,0 0 0 0 0,0 0 0 0 0,0-1-1 0 0,-1 1 1 0 0,1 0 0 0 0,0-1 0 0 0,-1 0 0 0 0,1 0-1 0 0,-1 0 1 0 0,1 0 0 0 0,-1 0 0 0 0,0 0 0 0 0,0 0-1 0 0,0-1 1 0 0,0 1 0 0 0,0-1 0 0 0,-1 0 0 0 0,1 1-1 0 0,-1-1 1 0 0,0 0 0 0 0,0 0 0 0 0,0 0 0 0 0,0 0-1 0 0,0 0 1 0 0,0 0 0 0 0,-1 0 0 0 0,0 0 0 0 0,1 0 0 0 0,-1 0-1 0 0,0 0 1 0 0,-1 0 0 0 0,1 0 0 0 0,0-1 0 0 0,-1 1-1 0 0,0 0 1 0 0,0 0 0 0 0,0 0 0 0 0,0 1 0 0 0,0-1-1 0 0,0 0 1 0 0,-1 0 0 0 0,1 1 0 0 0,-1-1 0 0 0,0 0-1 0 0,0 1 1 0 0,-3-4 0 0 0,-4-2-42 0 0,-1 0 0 0 0,0 1 0 0 0,0-1 1 0 0,-1 2-1 0 0,1 0 0 0 0,-1 0 0 0 0,-1 1 0 0 0,1 0 0 0 0,-1 1 0 0 0,0 0 1 0 0,-22-4-1 0 0,-14 1-36 0 0,-80-4 0 0 0,112 10 76 0 0,-385-3-452 0 0,286 5 448 0 0,-643 48 175 0 0,719-43-121 0 0,31-3 10 0 0,17-2-6 0 0,-1-1-25 0 0,131 5 115 0 0,210-20 1 0 0,-206 5-156 0 0,-112 8-17 0 0,562-26 187 0 0,-516 27-226 0 0,143-23 0 0 0,-218 24 77 0 0,-1 0 1 0 0,1 0-1 0 0,-1-1 1 0 0,1 1-1 0 0,-1 0 1 0 0,1-1-1 0 0,-1 1 1 0 0,1-1-1 0 0,-1 0 0 0 0,0 1 1 0 0,1-1-1 0 0,-1 0 1 0 0,0 0-1 0 0,1 0 1 0 0,0-1-1 0 0,-2 2-3 0 0,0-1-1 0 0,0 1 0 0 0,0-1 1 0 0,0 1-1 0 0,0-1 0 0 0,0 1 1 0 0,0 0-1 0 0,-1-1 1 0 0,1 1-1 0 0,0-1 0 0 0,0 1 1 0 0,0-1-1 0 0,-1 1 1 0 0,1 0-1 0 0,0-1 0 0 0,0 1 1 0 0,-1 0-1 0 0,1-1 1 0 0,0 1-1 0 0,-1 0 0 0 0,1-1 1 0 0,0 1-1 0 0,-1 0 0 0 0,1 0 1 0 0,0 0-1 0 0,-1-1 1 0 0,1 1-1 0 0,-1 0 0 0 0,1 0 1 0 0,-1 0-1 0 0,-44-16-23 0 0,-58-6-10 0 0,-2 4 0 0 0,-138-7 1 0 0,-207 16 31 0 0,419 9 59 0 0,613 43 266 0 0,-37 34-625 0 0,-541-76 296 0 0,103 19-51 0 0,-94-17 50 0 0,0 1 0 0 0,0 1 0 0 0,-1 0 0 0 0,1 1 0 0 0,13 8 0 0 0,-23-12 1 0 0,0 0 1 0 0,-1 0-1 0 0,0 0 0 0 0,1 0 1 0 0,-1 1-1 0 0,0-1 0 0 0,0 0 0 0 0,0 1 1 0 0,0 0-1 0 0,-1 0 0 0 0,1-1 1 0 0,-1 1-1 0 0,0 0 0 0 0,1 0 1 0 0,-1 0-1 0 0,0 0 0 0 0,-1 0 0 0 0,1 4 1 0 0,1 5 2 0 0,-2 0 0 0 0,0 0-1 0 0,-1 18 1 0 0,-1-12 20 0 0,2-16-16 0 0,-1 1 0 0 0,1-1 0 0 0,-1 0-1 0 0,0 1 1 0 0,0-1 0 0 0,0 0 0 0 0,0 0 0 0 0,0 0 0 0 0,0 1 0 0 0,-1-1 0 0 0,1-1-1 0 0,-1 1 1 0 0,0 0 0 0 0,1 0 0 0 0,-1 0 0 0 0,0-1 0 0 0,0 1 0 0 0,0-1 0 0 0,0 0-1 0 0,0 1 1 0 0,0-1 0 0 0,-1 0 0 0 0,-2 1 0 0 0,-7 3 33 0 0,0-1 1 0 0,0 0 0 0 0,-14 1-1 0 0,23-4-18 0 0,-78 12 207 0 0,0-4-1 0 0,-129-2 0 0 0,120-6-166 0 0,-117 2 5 0 0,64-3 91 0 0,210 1 382 0 0,246-8-129 0 0,-260 3-613 0 0,76-3-7 0 0,-106 7-1823 0 0,34 4-1 0 0,-29 2-1580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12.0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442 394 1112 0 0,'-23'-1'134'0'0,"-43"-8"0"0"0,2 1-41 0 0,34 4-28 0 0,-16 0 77 0 0,19 7-49 0 0,26-2-92 0 0,1-1 0 0 0,0 0 0 0 0,0 0-1 0 0,-1 1 1 0 0,1-1 0 0 0,0 0 0 0 0,-1 1 0 0 0,1-1-1 0 0,0 0 1 0 0,0 1 0 0 0,0-1 0 0 0,-1 1 0 0 0,1-1-1 0 0,0 0 1 0 0,0 1 0 0 0,0-1 0 0 0,0 1-1 0 0,0-1 1 0 0,0 0 0 0 0,0 1 0 0 0,0-1 0 0 0,0 1-1 0 0,0-1 1 0 0,0 1 0 0 0,0-1 0 0 0,0 0-1 0 0,0 1 1 0 0,0-1 0 0 0,0 1 0 0 0,0-1 0 0 0,1 0-1 0 0,-1 1 1 0 0,0-1 0 0 0,0 1 0 0 0,0-1 0 0 0,1 0-1 0 0,-1 1 1 0 0,0-1 0 0 0,1 0 0 0 0,-1 1-1 0 0,0-1 1 0 0,0 0 0 0 0,1 0 0 0 0,-1 1 0 0 0,1-1-1 0 0,26 18 67 0 0,27 3 164 0 0,-7-8-106 0 0,1-3 0 0 0,63 7 0 0 0,101 0-71 0 0,-140-12-58 0 0,-3 0-9 0 0,317 8-50 0 0,-293-19 95 0 0,104-20 0 0 0,-7-12-11 0 0,-164 30-53 0 0,-16 1 97 0 0,-10 6-60 0 0,0 1 0 0 0,0 0-1 0 0,0 0 1 0 0,0-1-1 0 0,0 1 1 0 0,0 0 0 0 0,0 0-1 0 0,0-1 1 0 0,0 1-1 0 0,0 0 1 0 0,0 0 0 0 0,0-1-1 0 0,0 1 1 0 0,0 0-1 0 0,0 0 1 0 0,0-1-1 0 0,0 1 1 0 0,0 0 0 0 0,-1 0-1 0 0,1 0 1 0 0,0-1-1 0 0,0 1 1 0 0,0 0 0 0 0,0 0-1 0 0,-1 0 1 0 0,1-1-1 0 0,0 1 1 0 0,0 0-1 0 0,0 0 1 0 0,-1 0 0 0 0,1 0-1 0 0,0 0 1 0 0,0-1-1 0 0,-1 1 1 0 0,1 0 0 0 0,0 0-1 0 0,0 0 1 0 0,-1 0-1 0 0,-11-4 4 0 0,0 0-1 0 0,-1 0 0 0 0,1 2 1 0 0,-1-1-1 0 0,1 2 0 0 0,-16-1 1 0 0,-1-1 0 0 0,-667-22 125 0 0,617 25-30 0 0,-115 2 587 0 0,-354 49-1 0 0,539-49-146 0 0,13-1-295 0 0,20 0-108 0 0,-18 0-83 0 0,628-21 278 0 0,-3-44-436 0 0,-595 60 112 0 0,91-10 30 0 0,169-42-1 0 0,-281 52-32 0 0,-6 2 43 0 0,1 0 0 0 0,0-1-1 0 0,-1-1 1 0 0,1 1 0 0 0,-1-2-1 0 0,15-8 1 0 0,-24 13-43 0 0,0 0 0 0 0,1 0 0 0 0,-1 0 0 0 0,0-1-1 0 0,0 1 1 0 0,0 0 0 0 0,0 0 0 0 0,1 0 0 0 0,-1 0 0 0 0,0 0 0 0 0,0-1 0 0 0,0 1 0 0 0,0 0-1 0 0,0 0 1 0 0,0 0 0 0 0,0-1 0 0 0,0 1 0 0 0,0 0 0 0 0,0 0 0 0 0,1 0 0 0 0,-1-1 0 0 0,0 1-1 0 0,0 0 1 0 0,0 0 0 0 0,0 0 0 0 0,0-1 0 0 0,0 1 0 0 0,-1 0 0 0 0,1 0 0 0 0,0 0 0 0 0,0-1-1 0 0,0 1 1 0 0,0 0 0 0 0,0 0 0 0 0,0 0 0 0 0,0-1 0 0 0,0 1 0 0 0,0 0 0 0 0,0 0 0 0 0,-1 0-1 0 0,1 0 1 0 0,0-1 0 0 0,0 1 0 0 0,0 0 0 0 0,0 0 0 0 0,-1 0 0 0 0,1 0 0 0 0,0 0 0 0 0,0 0-1 0 0,0-1 1 0 0,0 1 0 0 0,-1 0 0 0 0,1 0 0 0 0,0 0 0 0 0,-13-5-81 0 0,11 5 96 0 0,-43-11 45 0 0,-2 3 1 0 0,-76-5-1 0 0,53 6-33 0 0,-644-15-42 0 0,597 23 182 0 0,-230 9 528 0 0,241-2-456 0 0,-131 28-1 0 0,225-33-232 0 0,10 0-48 0 0,21 2-23 0 0,-15-5 65 0 0,79 14-112 0 0,104 2 0 0 0,84-13-217 0 0,-222-3 274 0 0,448-10-154 0 0,-1-38 435 0 0,-439 40-238 0 0,-1 1 57 0 0,84-23-1 0 0,-137 29-24 0 0,1 0-1 0 0,-1 0 1 0 0,0-1-1 0 0,0 1 0 0 0,0-1 1 0 0,0 1-1 0 0,0-1 0 0 0,0 0 1 0 0,0 0-1 0 0,4-5 1 0 0,-7 6-14 0 0,0 1 0 0 0,0-1 0 0 0,0 1 0 0 0,0-1 1 0 0,0 0-1 0 0,0 1 0 0 0,0-1 0 0 0,0 1 1 0 0,0-1-1 0 0,0 0 0 0 0,-1 1 0 0 0,1-1 0 0 0,0 1 1 0 0,0-1-1 0 0,-1 1 0 0 0,1-1 0 0 0,0 1 0 0 0,-1-1 1 0 0,1 1-1 0 0,0-1 0 0 0,-1 1 0 0 0,1-1 0 0 0,-1 1 1 0 0,1 0-1 0 0,-1-1 0 0 0,1 1 0 0 0,-1 0 0 0 0,1-1 1 0 0,-1 1-1 0 0,1 0 0 0 0,-1 0 0 0 0,0-1 0 0 0,0 1 11 0 0,-13-7-4 0 0,0 2 0 0 0,-1 0 0 0 0,1 0 0 0 0,-1 1 0 0 0,0 1 0 0 0,-1 0 0 0 0,-18 0 0 0 0,-5-2 34 0 0,-83-14 63 0 0,-28-5-425 0 0,-168-5 0 0 0,141 28 670 0 0,-202 26 0 0 0,346-22-276 0 0,-250 37 341 0 0,229-29-344 0 0,1 2 0 0 0,0 2 1 0 0,-59 27-1 0 0,103-38-58 0 0,-23 10 54 0 0,31-13-94 0 0,-1 0 1 0 0,1 0-1 0 0,0 0 0 0 0,-1 0 1 0 0,1 0-1 0 0,0 0 1 0 0,0 0-1 0 0,-1 0 0 0 0,1 0 1 0 0,0 1-1 0 0,0-1 0 0 0,0 0 1 0 0,1 1-1 0 0,-1-1 1 0 0,-1 3-1 0 0,2-3 11 0 0,0-1 1 0 0,0 0-1 0 0,0 1 1 0 0,0-1-1 0 0,0 0 1 0 0,0 1-1 0 0,0-1 1 0 0,0 0-1 0 0,0 0 1 0 0,1 1-1 0 0,-1-1 0 0 0,0 0 1 0 0,0 1-1 0 0,0-1 1 0 0,0 0-1 0 0,1 0 1 0 0,-1 1-1 0 0,0-1 1 0 0,0 0-1 0 0,0 0 1 0 0,1 0-1 0 0,-1 1 0 0 0,0-1 1 0 0,0 0-1 0 0,1 0 1 0 0,-1 0-1 0 0,0 0 1 0 0,1 0-1 0 0,-1 0 1 0 0,0 1-1 0 0,1-1 0 0 0,19 8-90 0 0,1-1-1 0 0,0-1 1 0 0,32 6-1 0 0,-23-6 50 0 0,92 18-181 0 0,0-5-1 0 0,228 4 0 0 0,370-54 326 0 0,-366 8-128 0 0,-318 21 6 0 0,-9 2 80 0 0,47-8 1 0 0,-73 8-28 0 0,-1 0-1 0 0,1-1 1 0 0,0 1 0 0 0,-1 0 0 0 0,1 0 0 0 0,-1-1 0 0 0,1 1 0 0 0,0 0-1 0 0,-1-1 1 0 0,1 1 0 0 0,-1 0 0 0 0,1-1 0 0 0,-1 1 0 0 0,0-1 0 0 0,1 1-1 0 0,-1-1 1 0 0,1 1 0 0 0,-1-1 0 0 0,0 1 0 0 0,1-1 0 0 0,-1 1 0 0 0,0-1-1 0 0,0 0 1 0 0,1 1 0 0 0,-1-1 0 0 0,0 1 0 0 0,0-1 0 0 0,0 0 0 0 0,0 1-1 0 0,0-1 1 0 0,0 0 0 0 0,0 1 0 0 0,0-1 0 0 0,0 0 0 0 0,1-9 48 0 0,-1 11-93 0 0,0-1-1 0 0,0 0 1 0 0,0 0-1 0 0,0 0 0 0 0,1 1 1 0 0,-1-1-1 0 0,0 0 1 0 0,0 0-1 0 0,0 0 1 0 0,0 0-1 0 0,0 1 0 0 0,0-1 1 0 0,0 0-1 0 0,0 0 1 0 0,0 0-1 0 0,0 0 0 0 0,0 0 1 0 0,1 1-1 0 0,-1-1 1 0 0,0 0-1 0 0,0 0 1 0 0,0 0-1 0 0,0 0 0 0 0,0 0 1 0 0,1 0-1 0 0,-1 0 1 0 0,0 0-1 0 0,0 1 0 0 0,0-1 1 0 0,0 0-1 0 0,1 0 1 0 0,-1 0-1 0 0,0 0 1 0 0,0 0-1 0 0,0 0 0 0 0,0 0 1 0 0,1 0-1 0 0,-1 0 1 0 0,0 0-1 0 0,0 0 0 0 0,0 0 1 0 0,1 0-1 0 0,-1 0 1 0 0,0 0-1 0 0,0-1 1 0 0,0 1-1 0 0,0 0 0 0 0,1 0 1 0 0,-1 0-1 0 0,0 0 1 0 0,0 0-1 0 0,0 0 0 0 0,0 0 1 0 0,0 0-1 0 0,1-1 1 0 0,-1 1-1 0 0,0 0 1 0 0,0 0-1 0 0,0 0 0 0 0,0 0 1 0 0,0 0-1 0 0,0-1 1 0 0,0 1-1 0 0,0 0 0 0 0,0 0 1 0 0,0 0-1 0 0,1 0 1 0 0,-1-1-1 0 0,17 35-266 0 0,25 38-1 0 0,-27-47 321 0 0,-1 1 0 0 0,16 42 0 0 0,-12-25 118 0 0,-18-43-125 0 0,0 1 0 0 0,0 0-1 0 0,1 0 1 0 0,-1-1 0 0 0,0 1 0 0 0,1 0 0 0 0,-1-1 0 0 0,1 1 0 0 0,-1 0 0 0 0,1-1 0 0 0,-1 1 0 0 0,1-1 0 0 0,-1 1 0 0 0,1 0 0 0 0,0-1 0 0 0,-1 0 0 0 0,1 1-1 0 0,0-1 1 0 0,-1 1 0 0 0,1-1 0 0 0,0 0 0 0 0,1 1 0 0 0,-1-1-7 0 0,-1 0-1 0 0,1-1 1 0 0,0 1 0 0 0,0 0-1 0 0,0-1 1 0 0,0 1-1 0 0,-1-1 1 0 0,1 1 0 0 0,0-1-1 0 0,-1 1 1 0 0,1-1-1 0 0,0 1 1 0 0,-1-1 0 0 0,1 0-1 0 0,0 1 1 0 0,-1-1-1 0 0,1 0 1 0 0,-1 1 0 0 0,1-1-1 0 0,-1 0 1 0 0,1-1-1 0 0,6-13-21 0 0,-1 0 1 0 0,-1 0-1 0 0,0 0 0 0 0,-1-1 0 0 0,-1 0 0 0 0,0 0 0 0 0,-1 1 0 0 0,0-33 0 0 0,-2 47-2 0 0,0-1-1 0 0,0 1 0 0 0,0-1 1 0 0,0 1-1 0 0,0-1 1 0 0,-1 1-1 0 0,1 0 0 0 0,0-1 1 0 0,-1 1-1 0 0,1-1 0 0 0,-1 1 1 0 0,1 0-1 0 0,-1-1 1 0 0,-1-1-1 0 0,1 2-10 0 0,1 1 1 0 0,0 0-1 0 0,-1-1 1 0 0,1 1 0 0 0,-1 0-1 0 0,1 0 1 0 0,-1 0-1 0 0,1-1 1 0 0,-1 1-1 0 0,1 0 1 0 0,-1 0-1 0 0,1 0 1 0 0,-1 0-1 0 0,1 0 1 0 0,-1 0-1 0 0,1 0 1 0 0,-1 0-1 0 0,1 0 1 0 0,-1 0-1 0 0,1 0 1 0 0,-1 0-1 0 0,1 0 1 0 0,-1 0-1 0 0,1 1 1 0 0,-1-1 0 0 0,0 0-1 0 0,-2 2-12 0 0,0 0-1 0 0,1-1 1 0 0,-1 1-1 0 0,1 0 1 0 0,-1 1 0 0 0,1-1-1 0 0,0 0 1 0 0,0 1-1 0 0,0-1 1 0 0,-3 5 0 0 0,0 3 38 0 0,-1 0 1 0 0,1 0 0 0 0,1 0 0 0 0,0 1 0 0 0,1 0 0 0 0,0 0 0 0 0,0 0 0 0 0,-1 18 0 0 0,2-20-1 0 0,0 1 20 0 0,1-4 5 0 0,-1 0 1 0 0,1 0-1 0 0,0 0 1 0 0,1 0-1 0 0,0 0 1 0 0,-1 0-1 0 0,2 0 1 0 0,-1 1-1 0 0,1-1 1 0 0,2 8-1 0 0,-3-14 30 0 0,7-5 852 0 0,-7 5-852 0 0,0-1-1 0 0,1 1 1 0 0,-1-1 0 0 0,1 0 0 0 0,2-8-60 0 0,-1 0 0 0 0,1-1 0 0 0,-1 1 0 0 0,-1-1-1 0 0,0 0 1 0 0,0 1 0 0 0,-1-1 0 0 0,0 0 0 0 0,-3-15-1 0 0,2 17-37 0 0,0 1 0 0 0,-1 0 0 0 0,1 0 0 0 0,-2-1 0 0 0,1 1 0 0 0,-1 1 0 0 0,0-1 0 0 0,0 0 0 0 0,-6-8 0 0 0,-4-2 64 0 0,-26-29 0 0 0,25 31-34 0 0,4 5 12 0 0,0 1-1 0 0,0-1 1 0 0,0 2-1 0 0,-1 0 1 0 0,-1 0 0 0 0,0 1-1 0 0,0 0 1 0 0,0 1 0 0 0,0 0-1 0 0,-1 1 1 0 0,0 0-1 0 0,0 1 1 0 0,-1 1 0 0 0,1 0-1 0 0,-27-2 1 0 0,24 5-59 0 0,-1 0 0 0 0,1 1 0 0 0,-1 0 0 0 0,1 2 0 0 0,0 0 0 0 0,0 1 0 0 0,0 0 0 0 0,0 1 0 0 0,1 1-1 0 0,-1 1 1 0 0,1 0 0 0 0,-25 17 0 0 0,36-22 23 0 0,0 1 0 0 0,1 0 0 0 0,-1-1-1 0 0,1 2 1 0 0,0-1 0 0 0,0 0 0 0 0,0 0-1 0 0,0 1 1 0 0,1 0 0 0 0,-1 0-1 0 0,1-1 1 0 0,-2 7 0 0 0,3-9 22 0 0,1 1 0 0 0,-1 0-1 0 0,1-1 1 0 0,0 1 0 0 0,0 0 0 0 0,-1 0 0 0 0,1-1 0 0 0,1 1-1 0 0,-1 0 1 0 0,0 0 0 0 0,0-1 0 0 0,1 1 0 0 0,-1 0-1 0 0,0-1 1 0 0,1 1 0 0 0,0-1 0 0 0,-1 1 0 0 0,1 0 0 0 0,0-1-1 0 0,0 1 1 0 0,0-1 0 0 0,0 0 0 0 0,0 1 0 0 0,0-1-1 0 0,0 0 1 0 0,1 0 0 0 0,-1 0 0 0 0,0 1 0 0 0,1-1 0 0 0,-1-1-1 0 0,1 1 1 0 0,2 1 0 0 0,6 3 13 0 0,-1-1 1 0 0,1 0-1 0 0,0-1 0 0 0,0 0 0 0 0,1-1 1 0 0,-1 0-1 0 0,0-1 0 0 0,1 0 1 0 0,14 0-1 0 0,-11-1-14 0 0,32 1-14 0 0,0-2 0 0 0,0-2 0 0 0,60-11 0 0 0,-31-2-63 0 0,87-30 0 0 0,-103 23 108 0 0,-55 21 5 0 0,1-1 0 0 0,0 1 0 0 0,0-1 0 0 0,-1 0 0 0 0,0-1 0 0 0,0 1 0 0 0,0-1 0 0 0,0 0 0 0 0,5-6 0 0 0,-9 10-31 0 0,0-1 1 0 0,1 1-1 0 0,-1-1 0 0 0,0 1 0 0 0,1-1 1 0 0,-1 1-1 0 0,0-1 0 0 0,0 0 1 0 0,1 1-1 0 0,-1-1 0 0 0,0 0 0 0 0,0 1 1 0 0,0-1-1 0 0,0 1 0 0 0,0-1 1 0 0,0 0-1 0 0,0 1 0 0 0,0-1 0 0 0,0 0 1 0 0,0 1-1 0 0,0-1 0 0 0,-1 0 1 0 0,1 1-1 0 0,0-1 0 0 0,0 1 0 0 0,-1-1 1 0 0,1 1-1 0 0,0-1 0 0 0,-1 0 1 0 0,1 1-1 0 0,0-1 0 0 0,-1 1 0 0 0,1 0 1 0 0,-1-1-1 0 0,1 1 0 0 0,-1-1 1 0 0,1 1-1 0 0,-1 0 0 0 0,1-1 0 0 0,-1 1 1 0 0,0-1-1 0 0,-3-1 0 0 0,0 1-1 0 0,1-1 1 0 0,-1 1 0 0 0,0 0-1 0 0,0 0 1 0 0,-6-1 0 0 0,-34-2 14 0 0,0 1-1 0 0,0 3 1 0 0,0 1 0 0 0,0 2 0 0 0,-70 15 0 0 0,54-6-76 0 0,1 4 0 0 0,1 2 1 0 0,1 3-1 0 0,-76 38 0 0 0,131-59 85 0 0,1 1 0 0 0,-1 0 0 0 0,0 0 0 0 0,1 0 0 0 0,-1 0 0 0 0,1 0 1 0 0,-1 0-1 0 0,1 0 0 0 0,-1 1 0 0 0,-1 1 0 0 0,81 24-11303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15.51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117 60 1760 0 0,'-3'1'5'0'0,"0"-1"1"0"0,1 0-1 0 0,-1 1 1 0 0,0 0-1 0 0,0-1 1 0 0,1 1-1 0 0,-1 0 1 0 0,0 0-1 0 0,1 1 0 0 0,-1-1 1 0 0,1 0-1 0 0,-1 1 1 0 0,1 0-1 0 0,0-1 1 0 0,0 1-1 0 0,0 0 1 0 0,0 0-1 0 0,0 1 0 0 0,0-1 1 0 0,0 0-1 0 0,1 0 1 0 0,-1 1-1 0 0,1-1 1 0 0,-1 1-1 0 0,1-1 1 0 0,0 1-1 0 0,0 0 1 0 0,0 0-1 0 0,1-1 0 0 0,-1 1 1 0 0,1 0-1 0 0,-1 0 1 0 0,1 0-1 0 0,0 0 1 0 0,0-1-1 0 0,0 1 1 0 0,1 0-1 0 0,-1 0 0 0 0,0 0 1 0 0,1-1-1 0 0,0 1 1 0 0,0 0-1 0 0,0 0 1 0 0,0-1-1 0 0,0 1 1 0 0,2 2-1 0 0,4 5 3 0 0,0 0 1 0 0,0 0-1 0 0,1-1 1 0 0,0 0-1 0 0,1-1 1 0 0,0 0-1 0 0,0 0 1 0 0,1 0-1 0 0,-1-2 1 0 0,2 1-1 0 0,12 5 1 0 0,-11-6 6 0 0,0-1 0 0 0,0 0 0 0 0,1-1 0 0 0,0 0 0 0 0,26 3 0 0 0,-30-6-7 0 0,1 0 0 0 0,-1-1 0 0 0,16-1 0 0 0,-18 0-4 0 0,0-1 1 0 0,-1 1-1 0 0,1-1 0 0 0,-1-1 1 0 0,1 1-1 0 0,-1-1 0 0 0,0 0 1 0 0,0 0-1 0 0,0-1 1 0 0,-1 0-1 0 0,1 0 0 0 0,-1 0 1 0 0,0-1-1 0 0,0 1 0 0 0,0-1 1 0 0,-1 0-1 0 0,7-9 0 0 0,-9 9 0 0 0,1 1-1 0 0,-1 0 1 0 0,0-1 0 0 0,0 1-1 0 0,0-1 1 0 0,0 0-1 0 0,-1 1 1 0 0,0-1-1 0 0,0 0 1 0 0,0 0-1 0 0,-1 0 1 0 0,0 0-1 0 0,0 0 1 0 0,0 0-1 0 0,0 1 1 0 0,-1-1-1 0 0,0 0 1 0 0,0 0-1 0 0,0 0 1 0 0,0 0 0 0 0,-1 1-1 0 0,0-1 1 0 0,0 1-1 0 0,-3-7 1 0 0,0 5 3 0 0,1 0 0 0 0,-1 0 0 0 0,-1 1 0 0 0,1-1-1 0 0,-1 1 1 0 0,0 0 0 0 0,0 1 0 0 0,0 0 0 0 0,-11-6 0 0 0,-2 0 20 0 0,-38-13-1 0 0,48 19-20 0 0,0 2 0 0 0,-1-1 0 0 0,1 1 0 0 0,-1 1 0 0 0,1-1 0 0 0,-1 2 0 0 0,0-1 0 0 0,0 2 0 0 0,1-1 0 0 0,-16 3 0 0 0,15-1-8 0 0,-1 0 1 0 0,0 1 0 0 0,0 0 0 0 0,1 1 0 0 0,0 0-1 0 0,0 0 1 0 0,0 1 0 0 0,0 1 0 0 0,1 0 0 0 0,0 0-1 0 0,0 0 1 0 0,0 1 0 0 0,-7 9 0 0 0,12-12 3 0 0,0 1 0 0 0,0-1 1 0 0,0 1-1 0 0,1-1 1 0 0,0 1-1 0 0,0 0 0 0 0,1 1 1 0 0,-1-1-1 0 0,1 0 0 0 0,0 1 1 0 0,0-1-1 0 0,1 1 0 0 0,0 0 1 0 0,0-1-1 0 0,0 1 0 0 0,1 0 1 0 0,-1 0-1 0 0,1 0 0 0 0,1-1 1 0 0,-1 1-1 0 0,1 0 0 0 0,0 0 1 0 0,0-1-1 0 0,1 1 0 0 0,3 8 1 0 0,-2-9 7 0 0,0 1 0 0 0,0-1 0 0 0,0 0 0 0 0,1 0 0 0 0,0-1 0 0 0,0 1 0 0 0,0-1 0 0 0,0 0 0 0 0,1 0 0 0 0,0 0 0 0 0,-1 0 0 0 0,1-1 0 0 0,1 0 0 0 0,6 3 0 0 0,7 3 49 0 0,0-2 0 0 0,40 11 1 0 0,-35-12-31 0 0,1-2 0 0 0,-1 0 1 0 0,1-2-1 0 0,0 0 0 0 0,1-2 1 0 0,-1-1-1 0 0,31-5 1 0 0,-39 4-15 0 0,-1-1 1 0 0,-1-1-1 0 0,1-1 0 0 0,-1 0 1 0 0,1-1-1 0 0,-1-1 1 0 0,-1 0-1 0 0,0-1 1 0 0,0 0-1 0 0,0-1 1 0 0,-1-1-1 0 0,14-13 1 0 0,-25 21-16 0 0,-1 1 0 0 0,1 0 1 0 0,-1-1-1 0 0,1 0 0 0 0,-1 1 0 0 0,0-1 1 0 0,0 0-1 0 0,0 1 0 0 0,0-1 1 0 0,0 0-1 0 0,0 0 0 0 0,0 0 0 0 0,-1 0 1 0 0,1 0-1 0 0,-1 0 0 0 0,1 0 1 0 0,-1 0-1 0 0,0 0 0 0 0,0 0 0 0 0,0-1 1 0 0,0 1-1 0 0,0 0 0 0 0,0 0 1 0 0,-1 0-1 0 0,1 0 0 0 0,0 0 1 0 0,-1 0-1 0 0,0 0 0 0 0,-1-3 0 0 0,-1 1-9 0 0,0 0 0 0 0,1 0 0 0 0,-1 0 0 0 0,0 1-1 0 0,-1 0 1 0 0,1 0 0 0 0,-1 0 0 0 0,1 0 0 0 0,-1 0 0 0 0,0 0-1 0 0,0 1 1 0 0,-5-2 0 0 0,-12-5-6 0 0,0 1 1 0 0,-1 2-1 0 0,0 0 1 0 0,0 1-1 0 0,0 1 1 0 0,0 1-1 0 0,-1 1 1 0 0,-43 2-1 0 0,32 2-3 0 0,0 2-1 0 0,1 1 1 0 0,-1 2-1 0 0,1 1 1 0 0,-42 17 0 0 0,74-25 15 0 0,-14 7-30 0 0,15-7 31 0 0,-1 0 1 0 0,1 1-1 0 0,0-1 0 0 0,0 0 0 0 0,-1 0 1 0 0,1 0-1 0 0,0 0 0 0 0,0 0 1 0 0,-1 1-1 0 0,1-1 0 0 0,0 0 0 0 0,0 0 1 0 0,0 0-1 0 0,-1 1 0 0 0,1-1 0 0 0,0 0 1 0 0,0 0-1 0 0,0 1 0 0 0,0-1 0 0 0,0 0 1 0 0,0 0-1 0 0,0 1 0 0 0,-1-1 0 0 0,1 0 1 0 0,0 0-1 0 0,0 1 0 0 0,0-1 0 0 0,0 0 1 0 0,0 1-1 0 0,0-1 0 0 0,0 0 0 0 0,0 0 1 0 0,0 1-1 0 0,1-1 0 0 0,-1 0 1 0 0,0 0-1 0 0,0 1 0 0 0,0-1 0 0 0,0 0 1 0 0,0 0-1 0 0,0 1 0 0 0,0-1 0 0 0,1 0 1 0 0,-1 0-1 0 0,0 1 0 0 0,0-1 0 0 0,0 0 1 0 0,1 0-1 0 0,-1 0 0 0 0,0 1 0 0 0,0-1 1 0 0,0 0-1 0 0,1 0 0 0 0,-1 0 0 0 0,0 0 1 0 0,0 0-1 0 0,1 0 0 0 0,-1 0 0 0 0,0 1 1 0 0,1-1-1 0 0,-1 0 0 0 0,0 0 1 0 0,0 0-1 0 0,1 0 0 0 0,-1 0 0 0 0,0 0 1 0 0,1 0-1 0 0,-1 0 0 0 0,0-1 0 0 0,18 6 11 0 0,0 0 0 0 0,1-2-1 0 0,35 2 1 0 0,63-4-15 0 0,-56-2-5 0 0,576 14-1266 0 0,-537-10 860 0 0,-61-2-792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18.2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24 326 1736 0 0,'-9'-9'241'0'0,"-5"-4"574"0"0,19 15-194 0 0,28 13 913 0 0,3 1-45 0 0,46 16-1 0 0,6-8 10 0 0,163 23 1 0 0,-104-27-890 0 0,67 12-109 0 0,252 25 140 0 0,-311-54 235 0 0,-1-7 0 0 0,224-33 0 0 0,-268 22-517 0 0,591-75 1083 0 0,-332 66-1553 0 0,-165 14 2 0 0,-110 5 49 0 0,0 0-81 0 0,101-17-1 0 0,52-19-520 0 0,-151 11-761 0 0,-67 26-905 0 0,-24 4 2335 0 0,-1 0 0 0 0,1 0 0 0 0,0-1-1 0 0,-1 0 1 0 0,1 0 0 0 0,-1 0-1 0 0,1 0 1 0 0,-1-1 0 0 0,0 1 0 0 0,1-1-1 0 0,-1 0 1 0 0,6-4 0 0 0,-10 5-10 0 0,0 1 1 0 0,0 0-1 0 0,0-1 1 0 0,0 1-1 0 0,0 0 0 0 0,-1 0 1 0 0,1-1-1 0 0,0 1 1 0 0,0 0-1 0 0,0 0 1 0 0,0-1-1 0 0,0 1 1 0 0,-1 0-1 0 0,1 0 1 0 0,0-1-1 0 0,0 1 1 0 0,0 0-1 0 0,-1 0 1 0 0,1 0-1 0 0,0-1 1 0 0,0 1-1 0 0,-1 0 0 0 0,1 0 1 0 0,0 0-1 0 0,-1 0 1 0 0,1 0-1 0 0,0 0 1 0 0,0-1-1 0 0,-1 1 1 0 0,1 0-1 0 0,0 0 1 0 0,-1 0-1 0 0,1 0 1 0 0,-19-4-167 0 0,0 0 0 0 0,-1 2 0 0 0,1 0 0 0 0,0 1 0 0 0,-33 2 0 0 0,14 0-129 0 0,-956 20-2905 0 0,-7 0-1225 0 0,184-46 4139 0 0,652 11 716 0 0,-208-23 768 0 0,174 25 1179 0 0,682 12 3437 0 0,643 9-1746 0 0,-240 0-2575 0 0,-381 6-1433 0 0,-130-1 107 0 0,-332-13-205 0 0,146 0-228 0 0,-145-3-157 0 0,0-2 0 0 0,52-11 1 0 0,-57 2 90 0 0,-39 13 336 0 0,0 0 1 0 0,0 0 0 0 0,0 0-1 0 0,0 0 1 0 0,0 0-1 0 0,0 0 1 0 0,0 0 0 0 0,1 0-1 0 0,-1 0 1 0 0,0 0-1 0 0,0 0 1 0 0,0 0 0 0 0,0-1-1 0 0,0 1 1 0 0,0 0 0 0 0,0 0-1 0 0,0 0 1 0 0,0 0-1 0 0,0 0 1 0 0,0 0 0 0 0,0 0-1 0 0,1 0 1 0 0,-1 0 0 0 0,0-1-1 0 0,0 1 1 0 0,0 0-1 0 0,0 0 1 0 0,0 0 0 0 0,0 0-1 0 0,0 0 1 0 0,0 0-1 0 0,0 0 1 0 0,0 0 0 0 0,0-1-1 0 0,0 1 1 0 0,0 0 0 0 0,0 0-1 0 0,0 0 1 0 0,0 0-1 0 0,0 0 1 0 0,0 0 0 0 0,-1 0-1 0 0,1 0 1 0 0,0-1 0 0 0,0 1-1 0 0,0 0 1 0 0,0 0-1 0 0,0 0 1 0 0,0 0 0 0 0,0 0-1 0 0,0 0 1 0 0,0 0-1 0 0,0 0 1 0 0,0 0 0 0 0,0 0-1 0 0,-1 0 1 0 0,1 0 0 0 0,0-1-1 0 0,0 1 1 0 0,0 0-1 0 0,0 0 1 0 0,-8-3-41 0 0,-57-11-992 0 0,-87-8-1 0 0,76 13 183 0 0,-142-12-909 0 0,-657 0-2755 0 0,-8 51 1082 0 0,555-16 3021 0 0,22-6 992 0 0,175-6-29 0 0,-183 7 1356 0 0,-278 3 4261 0 0,560-13-5239 0 0,37-2-894 0 0,13-3-123 0 0,54-10 425 0 0,147-12-1 0 0,86 15 1312 0 0,-216 11-1073 0 0,620-4 1399 0 0,-196 4-1459 0 0,-312-1-401 0 0,200-2 288 0 0,1 23-254 0 0,108 13 199 0 0,-31-10-528 0 0,-439-18-221 0 0,72 15 1 0 0,-102-16 146 0 0,0-1 1 0 0,0 0-1 0 0,0-1 1 0 0,18-2-1 0 0,5 0 202 0 0,-27 2 52 0 0,0 0-1 0 0,0 0 1 0 0,-1 0 0 0 0,1 1 0 0 0,0 0-1 0 0,0 0 1 0 0,-1 0 0 0 0,1 1 0 0 0,-1 0-1 0 0,1 0 1 0 0,-1 0 0 0 0,0 0 0 0 0,1 1-1 0 0,-1 0 1 0 0,-1 0 0 0 0,1 1 0 0 0,0-1-1 0 0,-1 1 1 0 0,0 0 0 0 0,6 7 0 0 0,-3-4 38 0 0,0 0 0 0 0,1 0 0 0 0,16 9 0 0 0,-24-16-9 0 0,1-1 1 0 0,-1 1 0 0 0,1-1 0 0 0,-1 0-1 0 0,1 1 1 0 0,-1-1 0 0 0,0 1 0 0 0,1-1-1 0 0,-1 0 1 0 0,0 1 0 0 0,0-1 0 0 0,1 0-1 0 0,-1 0 1 0 0,0 1 0 0 0,0-1 0 0 0,0-1-1 0 0,0 2-10 0 0,5-19-235 0 0,-2 1 0 0 0,0-1 1 0 0,-1 0-1 0 0,0-32 1 0 0,-3 43 189 0 0,1 0 1 0 0,-1 0 0 0 0,0 0 0 0 0,-1 0 0 0 0,0 1 0 0 0,0-1-1 0 0,0 0 1 0 0,-1 1 0 0 0,0 0 0 0 0,-1 0 0 0 0,0 0-1 0 0,0 0 1 0 0,-8-10 0 0 0,11 16-15 0 0,0 0 1 0 0,0-1-1 0 0,0 1 1 0 0,0 0-1 0 0,-1 0 0 0 0,1 0 1 0 0,0 0-1 0 0,-1 0 1 0 0,1 0-1 0 0,-1 0 0 0 0,0 0 1 0 0,1 0-1 0 0,-1 1 1 0 0,1-1-1 0 0,-1 1 0 0 0,0-1 1 0 0,0 1-1 0 0,1 0 1 0 0,-1 0-1 0 0,0 0 0 0 0,1 0 1 0 0,-1 0-1 0 0,0 0 1 0 0,0 0-1 0 0,1 0 0 0 0,-1 1 1 0 0,0-1-1 0 0,1 0 1 0 0,-1 1-1 0 0,0 0 0 0 0,1-1 1 0 0,-1 1-1 0 0,1 0 1 0 0,-1 0-1 0 0,1 0 0 0 0,-1 0 1 0 0,1 0-1 0 0,-2 2 1 0 0,-3 3 20 0 0,0 0 1 0 0,1 1-1 0 0,0-1 1 0 0,0 1-1 0 0,0 0 1 0 0,-5 12 0 0 0,5-7 72 0 0,0 1 0 0 0,0 0 0 0 0,2 1 0 0 0,-1-1 0 0 0,2 1 0 0 0,0-1 0 0 0,0 1 0 0 0,2 0 0 0 0,0 15 0 0 0,0-26-141 0 0,0 0 0 0 0,0 0 0 0 0,1 0 1 0 0,-1-1-1 0 0,1 1 0 0 0,0 0 0 0 0,-1-1 1 0 0,1 1-1 0 0,0 0 0 0 0,3 4 1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23.13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 1 232 0 0,'-1'-1'53'0'0,"1"1"-51"0"0,0 0 0 0 0,0 0 0 0 0,0 0-1 0 0,0 0 1 0 0,-1 0 0 0 0,1 0 0 0 0,0 0 0 0 0,0 0-1 0 0,0 0 1 0 0,0 0 0 0 0,0 0 0 0 0,0 0 0 0 0,0 0-1 0 0,-1 0 1 0 0,1 0 0 0 0,0 0 0 0 0,0 0 0 0 0,0 0-1 0 0,0 0 1 0 0,0 1 0 0 0,0-1 0 0 0,0 0-1 0 0,0 0 1 0 0,-1 0 0 0 0,1 0 0 0 0,0 0 0 0 0,0 0-1 0 0,0 0 1 0 0,0 0 0 0 0,0 0 0 0 0,0 0 0 0 0,0 1-1 0 0,0-1 1 0 0,0 0 0 0 0,0 0 0 0 0,0 0-1 0 0,0 0 1 0 0,0 0 0 0 0,0 0 0 0 0,0 0 0 0 0,0 1-1 0 0,0-1 1 0 0,0 0 0 0 0,0 0 0 0 0,0 0 0 0 0,0 0-1 0 0,0 0 1 0 0,0 1 0 0 0,0-1-1 0 0,0 1 0 0 0,0-1 0 0 0,0 1 0 0 0,1-1 0 0 0,-1 1-1 0 0,0-1 1 0 0,0 1 0 0 0,1-1 0 0 0,-1 1 0 0 0,0-1 0 0 0,1 1 0 0 0,-1-1 0 0 0,0 1 0 0 0,1-1 0 0 0,-1 0 0 0 0,1 1 0 0 0,-1-1 0 0 0,1 0 0 0 0,-1 1-1 0 0,1-1 1 0 0,0 1 0 0 0,3 0 5 0 0,1 1 0 0 0,-1-1-1 0 0,1 1 1 0 0,-1-1 0 0 0,1-1-1 0 0,0 1 1 0 0,8 0 0 0 0,37-2-106 0 0,-33 0 26 0 0,-3 1-183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25.51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137 130 336 0 0,'-24'-5'58'0'0,"0"2"-1"0"0,-1 0 1 0 0,-36 2 0 0 0,58 1 75 0 0,11 8 110 0 0,15 1-66 0 0,15 1-19 0 0,1-2 0 0 0,60 5 0 0 0,90-4 184 0 0,-46-3-145 0 0,186 10 205 0 0,-254-13-155 0 0,276 1 588 0 0,-343-4-814 0 0,-4 0 1 0 0,0 0 1 0 0,0 0 0 0 0,-1-1-1 0 0,1 1 1 0 0,0-1-1 0 0,0 0 1 0 0,4-2 0 0 0,-8 3-17 0 0,0 0 0 0 0,0 0 0 0 0,1 0-1 0 0,-1 0 1 0 0,0 0 0 0 0,0 0 0 0 0,0 0 0 0 0,0 0 0 0 0,0 0 0 0 0,0 0 0 0 0,1 0 0 0 0,-1 0 0 0 0,0 0 0 0 0,0 0 0 0 0,0 0 0 0 0,0 0 0 0 0,0-1 0 0 0,0 1 0 0 0,0 0 0 0 0,0 0 0 0 0,0 0 0 0 0,0 0 0 0 0,0 0 0 0 0,1 0 0 0 0,-1 0-1 0 0,0-1 1 0 0,0 1 0 0 0,0 0 0 0 0,0 0 0 0 0,0 0 0 0 0,0 0 0 0 0,0 0 0 0 0,0 0 0 0 0,0 0 0 0 0,0-1 0 0 0,0 1 0 0 0,0 0 0 0 0,0 0 0 0 0,0 0 0 0 0,0 0 0 0 0,0 0 0 0 0,0 0 0 0 0,-1-1 0 0 0,1 1 0 0 0,0 0 0 0 0,0 0-1 0 0,0 0 1 0 0,0 0 0 0 0,0 0 0 0 0,0 0 0 0 0,0 0 0 0 0,0 0 0 0 0,0-1 0 0 0,-3-1 63 0 0,0 0 0 0 0,0 0 0 0 0,0 0 0 0 0,0 0 0 0 0,0 1-1 0 0,0-1 1 0 0,0 1 0 0 0,0 0 0 0 0,-5-1 0 0 0,-34-9-74 0 0,39 11 15 0 0,-273-40-108 0 0,-6 20 139 0 0,257 18-34 0 0,-342-8 211 0 0,348 10-195 0 0,-136 6 258 0 0,151-6-275 0 0,-50 10 31 0 0,50-9-36 0 0,1 0 0 0 0,0 0-1 0 0,0 0 1 0 0,0 0-1 0 0,0 1 1 0 0,0 0-1 0 0,1-1 1 0 0,-1 1-1 0 0,0 0 1 0 0,1 0-1 0 0,-1 0 1 0 0,1 1-1 0 0,-3 2 1 0 0,5-4-1 0 0,-1-1-1 0 0,1 1 1 0 0,-1 0-1 0 0,1-1 1 0 0,0 1-1 0 0,-1-1 1 0 0,1 1-1 0 0,0 0 1 0 0,0-1-1 0 0,-1 1 1 0 0,1 0-1 0 0,0-1 1 0 0,0 1-1 0 0,0 0 1 0 0,0 0-1 0 0,0-1 1 0 0,0 1-1 0 0,0 0 1 0 0,0-1-1 0 0,0 1 1 0 0,0 0-1 0 0,1-1 1 0 0,-1 1-1 0 0,0 0 1 0 0,0-1-1 0 0,0 1 1 0 0,1 0-1 0 0,-1-1 1 0 0,1 1-1 0 0,0 0 1 0 0,1 2-5 0 0,0-1 1 0 0,1 1-1 0 0,0-1 0 0 0,0 0 0 0 0,-1 0 1 0 0,7 2-1 0 0,10 6-14 0 0,0-2 0 0 0,1 0-1 0 0,0-1 1 0 0,1-1 0 0 0,0-1 0 0 0,40 4 0 0 0,140 0-4 0 0,-162-8 0 0 0,639-33-66 0 0,-653 30 120 0 0,0-1 0 0 0,0-2 0 0 0,0 0 0 0 0,-1-1 0 0 0,0-2 0 0 0,24-10 0 0 0,-46 17-13 0 0,0 0 1 0 0,0 1-1 0 0,-1-1 0 0 0,1 0 1 0 0,0 0-1 0 0,-1 0 1 0 0,1-1-1 0 0,-1 1 0 0 0,1 0 1 0 0,-1-1-1 0 0,1 1 0 0 0,-1 0 1 0 0,0-1-1 0 0,0 0 1 0 0,0 1-1 0 0,2-4 0 0 0,-3 4-6 0 0,0 0 0 0 0,0 0 0 0 0,0 0 0 0 0,0 0 0 0 0,0 0 0 0 0,0 0 0 0 0,0 0 0 0 0,0 0 0 0 0,-1 0 0 0 0,1 0 0 0 0,0 0 0 0 0,-1 0 0 0 0,1 0 0 0 0,-1 0 0 0 0,1 0 0 0 0,-1 0 0 0 0,1 0 0 0 0,-1 1 0 0 0,1-1 0 0 0,-1 0 0 0 0,0 0 0 0 0,-1 0 0 0 0,-5-5 4 0 0,0 1 0 0 0,0 0 0 0 0,0 1 0 0 0,-1 0 0 0 0,-15-6 0 0 0,-4 0-30 0 0,0 2-1 0 0,-1 0 1 0 0,0 2 0 0 0,-44-4 0 0 0,-119 4-94 0 0,-187 28 81 0 0,300-16 60 0 0,-171 26 273 0 0,208-26-214 0 0,15-1-2 0 0,-43 11 0 0 0,67-16-89 0 0,1 0 0 0 0,-1 0-1 0 0,1 1 1 0 0,-1-1 0 0 0,1 1 0 0 0,-1-1-1 0 0,1 1 1 0 0,-1 0 0 0 0,1 0-1 0 0,-1-1 1 0 0,1 1 0 0 0,0 0-1 0 0,-1 0 1 0 0,1 0 0 0 0,0 0 0 0 0,0 1-1 0 0,0-1 1 0 0,0 0 0 0 0,0 0-1 0 0,0 1 1 0 0,0-1 0 0 0,0 0 0 0 0,1 1-1 0 0,-2 2 1 0 0,2-2-3 0 0,1 0-1 0 0,-1 0 1 0 0,1 0 0 0 0,0 0 0 0 0,-1 0 0 0 0,1 0-1 0 0,0 0 1 0 0,0-1 0 0 0,0 1 0 0 0,0 0-1 0 0,1 0 1 0 0,-1-1 0 0 0,0 1 0 0 0,1-1-1 0 0,-1 1 1 0 0,1-1 0 0 0,-1 0 0 0 0,1 0-1 0 0,0 1 1 0 0,2 0 0 0 0,10 7-21 0 0,1 0 0 0 0,0-1 0 0 0,1 0 0 0 0,0-1 0 0 0,0-1 0 0 0,21 5 0 0 0,107 15 0 0 0,-18-12 32 0 0,2-6-1 0 0,-1-6 1 0 0,152-16 0 0 0,-49-13 100 0 0,-180 18-33 0 0,0-2-1 0 0,67-23 1 0 0,-113 32-60 0 0,3 0 38 0 0,-1 0 0 0 0,-1 0 0 0 0,1-1 0 0 0,0 0 0 0 0,7-5 0 0 0,-12 7-36 0 0,0 0-1 0 0,0 1 1 0 0,0-1 0 0 0,-1 0-1 0 0,1 0 1 0 0,0 0 0 0 0,0 0 0 0 0,-1-1-1 0 0,1 1 1 0 0,0 0 0 0 0,-1 0-1 0 0,1 0 1 0 0,-1 0 0 0 0,0-1 0 0 0,1 1-1 0 0,-1 0 1 0 0,0-1 0 0 0,0 1-1 0 0,0 0 1 0 0,0 0 0 0 0,0-1 0 0 0,0 1-1 0 0,0 0 1 0 0,0-1 0 0 0,0 1-1 0 0,-1 0 1 0 0,1 0 0 0 0,0 0 0 0 0,-1-1-1 0 0,0-1 1 0 0,-1 0 1 0 0,0 0 0 0 0,0-1 0 0 0,0 1-1 0 0,0 0 1 0 0,-1 0 0 0 0,1 0 0 0 0,-1 1 0 0 0,0-1 0 0 0,0 1 0 0 0,0-1-1 0 0,0 1 1 0 0,0 0 0 0 0,-6-3 0 0 0,-6-2 58 0 0,-30-11-1 0 0,32 14-69 0 0,-18-5-30 0 0,-1 1 0 0 0,1 1 0 0 0,-1 2 0 0 0,-59-2 0 0 0,-127 13-89 0 0,78 11 195 0 0,-214 52 0 0 0,326-63-68 0 0,9-2 2 0 0,0 0 1 0 0,-26 11-1 0 0,41-14-20 0 0,0 1 1 0 0,1 0-1 0 0,-1 0 1 0 0,1 0-1 0 0,-1 0 1 0 0,1 0-1 0 0,0 1 1 0 0,0-1-1 0 0,0 1 1 0 0,0 0 0 0 0,0 0-1 0 0,1 0 1 0 0,-1 0-1 0 0,1 0 1 0 0,0 1-1 0 0,0-1 1 0 0,-2 5-1 0 0,3-6-2 0 0,1 0 1 0 0,-1 0-1 0 0,1 0 0 0 0,-1 0 0 0 0,1 0 0 0 0,0 0 0 0 0,0 0 0 0 0,0 0 0 0 0,0 0 0 0 0,0 0 0 0 0,0 0 0 0 0,1 0 1 0 0,-1 0-1 0 0,1 0 0 0 0,-1 0 0 0 0,1 0 0 0 0,0-1 0 0 0,0 1 0 0 0,-1 0 0 0 0,1 0 0 0 0,1 0 0 0 0,-1-1 0 0 0,0 1 1 0 0,0-1-1 0 0,1 1 0 0 0,-1-1 0 0 0,3 3 0 0 0,4 2-4 0 0,0-1 0 0 0,0 0 0 0 0,0 0 0 0 0,15 5 0 0 0,-15-6 3 0 0,29 12 22 0 0,0-2 0 0 0,0-2 0 0 0,1-1 0 0 0,1-2 0 0 0,0-2 0 0 0,48 3 0 0 0,-7-7-23 0 0,1-3 0 0 0,87-11 0 0 0,-89 3 38 0 0,131-14 132 0 0,-157 14-196 0 0,96-28 0 0 0,-145 35 59 0 0,0 0 0 0 0,0-1 0 0 0,0 0 0 0 0,0 0 0 0 0,0 0 0 0 0,0 0 0 0 0,5-5 0 0 0,-8 7-16 0 0,0-1 0 0 0,-1 0 0 0 0,1 0 0 0 0,0 0 0 0 0,-1 1 0 0 0,1-1 0 0 0,-1 0-1 0 0,1 0 1 0 0,-1 0 0 0 0,1 0 0 0 0,-1 0 0 0 0,0 0 0 0 0,0 0 0 0 0,1 0 0 0 0,-1 0-1 0 0,0 0 1 0 0,0 0 0 0 0,0 0 0 0 0,0-1 0 0 0,0 1 0 0 0,0 0 0 0 0,0 0 0 0 0,-1 0-1 0 0,1 0 1 0 0,0 0 0 0 0,0 0 0 0 0,-1 0 0 0 0,1 0 0 0 0,-1 0 0 0 0,1 0 0 0 0,-1 1-1 0 0,1-1 1 0 0,-1 0 0 0 0,0 0 0 0 0,-1-1 0 0 0,-4-6 7 0 0,-1 1 1 0 0,-1-1-1 0 0,1 2 1 0 0,-1-1-1 0 0,0 1 1 0 0,-1 0-1 0 0,-13-7 1 0 0,-4 0-13 0 0,-42-15 1 0 0,24 14-30 0 0,0 2 0 0 0,-1 1 0 0 0,-70-5 0 0 0,-140 2-3 0 0,68 14 215 0 0,-252 30 0 0 0,417-27-145 0 0,1-1 27 0 0,1 1-1 0 0,0 1 1 0 0,-34 11-1 0 0,51-14-67 0 0,0 0 0 0 0,0 0-1 0 0,0 1 1 0 0,0-1 0 0 0,0 1 0 0 0,0 0-1 0 0,1 0 1 0 0,-1 0 0 0 0,-4 5-1 0 0,6-6-4 0 0,0 1-1 0 0,0-1 0 0 0,0 0 0 0 0,0 1 0 0 0,0-1 0 0 0,1 1 0 0 0,-1-1 1 0 0,1 1-1 0 0,-1-1 0 0 0,1 1 0 0 0,-1-1 0 0 0,1 1 0 0 0,0 0 0 0 0,0-1 1 0 0,0 4-1 0 0,0-1-11 0 0,1-1 1 0 0,0 1-1 0 0,1-1 1 0 0,-1 0-1 0 0,0 1 0 0 0,1-1 1 0 0,0 0-1 0 0,0 0 1 0 0,0 0-1 0 0,0 0 1 0 0,0 0-1 0 0,1 0 1 0 0,-1-1-1 0 0,1 1 0 0 0,0-1 1 0 0,5 4-1 0 0,1 0 2 0 0,0 0-1 0 0,0-1 1 0 0,0 0-1 0 0,1-1 1 0 0,18 6-1 0 0,59 11-62 0 0,14-4 72 0 0,0-4 0 0 0,1-5 0 0 0,187-8 0 0 0,-6-27 27 0 0,-243 21 25 0 0,-1-1 1 0 0,-1-2 0 0 0,1-2-1 0 0,-1-1 1 0 0,53-26 0 0 0,-86 36-12 0 0,0-1 0 0 0,0 0 1 0 0,-1 0-1 0 0,1-1 1 0 0,-1 1-1 0 0,0-1 0 0 0,5-6 1 0 0,-8 10-32 0 0,-1-1 1 0 0,1 0 0 0 0,-1 0-1 0 0,1 0 1 0 0,-1 0-1 0 0,1 1 1 0 0,-1-1 0 0 0,1 0-1 0 0,-1 0 1 0 0,0 0-1 0 0,1 0 1 0 0,-1 0 0 0 0,0 0-1 0 0,0 0 1 0 0,0 0-1 0 0,0 0 1 0 0,0 0-1 0 0,0 0 1 0 0,0 0 0 0 0,0 0-1 0 0,0 0 1 0 0,-1 0-1 0 0,1 0 1 0 0,0 0 0 0 0,0 0-1 0 0,-1 0 1 0 0,1 0-1 0 0,-1 0 1 0 0,1 0 0 0 0,-1 0-1 0 0,1 0 1 0 0,-1 1-1 0 0,0-1 1 0 0,1 0 0 0 0,-1 0-1 0 0,0 1 1 0 0,0-1-1 0 0,0 1 1 0 0,1-1 0 0 0,-1 0-1 0 0,0 1 1 0 0,0-1-1 0 0,0 1 1 0 0,0 0 0 0 0,0-1-1 0 0,0 1 1 0 0,-1-1-1 0 0,-21-7-19 0 0,0 1-1 0 0,0 1 0 0 0,-1 1 0 0 0,0 1 0 0 0,-24-2 1 0 0,-67-3-77 0 0,-119 5 0 0 0,-120 20 153 0 0,255-10-29 0 0,83-5-13 0 0,-159 13 208 0 0,145-10-144 0 0,0 2 1 0 0,1 0-1 0 0,-46 18 1 0 0,73-24-88 0 0,0 1 0 0 0,0 0 0 0 0,0 0 0 0 0,0 0-1 0 0,0 0 1 0 0,0 0 0 0 0,0 0 0 0 0,1 1 0 0 0,-1-1 0 0 0,0 1 0 0 0,1-1 0 0 0,-1 1 0 0 0,-1 3-1 0 0,2-4-1 0 0,1 0 0 0 0,-1 0 0 0 0,1 1-1 0 0,-1-1 1 0 0,1 0 0 0 0,0 0-1 0 0,0 0 1 0 0,0 1 0 0 0,-1-1-1 0 0,1 0 1 0 0,0 0 0 0 0,1 1-1 0 0,-1-1 1 0 0,0 0 0 0 0,0 0-1 0 0,0 1 1 0 0,1-1 0 0 0,0 1-1 0 0,1 2 3 0 0,0 0-1 0 0,0-1 0 0 0,0 1 0 0 0,1-1 0 0 0,0 0 1 0 0,-1 1-1 0 0,1-1 0 0 0,1-1 0 0 0,-1 1 0 0 0,0 0 0 0 0,7 3 1 0 0,11 6-37 0 0,1-1 0 0 0,0-2 1 0 0,1 0-1 0 0,0-1 0 0 0,0-1 1 0 0,37 5-1 0 0,4-3 9 0 0,81 1 0 0 0,-35-10-9 0 0,207-30 1 0 0,-225 19 14 0 0,325-31 83 0 0,272-37-719 0 0,-648 71 682 0 0,0-1 0 0 0,55-21 0 0 0,-94 29-16 0 0,-1 1-1 0 0,0-1 1 0 0,1 1 0 0 0,-1-1-1 0 0,0 1 1 0 0,0-1-1 0 0,0 1 1 0 0,0-1 0 0 0,1 0-1 0 0,-1 0 1 0 0,0 0-1 0 0,0 0 1 0 0,0 0-1 0 0,-1 0 1 0 0,1 0 0 0 0,1-2-1 0 0,-2 2-2 0 0,0 0-1 0 0,0 0 1 0 0,0 0 0 0 0,0 1-1 0 0,0-1 1 0 0,0 0-1 0 0,0 0 1 0 0,-1 0 0 0 0,1 0-1 0 0,0 0 1 0 0,-1 1 0 0 0,1-1-1 0 0,0 0 1 0 0,-1 0-1 0 0,1 1 1 0 0,-1-1 0 0 0,0 0-1 0 0,1 1 1 0 0,-1-1-1 0 0,0 0 1 0 0,1 1 0 0 0,-1-1-1 0 0,0 1 1 0 0,1-1 0 0 0,-1 1-1 0 0,0-1 1 0 0,-1 1-1 0 0,-6-6-19 0 0,-1 2-1 0 0,0-1 1 0 0,0 1-1 0 0,0 0 1 0 0,-1 1-1 0 0,-12-3 1 0 0,-68-9 40 0 0,44 8 60 0 0,-3 1-50 0 0,1 1 0 0 0,-54 3 0 0 0,-96 12 96 0 0,173-9-121 0 0,-295 29 85 0 0,192-16-75 0 0,99-12-4 0 0,19-2-10 0 0,0 1-1 0 0,0 0 1 0 0,1 1-1 0 0,-1-1 0 0 0,0 2 1 0 0,0-1-1 0 0,1 2 0 0 0,-14 5 1 0 0,23-9-6 0 0,-1 0 1 0 0,1 0-1 0 0,0 1 1 0 0,-1-1-1 0 0,1 0 0 0 0,-1 0 1 0 0,1 0-1 0 0,0 1 1 0 0,-1-1-1 0 0,1 0 1 0 0,0 0-1 0 0,-1 1 1 0 0,1-1-1 0 0,0 0 0 0 0,-1 1 1 0 0,1-1-1 0 0,0 0 1 0 0,0 1-1 0 0,0-1 1 0 0,-1 0-1 0 0,1 1 1 0 0,0-1-1 0 0,0 1 0 0 0,0-1 1 0 0,0 1-1 0 0,-1-1 1 0 0,1 0-1 0 0,0 1 1 0 0,0-1-1 0 0,0 1 0 0 0,0-1 1 0 0,0 1-1 0 0,0-1 1 0 0,0 0-1 0 0,0 1 1 0 0,1-1-1 0 0,-1 1 1 0 0,0-1-1 0 0,0 1 0 0 0,0-1 1 0 0,0 0-1 0 0,1 1 1 0 0,-1-1-1 0 0,0 0 1 0 0,0 1-1 0 0,1-1 0 0 0,-1 0 1 0 0,0 1-1 0 0,0-1 1 0 0,1 0-1 0 0,-1 1 1 0 0,0-1-1 0 0,1 0 1 0 0,0 1-1 0 0,26 12-8 0 0,-4-6 24 0 0,0-1 0 0 0,0-1 0 0 0,1-2 0 0 0,45 3-1 0 0,400-8-155 0 0,45-40-358 0 0,-498 40 525 0 0,59-10 35 0 0,-69 11-35 0 0,0-1 0 0 0,-1 0 0 0 0,1 0-1 0 0,0 0 1 0 0,-1-1 0 0 0,1 1 0 0 0,-1-1 0 0 0,0-1 0 0 0,9-6-1 0 0,-14 10-22 0 0,1-1-1 0 0,-1 1 0 0 0,1 0 1 0 0,-1-1-1 0 0,0 1 0 0 0,1 0 1 0 0,-1-1-1 0 0,0 1 0 0 0,1-1 1 0 0,-1 1-1 0 0,0-1 0 0 0,0 1 1 0 0,1 0-1 0 0,-1-1 0 0 0,0 1 1 0 0,0-1-1 0 0,0 1 0 0 0,0-1 1 0 0,0 1-1 0 0,0-1 0 0 0,1 1 1 0 0,-1-1-1 0 0,0 1 0 0 0,-1-1 1 0 0,1 1-1 0 0,0-1 0 0 0,0 1 1 0 0,0-1-1 0 0,0 1 0 0 0,0-1 1 0 0,0 1-1 0 0,-1-1 0 0 0,1 1 1 0 0,0-1-1 0 0,0 1 0 0 0,-1-1 1 0 0,1 1-1 0 0,0-1 0 0 0,0 1 1 0 0,-1 0-1 0 0,1-1 0 0 0,-1 1 1 0 0,1 0-1 0 0,0-1 0 0 0,-1 1 1 0 0,1 0-1 0 0,-1-1 0 0 0,-27-11-42 0 0,4 7 23 0 0,-1 0 0 0 0,1 1 0 0 0,-1 2 0 0 0,0 0 0 0 0,-38 3-1 0 0,44-1 24 0 0,-24 0 60 0 0,0 2-1 0 0,0 2 1 0 0,1 1-1 0 0,-1 3 1 0 0,-48 14 0 0 0,89-21-64 0 0,-4 0-4 0 0,0 1 0 0 0,0 0 0 0 0,0 0 0 0 0,0 1 0 0 0,0 0-1 0 0,1 0 1 0 0,-1 0 0 0 0,1 1 0 0 0,0 0 0 0 0,0 0 0 0 0,0 0-1 0 0,-5 6 1 0 0,10-9-1 0 0,-1 0 1 0 0,0 0-1 0 0,1 0 0 0 0,-1 0 1 0 0,1 0-1 0 0,-1 0 0 0 0,1 0 0 0 0,-1 0 1 0 0,1 0-1 0 0,0 0 0 0 0,0 0 1 0 0,-1 0-1 0 0,1 0 0 0 0,0 0 0 0 0,0 1 1 0 0,0-1-1 0 0,0 0 0 0 0,0 0 0 0 0,1 0 1 0 0,-1 0-1 0 0,0 0 0 0 0,0 0 1 0 0,1 0-1 0 0,-1 1 0 0 0,1-1 0 0 0,-1 0 1 0 0,1 0-1 0 0,-1 0 0 0 0,1-1 1 0 0,0 1-1 0 0,-1 0 0 0 0,1 0 0 0 0,0 0 1 0 0,0 0-1 0 0,0-1 0 0 0,-1 1 0 0 0,1 0 1 0 0,2 0-1 0 0,1 2-4 0 0,1 0 0 0 0,0-1 0 0 0,0 0 1 0 0,0 0-1 0 0,0 0 0 0 0,0 0 0 0 0,7 1 0 0 0,25 3-13 0 0,1-2 1 0 0,0-1-1 0 0,0-2 0 0 0,-1-1 0 0 0,1-3 1 0 0,0 0-1 0 0,-1-3 0 0 0,64-17 0 0 0,-65 13 77 0 0,-16 5-25 0 0,-1 0 1 0 0,0-2-1 0 0,0 0 0 0 0,-1-1 1 0 0,28-17-1 0 0,-44 25-34 0 0,-1-1 0 0 0,0 0 0 0 0,1 1 0 0 0,-1-1 0 0 0,0 0 0 0 0,0 0 0 0 0,1 0 0 0 0,-1 0-1 0 0,0 0 1 0 0,0 0 0 0 0,0-1 0 0 0,0 1 0 0 0,0 0 0 0 0,0-1 0 0 0,-1 1 0 0 0,1 0 0 0 0,0-1-1 0 0,-1 1 1 0 0,1-1 0 0 0,-1 1 0 0 0,1-1 0 0 0,-1 1 0 0 0,0-1 0 0 0,0 1 0 0 0,0-3 0 0 0,-1 2-13 0 0,0 0 1 0 0,0 1-1 0 0,0-1 1 0 0,0 0-1 0 0,-1 0 1 0 0,1 1 0 0 0,-1-1-1 0 0,1 1 1 0 0,-1-1-1 0 0,0 1 1 0 0,0 0-1 0 0,1 0 1 0 0,-1 0-1 0 0,0 0 1 0 0,0 0 0 0 0,0 0-1 0 0,-4-1 1 0 0,-10-3-7 0 0,0 1 1 0 0,0 0 0 0 0,0 1 0 0 0,0 0-1 0 0,-1 2 1 0 0,1 0 0 0 0,-1 1 0 0 0,1 0-1 0 0,-1 2 1 0 0,1 0 0 0 0,-1 0 0 0 0,1 2-1 0 0,0 0 1 0 0,-26 10 0 0 0,33-10 47 0 0,1 0-1 0 0,-1 0 1 0 0,-12 8-1 0 0,19-10-29 0 0,-1 0 1 0 0,1 0-1 0 0,0 0 0 0 0,0 0 0 0 0,-1 0 0 0 0,1 1 1 0 0,1-1-1 0 0,-1 1 0 0 0,0-1 0 0 0,1 1 0 0 0,-1-1 1 0 0,1 1-1 0 0,0 0 0 0 0,-2 5 0 0 0,3-7 1 0 0,0-1-1 0 0,0 1 1 0 0,0-1-1 0 0,0 1 0 0 0,0 0 1 0 0,0-1-1 0 0,0 1 1 0 0,0-1-1 0 0,0 1 0 0 0,0-1 1 0 0,1 1-1 0 0,-1-1 1 0 0,0 1-1 0 0,0-1 1 0 0,0 1-1 0 0,1-1 0 0 0,-1 1 1 0 0,0-1-1 0 0,1 1 1 0 0,-1-1-1 0 0,1 0 0 0 0,-1 1 1 0 0,0-1-1 0 0,1 1 1 0 0,-1-1-1 0 0,1 0 1 0 0,-1 0-1 0 0,1 1 0 0 0,-1-1 1 0 0,1 0-1 0 0,-1 0 1 0 0,1 1-1 0 0,0-1 0 0 0,23 5-49 0 0,-22-5 46 0 0,27 1-220 0 0,0-1 0 0 0,-1-2 0 0 0,1-1 0 0 0,55-12 0 0 0,-39 6-4479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33.18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121 83 1384 0 0,'-2'0'14'0'0,"-58"-3"62"0"0,54 3-30 0 0,1 0-1 0 0,-1 1 1 0 0,1-1 0 0 0,0 1-1 0 0,-1 1 1 0 0,1-1 0 0 0,0 1-1 0 0,-1 0 1 0 0,-3 8 778 0 0,9-10-807 0 0,0 0 0 0 0,0 0 0 0 0,0 0 0 0 0,0 0 0 0 0,0 0 0 0 0,1 0 0 0 0,-1 0-1 0 0,0 0 1 0 0,0 0 0 0 0,0 0 0 0 0,0 0 0 0 0,0 0 0 0 0,1 0 0 0 0,-1 0 0 0 0,0 0 0 0 0,10 3 460 0 0,27 3 320 0 0,14 4-94 0 0,226 8 1951 0 0,-270-18-2581 0 0,291 1 2193 0 0,219-13-559 0 0,-204 15-1309 0 0,263-10 108 0 0,-487 1-432 0 0,154-20 17 0 0,-222 20-8 0 0,-21 6-75 0 0,0 0 1 0 0,1 0-1 0 0,-1 0 1 0 0,0 0-1 0 0,0 0 1 0 0,0 0-1 0 0,0 0 1 0 0,1 0-1 0 0,-1 0 1 0 0,0 0-1 0 0,0 0 1 0 0,0 0 0 0 0,0-1-1 0 0,0 1 1 0 0,1 0-1 0 0,-1 0 1 0 0,0 0-1 0 0,0 0 1 0 0,0 0-1 0 0,0 0 1 0 0,0-1-1 0 0,0 1 1 0 0,0 0-1 0 0,0 0 1 0 0,0 0-1 0 0,1 0 1 0 0,-1 0-1 0 0,0-1 1 0 0,0 1 0 0 0,0 0-1 0 0,0 0 1 0 0,0 0-1 0 0,0 0 1 0 0,0-1-1 0 0,0 1 1 0 0,0 0-1 0 0,0 0 1 0 0,0 0-1 0 0,0 0 1 0 0,0-1-1 0 0,0 1 1 0 0,0 0-1 0 0,-1 0 1 0 0,1 0-1 0 0,0 0 1 0 0,0 0-1 0 0,0-1 1 0 0,0 1 0 0 0,0 0-1 0 0,0 0 1 0 0,0 0-1 0 0,0 0 1 0 0,0 0-1 0 0,-1 0 1 0 0,1-1-1 0 0,0 1 1 0 0,0 0-1 0 0,0 0 1 0 0,0 0-1 0 0,0 0 1 0 0,-1 0-1 0 0,-6-4 222 0 0,-14-2-238 0 0,0 1-1 0 0,-1 1 1 0 0,1 1-1 0 0,-1 1 1 0 0,-39 1-1 0 0,29 1-37 0 0,-376-17-622 0 0,374 16 627 0 0,-344-1-337 0 0,212 7 32 0 0,-74 0 0 0 0,1-14 191 0 0,-185 5 118 0 0,424 4 41 0 0,-22 3-32 0 0,16 2-115 0 0,13 1 13 0 0,14 0 171 0 0,68 4 441 0 0,162-4 0 0 0,-177-6-368 0 0,952-35 946 0 0,-664 9-1076 0 0,-338 24-39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2:43.01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476 414 1200 0 0,'-155'-48'96'0'0,"143"41"-54"0"0,12 7-41 0 0,0-1 1 0 0,0 1-1 0 0,-1 0 1 0 0,1 0-1 0 0,0 0 1 0 0,0-1-1 0 0,0 1 1 0 0,0 0-1 0 0,0 0 1 0 0,0 0-1 0 0,0-1 1 0 0,0 1-1 0 0,0 0 1 0 0,0 0-1 0 0,0-1 1 0 0,0 1-1 0 0,0 0 1 0 0,0 0-1 0 0,0-1 1 0 0,0 1-1 0 0,0 0 1 0 0,0 0-1 0 0,0 0 1 0 0,0-1-1 0 0,0 1 1 0 0,1 0-1 0 0,-1 0 1 0 0,0 0-1 0 0,0-1 1 0 0,0 1-1 0 0,1 0 1 0 0,0-2 2 0 0,1 1-1 0 0,0 0 1 0 0,0-1 0 0 0,0 1 0 0 0,1 0 0 0 0,-1 0 0 0 0,0 0-1 0 0,0 1 1 0 0,3-2 0 0 0,29-5 27 0 0,0 0 0 0 0,0 3 0 0 0,59-2-1 0 0,-36 3 7 0 0,99-5 44 0 0,22-2-6 0 0,229-5-88 0 0,93-5 48 0 0,-6-23-61 0 0,-386 34 46 0 0,-396 34-11 0 0,-38-7-66 0 0,-191 14-70 0 0,-287 63 142 0 0,789-93-17 0 0,-134 29-11 0 0,119-20 1 0 0,31-11 12 0 0,-1 0-1 0 0,0 0 1 0 0,0 0 0 0 0,0 0-1 0 0,0 0 1 0 0,1 0-1 0 0,-1 0 1 0 0,0 0-1 0 0,0 1 1 0 0,0-1 0 0 0,0 0-1 0 0,1 0 1 0 0,-1 0-1 0 0,0 0 1 0 0,0 0-1 0 0,0 0 1 0 0,0 0-1 0 0,0 0 1 0 0,1 1 0 0 0,-1-1-1 0 0,0 0 1 0 0,0 0-1 0 0,0 0 1 0 0,0 0-1 0 0,0 1 1 0 0,0-1 0 0 0,0 0-1 0 0,0 0 1 0 0,0 0-1 0 0,0 0 1 0 0,0 1-1 0 0,0-1 1 0 0,1 0-1 0 0,-1 0 1 0 0,0 0 0 0 0,0 0-1 0 0,0 1 1 0 0,-1-1-1 0 0,1 0 1 0 0,0 0-1 0 0,0 0 1 0 0,0 1 0 0 0,0-1-1 0 0,0 0 1 0 0,0 0-1 0 0,0 0 1 0 0,0 0-1 0 0,0 0 1 0 0,0 1-1 0 0,0-1 1 0 0,0 0 0 0 0,-1 0-1 0 0,1 0 1 0 0,0 0-1 0 0,0 0 1 0 0,0 1-1 0 0,0-1 1 0 0,0 0 0 0 0,-1 0-1 0 0,1 0 1 0 0,26 6 29 0 0,1-2-1 0 0,46 2 1 0 0,-60-5-22 0 0,426 1 123 0 0,5-31-126 0 0,-365 23-26 0 0,-14 1 28 0 0,224-19 50 0 0,-2-25-13 0 0,-198 25-25 0 0,-59 9 15 0 0,-29 14-21 0 0,0 1 0 0 0,-1-1 1 0 0,1 0-1 0 0,0 1 0 0 0,0-1 1 0 0,0 0-1 0 0,-1 1 0 0 0,1-1 1 0 0,-1 0-1 0 0,1 0 0 0 0,0 0 1 0 0,-1 0-1 0 0,0 0 0 0 0,1 0 1 0 0,-1 0-1 0 0,1-1 1 0 0,-1 1 0 0 0,0 0 1 0 0,0 0 0 0 0,0 1 0 0 0,0-1-1 0 0,0 0 1 0 0,-1 0 0 0 0,1 0 0 0 0,0 1-1 0 0,0-1 1 0 0,-1 0 0 0 0,1 0 0 0 0,0 1-1 0 0,-1-1 1 0 0,1 0 0 0 0,-1 0 0 0 0,1 1-1 0 0,-1-1 1 0 0,-1-1 0 0 0,-20-14 172 0 0,-5 3-153 0 0,-1 1 0 0 0,0 1 0 0 0,0 2 0 0 0,-1 0 0 0 0,-35-4 0 0 0,-157-14-144 0 0,-456 0-324 0 0,665 27 438 0 0,-241 3 61 0 0,215 0-67 0 0,0 1 0 0 0,1 2 0 0 0,-1 2 0 0 0,-51 17 0 0 0,83-23-11 0 0,0 1 0 0 0,0 0 0 0 0,0 0-1 0 0,0 0 1 0 0,0 1 0 0 0,0-1 0 0 0,-7 8 0 0 0,11-9 9 0 0,1-1 1 0 0,0 0 0 0 0,0 1-1 0 0,-1-1 1 0 0,1 1 0 0 0,0-1-1 0 0,0 1 1 0 0,1 0 0 0 0,-1-1-1 0 0,0 1 1 0 0,1 0 0 0 0,-1 0-1 0 0,1-1 1 0 0,-1 1 0 0 0,1 0-1 0 0,0 0 1 0 0,-1 0 0 0 0,1 0-1 0 0,0-1 1 0 0,0 1 0 0 0,1 0-1 0 0,-1 0 1 0 0,0 0 0 0 0,1 0-1 0 0,-1-1 1 0 0,1 1 0 0 0,-1 0-1 0 0,1 0 1 0 0,0-1 0 0 0,2 4-1 0 0,0 0 18 0 0,1 1-1 0 0,0-1 0 0 0,1 0 0 0 0,-1 0 0 0 0,1-1 1 0 0,0 1-1 0 0,0-1 0 0 0,8 4 0 0 0,0 1 50 0 0,1-1 0 0 0,26 10 0 0 0,-4-5 14 0 0,0-2 0 0 0,1-1 0 0 0,73 9-1 0 0,124-4 96 0 0,-146-13-147 0 0,1-4 0 0 0,126-18 0 0 0,-113 1 74 0 0,100-33 1 0 0,-183 47-46 0 0,0-1 0 0 0,0-1 0 0 0,0-1 1 0 0,-1-1-1 0 0,0 0 0 0 0,21-15 0 0 0,-38 23-24 0 0,1 0 0 0 0,-1 0 0 0 0,0 0 1 0 0,0 0-1 0 0,1 0 0 0 0,-1 0 0 0 0,0-1 0 0 0,0 1 0 0 0,0 0 0 0 0,0-1 0 0 0,0 1 1 0 0,0 0-1 0 0,0-1 0 0 0,-1 1 0 0 0,1-1 0 0 0,-1 1 0 0 0,1-1 0 0 0,-1 0 0 0 0,1 1 1 0 0,-1-1-1 0 0,0 1 0 0 0,0-1 0 0 0,1 0 0 0 0,-1 1 0 0 0,0-1 0 0 0,-1 0 1 0 0,1 1-1 0 0,0-1 0 0 0,0 0 0 0 0,-1 1 0 0 0,1-1 0 0 0,-1 1 0 0 0,0-1 0 0 0,1 1 1 0 0,-1-1-1 0 0,0 1 0 0 0,0-1 0 0 0,0 1 0 0 0,0 0 0 0 0,0-1 0 0 0,-1 0 1 0 0,-7-7 6 0 0,1 2 0 0 0,-1 0 0 0 0,0 0 0 0 0,0 0 0 0 0,-1 1 0 0 0,0 1 0 0 0,0-1 0 0 0,0 2 1 0 0,-19-7-1 0 0,-14-2-63 0 0,-50-8 1 0 0,0 6-24 0 0,-1 4 0 0 0,-1 4 1 0 0,-126 8-1 0 0,70 9-60 0 0,-282 57 0 0 0,373-55 50 0 0,1 2 0 0 0,-77 31 0 0 0,132-44 57 0 0,-11 5-19 0 0,0 1 0 0 0,-14 9 0 0 0,25-14 1 0 0,1 0 0 0 0,-1 1 1 0 0,1-1-1 0 0,0 1 0 0 0,0 0 1 0 0,0 0-1 0 0,0 0 0 0 0,1 1 0 0 0,-1-1 1 0 0,1 1-1 0 0,0-1 0 0 0,-3 7 1 0 0,4-9 9 0 0,1 1 0 0 0,-1 0 1 0 0,0 0-1 0 0,1 0 1 0 0,0 0-1 0 0,-1-1 0 0 0,1 1 1 0 0,0 0-1 0 0,0 0 1 0 0,0 0-1 0 0,0 0 0 0 0,1 0 1 0 0,-1 0-1 0 0,0 0 1 0 0,1 0-1 0 0,0-1 0 0 0,-1 1 1 0 0,1 0-1 0 0,0 0 1 0 0,0-1-1 0 0,0 1 0 0 0,0 0 1 0 0,0-1-1 0 0,2 4 1 0 0,2 0 11 0 0,1 0 1 0 0,0 0 0 0 0,-1-1 0 0 0,2 0-1 0 0,7 5 1 0 0,7 2 50 0 0,0-2 0 0 0,1 0 0 0 0,0-1 0 0 0,1-2 0 0 0,-1 0 0 0 0,1-1 0 0 0,45 3 0 0 0,33-1 48 0 0,1-5-1 0 0,0-3 1 0 0,111-18-1 0 0,296-74-3 0 0,-463 82-62 0 0,107-27 56 0 0,-119 27 22 0 0,0-1-1 0 0,39-20 1 0 0,-69 30-46 0 0,-1 1 1 0 0,0-1-1 0 0,1 0 1 0 0,-1-1-1 0 0,0 1 1 0 0,4-4-1 0 0,-7 6-43 0 0,0-1 1 0 0,1 1-1 0 0,-1-1 0 0 0,1 1 0 0 0,-1-1 1 0 0,0 1-1 0 0,0-1 0 0 0,1 0 0 0 0,-1 1 1 0 0,0-1-1 0 0,0 1 0 0 0,0-1 0 0 0,0 0 1 0 0,1 1-1 0 0,-1-1 0 0 0,0 0 1 0 0,0 1-1 0 0,0-1 0 0 0,0 1 0 0 0,-1-1 1 0 0,1 0-1 0 0,0 1 0 0 0,0-1 0 0 0,0 1 1 0 0,0-1-1 0 0,-1 0 0 0 0,1 1 0 0 0,0-1 1 0 0,0 1-1 0 0,-1-1 0 0 0,1 1 0 0 0,-1-1 1 0 0,1 1-1 0 0,0-1 0 0 0,-1 1 0 0 0,1-1 1 0 0,-1 1-1 0 0,1 0 0 0 0,-1-1 1 0 0,1 1-1 0 0,-1 0 0 0 0,0-1 0 0 0,-13-6 56 0 0,0 1-1 0 0,0 0 0 0 0,-1 1 1 0 0,1 0-1 0 0,-1 2 0 0 0,-23-4 0 0 0,26 5-74 0 0,-113-20-150 0 0,-181-7 0 0 0,-135 31-190 0 0,264 8 131 0 0,0 8-1 0 0,-189 44 0 0 0,351-59 200 0 0,-51 15 29 0 0,61-16-53 0 0,0 0-1 0 0,0 1 1 0 0,0-1 0 0 0,0 1-1 0 0,0 0 1 0 0,1 0 0 0 0,-1 0-1 0 0,-7 8 1 0 0,12-11 17 0 0,0 0-1 0 0,-1 1 1 0 0,1-1 0 0 0,-1 0-1 0 0,1 1 1 0 0,-1-1 0 0 0,1 1 0 0 0,0-1-1 0 0,-1 1 1 0 0,1-1 0 0 0,0 0-1 0 0,0 1 1 0 0,-1-1 0 0 0,1 1-1 0 0,0-1 1 0 0,0 1 0 0 0,0-1 0 0 0,0 1-1 0 0,-1 0 1 0 0,1-1 0 0 0,0 1-1 0 0,0-1 1 0 0,0 1 0 0 0,0-1-1 0 0,0 1 1 0 0,0-1 0 0 0,0 1 0 0 0,1-1-1 0 0,-1 1 1 0 0,0-1 0 0 0,0 1-1 0 0,0-1 1 0 0,0 1 0 0 0,1-1-1 0 0,-1 1 1 0 0,0-1 0 0 0,1 1 0 0 0,-1-1-1 0 0,0 1 1 0 0,1-1 0 0 0,0 1-1 0 0,3 2-19 0 0,1 0-1 0 0,0-1 0 0 0,0 0 0 0 0,0 0 0 0 0,1 0 0 0 0,-1 0 1 0 0,7 0-1 0 0,49 10 97 0 0,2-3 1 0 0,75 1-1 0 0,602 0 325 0 0,1135-79-2925 0 0,-1617 54 2259 0 0,-238 14 279 0 0,-13 1 16 0 0,0-1 0 0 0,0 1 1 0 0,0-1-1 0 0,0 0 0 0 0,0-1 1 0 0,0 0-1 0 0,7-3 1 0 0,-13 5-14 0 0,-1 0 0 0 0,0 0 0 0 0,0 0 0 0 0,0 0 0 0 0,0 0 0 0 0,1 0 0 0 0,-1 0 0 0 0,0 0 0 0 0,0 0 0 0 0,0 0 0 0 0,0 0 0 0 0,0 0 0 0 0,1 0 0 0 0,-1 0 0 0 0,0 0 0 0 0,0-1 0 0 0,0 1 0 0 0,0 0 0 0 0,0 0 0 0 0,0 0 0 0 0,1 0 0 0 0,-1 0 0 0 0,0 0 0 0 0,0 0 0 0 0,0-1 0 0 0,0 1 1 0 0,0 0-1 0 0,0 0 0 0 0,0 0 0 0 0,0 0 0 0 0,0 0 0 0 0,0-1 0 0 0,0 1 0 0 0,0 0 0 0 0,0 0 0 0 0,0 0 0 0 0,0 0 0 0 0,0-1 0 0 0,0 1 0 0 0,0 0 0 0 0,0 0 0 0 0,0 0 0 0 0,0 0 0 0 0,0-1 0 0 0,0 1 0 0 0,0 0 0 0 0,0 0 0 0 0,0 0 0 0 0,0 0 0 0 0,0 0 0 0 0,0-1 0 0 0,0 1 0 0 0,0 0 0 0 0,0 0 0 0 0,-1 0 0 0 0,1 0 0 0 0,0 0 1 0 0,0 0-1 0 0,0 0 0 0 0,0-1 0 0 0,-15-4-121 0 0,-39-4-317 0 0,-83-3 1 0 0,-67 9 295 0 0,142 3 96 0 0,-575 30-48 0 0,-44 75 2 0 0,631-96 85 0 0,-11 1 16 0 0,-339 75 365 0 0,345-66-182 0 0,44-12-96 0 0,15-2-35 0 0,24 0 111 0 0,-23-4-128 0 0,101 8 888 0 0,150-6 0 0 0,-164-4-678 0 0,873-25 653 0 0,-24 0-884 0 0,-857 25-43 0 0,452-23-14 0 0,-488 17 137 0 0,-42 4 465 0 0,-15 0-323 0 0,-29-3-233 0 0,28 5-22 0 0,-287-19-496 0 0,-16 18-491 0 0,179 3 352 0 0,-1027 34-1176 0 0,587-6 2251 0 0,499-25-284 0 0,-127 3 1537 0 0,373-18-1111 0 0,-47 1-156 0 0,1148-24 1630 0 0,-265 26-1806 0 0,6-35-282 0 0,-518 8 4 0 0,475-29 294 0 0,25 29-336 0 0,-465 31-24 0 0,344-3-231 0 0,-2-24-1086 0 0,-852 30 1314 0 0,81-8-694 0 0,-85 3 430 0 0,-15 1 154 0 0,-11-1-41 0 0,-18-3 64 0 0,0 1 0 0 0,-1 2 0 0 0,1 0 0 0 0,-42-2 1 0 0,61 7 165 0 0,-397-20-465 0 0,302 18 437 0 0,-163-2-5 0 0,-62 3 54 0 0,-485-1-17 0 0,230 8 103 0 0,-357 26 243 0 0,935-31-324 0 0,-170 8 72 0 0,-935 49 1050 0 0,712-29-351 0 0,48 0-214 0 0,50-7-156 0 0,-391 10 2134 0 0,865-32-2398 0 0,500-13 312 0 0,-346 5-84 0 0,1195-8 1149 0 0,-238 2-1075 0 0,-555 0-526 0 0,1694-57-546 0 0,-1678 44 424 0 0,-557 22 120 0 0,139-5-81 0 0,196-1-337 0 0,-303 10 234 0 0,-168 1 146 0 0,32 0-452 0 0,150-19 0 0 0,-234 20 585 0 0,0 0 0 0 0,-1 0 0 0 0,1 0-1 0 0,0 0 1 0 0,0 0 0 0 0,0 0 0 0 0,0 0-1 0 0,0 0 1 0 0,0 0 0 0 0,0 0 0 0 0,0 0-1 0 0,0 0 1 0 0,0 0 0 0 0,-1 0 0 0 0,1-1-1 0 0,0 1 1 0 0,0 0 0 0 0,0 0 0 0 0,0 0-1 0 0,0 0 1 0 0,0 0 0 0 0,0 0 0 0 0,0 0-1 0 0,0 0 1 0 0,0 0 0 0 0,0 0 0 0 0,0 0-1 0 0,0 0 1 0 0,0 0 0 0 0,-1 0 0 0 0,1 0-1 0 0,0-1 1 0 0,0 1 0 0 0,0 0 0 0 0,0 0 0 0 0,0 0-1 0 0,0 0 1 0 0,0 0 0 0 0,0 0 0 0 0,0 0-1 0 0,0 0 1 0 0,0 0 0 0 0,0 0 0 0 0,0-1-1 0 0,0 1 1 0 0,0 0 0 0 0,0 0 0 0 0,0 0-1 0 0,0 0 1 0 0,0 0 0 0 0,0 0 0 0 0,0 0-1 0 0,0 0 1 0 0,1 0 0 0 0,-1 0 0 0 0,0 0-1 0 0,0-1 1 0 0,0 1 0 0 0,0 0 0 0 0,0 0-1 0 0,0 0 1 0 0,0 0 0 0 0,-15-6 100 0 0,-21-4-99 0 0,14 8-49 0 0,-37 1 0 0 0,53 1 18 0 0,0 0 0 0 0,-1 1 0 0 0,1 0 0 0 0,0 1 0 0 0,0-1 0 0 0,0 1 0 0 0,0 0 0 0 0,0 0 0 0 0,0 1 0 0 0,-10 6 0 0 0,15-8-3 0 0,-1 1 1 0 0,0-1-1 0 0,1 1 0 0 0,0-1 0 0 0,-1 1 0 0 0,1-1 0 0 0,0 1 0 0 0,0 0 0 0 0,0 0 0 0 0,0 0 0 0 0,0 0 0 0 0,0 0 1 0 0,1 0-1 0 0,-1 0 0 0 0,1 0 0 0 0,-1 0 0 0 0,1 3 0 0 0,-1 1-12 0 0,1 0 0 0 0,0 0 0 0 0,0 0 0 0 0,3 9 0 0 0,-3-14 41 0 0,0 1 1 0 0,0-1-1 0 0,-1 0 0 0 0,1 0 0 0 0,0 0 1 0 0,0 1-1 0 0,-1-1 0 0 0,1 0 0 0 0,0 0 1 0 0,-1 0-1 0 0,1 0 0 0 0,-1 0 1 0 0,0 0-1 0 0,1 0 0 0 0,-1 0 0 0 0,0 0 1 0 0,0 0-1 0 0,1 0 0 0 0,-1 0 0 0 0,0 0 1 0 0,0 0-1 0 0,0-1 0 0 0,0 1 1 0 0,0 0-1 0 0,0-1 0 0 0,-2 2 0 0 0,-33 12 161 0 0,33-13-157 0 0,-34 10 172 0 0,-1-2 0 0 0,-61 7-1 0 0,-84-4 144 0 0,112-9-159 0 0,-224 10 176 0 0,211-6-206 0 0,-174 8 190 0 0,-209 4-192 0 0,-22-3 57 0 0,435-14-173 0 0,-907-6 177 0 0,358-36 119 0 0,-3-1 95 0 0,262 25-164 0 0,-343 3 675 0 0,-228 12-1196 0 0,312 7 398 0 0,213 6-94 0 0,34 17 110 0 0,263-17-102 0 0,-166 43 0 0 0,247-51-43 0 0,3-2-23 0 0,-1 0-1 0 0,2 1 1 0 0,-16 6 0 0 0,24-9 28 0 0,0 0 0 0 0,0 0 0 0 0,0 0 1 0 0,0 0-1 0 0,0 0 0 0 0,0 0 0 0 0,1 0 0 0 0,-1 0 1 0 0,0 0-1 0 0,0 0 0 0 0,0 0 0 0 0,0 0 1 0 0,0 0-1 0 0,0 0 0 0 0,1 1 0 0 0,-1-1 0 0 0,0 0 1 0 0,0 0-1 0 0,0 0 0 0 0,0 0 0 0 0,0 0 1 0 0,0 0-1 0 0,0 0 0 0 0,0 0 0 0 0,1 0 0 0 0,-1 0 1 0 0,0 0-1 0 0,0 1 0 0 0,0-1 0 0 0,0 0 1 0 0,0 0-1 0 0,0 0 0 0 0,0 0 0 0 0,0 0 0 0 0,0 0 1 0 0,0 1-1 0 0,0-1 0 0 0,0 0 0 0 0,0 0 1 0 0,0 0-1 0 0,0 0 0 0 0,0 0 0 0 0,0 0 0 0 0,0 0 1 0 0,0 1-1 0 0,0-1 0 0 0,0 0 0 0 0,0 0 1 0 0,0 0-1 0 0,0 0 0 0 0,0 0 0 0 0,0 0 0 0 0,0 1 1 0 0,0-1-1 0 0,0 0 0 0 0,0 0 0 0 0,-1 0 1 0 0,1 0-1 0 0,0 0 0 0 0,0 0 0 0 0,0 0 0 0 0,0 0 1 0 0,0 0-1 0 0,0 1 0 0 0,0-1 0 0 0,-1 0 1 0 0,21 4 14 0 0,30 2 58 0 0,63 1 0 0 0,660 48 191 0 0,-432-26-142 0 0,1286 75-11 0 0,-1071-82-210 0 0,1307-22-410 0 0,-1003-53 120 0 0,-211 7-143 0 0,-36 12-2191 0 0,-369 13 2459 0 0,-219 17 204 0 0,-23 3-12 0 0,-6 0-3 0 0,-42-2 112 0 0,-304 0 438 0 0,3-1 68 0 0,-290 4-336 0 0,92 2-60 0 0,-377-2-8 0 0,655-1-42 0 0,-428-7 252 0 0,-90-30 163 0 0,470 21 68 0 0,-839-59-630 0 0,615 43 201 0 0,-639 43 0 0 0,598 19-286 0 0,288-24 328 0 0,-127 4 351 0 0,389-7-512 0 0,-256 2 415 0 0,265-7-245 0 0,1-1 1 0 0,0 0-1 0 0,0-1 0 0 0,0-1 0 0 0,-21-10 0 0 0,26 7 20 0 0,-7-1-51 0 0,-71-24 95 0 0,64 28-260 0 0,0 1 1 0 0,0 1 0 0 0,0 2 0 0 0,-1 1-1 0 0,-35 3 1 0 0,6 4-56 0 0,-93 21 0 0 0,184-29-260 0 0,-15 1 257 0 0,0 0 0 0 0,22 2 0 0 0,71 15 44 0 0,-39-4-14 0 0,486 41-25 0 0,110-36 592 0 0,-136-8-254 0 0,673 19-113 0 0,-395-28-54 0 0,-688 1-60 0 0,653 1 264 0 0,-53-21-642 0 0,-527 15 333 0 0,1327-21-626 0 0,233-31-1165 0 0,-1735 55 1753 0 0,229-15-331 0 0,-184 9 165 0 0,397-24-892 0 0,-327 32 627 0 0,211 29-1 0 0,-314-24 476 0 0,-1 2 0 0 0,0 1 0 0 0,42 19 0 0 0,-66-25-22 0 0,-1-1-1 0 0,0 1 1 0 0,0 1-1 0 0,0-1 1 0 0,-1 1-1 0 0,1 0 1 0 0,7 8-1 0 0,5 5 7 0 0,-9-10-16 0 0,-1 0-1 0 0,0 0 1 0 0,-1 0-1 0 0,0 1 1 0 0,0 0-1 0 0,0 1 1 0 0,-1-1-1 0 0,6 14 1 0 0,-9-17 23 0 0,0-1 0 0 0,-1 0-1 0 0,1 1 1 0 0,-1-1 0 0 0,0 1 0 0 0,0-1 0 0 0,0 1 0 0 0,-1 0-1 0 0,0-1 1 0 0,0 1 0 0 0,0-1 0 0 0,0 1 0 0 0,-1 0 0 0 0,0-1 0 0 0,1 1-1 0 0,-2-1 1 0 0,1 1 0 0 0,-1-1 0 0 0,1 1 0 0 0,-3 3 0 0 0,-1-3 21 0 0,0 0 1 0 0,0 0 0 0 0,0 0-1 0 0,-1-1 1 0 0,1 1 0 0 0,-1-1 0 0 0,0-1-1 0 0,-10 5 1 0 0,1 1 37 0 0,6-4-13 0 0,0-1 0 0 0,-1 0 1 0 0,1 0-1 0 0,-1-1 0 0 0,0 0 0 0 0,0-1 0 0 0,-13 2 0 0 0,-69 1 188 0 0,72-5-273 0 0,-31-1 87 0 0,-94-14 1 0 0,23-11 245 0 0,84 11-25 0 0,38 15-278 0 0,0 0-1 0 0,0 0 0 0 0,0 0 1 0 0,1 0-1 0 0,-1 0 0 0 0,0 0 0 0 0,0 0 1 0 0,0 0-1 0 0,0 0 0 0 0,0 0 1 0 0,0 0-1 0 0,0 0 0 0 0,0 0 1 0 0,0 0-1 0 0,0 0 0 0 0,0 0 0 0 0,0 0 1 0 0,0 0-1 0 0,0 0 0 0 0,0 0 1 0 0,0-1-1 0 0,0 1 0 0 0,0 0 1 0 0,0 0-1 0 0,0 0 0 0 0,0 0 0 0 0,0 0 1 0 0,0 0-1 0 0,0 0 0 0 0,0 0 1 0 0,0 0-1 0 0,0 0 0 0 0,0 0 1 0 0,0 0-1 0 0,0-1 0 0 0,0 1 0 0 0,0 0 1 0 0,0 0-1 0 0,0 0 0 0 0,0 0 1 0 0,0 0-1 0 0,0 0 0 0 0,0 0 1 0 0,0 0-1 0 0,0 0 0 0 0,0 0 0 0 0,0 0 1 0 0,14-2-129 0 0,-9 1 111 0 0,307-16-366 0 0,-268 16 522 0 0,-17-2-28 0 0,-27 3-108 0 0,0 0-1 0 0,0 0 1 0 0,0 0-1 0 0,0 0 1 0 0,0 0 0 0 0,-1 0-1 0 0,1 0 1 0 0,0 0 0 0 0,0-1-1 0 0,0 1 1 0 0,0 0-1 0 0,0 0 1 0 0,0 0 0 0 0,0 0-1 0 0,0 0 1 0 0,0 0-1 0 0,0 0 1 0 0,0-1 0 0 0,0 1-1 0 0,0 0 1 0 0,0 0-1 0 0,0 0 1 0 0,0 0 0 0 0,0 0-1 0 0,0 0 1 0 0,0-1 0 0 0,0 1-1 0 0,0 0 1 0 0,0 0-1 0 0,0 0 1 0 0,0 0 0 0 0,0 0-1 0 0,0 0 1 0 0,0 0-1 0 0,0-1 1 0 0,0 1 0 0 0,0 0-1 0 0,0 0 1 0 0,0 0 0 0 0,1 0-1 0 0,-1 0 1 0 0,0 0-1 0 0,0 0 1 0 0,0 0 0 0 0,0 0-1 0 0,0-1 1 0 0,0 1-1 0 0,0 0 1 0 0,0 0 0 0 0,1 0-1 0 0,-1 0 1 0 0,0 0-1 0 0,0 0 1 0 0,0 0 0 0 0,0 0-1 0 0,0 0 1 0 0,0 0 0 0 0,1 0-1 0 0,-1 0 1 0 0,0 0-1 0 0,0 0 1 0 0,0 0 0 0 0,0 0-1 0 0,0 0 1 0 0,0 0-1 0 0,0 0 1 0 0,1 0 0 0 0,-1 0-1 0 0,-14-4 95 0 0,-21-3-144 0 0,0 2 0 0 0,-56 0 1 0 0,-79 7 210 0 0,117 0-95 0 0,-256 1 958 0 0,267-6-582 0 0,31-1-18 0 0,16 0-221 0 0,25-4-176 0 0,-8 5-33 0 0,362-51-1027 0 0,10 24-5048 0 0,-351 29 4607 0 0,194-3-4296 0 0,-187 4 5433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7:53:00.028"/>
    </inkml:context>
    <inkml:brush xml:id="br0">
      <inkml:brushProperty name="width" value="0.1" units="cm"/>
      <inkml:brushProperty name="height" value="0.1" units="cm"/>
      <inkml:brushProperty name="color" value="#CC0066"/>
    </inkml:brush>
  </inkml:definitions>
  <inkml:trace contextRef="#ctx0" brushRef="#br0">0 0 24575,'0'0'-8191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04.516"/>
    </inkml:context>
    <inkml:brush xml:id="br0">
      <inkml:brushProperty name="width" value="0.1" units="cm"/>
      <inkml:brushProperty name="height" value="0.1" units="cm"/>
      <inkml:brushProperty name="color" value="#CC0066"/>
    </inkml:brush>
  </inkml:definitions>
  <inkml:trace contextRef="#ctx0" brushRef="#br0">40 21 760 0 0,'-3'0'30'0'0,"-1"1"-1"0"0,1-1 1 0 0,0 1-1 0 0,0 0 1 0 0,-1 0-1 0 0,1 0 1 0 0,0 1-1 0 0,-5 2 1 0 0,2-1 96 0 0,22 0 4075 0 0,-9-2-3657 0 0,46 1 2055 0 0,223-15 2742 0 0,-26 0-3114 0 0,175 4 773 0 0,-58 4-1758 0 0,-88 5-208 0 0,295 18-234 0 0,-291-2-559 0 0,-111-8 44 0 0,273 6 679 0 0,-229-12-210 0 0,203-3-4 0 0,533 13 669 0 0,-373 2-1103 0 0,-5-23-83 0 0,-253-13-77 0 0,171-5-330 0 0,-448 27 183 0 0,216-7 14 0 0,-253 6-153 0 0,-4 2-77 0 0,0-1-1 0 0,1 0 0 0 0,-1-1 1 0 0,0 1-1 0 0,0 0 0 0 0,0-1 1 0 0,0 0-1 0 0,0 0 0 0 0,0 0 1 0 0,0 0-1 0 0,6-3 0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05.910"/>
    </inkml:context>
    <inkml:brush xml:id="br0">
      <inkml:brushProperty name="width" value="0.1" units="cm"/>
      <inkml:brushProperty name="height" value="0.1" units="cm"/>
      <inkml:brushProperty name="color" value="#CC0066"/>
    </inkml:brush>
  </inkml:definitions>
  <inkml:trace contextRef="#ctx0" brushRef="#br0">691 27 576 0 0,'0'-1'36'0'0,"0"0"17"0"0,0 0 19 0 0,-1 0 1 0 0,1 0-1 0 0,0 0 0 0 0,-1 0 0 0 0,1 0 0 0 0,-1 0 0 0 0,0 0 1 0 0,1 0-1 0 0,-1 0 0 0 0,0 0 0 0 0,1 0 0 0 0,-1 0 0 0 0,0 0 1 0 0,0 1-1 0 0,0-1 0 0 0,0 0 0 0 0,0 0 0 0 0,0 1 0 0 0,0-1 1 0 0,0 1-1 0 0,0-1 0 0 0,0 1 0 0 0,0-1 0 0 0,0 1 0 0 0,0 0 1 0 0,0 0-1 0 0,0-1 0 0 0,-2 1 0 0 0,-27-4 410 0 0,29 4-494 0 0,-71 2 922 0 0,-36 12-45 0 0,-67 30 654 0 0,-16 15 108 0 0,183-57-1519 0 0,1 1 0 0 0,0 0 0 0 0,-1 0 0 0 0,1 1 0 0 0,0 0 0 0 0,-8 6 0 0 0,13-8-90 0 0,-1 1-1 0 0,1-1 1 0 0,0 0-1 0 0,0 1 1 0 0,0-1 0 0 0,0 1-1 0 0,0-1 1 0 0,0 1-1 0 0,1 0 1 0 0,-1 0-1 0 0,1 0 1 0 0,0 0-1 0 0,0 0 1 0 0,0 0-1 0 0,0 0 1 0 0,0 0-1 0 0,1 1 1 0 0,-1 2-1 0 0,0 10 116 0 0,1 0 0 0 0,1-1 0 0 0,0 1 0 0 0,0-1 0 0 0,2 1 0 0 0,0-1 0 0 0,1 0 0 0 0,11 30 0 0 0,-7-27 54 0 0,2 6 58 0 0,0-2 0 0 0,1 1-1 0 0,2-1 1 0 0,17 24 0 0 0,-13-27 225 0 0,0-1 1 0 0,0-1-1 0 0,36 26 0 0 0,-42-34-417 0 0,8 5 242 0 0,0-1 1 0 0,22 12 0 0 0,-33-21-42 0 0,1-1 1 0 0,-1 0-1 0 0,1-1 0 0 0,12 2 1 0 0,8 3-1773 0 0,-2 3-7409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08.477"/>
    </inkml:context>
    <inkml:brush xml:id="br0">
      <inkml:brushProperty name="width" value="0.1" units="cm"/>
      <inkml:brushProperty name="height" value="0.1" units="cm"/>
      <inkml:brushProperty name="color" value="#CC0066"/>
    </inkml:brush>
  </inkml:definitions>
  <inkml:trace contextRef="#ctx0" brushRef="#br0">3 102 792 0 0,'-2'-1'197'0'0,"3"0"-44"0"0,8-2 89 0 0,15-2 405 0 0,107-8 3094 0 0,-91 11-3081 0 0,289 0 3232 0 0,-12 1-1419 0 0,-100 1-1671 0 0,19 0 14 0 0,63-2-152 0 0,-107 3-235 0 0,70-4 118 0 0,-91-5-385 0 0,-43 2-83 0 0,-83 5 111 0 0,84 10-1 0 0,76-5 388 0 0,-133-4-410 0 0,288-12 1184 0 0,-100 1-277 0 0,89 12 145 0 0,469-20-450 0 0,-466 16-831 0 0,-21 2 401 0 0,-171-2-454 0 0,130-6 414 0 0,-34-1-350 0 0,-179 9 37 0 0,421 13-31 0 0,-471-10-103 0 0,0 2 1 0 0,0 0-1 0 0,-1 2 0 0 0,0 1 1 0 0,39 16-1 0 0,40 31 158 0 0,-94-46-1 0 0,0-1 1 0 0,0 1-1 0 0,0 1 1 0 0,-1 0-1 0 0,0 1 1 0 0,15 19 0 0 0,-14-16 62 0 0,0-1-1 0 0,1 0 1 0 0,20 16 0 0 0,-30-27-57 0 0,8 6-26 0 0,0 0 1 0 0,0 1-1 0 0,-1 0 0 0 0,15 17 1 0 0,-23-24 1 0 0,1 1 0 0 0,-1 0 0 0 0,0-1 1 0 0,0 1-1 0 0,0 0 0 0 0,0 0 0 0 0,0 0 0 0 0,0 0 1 0 0,0 0-1 0 0,0 0 0 0 0,-1 0 0 0 0,1 0 0 0 0,-1 0 1 0 0,0 0-1 0 0,1 0 0 0 0,-1 0 0 0 0,0 0 0 0 0,0 0 1 0 0,-1 0-1 0 0,1 0 0 0 0,0 0 0 0 0,-1 1 0 0 0,1-1 1 0 0,-1 0-1 0 0,1 0 0 0 0,-1 0 0 0 0,0-1 0 0 0,0 1 1 0 0,0 0-1 0 0,0 0 0 0 0,0 0 0 0 0,-1-1 0 0 0,1 1 1 0 0,0 0-1 0 0,-1-1 0 0 0,-1 2 0 0 0,-10 8-23 0 0,-1-1-1 0 0,0-1 1 0 0,-1 0-1 0 0,0-1 1 0 0,-24 10 0 0 0,-21 11 138 0 0,27-12 162 0 0,-52 21-1 0 0,74-35-31 0 0,-1 0 0 0 0,1-1 0 0 0,-1 0 0 0 0,0-1 0 0 0,-17 0-1 0 0,-9-1-6612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10.673"/>
    </inkml:context>
    <inkml:brush xml:id="br0">
      <inkml:brushProperty name="width" value="0.1" units="cm"/>
      <inkml:brushProperty name="height" value="0.1" units="cm"/>
      <inkml:brushProperty name="color" value="#CC0066"/>
    </inkml:brush>
  </inkml:definitions>
  <inkml:trace contextRef="#ctx0" brushRef="#br0">418 93 632 0 0,'0'0'17'0'0,"0"-1"0"0"0,0 0-1 0 0,0 0 1 0 0,0 1 0 0 0,0-1 0 0 0,1 0-1 0 0,-1 0 1 0 0,0 1 0 0 0,0-1 0 0 0,1 0 0 0 0,-1 1-1 0 0,1-1 1 0 0,-1 0 0 0 0,0 1 0 0 0,1-1-1 0 0,-1 1 1 0 0,1-1 0 0 0,0 1 0 0 0,-1-1 0 0 0,1 1-1 0 0,-1-1 1 0 0,1 1 0 0 0,0-1 0 0 0,-1 1-1 0 0,1 0 1 0 0,1-1 0 0 0,21-5 75 0 0,-17 5-57 0 0,27-4 77 0 0,328-50 1864 0 0,-414 55-843 0 0,15-2-946 0 0,-157 6 786 0 0,150 0-577 0 0,0 1-1 0 0,-56 14 1 0 0,100-18 144 0 0,5 0-196 0 0,15 0-73 0 0,24 1-172 0 0,3-2-45 0 0,0-2 0 0 0,1-1 0 0 0,87-20 0 0 0,-161 20 78 0 0,5 3-117 0 0,-40-1 112 0 0,-105 14-1 0 0,164-13-107 0 0,0 0 16 0 0,1 1 1 0 0,-1-1-1 0 0,0 1 1 0 0,0 0-1 0 0,1 0 1 0 0,-1 0-1 0 0,-3 2 1 0 0,65-5 530 0 0,54-19-259 0 0,-59 10-354 0 0,-122 11 315 0 0,-5 12-260 0 0,-103 31-1 0 0,26-5 689 0 0,126-33-572 0 0,8-3-100 0 0,1 2-1 0 0,0 0 0 0 0,-23 10 0 0 0,25-9-17 0 0,11-5-15 0 0,0 1 0 0 0,0-1-1 0 0,0 1 1 0 0,0 0 0 0 0,1-1-1 0 0,-1 1 1 0 0,0 0 0 0 0,1 0-1 0 0,-1 0 1 0 0,1 0 0 0 0,-1 0 0 0 0,1 1-1 0 0,-1-1 1 0 0,1 0 0 0 0,0 1-1 0 0,-1-1 1 0 0,1 1 0 0 0,0-1-1 0 0,0 1 1 0 0,0-1 0 0 0,0 1-1 0 0,0 0 1 0 0,1 0 0 0 0,-1-1 0 0 0,1 1-1 0 0,-1 0 1 0 0,1 0 0 0 0,-1 3-1 0 0,-3 30 51 0 0,2-29 6 0 0,1 0 0 0 0,0 0 1 0 0,1 0-1 0 0,0 1 0 0 0,0-1 1 0 0,0 0-1 0 0,0 0 1 0 0,1 1-1 0 0,0-1 0 0 0,2 6 1 0 0,3 5 331 0 0,0-1 0 0 0,2 0 0 0 0,-1 0 0 0 0,2 0 0 0 0,0-1 1 0 0,1-1-1 0 0,0 0 0 0 0,1 0 0 0 0,20 18 0 0 0,-18-18-103 0 0,0 0 0 0 0,11 17 0 0 0,-16-20-154 0 0,0 0 0 0 0,1 0 0 0 0,1-1-1 0 0,0 0 1 0 0,15 11 0 0 0,-19-16-58 0 0,1-1 1 0 0,0 0-1 0 0,14 5 0 0 0,-10-5 2 0 0,1-1 0 0 0,0 0 0 0 0,19 1 0 0 0,46 5 315 0 0,0-3 0 0 0,119-7 0 0 0,-88-4-417 0 0,-87 4 119 0 0,-20 1 30 0 0,-158-1 16 0 0,-268 10-506 0 0,404-7 305 0 0,19-2 75 0 0,12-1-15 0 0,21 1-1894 0 0,-3 9-9631 0 0,-14-5 6870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37.977"/>
    </inkml:context>
    <inkml:brush xml:id="br0">
      <inkml:brushProperty name="width" value="0.1" units="cm"/>
      <inkml:brushProperty name="height" value="0.1" units="cm"/>
      <inkml:brushProperty name="color" value="#CC0066"/>
    </inkml:brush>
  </inkml:definitions>
  <inkml:trace contextRef="#ctx0" brushRef="#br0">279 92 1064 0 0,'-9'-3'380'0'0,"6"2"-366"0"0,0-1 1 0 0,-1 1-1 0 0,0 0 0 0 0,1 0 0 0 0,-1 0 0 0 0,0 0 0 0 0,-6 1 0 0 0,9 0-1 0 0,1 0 1 0 0,-1 0-1 0 0,0 0 0 0 0,0 0 0 0 0,1 0 0 0 0,-1 0 0 0 0,0 1 0 0 0,1-1 0 0 0,-1 0 0 0 0,0 1 0 0 0,1-1 1 0 0,-1 1-1 0 0,0-1 0 0 0,1 0 0 0 0,-1 1 0 0 0,1-1 0 0 0,-1 1 0 0 0,1 0 0 0 0,-2 0 0 0 0,2 1 48 0 0,-1-1-1 0 0,0 1 1 0 0,1-1-1 0 0,-1 1 0 0 0,1-1 1 0 0,0 1-1 0 0,-1 0 1 0 0,1-1-1 0 0,0 1 1 0 0,0 0-1 0 0,0-1 0 0 0,0 1 1 0 0,1 1-1 0 0,-1-2 16 0 0,0 0-1 0 0,0 1 0 0 0,1-1 0 0 0,-1 0 1 0 0,1 0-1 0 0,-1 0 0 0 0,1 0 0 0 0,-1 0 1 0 0,1 0-1 0 0,0-1 0 0 0,0 1 0 0 0,-1 0 1 0 0,1 0-1 0 0,0 0 0 0 0,0-1 1 0 0,0 1-1 0 0,0 0 0 0 0,0-1 0 0 0,0 1 1 0 0,0 0-1 0 0,0-1 0 0 0,0 0 0 0 0,0 1 1 0 0,0-1-1 0 0,1 1 0 0 0,39 7 611 0 0,-13-4-298 0 0,20 7 440 0 0,0-3 0 0 0,82 3-1 0 0,101-15 775 0 0,-28 1-959 0 0,88-7 322 0 0,139-2-366 0 0,-243 13-433 0 0,-119-2-188 0 0,423-19 204 0 0,-225-4-103 0 0,460-32 177 0 0,-613 52-279 0 0,46 0-732 0 0,-302 4 529 0 0,-554 15-314 0 0,59 13 344 0 0,145-11 290 0 0,232-7-212 0 0,-113 7-196 0 0,7-5 31 0 0,-65 7-359 0 0,142 27-2 0 0,290-46 629 0 0,0 0-1 0 0,1 0 1 0 0,-1 0-1 0 0,0 0 0 0 0,0 0 1 0 0,0 0-1 0 0,0 0 0 0 0,0 0 1 0 0,0 1-1 0 0,0-1 1 0 0,0 0-1 0 0,0 0 0 0 0,0 0 1 0 0,0 0-1 0 0,0 0 1 0 0,0 0-1 0 0,0 0 0 0 0,0 1 1 0 0,0-1-1 0 0,0 0 1 0 0,0 0-1 0 0,0 0 0 0 0,0 0 1 0 0,0 0-1 0 0,0 0 0 0 0,0 1 1 0 0,0-1-1 0 0,0 0 1 0 0,0 0-1 0 0,0 0 0 0 0,0 0 1 0 0,0 0-1 0 0,0 0 1 0 0,0 0-1 0 0,0 0 0 0 0,-1 1 1 0 0,1-1-1 0 0,0 0 1 0 0,0 0-1 0 0,0 0 0 0 0,0 0 1 0 0,0 0-1 0 0,0 0 0 0 0,0 0 1 0 0,0 0-1 0 0,-1 0 1 0 0,1 0-1 0 0,0 0 0 0 0,0 0 1 0 0,0 0-1 0 0,0 0 1 0 0,0 0-1 0 0,0 0 0 0 0,0 0 1 0 0,-1 0-1 0 0,1 0 1 0 0,0 0-1 0 0,0 0 0 0 0,0 0 1 0 0,0 0-1 0 0,13 5-152 0 0,32 4 373 0 0,1-1-1 0 0,82 2 0 0 0,98-13 775 0 0,259-39 205 0 0,-197 13-713 0 0,1091-54 626 0 0,-528 22-126 0 0,-840 60-790 0 0,-3 1 11 0 0,-1-1 0 0 0,0 0 0 0 0,0 0 0 0 0,0 0 0 0 0,0-1 0 0 0,0 0 0 0 0,0 0 0 0 0,10-6 0 0 0,-30 8-4692 0 0,-16 2-3096 0 0,20-1 4594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42.097"/>
    </inkml:context>
    <inkml:brush xml:id="br0">
      <inkml:brushProperty name="width" value="0.1" units="cm"/>
      <inkml:brushProperty name="height" value="0.1" units="cm"/>
      <inkml:brushProperty name="color" value="#CC0066"/>
    </inkml:brush>
  </inkml:definitions>
  <inkml:trace contextRef="#ctx0" brushRef="#br0">47 43 1192 0 0,'-40'-10'567'0'0,"33"6"-474"0"0,36 10-84 0 0,21 3-5 0 0,0-2 0 0 0,0-2 0 0 0,0-3-1 0 0,61-4 1 0 0,-14 1 125 0 0,387-9-112 0 0,-161-4 356 0 0,140 5 1379 0 0,-95 4-985 0 0,437-11-2120 0 0,-492 34 1486 0 0,-227-10-127 0 0,-99-8-75 0 0,0 0-1 0 0,-16 3 1 0 0,-11 0-16 0 0,-501-1-708 0 0,-126 4 792 0 0,-90 17-266 0 0,462-15 122 0 0,207-6 137 0 0,-296 18 284 0 0,360-14-122 0 0,24-6-151 0 0,0 1 1 0 0,-1-1-1 0 0,1 0 0 0 0,0 0 0 0 0,0 0 1 0 0,0 0-1 0 0,0 0 0 0 0,-1 0 0 0 0,1 0 0 0 0,0 0 1 0 0,0 0-1 0 0,0 0 0 0 0,0 1 0 0 0,0-1 0 0 0,-1 0 1 0 0,1 0-1 0 0,0 0 0 0 0,0 0 0 0 0,0 0 1 0 0,0 1-1 0 0,0-1 0 0 0,0 0 0 0 0,0 0 0 0 0,0 0 1 0 0,-1 0-1 0 0,1 1 0 0 0,0-1 0 0 0,0 0 0 0 0,0 0 1 0 0,0 0-1 0 0,0 0 0 0 0,0 1 0 0 0,0-1 1 0 0,0 0-1 0 0,0 0 0 0 0,0 0 0 0 0,0 1 0 0 0,14 5 76 0 0,12 0-59 0 0,0-2 0 0 0,0-1 0 0 0,0-1-1 0 0,43-2 1 0 0,-31 0-14 0 0,422 0-31 0 0,697-2 830 0 0,-324-34-854 0 0,-817 34 89 0 0,2 1 44 0 0,-1 0 0 0 0,1-2-1 0 0,29-7 1 0 0,-47 10-66 0 0,1 0 0 0 0,0 0 0 0 0,-1 0 0 0 0,1-1 1 0 0,0 1-1 0 0,-1 0 0 0 0,1 0 0 0 0,0 0 0 0 0,-1-1 0 0 0,1 1 1 0 0,0 0-1 0 0,-1-1 0 0 0,1 1 0 0 0,-1 0 0 0 0,1-1 1 0 0,-1 1-1 0 0,1-1 0 0 0,0 1 0 0 0,-1-1 0 0 0,0 1 0 0 0,1-1 1 0 0,-1 0-1 0 0,1 1 0 0 0,-1-1 0 0 0,0 1 0 0 0,1-1 1 0 0,-1 0-1 0 0,0 1 0 0 0,0-2 0 0 0,0 1-6 0 0,-1 0 0 0 0,1 0-1 0 0,-1 0 1 0 0,1 0 0 0 0,-1 0 0 0 0,0 1 0 0 0,0-1-1 0 0,1 0 1 0 0,-1 0 0 0 0,0 1 0 0 0,0-1-1 0 0,0 0 1 0 0,0 1 0 0 0,0-1 0 0 0,0 1 0 0 0,-1-1-1 0 0,-43-15-73 0 0,-55 0-1442 0 0,38 8-1455 0 0,49 5 2708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48.149"/>
    </inkml:context>
    <inkml:brush xml:id="br0">
      <inkml:brushProperty name="width" value="0.1" units="cm"/>
      <inkml:brushProperty name="height" value="0.1" units="cm"/>
      <inkml:brushProperty name="color" value="#CC0066"/>
    </inkml:brush>
  </inkml:definitions>
  <inkml:trace contextRef="#ctx0" brushRef="#br0">872 54 48 0 0,'2'-1'2'0'0,"-1"1"0"0"0,0-1 0 0 0,1 0-1 0 0,-1 0 1 0 0,0 0 0 0 0,0 1 0 0 0,0-1 0 0 0,0 0 0 0 0,0 0-1 0 0,0-1 1 0 0,0 1 0 0 0,0 0 0 0 0,0 0 0 0 0,0 0 0 0 0,0-1 0 0 0,0 0-1 0 0,0 1 6 0 0,-1 0 0 0 0,1 0 0 0 0,-1 0 0 0 0,1 0 1 0 0,-1 0-1 0 0,1 0 0 0 0,-1 0 0 0 0,1 0 0 0 0,-1 0 0 0 0,0 0 0 0 0,0 0 0 0 0,0 0 0 0 0,1 0 0 0 0,-1 0 0 0 0,0 0 0 0 0,0 0 0 0 0,0 0 0 0 0,-1 0 0 0 0,1 0 0 0 0,0 0 0 0 0,0 0 0 0 0,0 0 0 0 0,-2-2 0 0 0,2 3-4 0 0,-1-1-1 0 0,1 1 1 0 0,-1-1-1 0 0,1 1 1 0 0,-1-1-1 0 0,1 1 1 0 0,-1 0-1 0 0,0-1 1 0 0,1 1-1 0 0,-1 0 1 0 0,0 0-1 0 0,1-1 1 0 0,-1 1-1 0 0,0 0 1 0 0,0 0-1 0 0,1 0 1 0 0,-1 0-1 0 0,0 0 1 0 0,1 0-1 0 0,-1 0 1 0 0,-1 0-1 0 0,0 0 3 0 0,-31-3-22 0 0,0 1 1 0 0,-53 5-1 0 0,35-1 8 0 0,17-2 70 0 0,0 2 0 0 0,0 1-1 0 0,0 1 1 0 0,0 2 0 0 0,-62 20-1 0 0,39-7 110 0 0,-16 6 94 0 0,9-3 87 0 0,48-17-268 0 0,-1 0 1 0 0,1 1-1 0 0,1 0 1 0 0,-1 2 0 0 0,1 0-1 0 0,-15 10 1 0 0,23-12-4 0 0,0 0 0 0 0,0 0 0 0 0,1 0 0 0 0,0 0 0 0 0,0 1 1 0 0,0 0-1 0 0,1 1 0 0 0,0-1 0 0 0,1 1 0 0 0,-6 13 0 0 0,5-9 97 0 0,2 0-1 0 0,0 0 0 0 0,0 0 1 0 0,1 1-1 0 0,0-1 0 0 0,1 26 1 0 0,1 7 1052 0 0,10 78 1 0 0,-7-104-895 0 0,2 0-1 0 0,0 0 1 0 0,0 0 0 0 0,2-1 0 0 0,0 0-1 0 0,17 29 1 0 0,-18-38-171 0 0,0-1 0 0 0,0 0 0 0 0,0-1 1 0 0,1 1-1 0 0,0-1 0 0 0,1-1 0 0 0,-1 1 0 0 0,1-1 0 0 0,1 0 1 0 0,-1-1-1 0 0,18 8 0 0 0,-13-7 50 0 0,1-1 0 0 0,0-1 0 0 0,0 0-1 0 0,0-1 1 0 0,1 0 0 0 0,-1-1 0 0 0,26 0 0 0 0,285 11 919 0 0,358 0 1056 0 0,-324-4-2707 0 0,58-26 256 0 0,-228 5-218 0 0,2 8 230 0 0,-90 4 218 0 0,150-20 1 0 0,11-17 162 0 0,-220 31-74 0 0,1-3 0 0 0,73-24 1 0 0,-93 25-9 0 0,0-1 0 0 0,0-1 1 0 0,36-21-1 0 0,-53 27-30 0 0,1-1 0 0 0,-1 0 0 0 0,1 0 0 0 0,-1 0 0 0 0,-1-1 0 0 0,1 0 1 0 0,-1 0-1 0 0,0-1 0 0 0,-1 1 0 0 0,1-1 0 0 0,-1 0 0 0 0,-1 0 0 0 0,1 0 0 0 0,-1-1 0 0 0,2-9 0 0 0,2-21 0 0 0,-1-1 0 0 0,-2 1 0 0 0,-3-71 0 0 0,-1 82 55 0 0,0 22-88 0 0,-1 0-1 0 0,0-1 1 0 0,0 1 0 0 0,0 0 0 0 0,0 0 0 0 0,-1 0 0 0 0,0 0 0 0 0,0 0 0 0 0,0 0 0 0 0,-1 0 0 0 0,1 1-1 0 0,-1-1 1 0 0,0 1 0 0 0,-1-1 0 0 0,1 1 0 0 0,-1 1 0 0 0,0-1 0 0 0,0 0 0 0 0,0 1 0 0 0,0 0 0 0 0,-1 0-1 0 0,1 0 1 0 0,-6-3 0 0 0,-7-2-54 0 0,0 0-1 0 0,0 1 0 0 0,-1 1 0 0 0,1 1 1 0 0,-26-5-1 0 0,-40-1-112 0 0,-154-3 0 0 0,142 11 97 0 0,-460-2-149 0 0,94 3 745 0 0,244 1-242 0 0,-9-4-153 0 0,-121-2-1036 0 0,121 15-703 0 0,43 1-251 0 0,120-13 1260 0 0,43 2 414 0 0,0 0 0 0 0,-32 3 1 0 0,49-1 183 0 0,-190 24-604 0 0,174-20 661 0 0,1 2 0 0 0,0 0-1 0 0,-27 13 1 0 0,40-16-16 0 0,0-1 0 0 0,0 1 0 0 0,1 0 0 0 0,-1 1 0 0 0,1-1 1 0 0,0 1-1 0 0,0-1 0 0 0,0 1 0 0 0,1 0 0 0 0,-6 8 0 0 0,3-1 71 0 0,0 0 0 0 0,0 0 0 0 0,-5 18 0 0 0,0-2 193 0 0,8-20-197 0 0,0 1-1 0 0,0 0 1 0 0,0 0-1 0 0,1 0 0 0 0,0 0 1 0 0,1 0-1 0 0,0 0 1 0 0,-1 10-1 0 0,4 14 269 0 0,-1-26-257 0 0,0 0 1 0 0,0 0 0 0 0,-1 1 0 0 0,0-1 0 0 0,0 0 0 0 0,-1 0-1 0 0,1 0 1 0 0,-2 0 0 0 0,1 0 0 0 0,0 0 0 0 0,-4 8 0 0 0,5-14-88 0 0,0 0 1 0 0,0 1-1 0 0,-1-1 1 0 0,1 1-1 0 0,0-1 0 0 0,0 0 1 0 0,0 1-1 0 0,0-1 1 0 0,-1 0-1 0 0,1 1 1 0 0,0-1-1 0 0,0 0 1 0 0,-1 1-1 0 0,1-1 1 0 0,0 0-1 0 0,0 0 1 0 0,-1 1-1 0 0,1-1 1 0 0,0 0-1 0 0,-1 0 0 0 0,1 1 1 0 0,0-1-1 0 0,-1 0 1 0 0,1 0-1 0 0,0 0 1 0 0,-1 0-1 0 0,1 0 1 0 0,-1 1-1 0 0,0-1 1 0 0,-4-10 729 0 0,1 2-726 0 0,1 1 3 0 0,0 1 0 0 0,1-1 0 0 0,0-1 0 0 0,0 1 0 0 0,0 0 0 0 0,1 0 0 0 0,-1-10 0 0 0,2-57-236 0 0,1 37 53 0 0,-1 31 109 0 0,0 0 0 0 0,1 0 0 0 0,-1 0 0 0 0,1 0-1 0 0,1 1 1 0 0,-1-1 0 0 0,1 0 0 0 0,0 0 0 0 0,0 1 0 0 0,0-1 0 0 0,1 1 0 0 0,0 0 0 0 0,6-9-1 0 0,-4 8-22 0 0,1 1 0 0 0,-1-1 0 0 0,1 1 0 0 0,1 0 0 0 0,-1 0 0 0 0,1 1 0 0 0,0 0 0 0 0,0 0 0 0 0,14-5 0 0 0,6-1-123 0 0,0 1 0 0 0,1 2 0 0 0,40-6 0 0 0,88-3-445 0 0,-134 14 550 0 0,39-1-253 0 0,66 5 0 0 0,-126-2 336 0 0,-1 0-1 0 0,1 0 1 0 0,0 0 0 0 0,0 0 0 0 0,-1 0-1 0 0,1 0 1 0 0,0 0 0 0 0,0 1 0 0 0,-1-1-1 0 0,1 0 1 0 0,0 0 0 0 0,-1 0 0 0 0,1 1-1 0 0,0-1 1 0 0,-1 0 0 0 0,1 1 0 0 0,0-1-1 0 0,-1 1 1 0 0,1-1 0 0 0,0 1 0 0 0,-1 0 1 0 0,-1-1 0 0 0,1 1 0 0 0,-1-1 0 0 0,1 0 0 0 0,-1 1 0 0 0,1-1 0 0 0,-1 0-1 0 0,0 0 1 0 0,1 1 0 0 0,-1-1 0 0 0,1 0 0 0 0,-1 0 0 0 0,0 0 0 0 0,1 0 0 0 0,-1 1 0 0 0,0-1 0 0 0,1 0 0 0 0,-1 0 0 0 0,0-1 0 0 0,1 1 0 0 0,-2 0 0 0 0,-291 6-362 0 0,231-4 360 0 0,43 0 10 0 0,13-2 5 0 0,0 1 1 0 0,1-1-1 0 0,-1 0 0 0 0,0 0 0 0 0,0 0 0 0 0,1-1 0 0 0,-11-2 0 0 0,16 3-6 0 0,0 0 0 0 0,0 0 0 0 0,0 0-1 0 0,0 0 1 0 0,0 0 0 0 0,0 0-1 0 0,0 0 1 0 0,0 0 0 0 0,0-1 0 0 0,0 1-1 0 0,0 0 1 0 0,0 0 0 0 0,0 0-1 0 0,0 0 1 0 0,0 0 0 0 0,0 0 0 0 0,0 0-1 0 0,1 0 1 0 0,-1 0 0 0 0,0 0 0 0 0,0 0-1 0 0,0 0 1 0 0,0 0 0 0 0,0-1-1 0 0,0 1 1 0 0,0 0 0 0 0,0 0 0 0 0,0 0-1 0 0,0 0 1 0 0,0 0 0 0 0,0 0 0 0 0,0 0-1 0 0,0 0 1 0 0,0 0 0 0 0,-1 0-1 0 0,1 0 1 0 0,0 0 0 0 0,0-1 0 0 0,0 1-1 0 0,0 0 1 0 0,0 0 0 0 0,0 0 0 0 0,0 0-1 0 0,0 0 1 0 0,0 0 0 0 0,0 0-1 0 0,0 0 1 0 0,0 0 0 0 0,0 0 0 0 0,0 0-1 0 0,0 0 1 0 0,0 0 0 0 0,10-1-40 0 0,300-9-299 0 0,-140 3 356 0 0,6-5 321 0 0,-58-6 604 0 0,-157 17 41 0 0,6-1-981 0 0,-483 22-1180 0 0,432-15 928 0 0,78-5 210 0 0,-20 2-61 0 0,26-2 93 0 0,-1 0 0 0 0,0 0 0 0 0,1 0 0 0 0,-1 0 0 0 0,0 0 0 0 0,1 0 0 0 0,-1 0 0 0 0,1 1 0 0 0,-1-1 0 0 0,0 0 0 0 0,1 0 1 0 0,-1 1-1 0 0,0-1 0 0 0,1 0 0 0 0,-1 1 0 0 0,1-1 0 0 0,-1 0 0 0 0,1 1 0 0 0,-1-1 0 0 0,1 1 0 0 0,-1-1 0 0 0,1 1 0 0 0,0-1 0 0 0,-1 1 1 0 0,0 0-1 0 0,4 1-35 0 0,1-1 1 0 0,-1 0 0 0 0,1-1 0 0 0,-1 1-1 0 0,0 0 1 0 0,1-1 0 0 0,-1 0-1 0 0,5 0 1 0 0,-6 0-6 0 0,-8 0 3 0 0,-2 0 17 0 0,-12 0 37 0 0,0 1 0 0 0,0 0 0 0 0,0 1 0 0 0,-23 7 0 0 0,35-7 4 0 0,1 0 1 0 0,0 1 0 0 0,0 0-1 0 0,0 0 1 0 0,0 1 0 0 0,0 0-1 0 0,1 0 1 0 0,-1 1 0 0 0,1-1-1 0 0,0 1 1 0 0,1 1 0 0 0,-1-1-1 0 0,1 1 1 0 0,-5 8 0 0 0,5-7 22 0 0,0 0 0 0 0,1 1 1 0 0,0-1-1 0 0,0 1 1 0 0,1 0-1 0 0,0 0 1 0 0,-3 15-1 0 0,3-5 144 0 0,1 0 0 0 0,1 30 0 0 0,2-40-60 0 0,-1 0 0 0 0,-1 0-1 0 0,1 1 1 0 0,-1-1-1 0 0,-1 0 1 0 0,1 0 0 0 0,-1 0-1 0 0,-1 0 1 0 0,-5 12-1 0 0,8-19-109 0 0,0-1 1 0 0,-1 1-1 0 0,1-1 0 0 0,0 1 0 0 0,0-1 0 0 0,0 1 0 0 0,-1-1 0 0 0,1 1 0 0 0,0-1 0 0 0,0 1 1 0 0,0-1-1 0 0,0 1 0 0 0,0-1 0 0 0,0 1 0 0 0,0-1 0 0 0,0 1 0 0 0,0-1 0 0 0,0 1 0 0 0,0 0 1 0 0,0-1-1 0 0,0 1 0 0 0,1-1 0 0 0,-1 1 0 0 0,0-1 0 0 0,0 1 0 0 0,1-1 0 0 0,-1 0 1 0 0,0 1-1 0 0,0-1 0 0 0,1 1 0 0 0,-1-1 0 0 0,1 0 0 0 0,-1 1 0 0 0,0-1 0 0 0,1 1 0 0 0,-1-1 1 0 0,1 0-1 0 0,-1 0 0 0 0,1 1 0 0 0,-1-1 0 0 0,1 0 0 0 0,24 4-610 0 0,-17-3 311 0 0,12 0-388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51.115"/>
    </inkml:context>
    <inkml:brush xml:id="br0">
      <inkml:brushProperty name="width" value="0.1" units="cm"/>
      <inkml:brushProperty name="height" value="0.1" units="cm"/>
      <inkml:brushProperty name="color" value="#CC0066"/>
    </inkml:brush>
  </inkml:definitions>
  <inkml:trace contextRef="#ctx0" brushRef="#br0">96 89 984 0 0,'-22'-7'197'0'0,"11"3"-72"0"0,0 0 1 0 0,0 1-1 0 0,0 1 1 0 0,-18-2 236 0 0,30 5-359 0 0,20 15 2215 0 0,13-4-1328 0 0,-22-8-432 0 0,25 8 466 0 0,0-3 0 0 0,58 9-1 0 0,79-1 409 0 0,-122-13-1023 0 0,394 14 1212 0 0,-148-32-466 0 0,143-13 78 0 0,220 24-277 0 0,-488 14-412 0 0,-191-9 709 0 0,-21 3-1161 0 0,12-3 112 0 0,-1333-30-641 0 0,1144 17 576 0 0,-1 9-1 0 0,-230 28 1 0 0,433-23-123 0 0,18 0-121 0 0,29 2-35 0 0,-26-4 302 0 0,52 5 9 0 0,97-2 0 0 0,70-17 54 0 0,-105 5-90 0 0,98-4-58 0 0,226-13 251 0 0,29-17 578 0 0,51-2 1820 0 0,-500 43-2244 0 0,-1 0 0 0 0,0-2 1 0 0,25-6-1 0 0,-46 8-723 0 0,-4 45-17571 0 0,-3-17 15309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52.925"/>
    </inkml:context>
    <inkml:brush xml:id="br0">
      <inkml:brushProperty name="width" value="0.1" units="cm"/>
      <inkml:brushProperty name="height" value="0.1" units="cm"/>
      <inkml:brushProperty name="color" value="#CC0066"/>
    </inkml:brush>
  </inkml:definitions>
  <inkml:trace contextRef="#ctx0" brushRef="#br0">63 73 880 0 0,'-11'-3'314'0'0,"6"2"-173"0"0,0-1 0 0 0,0 1 0 0 0,0-1 0 0 0,0 0-1 0 0,0 0 1 0 0,1-1 0 0 0,-1 1 0 0 0,1-1 0 0 0,-5-7 2947 0 0,9 10-3040 0 0,10-2 921 0 0,11 3-415 0 0,269 5 2285 0 0,-172-8-2445 0 0,330-15 458 0 0,-347 12-627 0 0,28-4 602 0 0,-60 3-670 0 0,0 2 0 0 0,79 7 0 0 0,-5 8 105 0 0,28 1 301 0 0,141-15 656 0 0,-71 0 364 0 0,65-9 254 0 0,-69 0-1214 0 0,261 30 396 0 0,-379-10-807 0 0,379 28 557 0 0,-349-32-198 0 0,161-16 0 0 0,-118 2-262 0 0,18-4-216 0 0,-151 11-37 0 0,121-1-57 0 0,33 11 180 0 0,63 1 15 0 0,132 4-125 0 0,-346-6 153 0 0,0-4 0 0 0,64-5 1 0 0,-123 3-213 0 0,-2 0-20 0 0,0 0 0 0 0,0 0 0 0 0,0 0 1 0 0,0 0-1 0 0,0-1 0 0 0,0 1 0 0 0,-1 0 1 0 0,1 0-1 0 0,0 0 0 0 0,0-1 0 0 0,0 1 0 0 0,0-1 1 0 0,-1 1-1 0 0,1 0 0 0 0,0-1 0 0 0,0 1 1 0 0,-1-1-1 0 0,1 0 0 0 0,1 0 0 0 0,-72 8-23320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3:54.632"/>
    </inkml:context>
    <inkml:brush xml:id="br0">
      <inkml:brushProperty name="width" value="0.1" units="cm"/>
      <inkml:brushProperty name="height" value="0.1" units="cm"/>
      <inkml:brushProperty name="color" value="#CC0066"/>
    </inkml:brush>
  </inkml:definitions>
  <inkml:trace contextRef="#ctx0" brushRef="#br0">58 123 1280 0 0,'-12'-6'201'0'0,"-19"-12"-172"0"0,30 18 7 0 0,0-1 1 0 0,1 1 0 0 0,-1-1 0 0 0,1 1-1 0 0,-1-1 1 0 0,1 1 0 0 0,-1-1-1 0 0,1 1 1 0 0,-1-1 0 0 0,1 0-1 0 0,0 1 1 0 0,-1-1 0 0 0,1 0-1 0 0,0 1 1 0 0,0-1 0 0 0,-1 0-1 0 0,1 1 1 0 0,0-1 0 0 0,0 0 0 0 0,0 0-1 0 0,0 1 1 0 0,0-1 0 0 0,0 0-1 0 0,0 1 1 0 0,0-1 0 0 0,0 0-1 0 0,0 0 1 0 0,0 1 0 0 0,1-1-1 0 0,-1 0 1 0 0,0 1 0 0 0,0-1 0 0 0,1 0-1 0 0,-1 1 1 0 0,0-1 0 0 0,1 0-1 0 0,-1 1 1 0 0,1-1 0 0 0,0 0-1 0 0,-1 1 188 0 0,1-1-154 0 0,0 1 0 0 0,-1-1 1 0 0,1 0-1 0 0,0 1 0 0 0,-1-1 0 0 0,1 0 0 0 0,-1 0 1 0 0,1 1-1 0 0,-1-1 0 0 0,1 0 0 0 0,-1 0 1 0 0,0 0-1 0 0,1 1 0 0 0,-1-1 0 0 0,0 0 0 0 0,0 0 1 0 0,1 0-1 0 0,-1 0 0 0 0,0-1 0 0 0,0 0-185 0 0,0 1 0 0 0,-1 0 0 0 0,1-1 0 0 0,0 1 0 0 0,0 0 0 0 0,-1-1 0 0 0,1 1 1 0 0,-1 0-1 0 0,1-1 0 0 0,-1 1 0 0 0,-1-2 0 0 0,-13-15 5691 0 0,32 19-2421 0 0,133 28 266 0 0,146-1-513 0 0,-34-4-551 0 0,-111 4-1157 0 0,-96-16-744 0 0,0-2-1 0 0,62 2 0 0 0,-36-9-124 0 0,10 2-84 0 0,0-5 0 0 0,107-12 0 0 0,20-10-236 0 0,-83 9 89 0 0,18 3 218 0 0,218-15-16 0 0,-20 41-315 0 0,-167-2 34 0 0,-137-11 26 0 0,136 3 204 0 0,-142-7-227 0 0,-1-1 1 0 0,59-11 0 0 0,-79 9-27 0 0,-20 3 2 0 0,0 1 0 0 0,1 0 0 0 0,-1 0-1 0 0,0 0 1 0 0,0 0 0 0 0,0 0-1 0 0,0 0 1 0 0,0 0 0 0 0,1 0 0 0 0,-1 0-1 0 0,0 0 1 0 0,0-1 0 0 0,0 1 0 0 0,0 0-1 0 0,0 0 1 0 0,0 0 0 0 0,0 0-1 0 0,0 0 1 0 0,1 0 0 0 0,-1-1 0 0 0,0 1-1 0 0,0 0 1 0 0,0 0 0 0 0,0 0 0 0 0,0 0-1 0 0,0-1 1 0 0,0 1 0 0 0,0 0-1 0 0,0 0 1 0 0,0 0 0 0 0,0 0 0 0 0,0-1-1 0 0,0 1 1 0 0,0 0 0 0 0,0 0 0 0 0,0 0-1 0 0,0 0 1 0 0,0-1 0 0 0,0 1-1 0 0,0 0 1 0 0,0 0 0 0 0,-1 0 0 0 0,1 0-1 0 0,0 0 1 0 0,0-1 0 0 0,0 1 0 0 0,0 0-1 0 0,0 0 1 0 0,0 0 0 0 0,0 0-1 0 0,-1 0 1 0 0,1 0 0 0 0,0 0 0 0 0,0-1-1 0 0,0 1 1 0 0,0 0 0 0 0,0 0 0 0 0,-1 0-1 0 0,1 0 1 0 0,0 0 0 0 0,0 0 0 0 0,0 0-1 0 0,0 0 1 0 0,-1 0 0 0 0,1 0-1 0 0,0 0 1 0 0,0 0 0 0 0,-1 0-7 0 0,-22-7-53 0 0,0 0 0 0 0,-1 2-1 0 0,0 1 1 0 0,0 0 0 0 0,-30 1 0 0 0,15 0-70 0 0,-189-19-228 0 0,-374-23 256 0 0,-740 64-74 0 0,976-15 419 0 0,184-8-3 0 0,170 4-224 0 0,7 0-21 0 0,1-1 0 0 0,0 1 0 0 0,0 0 0 0 0,0 0 0 0 0,0 1 0 0 0,-1-1-1 0 0,1 1 1 0 0,0 0 0 0 0,0 0 0 0 0,0 0 0 0 0,-4 3 0 0 0,9 49-22556 0 0,0-44 20454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4:21.33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123 18 1232 0 0,'-18'0'205'0'0,"0"0"1"0"0,1-2-1 0 0,-33-5 0 0 0,31 5 63 0 0,34 2 75 0 0,11 0-292 0 0,702 32 1045 0 0,-191-26-458 0 0,-441-4-464 0 0,561-19 702 0 0,-117-1 61 0 0,-293 26-596 0 0,-92-2-46 0 0,80-13 1036 0 0,-44-2-718 0 0,-83 2-106 0 0,-51 6-243 0 0,-20 0 395 0 0,-1 1-1 0 0,65 9 1 0 0,-25 3-181 0 0,51 10-52 0 0,-123-21-407 0 0,13 4 144 0 0,1-1 0 0 0,-1-1-1 0 0,27 2 1 0 0,-41-5-149 0 0,-1 1 0 0 0,0-1 0 0 0,1 1 0 0 0,-1-1 0 0 0,0 1 0 0 0,1 0 0 0 0,-1 0 1 0 0,3 2-1 0 0,18 5 197 0 0,68-3 431 0 0,50-9-208 0 0,-69 1-293 0 0,339 10 10 0 0,-105 1-150 0 0,-208-6 177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4:23.546"/>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541 217 1648 0 0,'-1'0'20'0'0,"0"0"1"0"0,-1-1-1 0 0,1 1 0 0 0,0 0 0 0 0,-1-1 1 0 0,1 1-1 0 0,0-1 0 0 0,-1 1 1 0 0,1-1-1 0 0,0 0 0 0 0,0 1 0 0 0,-2-3 1 0 0,-5-1 20 0 0,-8 0 27 0 0,14 5-56 0 0,1-1 1 0 0,0-1 0 0 0,-1 1-1 0 0,1 0 1 0 0,0 0-1 0 0,0 0 1 0 0,-1-1 0 0 0,1 1-1 0 0,0-1 1 0 0,0 1 0 0 0,0-1-1 0 0,0 1 1 0 0,-1-1 0 0 0,1 1-1 0 0,0-1 1 0 0,0 0-1 0 0,0 0 1 0 0,0 0 0 0 0,0 0-1 0 0,1 0 1 0 0,-2-1 0 0 0,2 2-10 0 0,0 0 0 0 0,0-1 0 0 0,0 1 0 0 0,0 0 0 0 0,0-1 0 0 0,1 1 0 0 0,-1 0 0 0 0,0-1 0 0 0,0 1 0 0 0,0 0 0 0 0,1 0 0 0 0,-1-1 0 0 0,0 1 0 0 0,0 0 0 0 0,1 0 0 0 0,-1 0 0 0 0,0-1 0 0 0,0 1 0 0 0,1 0 0 0 0,-1 0 0 0 0,0 0 0 0 0,1 0 0 0 0,-1-1 0 0 0,0 1 0 0 0,1 0 0 0 0,-1 0 0 0 0,0 0 0 0 0,1 0 0 0 0,-1 0 0 0 0,0 0 0 0 0,1 0 0 0 0,-1 0 0 0 0,1 0 0 0 0,2-1 9 0 0,17-3 26 0 0,0 0 1 0 0,41-3-1 0 0,-21 3 9 0 0,48-4 77 0 0,197 0 638 0 0,-36 2 276 0 0,-86-3-296 0 0,265-10 599 0 0,-4 27-370 0 0,-175-5 1440 0 0,-268-12-2074 0 0,-82-17-152 0 0,-154-21 0 0 0,-111 18-119 0 0,312 27-46 0 0,-311-8-73 0 0,-1 28-77 0 0,279-8 140 0 0,-561 44-133 0 0,617-54 96 0 0,-1 1 1 0 0,1 2 0 0 0,0 0 0 0 0,0 3 0 0 0,-35 10-1 0 0,64-16 22 0 0,0 0 0 0 0,1 1 0 0 0,-1-1 0 0 0,1 1 0 0 0,-1-1-1 0 0,1 1 1 0 0,0 0 0 0 0,-1 0 0 0 0,1 0 0 0 0,0 0 0 0 0,-1 0 0 0 0,1 0-1 0 0,0 0 1 0 0,0 0 0 0 0,0 0 0 0 0,0 0 0 0 0,0 1 0 0 0,0-1-1 0 0,0 0 1 0 0,0 1 0 0 0,0 1 0 0 0,1-1 1 0 0,-1 0 1 0 0,1-1-1 0 0,0 1 1 0 0,1 0-1 0 0,-1-1 1 0 0,0 1-1 0 0,0 0 1 0 0,1-1-1 0 0,-1 1 1 0 0,1-1-1 0 0,-1 1 1 0 0,1-1-1 0 0,0 1 1 0 0,0-1-1 0 0,0 1 1 0 0,0-1-1 0 0,1 2 1 0 0,6 6-22 0 0,0 0 1 0 0,1 0-1 0 0,0-1 1 0 0,15 9 0 0 0,-15-10-27 0 0,12 10 125 0 0,1-1-1 0 0,1-2 1 0 0,0 0 0 0 0,1-2 0 0 0,1 0-1 0 0,49 15 1 0 0,44 8 187 0 0,165 25 0 0 0,-204-49 106 0 0,0-4 1 0 0,0-3-1 0 0,99-8 1 0 0,2-9 329 0 0,422-41 270 0 0,-339 28-636 0 0,357 11 0 0 0,-114 15 40 0 0,254-39 465 0 0,-494 22-817 0 0,-190 14 103 0 0,42-1 36 0 0,59 1-108 0 0,-163 3-31 0 0,-1 1 9 0 0,0-1 0 0 0,1-1 0 0 0,-1 0 0 0 0,16-4 0 0 0,-29 5-23 0 0,1 0-1 0 0,-1 0 1 0 0,0 0-1 0 0,1-1 1 0 0,-1 1-1 0 0,0 0 1 0 0,1 0 0 0 0,-1 0-1 0 0,0-1 1 0 0,1 1-1 0 0,-1 0 1 0 0,0 0 0 0 0,0-1-1 0 0,1 1 1 0 0,-1 0-1 0 0,0-1 1 0 0,0 1-1 0 0,0 0 1 0 0,1-1 0 0 0,-1 1-1 0 0,0 0 1 0 0,0-1-1 0 0,0 1 1 0 0,0 0 0 0 0,0-1-1 0 0,0 1 1 0 0,0 0-1 0 0,0-1 1 0 0,0 1-1 0 0,0-1 1 0 0,0 1 0 0 0,0 0-1 0 0,0-1 1 0 0,0 1-1 0 0,0 0 1 0 0,0-1-1 0 0,0 1 1 0 0,0 0 0 0 0,0-1-1 0 0,-1 1 1 0 0,1 0-1 0 0,0-1 1 0 0,0 1-1 0 0,-1-2-13 0 0,0 1-1 0 0,0-1 0 0 0,0 1 0 0 0,0-1 0 0 0,0 1 0 0 0,0 0 1 0 0,0-1-1 0 0,-1 1 0 0 0,1 0 0 0 0,-2-1 0 0 0,-10-5-1 0 0,0 1 0 0 0,-1 1-1 0 0,1 0 1 0 0,-1 1 0 0 0,-26-5-1 0 0,18 4-5 0 0,-68-11-88 0 0,0 4 0 0 0,-157-1 1 0 0,232 12 97 0 0,-338-3-160 0 0,-272 25-358 0 0,497-15 454 0 0,-828 26-151 0 0,803-28 213 0 0,109-2 27 0 0,-69 13-1 0 0,109-13-228 0 0,13 0 158 0 0,25-1 61 0 0,366-17 15 0 0,-255 5 41 0 0,355-19-1 0 0,294-20 174 0 0,-137 35-249 0 0,-565 22 143 0 0,-34-2-6 0 0,100-5 0 0 0,-146 0-101 0 0,21-3 50 0 0,43-8 0 0 0,-60 7-106 0 0,-20 5-58 0 0,-24 6-931 0 0,-65 24-10396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4:25.251"/>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262 244 1248 0 0,'-119'-18'520'0'0,"29"5"3800"0"0,83 13-3458 0 0,368-13 395 0 0,-284 8-1195 0 0,477-14 73 0 0,-128 6-6 0 0,116-19 345 0 0,-182 1 496 0 0,-323 26-485 0 0,61-14 0 0 0,-98 19-468 0 0,1 0 0 0 0,0-1-1 0 0,-1 1 1 0 0,1 0 0 0 0,0-1-1 0 0,-1 1 1 0 0,1 0-1 0 0,-1-1 1 0 0,1 1 0 0 0,-1-1-1 0 0,1 1 1 0 0,-1-1 0 0 0,1 1-1 0 0,-1-1 1 0 0,1 0 0 0 0,-1 1-1 0 0,0-1 1 0 0,1 1 0 0 0,-1-1-1 0 0,0 0 1 0 0,1 1-1 0 0,-1-1 1 0 0,0 0 0 0 0,0 1-1 0 0,0-1 1 0 0,0 0 0 0 0,0 1-1 0 0,1-1 1 0 0,-1 0 0 0 0,-1 0-1 0 0,1 1 1 0 0,0-1 0 0 0,0 0-1 0 0,0 1 1 0 0,0-1-1 0 0,0 0 1 0 0,-1 1 0 0 0,1-1-1 0 0,0 0 1 0 0,0 1 0 0 0,-1-1-1 0 0,1 0 1 0 0,-1 1 0 0 0,1-1-1 0 0,0 1 1 0 0,-1-1 0 0 0,1 1-1 0 0,-1-1 1 0 0,1 1-1 0 0,-1-1 1 0 0,0 1 0 0 0,1 0-1 0 0,-2-1 1 0 0,-4-2 16 0 0,-1 0 0 0 0,0 1 0 0 0,1-1-1 0 0,-1 2 1 0 0,0-1 0 0 0,0 1 0 0 0,-10-1 0 0 0,-5-1 11 0 0,-58-9 117 0 0,-129-2 0 0 0,-80 19 16 0 0,278-5-171 0 0,-1287 104 345 0 0,1183-89-281 0 0,-202 34 148 0 0,309-47-216 0 0,0 0 0 0 0,0 1 1 0 0,0 0-1 0 0,0 0 0 0 0,-10 7 1 0 0,14-8-9 0 0,1 0 1 0 0,0 0-1 0 0,0 0 1 0 0,0 1-1 0 0,0 0 1 0 0,1-1-1 0 0,-1 1 1 0 0,1 0-1 0 0,0 0 1 0 0,-1 1-1 0 0,1-1 1 0 0,1 0-1 0 0,-3 5 1 0 0,4-7 10 0 0,-1 0 0 0 0,1 1 1 0 0,0-1-1 0 0,0 0 0 0 0,0 1 0 0 0,0-1 1 0 0,0 0-1 0 0,0 1 0 0 0,0-1 0 0 0,0 1 0 0 0,0-1 1 0 0,1 0-1 0 0,-1 1 0 0 0,0-1 0 0 0,1 0 0 0 0,-1 0 1 0 0,1 1-1 0 0,0-1 0 0 0,-1 0 0 0 0,1 0 1 0 0,0 0-1 0 0,0 0 0 0 0,-1 1 0 0 0,1-1 0 0 0,0-1 1 0 0,0 1-1 0 0,0 0 0 0 0,1 0 0 0 0,0 1 1 0 0,4 2 15 0 0,0-1 1 0 0,-1 1-1 0 0,1-1 1 0 0,11 4-1 0 0,7 1-16 0 0,1-1-1 0 0,0-1 1 0 0,1-1 0 0 0,25 2 0 0 0,107 1 63 0 0,-118-8 33 0 0,892-26 710 0 0,-932 26-811 0 0,519-31 197 0 0,-422 24-131 0 0,178-7 229 0 0,-247 14-249 0 0,84-5 131 0 0,-80-3 102 0 0,-32 8-278 0 0,0 0 0 0 0,0 0 1 0 0,0 0-1 0 0,1 0 1 0 0,-1 1-1 0 0,0-1 0 0 0,0 0 1 0 0,0 0-1 0 0,0 0 1 0 0,1 0-1 0 0,-1 0 0 0 0,0 1 1 0 0,0-1-1 0 0,0 0 1 0 0,0 0-1 0 0,0 0 0 0 0,0 0 1 0 0,0 1-1 0 0,1-1 1 0 0,-1 0-1 0 0,0 0 0 0 0,0 0 1 0 0,0 1-1 0 0,0-1 1 0 0,0 0-1 0 0,0 0 1 0 0,0 0-1 0 0,0 1 0 0 0,0-1 1 0 0,0 0-1 0 0,0 0 1 0 0,0 0-1 0 0,0 1 0 0 0,0-1 1 0 0,0 0-1 0 0,0 0 1 0 0,-1 0-1 0 0,1 1 0 0 0,0-1 1 0 0,0 0-1 0 0,0 0 1 0 0,0 0-1 0 0,0 0 0 0 0,0 1 1 0 0,-1-1-1 0 0,1 0 1 0 0,0 0-1 0 0,0 0 0 0 0,0 0 1 0 0,0 0-1 0 0,0 1 1 0 0,-1-1-1 0 0,1 0 0 0 0,0 0 1 0 0,0 0-1 0 0,0 0 1 0 0,-1 0-1 0 0,1 0 0 0 0,0 0 1 0 0,0 0-1 0 0,2 1 1 0 0,0 1-1 0 0,1-1 1 0 0,-1 0 0 0 0,0-1-1 0 0,1 1 1 0 0,-1 0-1 0 0,1-1 1 0 0,2 1 0 0 0,35 0 41 0 0,-23-2 1 0 0,-14 1 9 0 0,-5 0 31 0 0,-5 0-431 0 0,-1 1 0 0 0,0-1 1 0 0,-12 4-1 0 0,9-1-558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4:27.48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180 116 680 0 0,'-2'0'7'0'0,"0"-1"1"0"0,0 1-1 0 0,0-1 1 0 0,1 0-1 0 0,-1 0 1 0 0,0 0-1 0 0,0 0 1 0 0,1 0-1 0 0,-1 0 0 0 0,0 0 1 0 0,1 0-1 0 0,-1-1 1 0 0,1 1-1 0 0,0 0 1 0 0,-1-1-1 0 0,1 1 0 0 0,0-1 1 0 0,-1-2-1 0 0,-1-15 43 0 0,2 14-33 0 0,1-1 1 0 0,-1 1-1 0 0,0 0 1 0 0,0 0-1 0 0,-1-1 1 0 0,0 1-1 0 0,0 0 1 0 0,-4-8-1 0 0,5 11-7 0 0,0 1 1 0 0,0-1-1 0 0,0 1 0 0 0,0 0 1 0 0,0 0-1 0 0,0-1 1 0 0,-1 1-1 0 0,1 0 0 0 0,0 0 1 0 0,-1 0-1 0 0,1 0 0 0 0,0 0 1 0 0,-1 1-1 0 0,1-1 0 0 0,-3-1 1 0 0,3 2-10 0 0,1 0 1 0 0,-1 0 0 0 0,0 1-1 0 0,1-1 1 0 0,-1 0 0 0 0,0 0-1 0 0,1 0 1 0 0,-1 0-1 0 0,0 0 1 0 0,1 1 0 0 0,-1-1-1 0 0,1 0 1 0 0,-1 1 0 0 0,0-1-1 0 0,1 0 1 0 0,-1 1-1 0 0,1-1 1 0 0,-1 1 0 0 0,1-1-1 0 0,-1 1 1 0 0,1-1-1 0 0,0 1 1 0 0,-1-1 0 0 0,0 2-1 0 0,-1 3-4 0 0,-1 1-1 0 0,1-1 0 0 0,0 1 0 0 0,0 0 1 0 0,-2 10-1 0 0,2-7 37 0 0,-2 5-17 0 0,0 0 1 0 0,1-1-1 0 0,0 1 0 0 0,1 1 0 0 0,1-1 0 0 0,0 23 0 0 0,2-31-7 0 0,-1-1 0 0 0,1 1 0 0 0,0 0-1 0 0,1-1 1 0 0,-1 0 0 0 0,1 1 0 0 0,0-1-1 0 0,1 0 1 0 0,-1 0 0 0 0,1 0 0 0 0,0 0-1 0 0,0-1 1 0 0,0 1 0 0 0,1-1 0 0 0,0 1-1 0 0,0-1 1 0 0,0-1 0 0 0,0 1 0 0 0,6 4-1 0 0,-5-5 23 0 0,2 1-33 0 0,0 1-1 0 0,-1 0 1 0 0,9 9 0 0 0,-14-14 9 0 0,-1 1 0 0 0,1-1 0 0 0,-1 0 1 0 0,1 1-1 0 0,0-1 0 0 0,-1 1 1 0 0,1 0-1 0 0,-1-1 0 0 0,1 1 0 0 0,-1-1 1 0 0,0 1-1 0 0,1 0 0 0 0,-1-1 0 0 0,0 1 1 0 0,1 0-1 0 0,-1-1 0 0 0,0 1 1 0 0,0 0-1 0 0,0 0 0 0 0,1-1 0 0 0,-1 1 1 0 0,0 0-1 0 0,0 0 0 0 0,0-1 1 0 0,0 1-1 0 0,0 0 0 0 0,0 0 0 0 0,-1-1 1 0 0,1 1-1 0 0,0 0 0 0 0,0-1 1 0 0,0 1-1 0 0,-1 0 0 0 0,1-1 0 0 0,0 1 1 0 0,-1 0-1 0 0,1-1 0 0 0,-1 1 1 0 0,1 0-1 0 0,-1-1 0 0 0,1 1 0 0 0,-1-1 1 0 0,1 1-1 0 0,-1-1 0 0 0,1 1 1 0 0,-1-1-1 0 0,0 1 0 0 0,1-1 0 0 0,-2 1 1 0 0,-35 16 360 0 0,36-17-348 0 0,7 0 261 0 0,-5 0-235 0 0,1-1 0 0 0,0 0 1 0 0,0 1-1 0 0,-1-1 0 0 0,1 0 0 0 0,0 0 0 0 0,-1 0 0 0 0,1 0 1 0 0,-1 0-1 0 0,1 0 0 0 0,-1 0 0 0 0,1 0 0 0 0,-1-1 0 0 0,0 1 1 0 0,0 0-1 0 0,0-1 0 0 0,0 1 0 0 0,2-4 0 0 0,-4 5-35 0 0,1 0 0 0 0,0-1 0 0 0,-1 1 0 0 0,1 0 0 0 0,0 0 0 0 0,-1-1 0 0 0,1 1 0 0 0,0 0 0 0 0,-1 0 0 0 0,1 0 0 0 0,-1-1 0 0 0,1 1 0 0 0,-1 0 0 0 0,1 0 0 0 0,-1 0 0 0 0,1 0 0 0 0,0 0 0 0 0,-1 0 0 0 0,1 0 0 0 0,-1 0 0 0 0,1 0 0 0 0,-1 0 0 0 0,1 0 0 0 0,-1 0 0 0 0,1 0 0 0 0,-1 0 0 0 0,1 0 0 0 0,-1 1 0 0 0,-17 4 66 0 0,2 2-30 0 0,1 0 0 0 0,1 2-1 0 0,0 0 1 0 0,0 0 0 0 0,1 1-1 0 0,-20 19 1 0 0,34-29-39 0 0,-1 0 1 0 0,0 0-1 0 0,0 0 0 0 0,0 0 0 0 0,0 0 1 0 0,0 0-1 0 0,1 0 0 0 0,-1 0 0 0 0,0 0 1 0 0,0 0-1 0 0,0 0 0 0 0,0 0 0 0 0,0 0 1 0 0,1 1-1 0 0,-1-1 0 0 0,0 0 0 0 0,0 0 1 0 0,0 0-1 0 0,0 0 0 0 0,0 0 0 0 0,0 0 1 0 0,0 0-1 0 0,1 0 0 0 0,-1 0 0 0 0,0 1 1 0 0,0-1-1 0 0,0 0 0 0 0,0 0 0 0 0,0 0 1 0 0,0 0-1 0 0,0 0 0 0 0,0 1 0 0 0,0-1 1 0 0,0 0-1 0 0,0 0 0 0 0,0 0 0 0 0,0 0 1 0 0,0 0-1 0 0,0 1 0 0 0,0-1 0 0 0,0 0 1 0 0,0 0-1 0 0,0 0 0 0 0,0 0 0 0 0,0 0 1 0 0,0 1-1 0 0,0-1 0 0 0,0 0 0 0 0,0 0 1 0 0,0 0-1 0 0,0 0 0 0 0,0 0 0 0 0,0 1 1 0 0,0-1-1 0 0,-1 0 0 0 0,1 0 0 0 0,0 0 1 0 0,0 0-1 0 0,0 0 0 0 0,0 0 0 0 0,0 0 1 0 0,0 0-1 0 0,0 1 0 0 0,-1-1 0 0 0,11-2 254 0 0,-1-1-205 0 0,0-1 0 0 0,0 0-1 0 0,-1-1 1 0 0,0 0 0 0 0,0 0-1 0 0,9-8 1 0 0,-15 11-52 0 0,4 0 0 0 0,-10 8 27 0 0,-9 10 5 0 0,13-16-63 0 0,-1 1-1 0 0,1-1 1 0 0,0 0-1 0 0,-1 1 0 0 0,1-1 1 0 0,-1 1-1 0 0,1-1 1 0 0,0 1-1 0 0,-1-1 0 0 0,1 1 1 0 0,0-1-1 0 0,0 1 1 0 0,-1-1-1 0 0,1 1 0 0 0,0-1 1 0 0,0 1-1 0 0,0-1 1 0 0,0 1-1 0 0,-1 0 0 0 0,1-1 1 0 0,0 1-1 0 0,0-1 1 0 0,0 1-1 0 0,0 0 0 0 0,1-1 1 0 0,-1 1-1 0 0,0-1 1 0 0,0 1-1 0 0,0-1 0 0 0,0 1 1 0 0,1 0-1 0 0,-1-1 1 0 0,0 1-1 0 0,0-1 0 0 0,1 1 1 0 0,-1-1-1 0 0,0 1 1 0 0,1-1-1 0 0,-1 0 0 0 0,1 1 1 0 0,-1-1-1 0 0,0 1 1 0 0,2 0-1 0 0,20 12-2574 0 0,-19-11 2186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4:41.287"/>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29 261 256 0 0,'-12'1'-38'0'0,"-5"0"39"0"0,51-12 68 0 0,299-85 864 0 0,-153 50 202 0 0,93-10 470 0 0,-26 11 183 0 0,-183 37-1264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4:42.32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1 158 6617 0 0,'300'-28'1259'0'0,"-164"13"-1145"0"0,164-4 745 0 0,-22 9-50 0 0,-5 0-176 0 0,-53-8-492 0 0,284-20 185 0 0,-377 30-238 0 0,140-3-196 0 0,-13 12-3 0 0,127 18 593 0 0,-257-7 77 0 0,154 36 0 0 0,-228-37-424 0 0,-28-7-125 0 0,0 1 0 0 0,-1 1-1 0 0,1 0 1 0 0,-2 2 0 0 0,1 0-1 0 0,20 13 1 0 0,75 51 534 0 0,-96-59-294 0 0,35 17 0 0 0,-36-21 39 0 0,0 1-1 0 0,32 23 1 0 0,-21-10 158 0 0,-6-4-129 0 0,30 28 0 0 0,-46-39-282 0 0,-1 1 0 0 0,0-1 1 0 0,0 1-1 0 0,-1 1 0 0 0,0-1 0 0 0,0 1 0 0 0,5 14 0 0 0,4 11 187 0 0,-11-27-155 0 0,0-1 0 0 0,-1 1 0 0 0,0 0 0 0 0,0 0-1 0 0,-1 0 1 0 0,0 0 0 0 0,0 0 0 0 0,-1 1 0 0 0,1 9 0 0 0,-4 6 46 0 0,-1 0 0 0 0,0-1 0 0 0,-12 41-1 0 0,0-2-32 0 0,13-54-66 0 0,1 0-1 0 0,-2-1 1 0 0,1 1 0 0 0,-1-1 0 0 0,-1 1 0 0 0,1-1 0 0 0,-1 0 0 0 0,0 0 0 0 0,-1 0 0 0 0,1-1 0 0 0,-7 7-1 0 0,0-3 20 0 0,0 0 0 0 0,0-1 0 0 0,-1 0-1 0 0,0-1 1 0 0,-16 8 0 0 0,-6 2-1 0 0,0-2-1 0 0,-68 22 1 0 0,-77 7-82 0 0,170-43 72 0 0,-452 79 517 0 0,-28-21-821 0 0,216-27 400 0 0,243-29-128 0 0,-49 4 64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4:42.975"/>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3573 1104 18027 0 0,'-291'29'-53'0'0,"-105"6"-153"0"0,140-25 90 0 0,-13 0-137 0 0,90-9 105 0 0,-9-17 10 0 0,129 9 137 0 0,-199-34 526 0 0,162 23-546 0 0,-108-23 14 0 0,-142-20 465 0 0,208 47 221 0 0,1-6 0 0 0,-204-58 0 0 0,286 63-585 0 0,23 7-155 0 0,-34-14 0 0 0,57 19 11 0 0,1-1-1 0 0,-1 0 1 0 0,1-1-1 0 0,0 0 1 0 0,0 0-1 0 0,1-1 0 0 0,-1 0 1 0 0,-9-10-1 0 0,1-2-102 0 0,-25-28-37 0 0,32 35 50 0 0,1-1 0 0 0,0 1 0 0 0,1-1 0 0 0,-10-21 0 0 0,-12-24-261 0 0,23 47 320 0 0,0 0 1 0 0,1 0-1 0 0,0 0 1 0 0,0-1 0 0 0,1 0-1 0 0,1 0 1 0 0,0 0-1 0 0,0 0 1 0 0,-1-21-1 0 0,4 26 65 0 0,0-1-1 0 0,0 1 0 0 0,1 0 0 0 0,0-1 0 0 0,0 1 0 0 0,0 0 1 0 0,1 0-1 0 0,0-1 0 0 0,0 1 0 0 0,0 1 0 0 0,1-1 0 0 0,0 0 1 0 0,0 1-1 0 0,7-9 0 0 0,-4 7 16 0 0,0 0 0 0 0,1 1 1 0 0,0 0-1 0 0,0 1 0 0 0,1-1 0 0 0,-1 2 1 0 0,1-1-1 0 0,0 1 0 0 0,15-6 0 0 0,169-51 606 0 0,-67 25-508 0 0,237-62 172 0 0,-122 33-569 0 0,-138 38 455 0 0,-18 6-4121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00.264"/>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248 228 416 0 0,'-58'-2'448'0'0,"120"11"132"0"0,230-22 1371 0 0,-68-1-1215 0 0,-34 6-488 0 0,-1-9 0 0 0,264-56 1 0 0,-211 23-32 0 0,-240 48-58 0 0,-7-1 132 0 0,-8-1 114 0 0,-46-7-394 0 0,0 2 0 0 0,0 3 0 0 0,0 3 1 0 0,-1 2-1 0 0,-87 11 0 0 0,-295 67 81 0 0,335-55-85 0 0,-214 48-4 0 0,278-61 5 0 0,-110 26-141 0 0,129-28 88 0 0,-1 1 0 0 0,1 2 0 0 0,-43 22 0 0 0,66-31 27 0 0,-1 0 0 0 0,1-1 0 0 0,0 1 0 0 0,-1 0 0 0 0,1 1 0 0 0,0-1 0 0 0,0 0 0 0 0,-1 0 0 0 0,1 0 0 0 0,0 1 0 0 0,0-1 0 0 0,0 1 0 0 0,0-1 0 0 0,1 0 0 0 0,-1 1 0 0 0,0 0 0 0 0,1-1 0 0 0,-1 1 0 0 0,1-1 0 0 0,-1 1 0 0 0,1 0 0 0 0,0-1 0 0 0,0 1 0 0 0,0 0 0 0 0,0-1 0 0 0,0 1 0 0 0,0 0 0 0 0,0 0 0 0 0,1 1 0 0 0,0 0 6 0 0,0 1 0 0 0,0-1 0 0 0,0 0 0 0 0,1 0 0 0 0,0 0 0 0 0,-1 0 0 0 0,1 0 0 0 0,0 0 1 0 0,1-1-1 0 0,-1 1 0 0 0,0-1 0 0 0,1 1 0 0 0,2 1 0 0 0,8 5 65 0 0,1 0 0 0 0,-1-1 0 0 0,1 0 0 0 0,1-2-1 0 0,0 1 1 0 0,26 6 0 0 0,99 17 505 0 0,-130-28-515 0 0,74 8 232 0 0,0-3 1 0 0,139-7-1 0 0,122-40 97 0 0,-13-29-422 0 0,-221 42-53 0 0,-66 13 224 0 0,68-30-1 0 0,-110 42-116 0 0,2 0 34 0 0,1-1 0 0 0,-1 1 0 0 0,1-1 0 0 0,-1-1 0 0 0,0 1 0 0 0,5-5 0 0 0,-9 7-20 0 0,0 0 0 0 0,0 0 0 0 0,-1-1 0 0 0,1 1 0 0 0,0 0 0 0 0,0 0-1 0 0,-1-1 1 0 0,1 1 0 0 0,-1 0 0 0 0,1-1 0 0 0,-1 1 0 0 0,1 0 0 0 0,-1-1 0 0 0,0 1-1 0 0,0-1 1 0 0,1 1 0 0 0,-1 0 0 0 0,0-1 0 0 0,-1 1 0 0 0,1-1 0 0 0,0 1 0 0 0,0-1 0 0 0,0 1-1 0 0,-1 0 1 0 0,1-1 0 0 0,-1 1 0 0 0,1 0 0 0 0,-1-1 0 0 0,0 1 0 0 0,1 0 0 0 0,-1 0-1 0 0,-1-2 1 0 0,0 0-14 0 0,0 0-1 0 0,-1 1 1 0 0,1 0-1 0 0,0-1 1 0 0,-1 1 0 0 0,0 0-1 0 0,1 0 1 0 0,-1 0-1 0 0,0 0 1 0 0,0 1-1 0 0,-4-2 1 0 0,-39-13-101 0 0,32 12 127 0 0,-59-15-19 0 0,-119-16 0 0 0,-80 9 184 0 0,165 17-149 0 0,-223-3-189 0 0,251 16 91 0 0,1 3 0 0 0,0 3 0 0 0,0 4 0 0 0,-132 41 0 0 0,55 5-7 0 0,140-53 42 0 0,8-4-22 0 0,0 0 0 0 0,0 0 0 0 0,0 1-1 0 0,1 0 1 0 0,-1 0 0 0 0,1 0 0 0 0,0 1-1 0 0,-8 8 1 0 0,13-11 18 0 0,-1 0-1 0 0,0 1 1 0 0,1-1 0 0 0,0 1-1 0 0,-1 0 1 0 0,1-1-1 0 0,0 1 1 0 0,1 0 0 0 0,-1 0-1 0 0,0 0 1 0 0,1 0-1 0 0,-1 0 1 0 0,1-1 0 0 0,0 1-1 0 0,0 0 1 0 0,0 0-1 0 0,0 0 1 0 0,1 0-1 0 0,-1 0 1 0 0,2 4 0 0 0,1 1 5 0 0,-1-1 1 0 0,1 0-1 0 0,0 0 1 0 0,1 0-1 0 0,0 0 1 0 0,0 0-1 0 0,1-1 1 0 0,-1 1-1 0 0,1-1 1 0 0,1-1-1 0 0,-1 1 1 0 0,1-1-1 0 0,0 0 1 0 0,11 7-1 0 0,-1-1 47 0 0,0-2 0 0 0,1 0 0 0 0,0-1 0 0 0,0 0 0 0 0,21 5 0 0 0,8-2 65 0 0,0-2 0 0 0,0-2-1 0 0,1-3 1 0 0,-1-1 0 0 0,84-6 0 0 0,-44-4 60 0 0,154-33 0 0 0,80-47-235 0 0,-105 11 239 0 0,-208 73-135 0 0,0 0 1 0 0,-1-1-1 0 0,1 0 1 0 0,-1 0-1 0 0,0-1 1 0 0,0 1-1 0 0,-1-1 1 0 0,1 0-1 0 0,-1-1 1 0 0,5-6-1 0 0,-8 10-20 0 0,-1 0 1 0 0,0 0-1 0 0,0 0 0 0 0,1 0 1 0 0,-1 0-1 0 0,0-1 0 0 0,-1 1 1 0 0,1 0-1 0 0,0-1 0 0 0,-1 1 1 0 0,1 0-1 0 0,-1-1 0 0 0,0 1 1 0 0,0-1-1 0 0,0 1 0 0 0,0-1 1 0 0,0 1-1 0 0,0 0 0 0 0,-1-1 1 0 0,1 1-1 0 0,-1-1 0 0 0,1 1 1 0 0,-1 0-1 0 0,0-1 0 0 0,0 1 1 0 0,0 0-1 0 0,-1 0 0 0 0,1 0 1 0 0,0 0-1 0 0,-1 0 0 0 0,1 0 1 0 0,-1 0-1 0 0,0 0 0 0 0,-2-2 1 0 0,-19-15-10 0 0,0 2 0 0 0,-1 0 0 0 0,-1 1 0 0 0,-1 1 1 0 0,0 2-1 0 0,0 0 0 0 0,-39-11 0 0 0,24 10 10 0 0,-2 3 0 0 0,1 1 1 0 0,-1 3-1 0 0,-60-4 0 0 0,54 9-37 0 0,1 2 0 0 0,-1 3 1 0 0,1 1-1 0 0,0 3 0 0 0,0 2 1 0 0,1 2-1 0 0,-84 31 0 0 0,117-37 6 0 0,0 2 0 0 0,1 0 0 0 0,0 0 0 0 0,0 1 1 0 0,1 1-1 0 0,-14 11 0 0 0,22-16 14 0 0,0 0 1 0 0,0 0 0 0 0,0 0 0 0 0,1 0 0 0 0,-1 1 0 0 0,1-1 0 0 0,0 1 0 0 0,0 0 0 0 0,1 0 0 0 0,-1 0-1 0 0,1 0 1 0 0,0 0 0 0 0,1 0 0 0 0,-1 1 0 0 0,1-1 0 0 0,0 1 0 0 0,0-1 0 0 0,1 11 0 0 0,0-13 5 0 0,1 1 1 0 0,-1-1 0 0 0,1 1-1 0 0,0-1 1 0 0,1 0 0 0 0,-1 1 0 0 0,1-1-1 0 0,-1 0 1 0 0,1 0 0 0 0,0 0-1 0 0,0 0 1 0 0,0 0 0 0 0,0 0-1 0 0,3 2 1 0 0,2 1-1 0 0,0 0 0 0 0,0 0-1 0 0,0-1 1 0 0,14 8 0 0 0,-6-5 29 0 0,1-1 0 0 0,1-1 0 0 0,-1 0 0 0 0,1-1 1 0 0,0-1-1 0 0,0-1 0 0 0,29 3 0 0 0,126-5 214 0 0,-79-7-133 0 0,95-19 0 0 0,89-31 21 0 0,-208 39 49 0 0,118-45 0 0 0,-204 63-231 0 0,12-1-404 0 0,-1 0 1 0 0,0 0-1 0 0,1 0 1 0 0,-1 1-1 0 0,1 0 1 0 0,-1 0-1 0 0,1 0 1 0 0,-10 4-1 0 0,-22 19-3094 0 0,26-12 2326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02.60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1008 127 216 0 0,'-294'19'125'0'0,"251"-17"-72"0"0,-18 3 138 0 0,45 2-50 0 0,8-3-107 0 0,-13-1 43 0 0,-1-1 1 0 0,-39 0-1 0 0,4-1 27 0 0,-2 5 55 0 0,-29 0 223 0 0,40-4-1 0 0,-95-3 2008 0 0,104-4-1348 0 0,25 2-569 0 0,25 2 60 0 0,135 1-109 0 0,977-19 1092 0 0,-883 4-1496 0 0,117-5-22 0 0,-299 18 95 0 0,397-20 364 0 0,-245 2-205 0 0,-180 17 177 0 0,-30 3-413 0 0,0 0 0 0 0,0 0 0 0 0,0 0 0 0 0,0 0 0 0 0,0 0 0 0 0,0 0 0 0 0,0 0 0 0 0,0-1 0 0 0,0 1 0 0 0,0 0 0 0 0,0 0 0 0 0,0 0 0 0 0,-1-2 329 0 0,1 2-329 0 0,0-1 0 0 0,-1 1 0 0 0,1 0 0 0 0,0 0 0 0 0,0 0 0 0 0,0 0 0 0 0,0 0 0 0 0,0 0 0 0 0,0 0 0 0 0,-1 0 0 0 0,-6-5 58 0 0,-15-2-115 0 0,0 0 0 0 0,0 1 0 0 0,-1 1 0 0 0,-35-2 0 0 0,31 3-113 0 0,-387-22-435 0 0,82 25 570 0 0,175 1 224 0 0,-363-2-172 0 0,30 13 322 0 0,344 2-293 0 0,-184 39 0 0 0,310-48-73 0 0,5-1 0 0 0,1 0-1 0 0,-27 11 0 0 0,41-12-153 0 0,7 0 151 0 0,15 3 81 0 0,57 5-29 0 0,106-1-1 0 0,83-16-101 0 0,-144 3-6 0 0,1003-23-472 0 0,-561 3 1286 0 0,-604 21 99 0 0,-36 0-948 0 0,71 3 101 0 0,-8 0-5 0 0,0 0-1 0 0,0 0 1 0 0,-1 1-1 0 0,1 1 1 0 0,-17 4-1 0 0,-20 9-21 0 0,0-2 0 0 0,-63 8 0 0 0,-104 3-117 0 0,162-20 141 0 0,-444 60 539 0 0,476-60-577 0 0,-3-1 32 0 0,-31 9 0 0 0,50-10-10 0 0,0-1 1 0 0,0 1 0 0 0,1 0 0 0 0,-1 0-1 0 0,1 0 1 0 0,-1 1 0 0 0,1-1 0 0 0,0 1 0 0 0,0 0-1 0 0,0 0 1 0 0,0 1 0 0 0,-4 4 0 0 0,8-7 18 0 0,-1 0 0 0 0,1-1 0 0 0,0 1 1 0 0,-1-1-1 0 0,1 1 0 0 0,0 0 0 0 0,0-1 1 0 0,-1 1-1 0 0,1 0 0 0 0,0 0 0 0 0,0-1 1 0 0,0 1-1 0 0,0 0 0 0 0,0-1 0 0 0,0 1 0 0 0,0 0 1 0 0,0-1-1 0 0,0 1 0 0 0,1 0 0 0 0,-1-1 1 0 0,0 1-1 0 0,0 0 0 0 0,0-1 0 0 0,1 1 1 0 0,-1 0-1 0 0,0-1 0 0 0,1 1 0 0 0,-1-1 1 0 0,1 2-1 0 0,14 12 1 0 0,-13-13-3 0 0,2 2 6 0 0,0-1-1 0 0,-1 0 1 0 0,1 0-1 0 0,1 0 1 0 0,-1 0-1 0 0,0-1 1 0 0,5 2-1 0 0,42 7 73 0 0,1-1 0 0 0,0-4-1 0 0,63 1 1 0 0,-37-7-229 0 0,141-20 0 0 0,-136 10-10 0 0,476-45 473 0 0,-494 55-217 0 0,-115-4 48 0 0,-934 29-130 0 0,560-18-17 0 0,325-9-25 0 0,-248 3 143 0 0,326 3-114 0 0,1 1 0 0 0,-23 6 0 0 0,8-1 44 0 0,84-6-340 0 0,161-3 250 0 0,547 5 11 0 0,-262-5-225 0 0,-4-45 628 0 0,-361 22-84 0 0,-130 23-266 0 0,1 0-1 0 0,-1 0 1 0 0,1 0 0 0 0,0 0-1 0 0,-1 0 1 0 0,1 0 0 0 0,-1-1-1 0 0,1 1 1 0 0,-1 0-1 0 0,1 0 1 0 0,-1 0 0 0 0,1 0-1 0 0,-1-1 1 0 0,1 1 0 0 0,-1 0-1 0 0,1-1 1 0 0,-1 1 0 0 0,1 0-1 0 0,-1-1 1 0 0,1 1 0 0 0,-1 0-1 0 0,0-1 1 0 0,1 1 0 0 0,-1-1-1 0 0,1 1 1 0 0,-1-1-1 0 0,-10-7 93 0 0,-23-1-145 0 0,30 8 73 0 0,9-3-34 0 0,10-1-6 0 0,17 0 77 0 0,-25 4-57 0 0,1 0-1 0 0,-1-1 1 0 0,16-4-1 0 0,-34 3 101 0 0,9 3-156 0 0,0-1 1 0 0,0 1 0 0 0,0-1-1 0 0,0 1 1 0 0,1-1 0 0 0,-1 1-1 0 0,0 0 1 0 0,0-1 0 0 0,0 1 0 0 0,0 0-1 0 0,0 0 1 0 0,0 0 0 0 0,0 0-1 0 0,0 0 1 0 0,0 0 0 0 0,0 0-1 0 0,0 0 1 0 0,0 0 0 0 0,0 1-1 0 0,0-1 1 0 0,0 0 0 0 0,0 1-1 0 0,0-1 1 0 0,-1 1 0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08.358"/>
    </inkml:context>
    <inkml:brush xml:id="br0">
      <inkml:brushProperty name="width" value="0.3" units="cm"/>
      <inkml:brushProperty name="height" value="0.6" units="cm"/>
      <inkml:brushProperty name="color" value="#00F900"/>
      <inkml:brushProperty name="tip" value="rectangle"/>
      <inkml:brushProperty name="rasterOp" value="maskPen"/>
    </inkml:brush>
  </inkml:definitions>
  <inkml:trace contextRef="#ctx0" brushRef="#br0">562 65 664 0 0,'-255'4'968'0'0,"216"-3"-891"0"0,-68 7 807 0 0,229 0-528 0 0,171-6-286 0 0,-43-8 138 0 0,255-51 4 0 0,-367 37-216 0 0,-107 15 384 0 0,-44 6 46 0 0,-1 0 0 0 0,-17-2 0 0 0,-15 1-439 0 0,-250 27 73 0 0,200-16-55 0 0,-728 104 572 0 0,649-81 239 0 0,175-34-814 0 0,0 0 0 0 0,0 0 0 0 0,0 0 1 0 0,0 0-1 0 0,0-1 0 0 0,-1 1 0 0 0,1 0 0 0 0,0 0 0 0 0,0 0 0 0 0,0 0 0 0 0,0 0 0 0 0,0 0 0 0 0,0 0 0 0 0,-1 1 0 0 0,1-1 0 0 0,0 0 0 0 0,0 0 0 0 0,0 0 0 0 0,0 0 0 0 0,0 0 0 0 0,0 0 1 0 0,-1 0-1 0 0,1 0 0 0 0,0 0 0 0 0,0 0 0 0 0,0 0 0 0 0,0 0 0 0 0,0 0 0 0 0,0 1 0 0 0,0-1 0 0 0,0 0 0 0 0,-1 0 0 0 0,1 0 0 0 0,0 0 0 0 0,0 0 0 0 0,0 0 0 0 0,0 1 0 0 0,0-1 0 0 0,0 0 1 0 0,0 0-1 0 0,0 0 0 0 0,0 0 0 0 0,0 0 0 0 0,0 0 0 0 0,0 1 0 0 0,0-1 0 0 0,0 0 0 0 0,0 0 0 0 0,0 0 0 0 0,0 0 0 0 0,0 1 0 0 0,9 4 46 0 0,18 4 5 0 0,-25-8-41 0 0,36 9 130 0 0,0-2-1 0 0,1-1 0 0 0,49 2 1 0 0,121-4-94 0 0,-184-5-76 0 0,564-24 390 0 0,-47 1-440 0 0,-493 22 97 0 0,187-4 76 0 0,-378 0-81 0 0,-534 29-489 0 0,547-12 461 0 0,-149 18-88 0 0,193-17 143 0 0,-103 29-1 0 0,185-41-34 0 0,-6 1-2 0 0,0 0-1 0 0,1 1 1 0 0,-1 0 0 0 0,1 1-1 0 0,0 0 1 0 0,-1 0 0 0 0,2 0-1 0 0,-10 8 1 0 0,16-12-9 0 0,1 1 0 0 0,-1-1-1 0 0,1 0 1 0 0,0 1 0 0 0,-1-1 0 0 0,1 1-1 0 0,0-1 1 0 0,-1 1 0 0 0,1-1 0 0 0,0 0-1 0 0,0 1 1 0 0,-1-1 0 0 0,1 1 0 0 0,0 0 0 0 0,0-1-1 0 0,0 1 1 0 0,0-1 0 0 0,0 1 0 0 0,0-1-1 0 0,0 1 1 0 0,0-1 0 0 0,0 1 0 0 0,0-1 0 0 0,0 1-1 0 0,0-1 1 0 0,0 1 0 0 0,0 0 0 0 0,0-1-1 0 0,0 1 1 0 0,1-1 0 0 0,-1 1 0 0 0,0-1-1 0 0,0 1 1 0 0,1-1 0 0 0,-1 0 0 0 0,0 1 0 0 0,1-1-1 0 0,-1 1 1 0 0,1-1 0 0 0,-1 0 0 0 0,1 1-1 0 0,19 12 61 0 0,-5-8-44 0 0,1 0 0 0 0,-1 0-1 0 0,1-2 1 0 0,-1 0 0 0 0,27 2 0 0 0,87-4 140 0 0,-79-2-69 0 0,674-49 344 0 0,-515 30-444 0 0,538-37 737 0 0,-2 43-236 0 0,-619 17-431 0 0,223 0-6 0 0,-274-6 20 0 0,1-3 1 0 0,116-26-1 0 0,-189 31-36 0 0,0 0-1 0 0,0 0 1 0 0,0 0 0 0 0,-1 0-1 0 0,1 0 1 0 0,5-3 0 0 0,-8 3-21 0 0,1 1 1 0 0,-1 0 0 0 0,0 0-1 0 0,0 0 1 0 0,1-1 0 0 0,-1 1 0 0 0,0 0-1 0 0,0 0 1 0 0,0 0 0 0 0,0-1 0 0 0,1 1-1 0 0,-1 0 1 0 0,0 0 0 0 0,0-1-1 0 0,0 1 1 0 0,0 0 0 0 0,0-1 0 0 0,0 1-1 0 0,0 0 1 0 0,0 0 0 0 0,0-1 0 0 0,0 1-1 0 0,0 0 1 0 0,0-1 0 0 0,0 1-1 0 0,0 0 1 0 0,0 0 0 0 0,0-1 0 0 0,0 1-1 0 0,-12-10 116 0 0,-7 3-138 0 0,-1 0-1 0 0,1 1 1 0 0,-1 1 0 0 0,0 1 0 0 0,0 1 0 0 0,-21 0 0 0 0,-29-6-25 0 0,-202-33-11 0 0,-128 28-350 0 0,326 14 388 0 0,-472 4-131 0 0,-308 26-55 0 0,272 10 436 0 0,538-34-216 0 0,-22 1-37 0 0,471-34 510 0 0,-174 6-448 0 0,585 4 201 0 0,-245 12-98 0 0,315 4-193 0 0,-736 16 46 0 0,-146-15-11 0 0,1 1-1 0 0,-1 0 0 0 0,0 0 1 0 0,0 0-1 0 0,0 0 0 0 0,-1 1 1 0 0,1-1-1 0 0,0 1 0 0 0,0 0 0 0 0,-1 1 1 0 0,6 3-1 0 0,-8-5 2 0 0,1 1-1 0 0,-1 0 0 0 0,1 0 1 0 0,-1-1-1 0 0,0 1 1 0 0,1 0-1 0 0,-1 0 0 0 0,0 0 1 0 0,0 1-1 0 0,-1-1 0 0 0,1 0 1 0 0,0 0-1 0 0,-1 0 1 0 0,1 1-1 0 0,-1-1 0 0 0,0 0 1 0 0,0 1-1 0 0,0-1 1 0 0,0 0-1 0 0,0 1 0 0 0,0-1 1 0 0,-1 0-1 0 0,0 4 1 0 0,-3 6 5 0 0,-1 0 1 0 0,0-1-1 0 0,0 1 1 0 0,-1-1 0 0 0,-1 0-1 0 0,0 0 1 0 0,0-1-1 0 0,-1 0 1 0 0,-17 17 0 0 0,16-22 3 0 0,1 1 1 0 0,-1-1-1 0 0,0-1 1 0 0,0 1-1 0 0,0-2 1 0 0,-1 1 0 0 0,1-1-1 0 0,-1-1 1 0 0,-19 3-1 0 0,14-1-1 0 0,-356 58 142 0 0,290-55-136 0 0,-1-3 1 0 0,0-4-1 0 0,-84-11 0 0 0,-246-49-118 0 0,240 26 115 0 0,-139-21 44 0 0,227 46-158 0 0,-128 2 0 0 0,210 7 127 0 0,-7 0-347 0 0,1 1 0 0 0,-1 0 0 0 0,-11 3 0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16.884"/>
    </inkml:context>
    <inkml:brush xml:id="br0">
      <inkml:brushProperty name="width" value="0.1" units="cm"/>
      <inkml:brushProperty name="height" value="0.1" units="cm"/>
      <inkml:brushProperty name="color" value="#CC0066"/>
    </inkml:brush>
  </inkml:definitions>
  <inkml:trace contextRef="#ctx0" brushRef="#br0">193 107 928 0 0,'-7'0'55'0'0,"4"-1"-25"0"0,0 1 0 0 0,0 0 0 0 0,1 0 1 0 0,-1 0-1 0 0,0 1 0 0 0,0-1 0 0 0,0 1 0 0 0,-3 1 283 0 0,6-2-293 0 0,0 1 1 0 0,0-1 0 0 0,0 0-1 0 0,0 1 1 0 0,0-1 0 0 0,0 0-1 0 0,0 1 1 0 0,0-1 0 0 0,0 0 0 0 0,0 1-1 0 0,0-1 1 0 0,1 0 0 0 0,-1 1-1 0 0,0-1 1 0 0,0 0 0 0 0,0 0-1 0 0,1 1 1 0 0,-1-1 0 0 0,0 0-1 0 0,0 0 1 0 0,0 1 0 0 0,1-1-1 0 0,-1 0 1 0 0,0 0 0 0 0,1 0-1 0 0,-1 1 1 0 0,0-1 0 0 0,0 0-1 0 0,1 0 1 0 0,-1 0 0 0 0,0 0 0 0 0,1 0-1 0 0,-1 0 1 0 0,0 0 0 0 0,1 0-1 0 0,-1 0 1 0 0,0 0 0 0 0,1 0-1 0 0,-1 0 1 0 0,0 0 0 0 0,1 0-1 0 0,8 2 401 0 0,1-1 0 0 0,-1 0-1 0 0,1 0 1 0 0,-1-1-1 0 0,11-2 1 0 0,8 1 15 0 0,204-11 2263 0 0,-37-1-1311 0 0,-145 13-985 0 0,91 9 0 0 0,-125-6-340 0 0,0 0 1 0 0,0 1-1 0 0,16 7 1 0 0,1 0 113 0 0,-12-6 35 0 0,0-1 0 0 0,0-1 0 0 0,28 0 0 0 0,-8 0 346 0 0,-21-1-252 0 0,25 2 264 0 0,-31-5-492 0 0,0 0-1 0 0,20-5 0 0 0,-19 3-118 0 0,-1 1-1 0 0,21-1 0 0 0,103-7 29 0 0,-76 11-16 0 0,-32 0 63 0 0,1 0 1 0 0,-1-2-1 0 0,36-6 1 0 0,-19-1 1 0 0,77-3 0 0 0,-44 6-71 0 0,-70 4 25 0 0,1 2 0 0 0,-1 0 0 0 0,0 0-1 0 0,0 0 1 0 0,15 5 0 0 0,30 4 235 0 0,144 6 224 0 0,-96-9 318 0 0,181-10 1 0 0,-121-6-431 0 0,52-6-153 0 0,-29 6-13 0 0,-97 5-66 0 0,204 4 251 0 0,-206 2-217 0 0,73 6-117 0 0,90 0 189 0 0,-35-23-127 0 0,-54 11 29 0 0,19-1-10 0 0,86-12-69 0 0,8-1-138 0 0,30-3 17 0 0,-12 1 154 0 0,-110 5-39 0 0,-170 15-31 0 0,6-1 57 0 0,-1-5-57 0 0,-6 4 39 0 0,8 3-29 0 0,-6 0 66 0 0,177 5-188 0 0,-128-3 222 0 0,34-1-218 0 0,-95-2 86 0 0,-27 0-33 0 0,-353 11-137 0 0,58 0 134 0 0,10 1-126 0 0,18-1 297 0 0,50 5-97 0 0,154-8-9 0 0,0-3 0 0 0,-118-8 0 0 0,-120-2-76 0 0,183 7 67 0 0,7-1 42 0 0,-173-4-99 0 0,286 2 69 0 0,-250-11-212 0 0,65 16 381 0 0,-7-1-157 0 0,72-6-152 0 0,-171-1-319 0 0,206 4 444 0 0,-48 12 124 0 0,120-9-47 0 0,25-1-23 0 0,-1-1 0 0 0,0-1 0 0 0,1 0-1 0 0,-1-1 1 0 0,0 0 0 0 0,1-1 0 0 0,-23-7 0 0 0,12 4-36 0 0,0 1 0 0 0,0 1 0 0 0,0 1 0 0 0,-39 2 0 0 0,39 0 12 0 0,-97 4 31 0 0,-59 8-61 0 0,111-7 57 0 0,11-1 37 0 0,-24 2-61 0 0,26-4 67 0 0,-35-4-65 0 0,-59 2 262 0 0,128 2-329 0 0,1 2-1 0 0,-21 6 1 0 0,25-6 42 0 0,1 0 0 0 0,-1-1 0 0 0,0-1 0 0 0,-17 0 0 0 0,-215 13 208 0 0,80-2-175 0 0,58-12 202 0 0,102 0-223 0 0,-1-2 1 0 0,1 1 0 0 0,0-1-1 0 0,0 0 1 0 0,-1-1 0 0 0,1 0-1 0 0,0 0 1 0 0,0-1 0 0 0,-8-4-1 0 0,0 1 8 0 0,0 1 0 0 0,0 0 0 0 0,-1 1-1 0 0,-26-3 1 0 0,20 3-57 0 0,-9 1-239 0 0,33 22-3142 0 0,1 8-4587 0 0,1-6 1798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25.760"/>
    </inkml:context>
    <inkml:brush xml:id="br0">
      <inkml:brushProperty name="width" value="0.1" units="cm"/>
      <inkml:brushProperty name="height" value="0.1" units="cm"/>
      <inkml:brushProperty name="color" value="#CC0066"/>
    </inkml:brush>
  </inkml:definitions>
  <inkml:trace contextRef="#ctx0" brushRef="#br0">127 46 1160 0 0,'-28'-2'640'0'0,"14"-2"275"0"0,-1 1 1 0 0,0 1-1 0 0,0 1 1 0 0,-25 0-1 0 0,67 5 581 0 0,42 0 1 0 0,92-9-673 0 0,214-4-108 0 0,-303 6-479 0 0,107-17 1 0 0,-120 17-217 0 0,-58 3-38 0 0,-6 0 417 0 0,-220 9-599 0 0,64 0 210 0 0,-247 33 236 0 0,324-30 95 0 0,82-10-416 0 0,6 0 40 0 0,16 2 42 0 0,32 2-9 0 0,385-18 871 0 0,-202 2-391 0 0,273-20 1769 0 0,-237 10-1433 0 0,-205 19-756 0 0,1 2-1 0 0,70 12 0 0 0,-48 5 19 0 0,-56-10-79 0 0,40 4-1 0 0,92-3 128 0 0,-55-12-294 0 0,167-9 81 0 0,-47 4 483 0 0,157 4 85 0 0,-368 4-476 0 0,177 13 17 0 0,25 0-90 0 0,-32-16 268 0 0,1 0-38 0 0,-107 5-136 0 0,-20-1 67 0 0,74-7 0 0 0,50-9-54 0 0,-179 15 55 0 0,0 0 1 0 0,1-1 0 0 0,-1 0 0 0 0,0-1 0 0 0,10-3 0 0 0,-15 3 4 0 0,-42 11-15086 0 0,19-3 11269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27.948"/>
    </inkml:context>
    <inkml:brush xml:id="br0">
      <inkml:brushProperty name="width" value="0.1" units="cm"/>
      <inkml:brushProperty name="height" value="0.1" units="cm"/>
      <inkml:brushProperty name="color" value="#CC0066"/>
    </inkml:brush>
  </inkml:definitions>
  <inkml:trace contextRef="#ctx0" brushRef="#br0">54 44 368 0 0,'-3'-4'0'0'0,"-17"-8"48"0"0,-2 5-56 0 0,14-1 16 0 0,8 2-16 0 0,11 6-8 0 0,5-2 0 0 0,0-3 8 0 0,3 5 8 0 0,8 0-16 0 0,-22 0-328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29.781"/>
    </inkml:context>
    <inkml:brush xml:id="br0">
      <inkml:brushProperty name="width" value="0.1" units="cm"/>
      <inkml:brushProperty name="height" value="0.1" units="cm"/>
      <inkml:brushProperty name="color" value="#CC0066"/>
    </inkml:brush>
  </inkml:definitions>
  <inkml:trace contextRef="#ctx0" brushRef="#br0">38 28 200 0 0,'-4'-1'14'0'0,"0"0"0"0"0,0 0 0 0 0,0-1 0 0 0,1 1 0 0 0,-1-1 0 0 0,0 0 1 0 0,1 0-1 0 0,-4-3 0 0 0,25 2 2844 0 0,35 3-2126 0 0,84 3 1417 0 0,259 11 3011 0 0,19-5-5515 0 0,-264-9 5 0 0,533 0 772 0 0,-385-12 228 0 0,-64 0-312 0 0,-191 11-332 0 0,190 0 11 0 0,20 1-402 0 0,-106-2 147 0 0,44 4 352 0 0,-186-3-118 0 0,0 1 0 0 0,0-1 0 0 0,0 0 0 0 0,8-3 0 0 0,-22 5-80 0 0,-1-1-1 0 0,1 1 1 0 0,-14-3 0 0 0,-8 1-43 0 0,-196 13 353 0 0,166-8-226 0 0,-417 23 251 0 0,80-5-431 0 0,-122 3-144 0 0,-51-22 1568 0 0,497-3-1068 0 0,-61-9 325 0 0,-2 0 29 0 0,103 9-392 0 0,17-1-96 0 0,1 0 0 0 0,-1 2-1 0 0,-29 4 1 0 0,36-3-105 0 0,1-1 0 0 0,-1-1 0 0 0,-13 1 1 0 0,15-1-47 0 0,11 7-2203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5:50.776"/>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308 654 496 0 0,'-119'-7'123'0'0,"95"7"-106"0"0,-1-1 0 0 0,-25-5 1 0 0,43 5-12 0 0,1 0 1 0 0,0 0 0 0 0,0-1 0 0 0,0 0 0 0 0,0 0 0 0 0,0-1 0 0 0,0 1 0 0 0,1-1 0 0 0,-1 0 0 0 0,1-1 0 0 0,0 0 0 0 0,0 1 0 0 0,-7-9 0 0 0,12 12-7 0 0,-1 0 1 0 0,1-1-1 0 0,0 1 1 0 0,0 0-1 0 0,0-1 0 0 0,-1 1 1 0 0,1-1-1 0 0,0 1 0 0 0,0-1 1 0 0,0 1-1 0 0,0 0 1 0 0,0-1-1 0 0,0 1 0 0 0,0-1 1 0 0,0 1-1 0 0,0-1 0 0 0,0 1 1 0 0,0 0-1 0 0,0-1 1 0 0,0 1-1 0 0,0-1 0 0 0,1 1 1 0 0,-1-1-1 0 0,0 1 0 0 0,0 0 1 0 0,0-1-1 0 0,1 1 1 0 0,-1 0-1 0 0,0-1 0 0 0,0 1 1 0 0,1 0-1 0 0,-1-1 0 0 0,0 1 1 0 0,1 0-1 0 0,-1-1 1 0 0,0 1-1 0 0,1 0 0 0 0,-1 0 1 0 0,0-1-1 0 0,1 1 0 0 0,0 0 1 0 0,18-10-7 0 0,-16 9 8 0 0,43-18 20 0 0,1 2 1 0 0,1 2-1 0 0,54-9 1 0 0,-53 13-13 0 0,391-67 42 0 0,-138 49-183 0 0,-288 27 158 0 0,-24-3 60 0 0,-33-1-22 0 0,-1 1 1 0 0,-1 2-1 0 0,-47 4 1 0 0,39-1-50 0 0,-541-7 491 0 0,594 7-509 0 0,0 0 0 0 0,0 0 0 0 0,0 0-1 0 0,0 0 1 0 0,0 0 0 0 0,0-1 0 0 0,0 1 0 0 0,0 0 0 0 0,0 0-1 0 0,-1 0 1 0 0,1 0 0 0 0,0 0 0 0 0,0 0 0 0 0,0 0 0 0 0,0 0 0 0 0,0 0-1 0 0,0 0 1 0 0,0 0 0 0 0,-1 0 0 0 0,1 0 0 0 0,0 0 0 0 0,0 0 0 0 0,0 0-1 0 0,0 0 1 0 0,0 0 0 0 0,0 0 0 0 0,0 0 0 0 0,-1 0 0 0 0,1 0-1 0 0,0 0 1 0 0,0 0 0 0 0,0 0 0 0 0,0 0 0 0 0,0 1 0 0 0,0-1 0 0 0,0 0-1 0 0,0 0 1 0 0,0 0 0 0 0,-1 0 0 0 0,1 0 0 0 0,0 0 0 0 0,0 0 0 0 0,0 0-1 0 0,0 0 1 0 0,0 0 0 0 0,0 1 0 0 0,0-1 0 0 0,0 0 0 0 0,0 0-1 0 0,0 0 1 0 0,0 0 0 0 0,0 0 0 0 0,0 0 0 0 0,0 0 0 0 0,0 1 0 0 0,0-1-1 0 0,0 0 1 0 0,0 0 0 0 0,0 0 0 0 0,8 5-42 0 0,17 4 45 0 0,-6-5 12 0 0,0-1 1 0 0,0-1-1 0 0,31 0 0 0 0,221-24 71 0 0,-206 14-81 0 0,319-43-150 0 0,-367 48 146 0 0,156-29 43 0 0,-67 2 7 0 0,-104 30-38 0 0,0-1 1 0 0,1 0-1 0 0,-1 0 1 0 0,0 0-1 0 0,1 0 1 0 0,-1 0-1 0 0,0 0 1 0 0,0-1-1 0 0,0 1 1 0 0,0-1-1 0 0,0 1 1 0 0,0-1-1 0 0,2-3 1 0 0,-4 4-5 0 0,1 1 1 0 0,-1-1-1 0 0,0 0 1 0 0,0 1 0 0 0,0-1-1 0 0,0 1 1 0 0,0-1-1 0 0,0 0 1 0 0,0 1-1 0 0,0-1 1 0 0,0 0 0 0 0,0 1-1 0 0,0-1 1 0 0,0 1-1 0 0,0-1 1 0 0,0 0-1 0 0,0 1 1 0 0,-1-1 0 0 0,1 1-1 0 0,0-2 1 0 0,-15-14 94 0 0,2 7-92 0 0,-1 0 1 0 0,0 1-1 0 0,0 0 0 0 0,-1 1 0 0 0,1 1 0 0 0,-1 0 0 0 0,-1 1 0 0 0,-30-5 0 0 0,-4 2-15 0 0,-85-1-1 0 0,-302 2 160 0 0,279 13-166 0 0,133-3-1 0 0,-1 2 0 0 0,1 0 0 0 0,0 1-1 0 0,-25 11 1 0 0,43-14-9 0 0,0 0 0 0 0,0 0 0 0 0,0 1 0 0 0,0 0 0 0 0,1 1 0 0 0,0-1 0 0 0,-9 9 0 0 0,14-12 12 0 0,-1 1 0 0 0,1-1 1 0 0,-1 1-1 0 0,1 0 0 0 0,0-1 1 0 0,0 1-1 0 0,0 0 0 0 0,0 0 0 0 0,0 0 1 0 0,0 0-1 0 0,0 0 0 0 0,1 0 0 0 0,-1 0 1 0 0,1 0-1 0 0,-1 0 0 0 0,1 0 0 0 0,0 1 1 0 0,0-1-1 0 0,0 0 0 0 0,0 0 0 0 0,0 0 1 0 0,0 0-1 0 0,1 0 0 0 0,-1 0 0 0 0,1 1 1 0 0,-1-1-1 0 0,1 0 0 0 0,0 0 1 0 0,0-1-1 0 0,0 1 0 0 0,2 3 0 0 0,3 3 15 0 0,0-1 0 0 0,1 1 0 0 0,0-1-1 0 0,0-1 1 0 0,1 1 0 0 0,-1-1 0 0 0,2 0-1 0 0,-1-1 1 0 0,0 0 0 0 0,1 0-1 0 0,0-1 1 0 0,0 0 0 0 0,1-1 0 0 0,-1 0-1 0 0,0 0 1 0 0,11 1 0 0 0,17 2 40 0 0,0-1 0 0 0,71-1 0 0 0,-20-6-15 0 0,0-4 0 0 0,132-26 0 0 0,168-70-48 0 0,-344 87 73 0 0,0-1 0 0 0,61-33-1 0 0,-103 48-43 0 0,0 0 0 0 0,0 0-1 0 0,0 0 1 0 0,-1-1-1 0 0,1 1 1 0 0,0 0-1 0 0,-1-1 1 0 0,1 1 0 0 0,-1-1-1 0 0,1 0 1 0 0,-1 1-1 0 0,0-1 1 0 0,0 0 0 0 0,0 0-1 0 0,1-2 1 0 0,-1 3 0 0 0,-1 0 0 0 0,0 0 0 0 0,0 0 0 0 0,0 0 0 0 0,0-1 0 0 0,0 1-1 0 0,0 0 1 0 0,0 0 0 0 0,0 0 0 0 0,0-1 0 0 0,-1 1 0 0 0,1 0 0 0 0,0 0 0 0 0,-1 0 0 0 0,1 0 0 0 0,-1 0 0 0 0,1 0 0 0 0,-1 0 0 0 0,-1-2 0 0 0,-2-1 5 0 0,1 0 1 0 0,-1 1-1 0 0,-1-1 0 0 0,1 1 1 0 0,0 0-1 0 0,-1 0 0 0 0,0 0 0 0 0,1 1 1 0 0,-1-1-1 0 0,-6-1 0 0 0,-16-4-36 0 0,1 0 0 0 0,-1 2 0 0 0,0 2 0 0 0,-53-4 0 0 0,-116 10-102 0 0,41 10 145 0 0,0 7 0 0 0,-237 59 0 0 0,357-69-43 0 0,-43 16 0 0 0,70-22-4 0 0,0 1 0 0 0,0 0-1 0 0,0 0 1 0 0,1 0 0 0 0,0 1-1 0 0,0 0 1 0 0,0 0-1 0 0,0 0 1 0 0,1 1 0 0 0,0 0-1 0 0,-6 8 1 0 0,12-13 15 0 0,-1-1 0 0 0,1 1 0 0 0,-1 0 0 0 0,1 0 0 0 0,-1 0 0 0 0,1-1 0 0 0,0 1 0 0 0,-1 0 0 0 0,1 0 0 0 0,0 0 0 0 0,0 0 0 0 0,0 0 0 0 0,0-1 0 0 0,-1 1 0 0 0,1 0 0 0 0,0 0 0 0 0,1 0 0 0 0,-1 0 0 0 0,0 0 0 0 0,0 0 0 0 0,0 0 0 0 0,0 0 0 0 0,1-1 0 0 0,0 2 0 0 0,0 0 7 0 0,0 0 0 0 0,1 1 1 0 0,0-2-1 0 0,-1 1 1 0 0,1 0-1 0 0,0 0 0 0 0,0 0 1 0 0,3 1-1 0 0,13 9 17 0 0,1-1 0 0 0,1-1 1 0 0,0-1-1 0 0,0 0 0 0 0,1-2 0 0 0,0 0 1 0 0,0-1-1 0 0,1-1 0 0 0,36 3 0 0 0,20-2 57 0 0,98-4-1 0 0,-175-2-71 0 0,275-16-79 0 0,-240 13 64 0 0,466-61 73 0 0,-247 19-54 0 0,270-59-22 0 0,-495 95 62 0 0,-1-1 0 0 0,30-14 0 0 0,-58 23-29 0 0,0 1-1 0 0,0 0 0 0 0,0-1 0 0 0,0 1 1 0 0,0-1-1 0 0,0 1 0 0 0,0-1 0 0 0,0 1 0 0 0,0-1 1 0 0,-1 0-1 0 0,1 1 0 0 0,0-1 0 0 0,0 0 1 0 0,-1 0-1 0 0,1 1 0 0 0,0-1 0 0 0,-1 0 1 0 0,1-1-1 0 0,-1 1-10 0 0,0 1 1 0 0,0-1 0 0 0,0 1-1 0 0,0-1 1 0 0,0 1 0 0 0,-1-1-1 0 0,1 1 1 0 0,0 0 0 0 0,0-1-1 0 0,-1 1 1 0 0,1-1-1 0 0,0 1 1 0 0,-1 0 0 0 0,1-1-1 0 0,0 1 1 0 0,-1-1 0 0 0,1 1-1 0 0,0 0 1 0 0,-1 0 0 0 0,1-1-1 0 0,-1 1 1 0 0,1 0-1 0 0,-1 0 1 0 0,1-1 0 0 0,-2 1-1 0 0,-6-3-9 0 0,-2 0 0 0 0,1 1 0 0 0,-10-2 0 0 0,8 2-28 0 0,-31-7-75 0 0,-1 3 0 0 0,-61-3 1 0 0,-89 9 51 0 0,105 1 73 0 0,-189 6-108 0 0,-138 27-96 0 0,188 6 290 0 0,101-15 24 0 0,108-22-128 0 0,5-2 1 0 0,0 1 0 0 0,0 1 1 0 0,1 0-1 0 0,-1 1 0 0 0,1 0 0 0 0,0 0 0 0 0,0 2 0 0 0,-15 8 0 0 0,27-14-3 0 0,0 0 0 0 0,-1 0-1 0 0,1 0 1 0 0,0 0-1 0 0,-1 1 1 0 0,1-1 0 0 0,0 0-1 0 0,0 0 1 0 0,-1 1-1 0 0,1-1 1 0 0,0 0 0 0 0,0 0-1 0 0,0 1 1 0 0,-1-1 0 0 0,1 0-1 0 0,0 0 1 0 0,0 1-1 0 0,0-1 1 0 0,0 0 0 0 0,-1 1-1 0 0,1-1 1 0 0,0 0-1 0 0,0 1 1 0 0,0-1 0 0 0,0 0-1 0 0,0 1 1 0 0,0-1 0 0 0,0 1-1 0 0,0-1 1 0 0,0 0-1 0 0,0 1 1 0 0,0-1 0 0 0,0 0-1 0 0,1 1 1 0 0,10 7-16 0 0,24 0 50 0 0,-32-7-37 0 0,40 5 47 0 0,1-2-1 0 0,57-1 0 0 0,93-14-43 0 0,-86 4 107 0 0,901-33 236 0 0,-913 38-286 0 0,31-1-13 0 0,214 22 0 0 0,-226-9 160 0 0,1-5 1 0 0,115-9 0 0 0,103 4 94 0 0,-138 3 288 0 0,214-1 1114 0 0,-412-2-1926 0 0,0 1 0 0 0,0 0 0 0 0,0 0 0 0 0,1-1 0 0 0,-1 1 0 0 0,0 0-1 0 0,0 1 1 0 0,1-1 0 0 0,-1 0 0 0 0,-10 15-2053 0 0,11-15 2052 0 0,0 1 1 0 0,0 3 0 0 0,1-5 241 0 0,-4 8-841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6:03.685"/>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1463 384 360 0 0,'-65'-26'206'0'0,"21"9"-175"0"0,33 13-9 0 0,1 0 0 0 0,-1 0-1 0 0,0 1 1 0 0,-1 1 0 0 0,1-1 0 0 0,0 2-1 0 0,-1 0 1 0 0,1 0 0 0 0,-1 1-1 0 0,-17 2 1 0 0,13 5-5 0 0,8 4-14 0 0,7-10-3 0 0,1 1 1 0 0,0-1-1 0 0,0 0 0 0 0,-1 0 0 0 0,1 0 1 0 0,0 0-1 0 0,0 0 0 0 0,0 0 1 0 0,1 1-1 0 0,-1-1 0 0 0,0 0 1 0 0,0 0-1 0 0,1 0 0 0 0,-1 0 0 0 0,0 0 1 0 0,1 0-1 0 0,-1 0 0 0 0,1 0 1 0 0,-1 0-1 0 0,1 0 0 0 0,0 0 1 0 0,-1 0-1 0 0,1 0 0 0 0,0-1 0 0 0,0 1 1 0 0,0 0-1 0 0,1 1 0 0 0,29 15 7 0 0,-31-17-7 0 0,16 7-14 0 0,0-2 1 0 0,0 0 0 0 0,1-1 0 0 0,-1 0-1 0 0,1-2 1 0 0,0 0 0 0 0,17 0 0 0 0,-20-2 13 0 0,0 0 1 0 0,0-1 0 0 0,0 0-1 0 0,-1-2 1 0 0,1 1 0 0 0,0-2-1 0 0,-1 0 1 0 0,25-10 0 0 0,-37 13 0 0 0,0 1 0 0 0,0 0 0 0 0,0-1 0 0 0,0 1 1 0 0,0-1-1 0 0,0 1 0 0 0,0-1 0 0 0,0 0 0 0 0,0 1 0 0 0,0-1 1 0 0,-1 0-1 0 0,1 1 0 0 0,0-1 0 0 0,0 0 0 0 0,-1 0 0 0 0,1 0 1 0 0,0 0-1 0 0,-1 0 0 0 0,1 0 0 0 0,-1 0 0 0 0,1 0 0 0 0,-1 0 1 0 0,0 0-1 0 0,1 0 0 0 0,-1 0 0 0 0,0 0 0 0 0,0 0 0 0 0,0 0 1 0 0,0-1-1 0 0,0 1 0 0 0,0 0 0 0 0,0 0 0 0 0,0-1 0 0 0,-1-1 1 0 0,0 1 0 0 0,-1 0 0 0 0,1 0 0 0 0,-1 0 0 0 0,1 1 0 0 0,-1-1-1 0 0,0 0 1 0 0,1 0 0 0 0,-1 1 0 0 0,0-1 0 0 0,0 1 0 0 0,0 0-1 0 0,0-1 1 0 0,-1 1 0 0 0,-2-1 0 0 0,-14-6 0 0 0,0 1 0 0 0,-1 1 0 0 0,0 1 0 0 0,0 1 0 0 0,-33-3-1 0 0,-106 2 111 0 0,100 4-73 0 0,0 2 0 0 0,0 3 1 0 0,-113 24-1 0 0,117-15 47 0 0,0 3 1 0 0,1 3-1 0 0,-81 39 0 0 0,126-53-73 0 0,1 0-1 0 0,-1 1 1 0 0,1 0-1 0 0,1 0 1 0 0,-1 1 0 0 0,1 0-1 0 0,0 0 1 0 0,-6 9-1 0 0,11-14-10 0 0,0 1 1 0 0,0 0-1 0 0,1-1 0 0 0,-1 1 0 0 0,1 0 1 0 0,-1 0-1 0 0,1 0 0 0 0,0 0 0 0 0,0 0 0 0 0,1 0 1 0 0,-1 0-1 0 0,0 0 0 0 0,1 0 0 0 0,0 1 1 0 0,0-1-1 0 0,0 0 0 0 0,0 0 0 0 0,0 0 0 0 0,1 0 1 0 0,-1 0-1 0 0,1 1 0 0 0,0-1 0 0 0,0 0 1 0 0,0 0-1 0 0,0 0 0 0 0,1-1 0 0 0,-1 1 0 0 0,4 4 1 0 0,-2-3 4 0 0,1 0 0 0 0,0 0 0 0 0,0 0 0 0 0,0 0 1 0 0,1-1-1 0 0,-1 0 0 0 0,1 0 0 0 0,0 0 0 0 0,6 2 0 0 0,1 1 21 0 0,0-2 0 0 0,1 0 0 0 0,14 3-1 0 0,7-2 11 0 0,0-1 0 0 0,0-2 0 0 0,0-1 0 0 0,0-2 0 0 0,0-1-1 0 0,0-2 1 0 0,-1-1 0 0 0,45-13 0 0 0,33-15-32 0 0,109-48 0 0 0,-210 77-11 0 0,-2 1-5 0 0,24-9-33 0 0,39-22 0 0 0,-63 29 52 0 0,0 0 0 0 0,0-1 0 0 0,0 1 0 0 0,-1-1 0 0 0,0-1 0 0 0,0 1 0 0 0,0-1 0 0 0,-1-1 0 0 0,6-8 0 0 0,-10 13-2 0 0,0 0-1 0 0,0 0 1 0 0,-1 0 0 0 0,0 0 0 0 0,1 0 0 0 0,-1 0 0 0 0,0 0 0 0 0,0 0 0 0 0,-1-1 0 0 0,1 1 0 0 0,-1 0 0 0 0,1 0-1 0 0,-1-1 1 0 0,0 1 0 0 0,0 0 0 0 0,-1-1 0 0 0,1 1 0 0 0,-1 0 0 0 0,0 0 0 0 0,1-1 0 0 0,-1 1 0 0 0,-1 0 0 0 0,1 0-1 0 0,0 0 1 0 0,-1 0 0 0 0,-2-3 0 0 0,-1-1-15 0 0,0 1 0 0 0,-1 0-1 0 0,0 0 1 0 0,0 0 0 0 0,0 0 0 0 0,-1 1-1 0 0,0 0 1 0 0,0 1 0 0 0,-8-4 0 0 0,-3-1 16 0 0,0 2 0 0 0,-1 0 1 0 0,0 1-1 0 0,0 1 1 0 0,-1 1-1 0 0,-35-4 0 0 0,14 5-16 0 0,-1 1-1 0 0,1 2 1 0 0,-1 2 0 0 0,1 2-1 0 0,-51 11 1 0 0,10 4-36 0 0,-120 45 0 0 0,182-57 29 0 0,1 1 0 0 0,0 0 0 0 0,0 2 0 0 0,1 0 0 0 0,-19 14 0 0 0,33-20 6 0 0,-1-1-1 0 0,1 1 0 0 0,0 1 0 0 0,0-1 1 0 0,0 1-1 0 0,0-1 0 0 0,1 1 0 0 0,0 0 0 0 0,-4 10 1 0 0,5-11 1 0 0,1 0 1 0 0,0 0 0 0 0,0 0-1 0 0,0 0 1 0 0,1 0 0 0 0,-1 0-1 0 0,1 0 1 0 0,0 0 0 0 0,0 0 0 0 0,1 0-1 0 0,-1 0 1 0 0,1 0 0 0 0,0 0-1 0 0,0 0 1 0 0,3 6 0 0 0,-1-2 11 0 0,1-1 0 0 0,0 0 0 0 0,0 0 0 0 0,1 0 0 0 0,0-1 0 0 0,0 0 0 0 0,1 1 0 0 0,0-2 0 0 0,0 1 0 0 0,0-1 0 0 0,1 0 0 0 0,-1 0 0 0 0,1-1 0 0 0,0 0 0 0 0,1 0 0 0 0,-1 0 0 0 0,11 2 0 0 0,6 3 27 0 0,0-2 0 0 0,1-1 0 0 0,0-1 0 0 0,39 2-1 0 0,1-4-12 0 0,-1-3-1 0 0,1-2 1 0 0,-1-4-1 0 0,101-21 1 0 0,-52 0-79 0 0,182-69 1 0 0,-258 81 66 0 0,0-1 0 0 0,38-23-1 0 0,-73 38-1 0 0,0-1 0 0 0,1 1 0 0 0,-1 0 0 0 0,0-1 0 0 0,0 0 0 0 0,0 1 0 0 0,0-1 0 0 0,0 0 0 0 0,-1 0-1 0 0,1 0 1 0 0,0 0 0 0 0,-1 0 0 0 0,1 0 0 0 0,-1-1 0 0 0,0 1 0 0 0,0 0 0 0 0,0-1 0 0 0,1-2 0 0 0,-2 3-4 0 0,-1 0 0 0 0,1 0 0 0 0,0 0 0 0 0,-1 0 0 0 0,1 0 0 0 0,-1 0 0 0 0,1 0 0 0 0,-1 0 0 0 0,0 1 0 0 0,0-1 0 0 0,0 0 0 0 0,0 0 0 0 0,0 1 0 0 0,0-1 0 0 0,0 1 0 0 0,-1-1 0 0 0,1 1 0 0 0,-1-1 0 0 0,1 1 0 0 0,-1 0 0 0 0,1 0 0 0 0,-1 0 0 0 0,-2-1 0 0 0,-14-9-28 0 0,0 1 0 0 0,-1 0 0 0 0,0 2 0 0 0,-1 0 0 0 0,0 1 0 0 0,0 1 0 0 0,0 1-1 0 0,-37-4 1 0 0,-8 3 13 0 0,-98 2-1 0 0,71 10 43 0 0,1 3 0 0 0,-103 23 0 0 0,115-13-71 0 0,-144 53 0 0 0,214-69 33 0 0,0 1 0 0 0,0 0 0 0 0,1 1 0 0 0,-1-1 0 0 0,-8 8-1 0 0,16-11 7 0 0,-1 0 1 0 0,1 0-1 0 0,-1 1 0 0 0,1-1 0 0 0,0 1 0 0 0,-1-1 0 0 0,1 1 0 0 0,0 0 0 0 0,0-1 0 0 0,0 1 0 0 0,0 0 0 0 0,0 0 0 0 0,1 0 0 0 0,-1-1 0 0 0,1 1 0 0 0,-1 0 0 0 0,1 0 1 0 0,0 0-1 0 0,-1 0 0 0 0,1 0 0 0 0,0 0 0 0 0,0 0 0 0 0,0 0 0 0 0,1 0 0 0 0,-1 0 0 0 0,0 0 0 0 0,1 0 0 0 0,-1 0 0 0 0,1 0 0 0 0,2 3 0 0 0,1 2 6 0 0,0 0-1 0 0,1 0 1 0 0,0 0-1 0 0,0-1 1 0 0,1 0-1 0 0,0 0 1 0 0,0 0-1 0 0,0-1 0 0 0,1 1 1 0 0,0-2-1 0 0,0 1 1 0 0,0-1-1 0 0,0 0 1 0 0,9 3-1 0 0,7 3 23 0 0,1-2-1 0 0,-1 0 0 0 0,43 7 0 0 0,4-4-18 0 0,2-4 0 0 0,-1-3 0 0 0,132-8-1 0 0,211-50-22 0 0,-248 28 15 0 0,71-12-30 0 0,84-12-69 0 0,229-30 94 0 0,-400 56 26 0 0,181-2-150 0 0,-293 24 85 0 0,85-2-8 0 0,-14 1 67 0 0,-39 0-34 0 0,-45 0-26 0 0,-60 1-48 0 0,-656 19-24 0 0,-509 120 1481 0 0,1184-134-1121 0 0,26-3-174 0 0,5 0-54 0 0,416-26 198 0 0,-295 15-222 0 0,926-49 267 0 0,-755 57-195 0 0,449-13-12 0 0,-702 13-21 0 0,131-12 113 0 0,-164 10-55 0 0,-13 0 86 0 0,-8 5-160 0 0,0 0 0 0 0,0-1 1 0 0,0 1-1 0 0,0 0 0 0 0,0 0 0 0 0,-1-1 0 0 0,1 1 0 0 0,0 0 0 0 0,0 0 0 0 0,0 0 0 0 0,0-1 0 0 0,0 1 0 0 0,0 0 0 0 0,0 0 1 0 0,0 0-1 0 0,-1-1 0 0 0,1 1 0 0 0,0 0 0 0 0,0 0 0 0 0,0 0 0 0 0,0 0 0 0 0,-1 0 0 0 0,1-1 0 0 0,0 1 0 0 0,0 0 0 0 0,0 0 1 0 0,-1 0-1 0 0,1 0 0 0 0,0 0 0 0 0,0 0 0 0 0,0 0 0 0 0,-1 0 0 0 0,1 0 0 0 0,0 0 0 0 0,-1 0 0 0 0,-10-3-24 0 0,0 0 0 0 0,-1 1 0 0 0,0 1-1 0 0,1 0 1 0 0,-17 0 0 0 0,-818 33-801 0 0,290 39 586 0 0,442-52 239 0 0,-112 34 0 0 0,195-42-31 0 0,27-8-20 0 0,10 0 12 0 0,20 0 54 0 0,1-1 0 0 0,-1-1 0 0 0,33-4 0 0 0,247-24 29 0 0,-111 7-4 0 0,404-17 112 0 0,-270 19-129 0 0,-318 17-26 0 0,221-23 277 0 0,-210 18 1 0 0,-22 6-273 0 0,1 0-1 0 0,-1 0 1 0 0,0 0 0 0 0,0 0-1 0 0,0 0 1 0 0,1 0 0 0 0,-1-1-1 0 0,0 1 1 0 0,0 0 0 0 0,0 0-1 0 0,1 0 1 0 0,-1 0 0 0 0,0 0-1 0 0,0 0 1 0 0,0 0 0 0 0,0 0-1 0 0,1-1 1 0 0,-1 1 0 0 0,0 0-1 0 0,0 0 1 0 0,0 0 0 0 0,0 0-1 0 0,0-1 1 0 0,0 1 0 0 0,0 0 0 0 0,1 0-1 0 0,-1 0 1 0 0,0 0 0 0 0,0-1-1 0 0,0 1 1 0 0,0 0 0 0 0,0 0-1 0 0,0 0 1 0 0,0-1 0 0 0,0 1-1 0 0,0 0 1 0 0,0 0 0 0 0,0 0-1 0 0,0-1 1 0 0,0 1 0 0 0,0 0-1 0 0,0 0 1 0 0,0 0 0 0 0,0-1-1 0 0,0 1 1 0 0,-1 0 0 0 0,1 0-1 0 0,0 0 1 0 0,0 0 0 0 0,0-1-1 0 0,0 1 1 0 0,0 0 0 0 0,0 0-1 0 0,-1 0 1 0 0,1 0 0 0 0,0 0-1 0 0,0-1 1 0 0,0 1 0 0 0,0 0-1 0 0,0 0 1 0 0,-1 0 0 0 0,-15-7 205 0 0,-11 0-229 0 0,0 1 0 0 0,-1 2 0 0 0,0 1 0 0 0,-49-1 0 0 0,33 3-27 0 0,9-1 21 0 0,-240 0-39 0 0,-271 48-81 0 0,493-40 115 0 0,-66 10-60 0 0,103-11 34 0 0,16-5 50 0 0,1 1 0 0 0,0 0 0 0 0,0-1 0 0 0,0 1-1 0 0,0-1 1 0 0,0 1 0 0 0,0-1 0 0 0,0 1-1 0 0,0-1 1 0 0,0 0 0 0 0,0 1 0 0 0,0-1-1 0 0,0 0 1 0 0,0 0 0 0 0,2 0 0 0 0,40 9 122 0 0,48 2 1 0 0,390 5 88 0 0,7-46-242 0 0,-400 22 57 0 0,-1-4 0 0 0,89-24 0 0 0,-161 32-18 0 0,0-1 0 0 0,-1 0 0 0 0,0-1 0 0 0,0 0-1 0 0,19-12 1 0 0,-32 17-4 0 0,-1 0-1 0 0,1 1 1 0 0,0-1-1 0 0,0 0 1 0 0,0 1-1 0 0,0-1 0 0 0,0 0 1 0 0,-1 0-1 0 0,1 0 1 0 0,0 0-1 0 0,-1 0 1 0 0,1 0-1 0 0,0 0 1 0 0,-1 0-1 0 0,0 0 0 0 0,1 0 1 0 0,-1 0-1 0 0,1 0 1 0 0,-1 0-1 0 0,0 0 1 0 0,0-1-1 0 0,0 1 1 0 0,0 0-1 0 0,0 0 0 0 0,0 0 1 0 0,0 0-1 0 0,0 0 1 0 0,0 0-1 0 0,0-1 1 0 0,-1 1-1 0 0,1 0 1 0 0,0 0-1 0 0,-1 0 0 0 0,1 0 1 0 0,-1 0-1 0 0,1 0 1 0 0,-1 0-1 0 0,0 0 1 0 0,0-1-1 0 0,-3-2-13 0 0,1 0 0 0 0,-1 0-1 0 0,0 0 1 0 0,0 0 0 0 0,0 1 0 0 0,-7-5 0 0 0,-11-6-83 0 0,0 1 0 0 0,-1 1 0 0 0,-32-12 0 0 0,-76-17-261 0 0,-199-35 1 0 0,239 61 109 0 0,-129-3-1 0 0,-96 18-529 0 0,257 1 607 0 0,-390 39 5 0 0,102 34 154 0 0,336-71-2 0 0,0-1-1 0 0,0 1 1 0 0,0 1-1 0 0,1 0 1 0 0,0 0-1 0 0,-1 1 1 0 0,2 1-1 0 0,-12 7 1 0 0,21-13 3 0 0,-1 0 1 0 0,1 0-1 0 0,-1 1 0 0 0,1-1 1 0 0,-1 0-1 0 0,1 1 1 0 0,-1-1-1 0 0,1 1 0 0 0,-1-1 1 0 0,1 1-1 0 0,-1-1 0 0 0,1 1 1 0 0,0-1-1 0 0,-1 1 0 0 0,1-1 1 0 0,0 1-1 0 0,-1-1 0 0 0,1 1 1 0 0,0-1-1 0 0,0 1 1 0 0,0 0-1 0 0,0-1 0 0 0,-1 1 1 0 0,1 0-1 0 0,0-1 0 0 0,0 1 1 0 0,0 0-1 0 0,1 0 1 0 0,0 0-1 0 0,0 0 0 0 0,0 0 1 0 0,0-1-1 0 0,0 1 1 0 0,1-1-1 0 0,-1 1 1 0 0,0 0-1 0 0,0-1 1 0 0,0 0-1 0 0,0 1 1 0 0,1-1-1 0 0,-1 0 0 0 0,0 0 1 0 0,2 1-1 0 0,32 3 49 0 0,0-2 0 0 0,55-2-1 0 0,109-18 39 0 0,-100 7-72 0 0,565-34 157 0 0,-134 39-116 0 0,-445 3 57 0 0,123-20 0 0 0,-179 15 56 0 0,-24 4 342 0 0,-13 0-287 0 0,6 4-193 0 0,-20-7-36 0 0,0 2-1 0 0,0 1 1 0 0,-42-2 0 0 0,-76 4-164 0 0,81 3 174 0 0,-391 11-145 0 0,3 38-36 0 0,412-44 143 0 0,33-3-67 0 0,9-1 94 0 0,15 3 55 0 0,301 14 293 0 0,-231-17-285 0 0,84 2 16 0 0,246 11 10 0 0,-185-3 50 0 0,19 2-70 0 0,15-4-138 0 0,-93-10 345 0 0,-170 1-291 0 0,-1 1 1 0 0,1 0-1 0 0,-1 0 1 0 0,0 0 0 0 0,1 1-1 0 0,-1 0 1 0 0,0 0-1 0 0,-1 1 1 0 0,1 0-1 0 0,-1 0 1 0 0,1 0 0 0 0,5 7-1 0 0,8 3 67 0 0,-11-8-55 0 0,0 0 0 0 0,-1 1 1 0 0,1 0-1 0 0,11 14 0 0 0,-18-19 4 0 0,0 1 0 0 0,0 0 0 0 0,0-1 0 0 0,-1 1 0 0 0,1 0 0 0 0,-1-1 0 0 0,0 1-1 0 0,1 0 1 0 0,-1 0 0 0 0,0 0 0 0 0,-1 0 0 0 0,1 1 0 0 0,-1-1 0 0 0,1 0 0 0 0,-1 0 0 0 0,0 0-1 0 0,0 0 1 0 0,0 1 0 0 0,-1-1 0 0 0,0 5 0 0 0,0-7 16 0 0,1 0-1 0 0,-1-1 1 0 0,1 1-1 0 0,-1 0 1 0 0,0-1-1 0 0,1 1 1 0 0,-1 0-1 0 0,0-1 1 0 0,1 1-1 0 0,-1-1 1 0 0,0 1-1 0 0,0-1 1 0 0,1 1-1 0 0,-1-1 1 0 0,0 0-1 0 0,0 0 1 0 0,0 1-1 0 0,-1-1 1 0 0,-22 5 55 0 0,16-4-45 0 0,-130 20-363 0 0,-155 5-1 0 0,110-13 88 0 0,95-9 195 0 0,-20 4 12 0 0,154-8-546 0 0,-14 1 592 0 0,-16-1 15 0 0,348-12-196 0 0,-311 7 165 0 0,-17 3-3 0 0,-1-2-1 0 0,0-1 1 0 0,55-17 0 0 0,-78 15 108 0 0,-12 7-76 0 0,1-1 1 0 0,-1 1-1 0 0,0 0 0 0 0,0 0 0 0 0,0-1 0 0 0,0 1 0 0 0,0 0 0 0 0,0 0 0 0 0,0-1 0 0 0,0 1 0 0 0,0 0 1 0 0,0 0-1 0 0,0-1 0 0 0,0 1 0 0 0,0 0 0 0 0,0 0 0 0 0,-1-1 0 0 0,1 1 0 0 0,0 0 0 0 0,0 0 0 0 0,0 0 1 0 0,0-1-1 0 0,0 1 0 0 0,0 0 0 0 0,-1 0 0 0 0,1 0 0 0 0,0-1 0 0 0,0 1 0 0 0,0 0 0 0 0,-1 0 0 0 0,-1-2 6 0 0,0 1 1 0 0,-1-1-1 0 0,1 1 0 0 0,0 0 0 0 0,-1 0 0 0 0,1 0 0 0 0,-6-1 0 0 0,-45-7-20 0 0,-1 2 0 0 0,-1 3 0 0 0,-60 2 0 0 0,107 2 9 0 0,-320 9-28 0 0,20 0 31 0 0,682-9-53 0 0,-349 0 42 0 0,228-8-146 0 0,-233 7 148 0 0,-14 1 20 0 0,1 0 1 0 0,-1 0-1 0 0,1-1 0 0 0,-1 0 1 0 0,1 0-1 0 0,-1-1 0 0 0,0 1 0 0 0,1-1 1 0 0,8-5-1 0 0,-15 7-12 0 0,0 0 1 0 0,0 0-1 0 0,0 0 0 0 0,1 0 0 0 0,-1 0 1 0 0,0-1-1 0 0,0 1 0 0 0,0 0 1 0 0,0 0-1 0 0,0 0 0 0 0,0 0 0 0 0,0 0 1 0 0,0-1-1 0 0,0 1 0 0 0,0 0 1 0 0,0 0-1 0 0,0 0 0 0 0,0 0 0 0 0,0 0 1 0 0,0-1-1 0 0,0 1 0 0 0,0 0 1 0 0,0 0-1 0 0,0 0 0 0 0,0 0 1 0 0,0 0-1 0 0,0 0 0 0 0,-1-1 0 0 0,1 1 1 0 0,0 0-1 0 0,0 0 0 0 0,0 0 1 0 0,0 0-1 0 0,0 0 0 0 0,0 0 0 0 0,0 0 1 0 0,0-1-1 0 0,0 1 0 0 0,-1 0 1 0 0,1 0-1 0 0,0 0 0 0 0,0 0 0 0 0,0 0 1 0 0,0 0-1 0 0,0 0 0 0 0,-1 0 1 0 0,1 0-1 0 0,0 0 0 0 0,0 0 0 0 0,0 0 1 0 0,0 0-1 0 0,0 0 0 0 0,0 0 1 0 0,-1 0-1 0 0,1 0 0 0 0,0 0 0 0 0,0 0 1 0 0,0 0-1 0 0,0 0 0 0 0,-15-5-19 0 0,0 1 0 0 0,0 1-1 0 0,0 0 1 0 0,0 1 0 0 0,-23 0-1 0 0,10-1 20 0 0,-419-19-113 0 0,147 9-14 0 0,-336 2 6 0 0,532 11 62 0 0,-254 26-146 0 0,238-13 183 0 0,-307 21-112 0 0,269-24 111 0 0,122-9 11 0 0,1-2 0 0 0,-63-10 0 0 0,49 8 27 0 0,-1 1-1 0 0,1 2 0 0 0,-68 10 1 0 0,-15-1 7 0 0,-45-4-27 0 0,97-5 15 0 0,79 0-12 0 0,2 2-2 0 0,-8 2 0 0 0,1-3 8 0 0,0 0 0 0 0,-1-1-1 0 0,1 1 1 0 0,0-1 0 0 0,0 0 0 0 0,0-1 0 0 0,-8 0 0 0 0,-16-2-14 0 0,-94-7-6 0 0,-1 0-6 0 0,-496 4 224 0 0,450-9-189 0 0,135 9-25 0 0,-1 2 1 0 0,0 1-1 0 0,1 2 1 0 0,-1 2-1 0 0,-45 6 1 0 0,-46 22-40 0 0,29-6 138 0 0,70-18-23 0 0,-7 3-14 0 0,-37 11 1 0 0,63-16-54 0 0,1 1 0 0 0,-1 0 0 0 0,1 0-1 0 0,0 1 1 0 0,0 0 0 0 0,1 1 0 0 0,-1 0 0 0 0,-11 11 0 0 0,19-16 0 0 0,0 0 1 0 0,0 0-1 0 0,0 0 1 0 0,0 0-1 0 0,1 0 0 0 0,-1 1 1 0 0,0-1-1 0 0,1 0 0 0 0,-1 0 1 0 0,1 0-1 0 0,0 1 1 0 0,-1-1-1 0 0,1 0 0 0 0,0 0 1 0 0,-1 1-1 0 0,1-1 0 0 0,0 0 1 0 0,0 1-1 0 0,0-1 1 0 0,0 0-1 0 0,1 1 0 0 0,-1-1 1 0 0,0 0-1 0 0,0 0 0 0 0,1 1 1 0 0,-1-1-1 0 0,1 0 1 0 0,-1 0-1 0 0,1 1 0 0 0,0-1 1 0 0,-1 0-1 0 0,1 0 0 0 0,0 0 1 0 0,1 1-1 0 0,1 2 9 0 0,0-1-1 0 0,0 1 1 0 0,1-1-1 0 0,0 0 0 0 0,0 0 1 0 0,0 0-1 0 0,0-1 1 0 0,6 4-1 0 0,2-2 5 0 0,1 1 0 0 0,-1-2 0 0 0,1 1 0 0 0,0-2 0 0 0,0 0 1 0 0,0 0-1 0 0,0-1 0 0 0,1-1 0 0 0,-1 0 0 0 0,0-1 0 0 0,0 0 0 0 0,19-5 0 0 0,14-5-6 0 0,-1-3 1 0 0,46-19-1 0 0,3-4 89 0 0,124-66 0 0 0,-210 98-89 0 0,38-24 22 0 0,-43 27-13 0 0,0-1 1 0 0,0 0-1 0 0,0 1 0 0 0,0-1 1 0 0,0-1-1 0 0,-1 1 0 0 0,0 0 1 0 0,1-1-1 0 0,-1 1 1 0 0,0-1-1 0 0,2-6 0 0 0,-3 8-11 0 0,-1 0-1 0 0,0 0 0 0 0,0 1 0 0 0,0-1 0 0 0,0 0 0 0 0,0 0 1 0 0,0 1-1 0 0,-1-1 0 0 0,1 0 0 0 0,-1 0 0 0 0,1 1 0 0 0,-1-1 1 0 0,1 0-1 0 0,-1 1 0 0 0,0-1 0 0 0,0 1 0 0 0,0-1 0 0 0,0 1 1 0 0,0-1-1 0 0,0 1 0 0 0,0 0 0 0 0,-1 0 0 0 0,1-1 1 0 0,0 1-1 0 0,-1 0 0 0 0,1 0 0 0 0,-3-1 0 0 0,-4-4-13 0 0,-1 1 0 0 0,0 1 1 0 0,-15-7-1 0 0,6 5-5 0 0,0 0 1 0 0,-1 1 0 0 0,1 1-1 0 0,-1 1 1 0 0,0 1-1 0 0,-1 0 1 0 0,1 2 0 0 0,0 0-1 0 0,0 1 1 0 0,-26 5-1 0 0,12 0-7 0 0,0 2 0 0 0,1 1 0 0 0,-1 1 0 0 0,-59 30-1 0 0,88-38 26 0 0,-7 3 17 0 0,0 1 1 0 0,0 0-1 0 0,0 1 0 0 0,-14 11 0 0 0,23-15-25 0 0,-1-1 0 0 0,1 1-1 0 0,-1 0 1 0 0,1-1 0 0 0,0 1-1 0 0,0 0 1 0 0,0 0 0 0 0,1 1-1 0 0,-1-1 1 0 0,1 0 0 0 0,-1 0-1 0 0,1 1 1 0 0,0-1 0 0 0,0 1-1 0 0,1-1 1 0 0,-1 1 0 0 0,1-1-1 0 0,0 1 1 0 0,0 0 0 0 0,0 5-1 0 0,1-4-1 0 0,0 0-1 0 0,1 0 1 0 0,-1 0 0 0 0,1-1-1 0 0,0 1 1 0 0,0-1-1 0 0,0 1 1 0 0,1-1-1 0 0,0 0 1 0 0,-1 0 0 0 0,2 0-1 0 0,-1 0 1 0 0,0-1-1 0 0,1 1 1 0 0,-1-1-1 0 0,1 0 1 0 0,0 0 0 0 0,0 0-1 0 0,0-1 1 0 0,1 1-1 0 0,8 3 1 0 0,2 0 17 0 0,1 0 0 0 0,0-1 0 0 0,0-1 0 0 0,0 0 1 0 0,28 1-1 0 0,-20-3 21 0 0,0-2-1 0 0,0-1 1 0 0,0 0 0 0 0,43-10 0 0 0,83-30 60 0 0,70-44 24 0 0,-197 75-97 0 0,0-1 1 0 0,0-1 0 0 0,-1-1-1 0 0,24-19 1 0 0,-42 29-6 0 0,-1 0-1 0 0,1-1 1 0 0,-1 1 0 0 0,0-1-1 0 0,0 1 1 0 0,0-1 0 0 0,0 0-1 0 0,-1 0 1 0 0,4-7-1 0 0,-6 10-5 0 0,1-1-1 0 0,-1 0 0 0 0,1 0 1 0 0,-1 0-1 0 0,0 0 0 0 0,0 0 0 0 0,1 0 1 0 0,-1 0-1 0 0,-1 0 0 0 0,1 0 1 0 0,0 0-1 0 0,0 0 0 0 0,-1 0 0 0 0,1 0 1 0 0,-1 0-1 0 0,0 1 0 0 0,1-1 1 0 0,-1 0-1 0 0,0 0 0 0 0,0 0 0 0 0,0 1 1 0 0,0-1-1 0 0,-2-1 0 0 0,-3-4-9 0 0,-1 0 1 0 0,0 1-1 0 0,0 0 0 0 0,0 0 0 0 0,-1 0 0 0 0,0 1 0 0 0,0 0 0 0 0,0 1 1 0 0,0 0-1 0 0,-1 0 0 0 0,0 1 0 0 0,0 0 0 0 0,-14-3 0 0 0,-7 0-13 0 0,0 2-1 0 0,0 1 0 0 0,-33 2 1 0 0,22 2-3 0 0,1 2 1 0 0,-1 2-1 0 0,2 2 1 0 0,-54 15-1 0 0,-151 64-83 0 0,219-77 108 0 0,-44 20 99 0 0,63-26-99 0 0,0 1 0 0 0,0-1 0 0 0,1 1 0 0 0,-1 0 0 0 0,1 1 0 0 0,0-1 0 0 0,0 1 0 0 0,-5 7 0 0 0,9-11-13 0 0,0 0 0 0 0,0 1-1 0 0,0-1 1 0 0,0 0 0 0 0,0 1-1 0 0,1-1 1 0 0,-1 1 0 0 0,0 0-1 0 0,1-1 1 0 0,0 1 0 0 0,-1 0-1 0 0,1-1 1 0 0,0 1-1 0 0,0 0 1 0 0,0-1 0 0 0,0 1-1 0 0,0 0 1 0 0,0-1 0 0 0,0 1-1 0 0,0 0 1 0 0,1-1 0 0 0,-1 1-1 0 0,1-1 1 0 0,-1 1 0 0 0,1-1-1 0 0,0 1 1 0 0,1 1 0 0 0,1 2-6 0 0,1 0 1 0 0,0 0-1 0 0,0-1 1 0 0,1 1 0 0 0,7 5-1 0 0,-10-9 15 0 0,10 9-12 0 0,1-1 1 0 0,1 0 0 0 0,-1-1-1 0 0,2 0 1 0 0,-1-1 0 0 0,1-1-1 0 0,26 8 1 0 0,-18-8 37 0 0,1-1 1 0 0,1-2-1 0 0,-1 0 0 0 0,36-1 0 0 0,-4-5 48 0 0,-1-3-1 0 0,0-1 0 0 0,90-26 1 0 0,328-117 141 0 0,-457 144-228 0 0,-12 5 10 0 0,0-1 1 0 0,1 1 0 0 0,-1-1 0 0 0,0 0-1 0 0,0 0 1 0 0,0 0 0 0 0,0-1 0 0 0,0 1-1 0 0,-1-1 1 0 0,1 0 0 0 0,-1 0 0 0 0,7-7-1 0 0,-10 9 11 0 0,1 0-1 0 0,-1 0 0 0 0,1 0 1 0 0,-1 0-1 0 0,0-1 0 0 0,1 1 1 0 0,-1 0-1 0 0,0 0 0 0 0,0 0 1 0 0,0 0-1 0 0,0-1 0 0 0,0 1 1 0 0,0 0-1 0 0,0 0 0 0 0,0 0 1 0 0,0 0-1 0 0,0-1 0 0 0,-1 1 1 0 0,1 0-1 0 0,0 0 0 0 0,-1 0 1 0 0,1 0-1 0 0,-1 0 0 0 0,1 0 1 0 0,-1 0-1 0 0,0 0 0 0 0,1 0 1 0 0,-1 0-1 0 0,0 0 0 0 0,0 0 1 0 0,0 1-1 0 0,0-1 0 0 0,0 0 1 0 0,1 0-1 0 0,-1 1 0 0 0,-1-1 1 0 0,0 0-1 0 0,-5-4 20 0 0,-1 1 0 0 0,0 0 0 0 0,-13-5 0 0 0,21 9-28 0 0,-45-14-20 0 0,0 1 0 0 0,0 2 0 0 0,-1 2 0 0 0,-1 2 0 0 0,1 3 0 0 0,-57 0 0 0 0,34 7-16 0 0,0 3 1 0 0,-99 21-1 0 0,105-15 10 0 0,15-4-15 0 0,0 2 0 0 0,1 3 0 0 0,-62 24 0 0 0,65-14 88 0 0,41-21-55 0 0,1-1-1 0 0,0 1 0 0 0,0 0 1 0 0,0-1-1 0 0,0 1 1 0 0,0 0-1 0 0,1 0 0 0 0,-1 0 1 0 0,0 1-1 0 0,1-1 0 0 0,-1 0 1 0 0,1 1-1 0 0,0-1 1 0 0,0 0-1 0 0,-1 6 0 0 0,2-6-1 0 0,0 0 0 0 0,0 0 0 0 0,0-1 0 0 0,1 1-1 0 0,-1 0 1 0 0,1 0 0 0 0,-1 0 0 0 0,1 0 0 0 0,0 0 0 0 0,0 0-1 0 0,0-1 1 0 0,0 1 0 0 0,0 0 0 0 0,0-1 0 0 0,0 1 0 0 0,1-1-1 0 0,-1 1 1 0 0,0-1 0 0 0,1 0 0 0 0,-1 1 0 0 0,1-1-1 0 0,0 0 1 0 0,-1 0 0 0 0,3 1 0 0 0,3 3-28 0 0,4 3 41 0 0,0 0 1 0 0,1 0 0 0 0,1-1-1 0 0,-1 0 1 0 0,1-1 0 0 0,0-1-1 0 0,23 7 1 0 0,-15-7 35 0 0,0-1 0 0 0,0-1 1 0 0,1-1-1 0 0,30-1 0 0 0,4-5 103 0 0,0-3 0 0 0,103-25 1 0 0,12-18 14 0 0,-70 18-62 0 0,-86 28-75 0 0,-11 3-4 0 0,1 0 1 0 0,-1 0-1 0 0,0-1 1 0 0,0 1 0 0 0,1-1-1 0 0,-1 0 1 0 0,0-1-1 0 0,3-2 1 0 0,-7 5-13 0 0,1 0-1 0 0,-1 0 1 0 0,0 0 0 0 0,0 0-1 0 0,0 0 1 0 0,0 0 0 0 0,1 0-1 0 0,-1 0 1 0 0,0 0 0 0 0,0-1-1 0 0,0 1 1 0 0,0 0 0 0 0,0 0-1 0 0,0 0 1 0 0,0 0 0 0 0,1 0-1 0 0,-1 0 1 0 0,0-1 0 0 0,0 1-1 0 0,0 0 1 0 0,0 0 0 0 0,0 0-1 0 0,0 0 1 0 0,0 0 0 0 0,0-1-1 0 0,0 1 1 0 0,0 0-1 0 0,0 0 1 0 0,0 0 0 0 0,0 0-1 0 0,0-1 1 0 0,0 1 0 0 0,0 0-1 0 0,0 0 1 0 0,0 0 0 0 0,0 0-1 0 0,0 0 1 0 0,0-1 0 0 0,0 1-1 0 0,0 0 1 0 0,0 0 0 0 0,0 0-1 0 0,-9-4-53 0 0,-10 3-385 0 0,12 2 169 0 0,1 1 0 0 0,0-1 0 0 0,0 1 0 0 0,0 0 0 0 0,0 1 0 0 0,0-1 0 0 0,-7 6 0 0 0,-2 2-592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6:09.819"/>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267 351 448 0 0,'-7'-3'79'0'0,"6"3"-73"0"0,0 0 1 0 0,0 0-1 0 0,0 0 1 0 0,0-1-1 0 0,1 1 1 0 0,-1 0-1 0 0,0-1 1 0 0,0 1-1 0 0,0-1 1 0 0,0 1-1 0 0,1-1 1 0 0,-1 1-1 0 0,0-1 0 0 0,1 1 1 0 0,-1-1-1 0 0,0 0 1 0 0,1 1-1 0 0,-1-1 1 0 0,1 0-1 0 0,-1 0 1 0 0,1 1-1 0 0,-1-1 1 0 0,1 0-1 0 0,-1 0 1 0 0,1 0-1 0 0,0 0 1 0 0,-1 0-1 0 0,1 0 1 0 0,0 1-1 0 0,0-1 0 0 0,0 0 1 0 0,0 0-1 0 0,0 0 1 0 0,0-1-1 0 0,0 2 4 0 0,0-1-8 0 0,0 1 1 0 0,-1 0-1 0 0,1 0 1 0 0,0 0-1 0 0,0 0 0 0 0,0-1 1 0 0,0 1-1 0 0,0 0 1 0 0,0 0-1 0 0,-1 0 1 0 0,1 0-1 0 0,0-1 1 0 0,0 1-1 0 0,0 0 1 0 0,0 0-1 0 0,0 0 1 0 0,0-1-1 0 0,0 1 1 0 0,0 0-1 0 0,0 0 0 0 0,0 0 1 0 0,0-1-1 0 0,0 1 1 0 0,0 0-1 0 0,0 0 1 0 0,0-1-1 0 0,0 1 1 0 0,0 0-1 0 0,0 0 1 0 0,0 0-1 0 0,1-1 1 0 0,-1 1-1 0 0,0 0 1 0 0,0 0-1 0 0,0 0 0 0 0,0 0 1 0 0,0-1-1 0 0,0 1 1 0 0,1 0-1 0 0,-1 0 1 0 0,0 0-1 0 0,0 0 1 0 0,0 0-1 0 0,0-1 1 0 0,1 1-1 0 0,-1 0 1 0 0,0 0-1 0 0,0 0 1 0 0,0 0-1 0 0,0 0 0 0 0,1 0 1 0 0,-1 0-1 0 0,0 0 1 0 0,0 0-1 0 0,1 0 1 0 0,-1 0-1 0 0,0 0 1 0 0,0 0-1 0 0,1 0 1 0 0,11-2 201 0 0,278 8 1280 0 0,95-12 17 0 0,-333 14-1294 0 0,40-13-196 0 0,176-32 0 0 0,18-2-23 0 0,-173 32 7 0 0,165-15-28 0 0,158 8 3 0 0,-424 14 49 0 0,-4 0 2 0 0,-1 0-1 0 0,1 0 1 0 0,-1 1-1 0 0,1 0 1 0 0,-1 0-1 0 0,1 1 1 0 0,11 3-1 0 0,-35-3 1203 0 0,-1-1-1206 0 0,-7-1-48 0 0,-246 10-52 0 0,172 1 131 0 0,-153 21 22 0 0,1 7-90 0 0,-109-6 84 0 0,152-18 138 0 0,-104-3-59 0 0,243-15-51 0 0,0-3 0 0 0,-101-22 0 0 0,118 16-67 0 0,-55-11-38 0 0,92 22 2 0 0,-27-6 21 0 0,39 6-2 0 0,-1 0 1 0 0,1 0-1 0 0,0 0 0 0 0,-1 0 0 0 0,1-1 1 0 0,0 1-1 0 0,0 0 0 0 0,0-1 0 0 0,0 0 1 0 0,0 1-1 0 0,1-1 0 0 0,-1 0 0 0 0,0 0 0 0 0,-1-3 1 0 0,-1-2-12 0 0,-1 1 1 0 0,1 0 0 0 0,-1 0-1 0 0,0 0 1 0 0,-7-7 0 0 0,9 10 6 0 0,-1 1 1 0 0,1 0-1 0 0,-1 0 1 0 0,1 0-1 0 0,-1 0 1 0 0,0 0 0 0 0,1 1-1 0 0,-1 0 1 0 0,0-1-1 0 0,0 1 1 0 0,0 1-1 0 0,-5-1 1 0 0,-3-1 30 0 0,0 0 0 0 0,1-1 0 0 0,-1 0 0 0 0,1 0 0 0 0,-1-1 0 0 0,-13-8 0 0 0,24 12-33 0 0,1 0-1 0 0,0 0 0 0 0,0 0 1 0 0,-1 0-1 0 0,1 0 0 0 0,0-1 0 0 0,-1 1 1 0 0,1 0-1 0 0,0 0 0 0 0,0 0 1 0 0,-1-1-1 0 0,1 1 0 0 0,0 0 0 0 0,0 0 1 0 0,0 0-1 0 0,-1-1 0 0 0,1 1 1 0 0,0 0-1 0 0,0 0 0 0 0,0-1 0 0 0,0 1 1 0 0,0 0-1 0 0,-1-1 0 0 0,1 1 1 0 0,0 0-1 0 0,0 0 0 0 0,0-1 0 0 0,0 1 1 0 0,0 0-1 0 0,0-1 0 0 0,0 1 1 0 0,8-8-30 0 0,21-2-78 0 0,-24 8 98 0 0,68-22 24 0 0,2 4-1 0 0,101-15 0 0 0,155 6 69 0 0,29 41-36 0 0,-104 0 17 0 0,-176-12-36 0 0,98-13-1 0 0,-144 9 8 0 0,381-31 376 0 0,-407 35-406 0 0,0 0-1 0 0,1 1 1 0 0,-1 0-1 0 0,0 1 1 0 0,0 0-1 0 0,0 0 0 0 0,-1 0 1 0 0,1 1-1 0 0,0 1 1 0 0,-1-1-1 0 0,11 7 1 0 0,25 18-20 0 0,-28-19-47 0 0,-1 0 0 0 0,0 0 0 0 0,22 22 0 0 0,-7-5 88 0 0,-21-19-29 0 0,0 0 1 0 0,0 1-1 0 0,0-1 1 0 0,-1 2-1 0 0,7 9 1 0 0,-14-17 2 0 0,1 0 1 0 0,0 0 0 0 0,-1 0 0 0 0,0 0-1 0 0,1 0 1 0 0,-1 0 0 0 0,0 0 0 0 0,1 0-1 0 0,-1 0 1 0 0,0 0 0 0 0,0 0 0 0 0,0 0-1 0 0,0 0 1 0 0,0 0 0 0 0,0 0-1 0 0,0 0 1 0 0,0 0 0 0 0,0 0 0 0 0,0 1-1 0 0,-1-1 1 0 0,1 0 0 0 0,0 0 0 0 0,-1-1-1 0 0,1 1 1 0 0,-1 0 0 0 0,1 0 0 0 0,-1 0-1 0 0,0 0 1 0 0,1 0 0 0 0,-1 0 0 0 0,0-1-1 0 0,1 1 1 0 0,-1 0 0 0 0,0-1-1 0 0,0 1 1 0 0,0 0 0 0 0,-1 0 0 0 0,-4 2-4 0 0,0 1 1 0 0,-1-1 0 0 0,1-1 0 0 0,-12 4 0 0 0,10-3 5 0 0,-51 13 72 0 0,-98 15 0 0 0,49-12-50 0 0,-34 9-48 0 0,-1-7 0 0 0,-283 6 0 0 0,-303-13 471 0 0,487-7-254 0 0,192-7-299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6:13.005"/>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1737 403 656 0 0,'-18'-4'35'0'0,"0"1"0"0"0,-28-2-1 0 0,13 3 11 0 0,26 0-1 0 0,16 0-27 0 0,19-1-3 0 0,10 2 3 0 0,12-2 2 0 0,276-18 90 0 0,683 11 847 0 0,-315 7 51 0 0,-409-30-386 0 0,-260 30-602 0 0,15-5 65 0 0,-39 5 231 0 0,-6-1-319 0 0,-11-1-39 0 0,1 0 0 0 0,-1 1 0 0 0,0 0 1 0 0,-1 2-1 0 0,1 0 0 0 0,-19 0 0 0 0,18 0 29 0 0,-566-25-730 0 0,155 10 546 0 0,-1497-1 659 0 0,1818 22-330 0 0,-120 18-1 0 0,68 4 72 0 0,-82 20-69 0 0,225-43-120 0 0,0 1 0 0 0,0 1 0 0 0,0 0 0 0 0,1 1 1 0 0,-28 15-1 0 0,42-21-11 0 0,0 1 0 0 0,0-1 1 0 0,1 1-1 0 0,-1-1 0 0 0,0 1 1 0 0,0-1-1 0 0,1 1 0 0 0,-1-1 0 0 0,0 1 1 0 0,1 0-1 0 0,-1-1 0 0 0,1 1 1 0 0,-1 0-1 0 0,1-1 0 0 0,-1 1 1 0 0,1 0-1 0 0,-1 0 0 0 0,1 0 1 0 0,0 0-1 0 0,-1-1 0 0 0,1 1 1 0 0,0 2-1 0 0,0-2 9 0 0,0-1-1 0 0,1 1 1 0 0,-1 0 0 0 0,1-1 0 0 0,-1 1-1 0 0,1 0 1 0 0,-1-1 0 0 0,1 1 0 0 0,-1-1-1 0 0,1 1 1 0 0,-1-1 0 0 0,1 1 0 0 0,0-1-1 0 0,-1 1 1 0 0,1-1 0 0 0,0 0 0 0 0,-1 1-1 0 0,1-1 1 0 0,0 0 0 0 0,1 1 0 0 0,7 1 101 0 0,0 0 1 0 0,0-1 0 0 0,16 1-1 0 0,36-2 232 0 0,1-3 0 0 0,81-14 0 0 0,-71 7-150 0 0,617-45 695 0 0,0 44-826 0 0,-315 12 72 0 0,412-2-240 0 0,-485-11 358 0 0,-6 1-114 0 0,-140-2-911 0 0,-230 16 261 0 0,-81 15 0 0 0,32-3 207 0 0,-708 31-244 0 0,-2-43 1251 0 0,-305 46 212 0 0,798-12-531 0 0,124-11-67 0 0,178-21-235 0 0,20-3-37 0 0,1 0 0 0 0,-1 1 1 0 0,-20 7-1 0 0,39-10-47 0 0,0 0 1 0 0,0 0 0 0 0,0 0-1 0 0,0 0 1 0 0,1 0-1 0 0,-1 1 1 0 0,0-1 0 0 0,0 0-1 0 0,0 0 1 0 0,0 0-1 0 0,0 0 1 0 0,0 0 0 0 0,0 0-1 0 0,0 0 1 0 0,0 0-1 0 0,0 0 1 0 0,0 1 0 0 0,0-1-1 0 0,0 0 1 0 0,0 0 0 0 0,0 0-1 0 0,0 0 1 0 0,0 0-1 0 0,0 0 1 0 0,0 0 0 0 0,0 0-1 0 0,0 1 1 0 0,0-1-1 0 0,0 0 1 0 0,0 0 0 0 0,0 0-1 0 0,0 0 1 0 0,0 0 0 0 0,0 0-1 0 0,0 0 1 0 0,0 0-1 0 0,0 1 1 0 0,0-1 0 0 0,0 0-1 0 0,0 0 1 0 0,-1 0-1 0 0,1 0 1 0 0,0 0 0 0 0,0 0-1 0 0,0 0 1 0 0,0 0-1 0 0,0 0 1 0 0,0 0 0 0 0,0 0-1 0 0,0 0 1 0 0,0 0 0 0 0,0 0-1 0 0,-1 1 1 0 0,1-1-1 0 0,0 0 1 0 0,0 0 0 0 0,14 3 24 0 0,21 1 124 0 0,0-1 1 0 0,61-3 0 0 0,70-15 151 0 0,-124 11-236 0 0,267-34 279 0 0,-208 25-244 0 0,694-59 379 0 0,-3 37-469 0 0,-354 18 4 0 0,-410 16-27 0 0,652-40 348 0 0,-628 36-308 0 0,63-15 0 0 0,-99 14 28 0 0,-16 6-53 0 0,0 0 1 0 0,0 0-1 0 0,1-1 0 0 0,-1 1 1 0 0,0 0-1 0 0,0 0 1 0 0,0 0-1 0 0,1-1 1 0 0,-1 1-1 0 0,0 0 0 0 0,0 0 1 0 0,0-1-1 0 0,0 1 1 0 0,0 0-1 0 0,0 0 1 0 0,1-1-1 0 0,-1 1 0 0 0,0 0 1 0 0,0-1-1 0 0,0 1 1 0 0,0 0-1 0 0,0 0 1 0 0,0-1-1 0 0,0 1 0 0 0,0 0 1 0 0,0-1-1 0 0,0 1 1 0 0,0-1-1 0 0,-2 0-10 0 0,1-1 0 0 0,0 1 0 0 0,0 0-1 0 0,-1-1 1 0 0,1 1 0 0 0,-1 0 0 0 0,1 0 0 0 0,-1 0-1 0 0,1 0 1 0 0,-1 0 0 0 0,0 0 0 0 0,0 0 0 0 0,1 1 0 0 0,-4-2-1 0 0,-39-13-415 0 0,-88-18 0 0 0,-55 1-505 0 0,138 24 689 0 0,-329-42-583 0 0,-663-3 1 0 0,388 64 972 0 0,200 18 165 0 0,11 35 63 0 0,433-62-369 0 0,-2 0 29 0 0,-1 1 0 0 0,1 0 0 0 0,-18 7 0 0 0,27-8 14 0 0,8 0-20 0 0,12-1 51 0 0,61-2 200 0 0,102-14 0 0 0,80-25 101 0 0,99-11 129 0 0,102 31-272 0 0,3 21-233 0 0,-451-1-3 0 0,549 15 137 0 0,-25-1-98 0 0,-324-5 177 0 0,-59-2-23 0 0,-205-5 232 0 0,-52 8 1 0 0,-5 2-630 0 0,-2221 222-287 0 0,1787-177 710 0 0,489-52-169 0 0,36-2-92 0 0,14-1 3 0 0,9 0-13 0 0,131-4 129 0 0,210-32 317 0 0,-130 9-139 0 0,341-11-12 0 0,295 41-153 0 0,-648 3-156 0 0,578 29 365 0 0,-745-35-266 0 0,226 8 221 0 0,-243-12-84 0 0,-22 2-138 0 0,1 0-1 0 0,-1 0 0 0 0,1 0 0 0 0,-1 0 1 0 0,1 0-1 0 0,-1 0 0 0 0,1 0 1 0 0,-1 0-1 0 0,1 0 0 0 0,-1 0 1 0 0,1 0-1 0 0,-1 0 0 0 0,1-1 0 0 0,-1 1 1 0 0,0 0-1 0 0,1 0 0 0 0,-1 0 1 0 0,1-1-1 0 0,-1 1 0 0 0,1 0 0 0 0,-1-1 1 0 0,0 1-1 0 0,1 0 0 0 0,-1-1 1 0 0,0 1-1 0 0,1 0 0 0 0,-1-1 0 0 0,0 1 1 0 0,0-1-1 0 0,1 1 0 0 0,-1-1 1 0 0,0 1-1 0 0,0 0 0 0 0,0-1 0 0 0,0 1 1 0 0,0-1-1 0 0,1 1 0 0 0,-1-1 1 0 0,0 1-1 0 0,0-2 0 0 0,-8-7 11 0 0,8 9-17 0 0,1-1-50 0 0,0 1 0 0 0,-1 0 0 0 0,1 0 1 0 0,0 0-1 0 0,-1-1 0 0 0,1 1 0 0 0,0 0 0 0 0,0 0 0 0 0,0 0 0 0 0,-1 0 1 0 0,1 0-1 0 0,0 1 0 0 0,0-1 0 0 0,-1 0 0 0 0,1 0 0 0 0,0 0 0 0 0,0 1 1 0 0,0-1 19 0 0,-1 0 0 0 0,0 0-1 0 0,0 0 1 0 0,1 0 0 0 0,-1 0 0 0 0,0 0 0 0 0,0 0 0 0 0,1 0 0 0 0,-1 0 0 0 0,0 0 0 0 0,0 0 0 0 0,1 0 0 0 0,-1 0 0 0 0,0 0 0 0 0,1 0 0 0 0,-1 1 0 0 0,0-1 0 0 0,0 0 0 0 0,0 0 0 0 0,1 0 0 0 0,-1 0 0 0 0,0 1 0 0 0,0-1 0 0 0,0 0 0 0 0,1 0 0 0 0,-1 0 0 0 0,0 1 0 0 0,0-1 0 0 0,0 0 0 0 0,0 0 0 0 0,0 1 0 0 0,0-1 0 0 0,1 0 0 0 0,-1 0 0 0 0,0 1 0 0 0,0-1 0 0 0,0 0 0 0 0,0 0 0 0 0,0 1 0 0 0,0-1 0 0 0,0 0 0 0 0,0 1 0 0 0,0-1 0 0 0,0 0 0 0 0,0 0 0 0 0,0 1 0 0 0,0-1 0 0 0,-1 0 0 0 0,1 0 0 0 0,0 1 0 0 0,-1 0-15 0 0,-1 0 0 0 0,1 1 0 0 0,0-1 0 0 0,0 0 0 0 0,-1 1 0 0 0,1-1 0 0 0,0 1 0 0 0,0-1 0 0 0,1 1 0 0 0,-1-1 0 0 0,0 1 0 0 0,0 0 0 0 0,1-1 0 0 0,-1 4 0 0 0,1-4 9 0 0,0 0 0 0 0,1 0 0 0 0,-1 0 0 0 0,1 0-1 0 0,0 0 1 0 0,-1 0 0 0 0,1 0 0 0 0,0 0 0 0 0,-1 0 0 0 0,1-1 0 0 0,0 1-1 0 0,0 0 1 0 0,0 0 0 0 0,0-1 0 0 0,0 1 0 0 0,0 0 0 0 0,0-1 0 0 0,0 1-1 0 0,0-1 1 0 0,0 0 0 0 0,0 1 0 0 0,0-1 0 0 0,0 0 0 0 0,0 1 0 0 0,0-1-1 0 0,2 0 1 0 0,25 6 42 0 0,-37-6 189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6:27.768"/>
    </inkml:context>
    <inkml:brush xml:id="br0">
      <inkml:brushProperty name="width" value="0.1" units="cm"/>
      <inkml:brushProperty name="height" value="0.1" units="cm"/>
      <inkml:brushProperty name="color" value="#CC0066"/>
    </inkml:brush>
  </inkml:definitions>
  <inkml:trace contextRef="#ctx0" brushRef="#br0">87 732 152 0 0,'-12'4'7'0'0,"0"0"0"0"0,-20 12-1 0 0,2 1 5547 0 0,45-16-3296 0 0,38-2-1107 0 0,37-19 379 0 0,11-3-525 0 0,-21 10 186 0 0,143-43 1 0 0,133-47 290 0 0,-292 89-1311 0 0,99-8-1 0 0,-25 6-17 0 0,-77 6-333 0 0,232-41 448 0 0,-110 19 256 0 0,51-11-18 0 0,143-23-414 0 0,-162 25 204 0 0,-141 24-65 0 0,116-33 58 0 0,-142 39-140 0 0,92-32 0 0 0,-71 18 164 0 0,-60 21-277 0 0,6-6-12 0 0,-15 10-15 0 0,1 0 0 0 0,-1-1 0 0 0,0 1-1 0 0,0-1 1 0 0,1 1 0 0 0,-1 0 0 0 0,0-1 0 0 0,0 1 0 0 0,0-1 0 0 0,0 1 0 0 0,1-1-1 0 0,-1 1 1 0 0,0-1 0 0 0,0 1 0 0 0,0-1 0 0 0,0 1 0 0 0,0-1 0 0 0,0 1 0 0 0,0 0-1 0 0,0-1 1 0 0,0 1 0 0 0,0-1 0 0 0,-1 1 0 0 0,1-1 0 0 0,0 1 0 0 0,0-1-1 0 0,0 1 1 0 0,-1-1 0 0 0,1 1 0 0 0,0 0 0 0 0,0-1 0 0 0,-1 1 0 0 0,1 0 0 0 0,0-1-1 0 0,-1 1 1 0 0,1-1 0 0 0,-23-10-267 0 0,13 9 171 0 0,1 0 1 0 0,-1 0-1 0 0,-12 0 0 0 0,-73-8 95 0 0,60 10-47 0 0,0-1 1 0 0,0-1 0 0 0,1-3 0 0 0,-36-8 0 0 0,29 2 61 0 0,0 3 0 0 0,-1 1 0 0 0,-75-3 0 0 0,135 20-478 0 0,347 132 609 0 0,-335-130-111 0 0,-21-8-39 0 0,0-1 0 0 0,0 1 0 0 0,0-2 1 0 0,0 1-1 0 0,0-1 0 0 0,16 1 0 0 0,-25-3 2 0 0,1 0 0 0 0,-1 0 1 0 0,1 0-1 0 0,-1 0 0 0 0,1 0 0 0 0,-1 0 1 0 0,1 0-1 0 0,-1 0 0 0 0,1 0 0 0 0,-1 0 0 0 0,1 0 1 0 0,-1 0-1 0 0,1 1 0 0 0,-1-1 0 0 0,1 0 0 0 0,-1 0 1 0 0,1 0-1 0 0,-1 1 0 0 0,0-1 0 0 0,1 0 1 0 0,-1 1-1 0 0,1-1 0 0 0,-1 0 0 0 0,0 1 0 0 0,1-1 1 0 0,-1 0-1 0 0,0 1 0 0 0,0-1 0 0 0,1 1 1 0 0,-1-1-1 0 0,0 0 0 0 0,0 1 0 0 0,1-1 0 0 0,-1 1 1 0 0,0-1-1 0 0,0 1 0 0 0,0-1 0 0 0,0 1 0 0 0,0-1 1 0 0,0 1-1 0 0,0-1 0 0 0,0 1 0 0 0,0-1 1 0 0,0 1-1 0 0,0-1 0 0 0,0 1 0 0 0,0-1 0 0 0,0 1 1 0 0,-1-1-1 0 0,1 1 0 0 0,0-1 0 0 0,0 0 0 0 0,0 1 1 0 0,-1-1-1 0 0,1 1 0 0 0,-19 30-67 0 0,14-25 59 0 0,-24 35-139 0 0,-3-2 0 0 0,-37 38-1 0 0,-84 65 342 0 0,105-102-23 0 0,48-40-164 0 0,0 1 0 0 0,-1-1 0 0 0,1 0 0 0 0,0 1 0 0 0,-1-1 0 0 0,1 0 0 0 0,0 1 0 0 0,-1-1 0 0 0,1 0 0 0 0,-1 1-1 0 0,1-1 1 0 0,0 0 0 0 0,-1 0 0 0 0,1 0 0 0 0,-1 1 0 0 0,1-1 0 0 0,-1 0 0 0 0,1 0 0 0 0,-1 0 0 0 0,1 0 0 0 0,-1 0 0 0 0,1 0-1 0 0,-1 0 1 0 0,1 0 0 0 0,-1 0 0 0 0,20-25 313 0 0,11-9-274 0 0,60-71-156 0 0,-60 66 300 0 0,18-25 275 0 0,67-113-1 0 0,-109 165-404 0 0,0 0-1 0 0,-2 0 0 0 0,1 0 0 0 0,-1-1 0 0 0,3-17 1 0 0,-8 18-85 0 0,-5 12-40 0 0,-5 8-267 0 0,8-4 283 0 0,1 0 9 0 0,-1 0-1 0 0,0 0 0 0 0,1 0 0 0 0,0 1 1 0 0,-2 5-1 0 0,-7 14-35 0 0,-14 24-126 0 0,15-27 106 0 0,-1 0 0 0 0,-1-1 0 0 0,-28 36 1 0 0,31-45 43 0 0,0 0 0 0 0,-8 15 1 0 0,7-8-80 0 0,2-1 0 0 0,-10 26 1 0 0,19-42 346 0 0,4-4-126 0 0,3-4-14 0 0,61-77-1809 0 0,-53 54 15 0 0,-12 12-1592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6:31.809"/>
    </inkml:context>
    <inkml:brush xml:id="br0">
      <inkml:brushProperty name="width" value="0.1" units="cm"/>
      <inkml:brushProperty name="height" value="0.1" units="cm"/>
      <inkml:brushProperty name="color" value="#CC0066"/>
    </inkml:brush>
  </inkml:definitions>
  <inkml:trace contextRef="#ctx0" brushRef="#br0">73 478 584 0 0,'-7'0'222'0'0,"-3"1"-126"0"0,-13 6 591 0 0,20-5-249 0 0,0-1 0 0 0,1 0 0 0 0,0 0 0 0 0,-1 1 0 0 0,1 0 0 0 0,0-1 0 0 0,0 1 1 0 0,0 0-1 0 0,0 0 0 0 0,0 0 0 0 0,0 0 0 0 0,1 0 0 0 0,-1 1 0 0 0,-1 1 0 0 0,3-3-286 0 0,0-1 1 0 0,0 1 0 0 0,0-1 0 0 0,0 1-1 0 0,1-1 1 0 0,-1 1 0 0 0,0-1 0 0 0,0 1-1 0 0,0-1 1 0 0,1 1 0 0 0,-1-1 0 0 0,0 0-1 0 0,0 1 1 0 0,1-1 0 0 0,-1 1-1 0 0,0-1 1 0 0,1 0 0 0 0,-1 1 0 0 0,0-1-1 0 0,1 0 1 0 0,-1 1 0 0 0,1-1 0 0 0,-1 0-1 0 0,1 0 1 0 0,-1 0 0 0 0,0 1 0 0 0,1-1-1 0 0,-1 0 1 0 0,2 0 0 0 0,16 8 720 0 0,-16-7-592 0 0,8 2-7 0 0,0-1 0 0 0,0 0 1 0 0,0 0-1 0 0,0 0 1 0 0,1-2-1 0 0,12 1 1 0 0,66-7 147 0 0,-72 4-362 0 0,522-96-384 0 0,-445 76 328 0 0,129-44 303 0 0,-148 41-240 0 0,123-26 0 0 0,-98 40-113 0 0,-64 8-236 0 0,71-15 0 0 0,92-28 608 0 0,-195 45-305 0 0,1 0 0 0 0,-1 0 0 0 0,1-1 0 0 0,-1 1 0 0 0,0-1 0 0 0,8-4 0 0 0,-11 5-24 0 0,0 0 1 0 0,0 0-1 0 0,1 1 1 0 0,-1-1 0 0 0,0 0-1 0 0,0 0 1 0 0,0 0-1 0 0,0 0 1 0 0,0-1-1 0 0,0 1 1 0 0,-1 0-1 0 0,1 0 1 0 0,0 0 0 0 0,0-1-1 0 0,-1 1 1 0 0,1 0-1 0 0,-1-1 1 0 0,1 1-1 0 0,-1 0 1 0 0,0-1-1 0 0,0 1 1 0 0,1-1 0 0 0,-1 1-1 0 0,0-3 1 0 0,-1 3-27 0 0,-1 1-1 0 0,1-1 1 0 0,0 0 0 0 0,-1 1 0 0 0,1 0 0 0 0,0-1 0 0 0,-1 1 0 0 0,1 0 0 0 0,-1-1 0 0 0,1 1 0 0 0,0 0-1 0 0,-1 0 1 0 0,1 0 0 0 0,-1 0 0 0 0,1 0 0 0 0,0 1 0 0 0,-3 0 0 0 0,-1-1-51 0 0,-84 9-254 0 0,-115 28 0 0 0,125-21 270 0 0,-163 46-30 0 0,72-16 20 0 0,-244 41 411 0 0,93-25 1602 0 0,269-52-1686 0 0,32-5-129 0 0,-1-1 0 0 0,-1 0 1 0 0,-22-1-1 0 0,30-2-179 0 0,23 1-72 0 0,24 1-107 0 0,70-7-517 0 0,201-33-1 0 0,-301 36 742 0 0,322-64-107 0 0,115-14 278 0 0,-408 75 8 0 0,25 0-275 0 0,-1-4 1 0 0,1-1-1 0 0,63-21 1 0 0,-3-6 213 0 0,-94 29-86 0 0,-17 6 15 0 0,0 0 0 0 0,0-1 0 0 0,-1 0 0 0 0,1 0 1 0 0,5-3-1 0 0,-10 4-21 0 0,0 0 0 0 0,1 0 0 0 0,-1 0 1 0 0,0 0-1 0 0,0 0 0 0 0,0 0 1 0 0,0 0-1 0 0,0 0 0 0 0,0-1 1 0 0,0 1-1 0 0,0 0 0 0 0,0-1 0 0 0,0 1 1 0 0,-1-1-1 0 0,1 1 0 0 0,-1-1 1 0 0,1 1-1 0 0,-1-1 0 0 0,0 1 0 0 0,1-1 1 0 0,-1 1-1 0 0,0-1 0 0 0,0-2 1 0 0,0 1-16 0 0,0 0 1 0 0,0 0 0 0 0,0 0-1 0 0,0 0 1 0 0,0 0 0 0 0,-1 0-1 0 0,0 0 1 0 0,1 0 0 0 0,-1 0-1 0 0,0 0 1 0 0,-1 0 0 0 0,1 0-1 0 0,0 0 1 0 0,-1 1 0 0 0,0-1-1 0 0,1 0 1 0 0,-1 1 0 0 0,0 0-1 0 0,0-1 1 0 0,-1 1 0 0 0,1 0-1 0 0,0 0 1 0 0,-6-3 0 0 0,-12-10-34 0 0,-1 2 0 0 0,-1 0 1 0 0,0 1-1 0 0,-1 2 1 0 0,-25-9-1 0 0,34 14 64 0 0,0 1-1 0 0,0 1 1 0 0,-1 0-1 0 0,1 1 1 0 0,-1 1-1 0 0,1 0 1 0 0,-1 1-1 0 0,0 0 1 0 0,-27 5-1 0 0,39-5-21 0 0,0 1 0 0 0,0 0 0 0 0,0 0 0 0 0,0 0 0 0 0,0 0 0 0 0,0 0 0 0 0,0 0 0 0 0,0 1 1 0 0,0 0-1 0 0,-4 3 0 0 0,7-5-15 0 0,0 1 0 0 0,0-1 0 0 0,1 1 0 0 0,-1 0 0 0 0,0-1 0 0 0,0 1 1 0 0,0-1-1 0 0,1 1 0 0 0,-1-1 0 0 0,0 1 0 0 0,1 0 0 0 0,-1-1 0 0 0,0 1 1 0 0,1-1-1 0 0,-1 0 0 0 0,1 1 0 0 0,-1-1 0 0 0,0 1 0 0 0,1-1 0 0 0,-1 0 1 0 0,1 1-1 0 0,0-1 0 0 0,-1 0 0 0 0,1 1 0 0 0,-1-1 0 0 0,2 0 0 0 0,0 2-1 0 0,27 16-92 0 0,0-1-1 0 0,50 20 1 0 0,-37-21 227 0 0,2-2 0 0 0,-1-2 0 0 0,56 8 1 0 0,-94-19-119 0 0,-2-1-7 0 0,0 0 0 0 0,1 1 0 0 0,-1 0 0 0 0,0 0 0 0 0,1 0 0 0 0,4 2 1 0 0,-8-2-10 0 0,1-1 1 0 0,-1 0 0 0 0,0 1 0 0 0,1-1-1 0 0,-1 1 1 0 0,1-1 0 0 0,-1 1-1 0 0,0-1 1 0 0,0 1 0 0 0,1-1 0 0 0,-1 1-1 0 0,0-1 1 0 0,0 1 0 0 0,0 0 0 0 0,1-1-1 0 0,-1 1 1 0 0,0-1 0 0 0,0 1-1 0 0,0-1 1 0 0,0 1 0 0 0,0 0 0 0 0,0-1-1 0 0,0 1 1 0 0,0-1 0 0 0,-1 1 0 0 0,1 0-1 0 0,0-1 1 0 0,0 1 0 0 0,0-1 0 0 0,0 1-1 0 0,-1-1 1 0 0,1 1 0 0 0,0-1-1 0 0,-1 1 1 0 0,1-1 0 0 0,0 1 0 0 0,-1-1-1 0 0,1 1 1 0 0,-1-1 0 0 0,1 0 0 0 0,-1 1-1 0 0,1-1 1 0 0,-1 1 0 0 0,-25 26-107 0 0,-45 38 0 0 0,39-39 218 0 0,21-19-40 0 0,0 2-1 0 0,1 0 1 0 0,-17 17 0 0 0,28-24 100 0 0,7-5-87 0 0,13-8-9 0 0,-21 11-73 0 0,48-31-12 0 0,-43 28 31 0 0,-1-1 0 0 0,1 0 1 0 0,-1 0-1 0 0,0-1 1 0 0,0 1-1 0 0,0-1 1 0 0,-1 0-1 0 0,5-7 0 0 0,-5 6-45 0 0,0-1-1 0 0,0 0 1 0 0,-1 0-1 0 0,0 0 0 0 0,0 0 1 0 0,-1 0-1 0 0,1 0 0 0 0,-2-1 1 0 0,1 1-1 0 0,-1 0 1 0 0,0-1-1 0 0,0 1 0 0 0,-1 0 1 0 0,0-1-1 0 0,-1 1 1 0 0,1 0-1 0 0,-1 0 0 0 0,-1 0 1 0 0,1 0-1 0 0,-1 0 1 0 0,-7-11-1 0 0,8 16 8 0 0,1 0 1 0 0,-1 0-1 0 0,0 0 0 0 0,0 1 1 0 0,0-1-1 0 0,0 0 0 0 0,-1 1 1 0 0,1 0-1 0 0,0-1 0 0 0,-1 1 0 0 0,1 0 1 0 0,-1 0-1 0 0,1 0 0 0 0,-1 1 1 0 0,1-1-1 0 0,-1 0 0 0 0,0 1 1 0 0,1 0-1 0 0,-1 0 0 0 0,0-1 1 0 0,1 2-1 0 0,-1-1 0 0 0,0 0 1 0 0,1 0-1 0 0,-1 1 0 0 0,1 0 1 0 0,-1-1-1 0 0,1 1 0 0 0,-1 0 1 0 0,1 0-1 0 0,-1 0 0 0 0,1 1 0 0 0,0-1 1 0 0,-1 1-1 0 0,1-1 0 0 0,0 1 1 0 0,0 0-1 0 0,0-1 0 0 0,0 1 1 0 0,-2 4-1 0 0,1 0 17 0 0,-1 0 0 0 0,2 1 0 0 0,-1-1 0 0 0,1 1 0 0 0,0-1 0 0 0,0 1 0 0 0,1 0 0 0 0,0 0 0 0 0,0-1 0 0 0,0 1 0 0 0,1 0 0 0 0,0 0 0 0 0,2 10 0 0 0,-2-12 4 0 0,1 0 0 0 0,0 0-1 0 0,1 1 1 0 0,-1-1-1 0 0,1 0 1 0 0,0-1 0 0 0,0 1-1 0 0,1 0 1 0 0,-1 0-1 0 0,1-1 1 0 0,0 0 0 0 0,0 1-1 0 0,1-1 1 0 0,-1 0 0 0 0,1-1-1 0 0,0 1 1 0 0,8 6-1 0 0,-10-9 11 0 0,-1-1 0 0 0,1 1 0 0 0,-1 0-1 0 0,1 0 1 0 0,-1-1 0 0 0,1 1 0 0 0,-1-1-1 0 0,1 1 1 0 0,0-1 0 0 0,0 0 0 0 0,-1 1 0 0 0,1-1-1 0 0,0 0 1 0 0,-1 0 0 0 0,1-1 0 0 0,0 1-1 0 0,-1 0 1 0 0,1 0 0 0 0,0-1 0 0 0,-1 1-1 0 0,1-1 1 0 0,0 1 0 0 0,-1-1 0 0 0,1 0 0 0 0,-1 0-1 0 0,1 0 1 0 0,-1 0 0 0 0,1 0 0 0 0,-1 0-1 0 0,2-1 1 0 0,3-5 14 0 0,0 1 0 0 0,0-1 0 0 0,-1 0 1 0 0,8-13-1 0 0,-5 8-69 0 0,-5 7 51 0 0,-1 0 0 0 0,1-1 1 0 0,-1 1-1 0 0,0 0 0 0 0,0-1 0 0 0,-1 1 1 0 0,1-1-1 0 0,-1 1 0 0 0,0-1 0 0 0,-1 0 0 0 0,1 1 1 0 0,-1-1-1 0 0,-1 0 0 0 0,0-10 0 0 0,1 16-10 0 0,-1-1-1 0 0,1 1 0 0 0,0-1 1 0 0,0 1-1 0 0,-1 0 1 0 0,1-1-1 0 0,0 1 0 0 0,0 0 1 0 0,-1-1-1 0 0,1 1 0 0 0,0 0 1 0 0,-1-1-1 0 0,1 1 0 0 0,-1 0 1 0 0,1 0-1 0 0,0-1 0 0 0,-1 1 1 0 0,1 0-1 0 0,-1 0 1 0 0,1 0-1 0 0,0 0 0 0 0,-1-1 1 0 0,1 1-1 0 0,-1 0 0 0 0,1 0 1 0 0,-1 0-1 0 0,1 0 0 0 0,-1 0 1 0 0,1 0-1 0 0,-1 0 1 0 0,1 0-1 0 0,0 0 0 0 0,-1 1 1 0 0,1-1-1 0 0,-1 0 0 0 0,1 0 1 0 0,-1 0-1 0 0,1 0 0 0 0,0 1 1 0 0,-1-1-1 0 0,1 0 0 0 0,-1 0 1 0 0,1 1-1 0 0,0-1 1 0 0,-1 0-1 0 0,1 1 0 0 0,0-1 1 0 0,-1 1-1 0 0,-19 17-48 0 0,18-15 45 0 0,-6 3 5 0 0,7-5-3 0 0,0 0-1 0 0,0 0 1 0 0,0 0-1 0 0,-1 0 1 0 0,1 0-1 0 0,0 0 0 0 0,0 0 1 0 0,0 0-1 0 0,0 0 1 0 0,1 0-1 0 0,-1 1 1 0 0,0-1-1 0 0,0 0 0 0 0,1 1 1 0 0,-1 1-1 0 0,1-3 22 0 0,1 0-1 0 0,-1 0 1 0 0,1 1 0 0 0,-1-1-1 0 0,1 0 1 0 0,-1 0-1 0 0,1 0 1 0 0,-1 1-1 0 0,1-1 1 0 0,-1 0-1 0 0,1 0 1 0 0,-1 0 0 0 0,1 0-1 0 0,0 0 1 0 0,-1 0-1 0 0,1 0 1 0 0,-1 0-1 0 0,1 0 1 0 0,-1-1-1 0 0,1 1 1 0 0,-1 0 0 0 0,1 0-1 0 0,0-1 1 0 0,14-3 81 0 0,-9 2-88 0 0,-1-1 1 0 0,0 0-1 0 0,0 0 1 0 0,0 0-1 0 0,0-1 1 0 0,0 0-1 0 0,4-5 1 0 0,20-14 27 0 0,-19 17 29 0 0,-7 2-65 0 0,-7 3-15 0 0,-6 3-6 0 0,5 1-6 0 0,-1 1 0 0 0,1 0 0 0 0,0 0 0 0 0,0 0 0 0 0,1 1 0 0 0,-1 0 0 0 0,1 0 0 0 0,-7 10 1 0 0,-21 22-113 0 0,-100 92 17 0 0,124-122 320 0 0,12-11-133 0 0,13-14-16 0 0,21-18-9 0 0,56-40 0 0 0,-79 65 10 0 0,-6 6-20 0 0,0-1 0 0 0,-1-1 0 0 0,0 0 1 0 0,0 0-1 0 0,10-13 0 0 0,-37 42-113 0 0,-1 0 1 0 0,-1-1-1 0 0,-35 27 0 0 0,-27 26 710 0 0,123-97-218 0 0,1-9-359 0 0,99-78 95 0 0,-108 76-242 0 0,-30 28 78 0 0,-8 7 20 0 0,-10 8 19 0 0,-105 82-440 0 0,95-68 343 0 0,0 0-1 0 0,-30 37 1 0 0,51-54 33 0 0,0 0-1 0 0,1 0 0 0 0,0 0 0 0 0,0 1 1 0 0,1-1-1 0 0,0 1 0 0 0,0 0 0 0 0,-3 10 1 0 0,6-17 36 0 0,0 0 1 0 0,0 0-1 0 0,0 0 0 0 0,-1 1 1 0 0,1-1-1 0 0,0 0 1 0 0,0 0-1 0 0,0 0 1 0 0,0 0-1 0 0,0 0 1 0 0,0 1-1 0 0,0-1 0 0 0,0 0 1 0 0,0 0-1 0 0,0 0 1 0 0,0 0-1 0 0,0 1 1 0 0,0-1-1 0 0,0 0 1 0 0,0 0-1 0 0,0 0 1 0 0,0 0-1 0 0,0 0 0 0 0,1 1 1 0 0,-1-1-1 0 0,0 0 1 0 0,0 0-1 0 0,0 0 1 0 0,0 0-1 0 0,0 0 1 0 0,0 0-1 0 0,0 1 0 0 0,0-1 1 0 0,1 0-1 0 0,-1 0 1 0 0,0 0-1 0 0,0 0 1 0 0,0 0-1 0 0,0 0 1 0 0,0 0-1 0 0,0 0 1 0 0,1 0-1 0 0,-1 0 0 0 0,8-2-195 0 0,6-7-80 0 0,15-26-3070 0 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6:50.217"/>
    </inkml:context>
    <inkml:brush xml:id="br0">
      <inkml:brushProperty name="width" value="0.1" units="cm"/>
      <inkml:brushProperty name="height" value="0.1" units="cm"/>
      <inkml:brushProperty name="color" value="#FFC114"/>
    </inkml:brush>
  </inkml:definitions>
  <inkml:trace contextRef="#ctx0" brushRef="#br0">144 1510 200 0 0,'-3'0'127'0'0,"-8"0"-436"0"0,4 0 2376 0 0,25-15 525 0 0,2-1-1508 0 0,-12 13-821 0 0,1 0 0 0 0,-1 0 1 0 0,1 0-1 0 0,0 1 0 0 0,0 1 0 0 0,0-1 1 0 0,0 1-1 0 0,0 1 0 0 0,11 0 0 0 0,14-1 94 0 0,112-6 433 0 0,-74 5-435 0 0,0-3 1 0 0,76-15-1 0 0,-148 20-354 0 0,62-15-1 0 0,0 3 0 0 0,1 3 0 0 0,77-2 0 0 0,-131 12-45 0 0,-37-9 363 0 0,-45-5 0 0 0,27 9-257 0 0,-69 2-1 0 0,-155 27-399 0 0,216-18 425 0 0,-268 41-673 0 0,278-43 402 0 0,67 2 186 0 0,111-5 682 0 0,240-27 0 0 0,-106-13-563 0 0,-258 36-112 0 0,307-61 185 0 0,-229 43-56 0 0,92-23-5 0 0,-214 54-17 0 0,-92 18-165 0 0,-47 9-77 0 0,-162 34 148 0 0,331-71-13 0 0,-405 90-7 0 0,303-63-39 0 0,99-24-35 0 0,16-4 42 0 0,21-5 49 0 0,168-31 313 0 0,-7 3 22 0 0,345-90-102 0 0,-212 55 9 0 0,52-29 83 0 0,-284 69 5 0 0,-71 22-215 0 0,-21 5-131 0 0,0 1 1 0 0,0 0 0 0 0,0 0 0 0 0,0 0 0 0 0,0 0 0 0 0,0 0 0 0 0,0 0 0 0 0,-1 0-1 0 0,1 0 1 0 0,0 0 0 0 0,0 0 0 0 0,0 0 0 0 0,0 0 0 0 0,0 0 0 0 0,0 0 0 0 0,0 0-1 0 0,0 0 1 0 0,0-1 0 0 0,0 1 0 0 0,0 0 0 0 0,0 0 0 0 0,0 0 0 0 0,0 0 0 0 0,0 0-1 0 0,0 0 1 0 0,0 0 0 0 0,0 0 0 0 0,0 0 0 0 0,0 0 0 0 0,0-1 0 0 0,0 1-1 0 0,0 0 1 0 0,0 0 0 0 0,0 0 0 0 0,0 0 0 0 0,0 0 0 0 0,0 0 0 0 0,0 0 0 0 0,0 0-1 0 0,0-1 1 0 0,0 1 0 0 0,0 0 0 0 0,0 0 0 0 0,0 0 0 0 0,0 0 0 0 0,0 0 0 0 0,0 0-1 0 0,0 0 1 0 0,0 0 0 0 0,0 0 0 0 0,1 0 0 0 0,-10-1 24 0 0,0 1 0 0 0,1 1 0 0 0,-1 0 0 0 0,0 0 0 0 0,-11 4 0 0 0,16-5-36 0 0,-204 44-517 0 0,-450 78-29 0 0,298-62 746 0 0,169-25-452 0 0,86-13 316 0 0,46-8-74 0 0,109-17-165 0 0,222-52 416 0 0,-109 19-248 0 0,404-69 374 0 0,66-24 545 0 0,-456 87-233 0 0,-226 48-547 0 0,21-1-212 0 0,-237 50-781 0 0,-137 24 347 0 0,240-48 319 0 0,-212 35-18 0 0,-88 3 337 0 0,-71 23-1727 0 0,503-87 1289 0 0,73-8 768 0 0,0-1-1 0 0,0-3 0 0 0,59-16 0 0 0,-44 10-321 0 0,412-79 160 0 0,-188 47-321 0 0,183-34 261 0 0,-277 38-118 0 0,249-50 785 0 0,-290 57-444 0 0,-247 45-582 0 0,-190 52-933 0 0,149-29 869 0 0,-92 23-31 0 0,-59 11 4 0 0,-103 8 208 0 0,97-18 54 0 0,245-48-30 0 0,-284 68-665 0 0,391-87 999 0 0,164-44 158 0 0,2 3-232 0 0,370-63-164 0 0,-127 26 161 0 0,-376 70-249 0 0,681-155 1639 0 0,-551 112-1670 0 0,205-55 205 0 0,-305 84-61 0 0,78-18-157 0 0,-78 18-21 0 0,-30 7 72 0 0,-280 80 9 0 0,-336 130-435 0 0,382-136 312 0 0,-92 28 136 0 0,-120 29-461 0 0,347-104 399 0 0,5-1-3 0 0,21-3 34 0 0,31-6 141 0 0,0-3 0 0 0,84-27-1 0 0,-43 9-49 0 0,554-159 57 0 0,-174 65-7 0 0,55-7-69 0 0,-507 125-67 0 0,28-8 73 0 0,74-10-1 0 0,-159 28-67 0 0,-82 25 1 0 0,81-19-18 0 0,-127 34-189 0 0,-265 73 184 0 0,131-39-120 0 0,93-27-12 0 0,-191 40 158 0 0,230-47-148 0 0,162-42 106 0 0,15-4 23 0 0,22-4 51 0 0,-24 4-51 0 0,152-38 163 0 0,-54 12-192 0 0,376-95 228 0 0,-135 34-10 0 0,18-4-291 0 0,-54 13 245 0 0,-103 28 122 0 0,75-29-199 0 0,-151 41 52 0 0,72-14-59 0 0,14-4 270 0 0,8 0-54 0 0,-33 9-165 0 0,-107 25-31 0 0,33-1-165 0 0,-121 20 154 0 0,0 0-1 0 0,-1 0 0 0 0,1 1 1 0 0,-15-3-1 0 0,-35 2 0 0 0,58 3-73 0 0,0 0-1 0 0,0 0 1 0 0,0 0 0 0 0,0 0-1 0 0,0 0 1 0 0,-1 0-1 0 0,1-1 1 0 0,0 1-1 0 0,0 0 1 0 0,0 0 0 0 0,0 0-1 0 0,0 0 1 0 0,0 0-1 0 0,0-1 1 0 0,0 1-1 0 0,0 0 1 0 0,0 0 0 0 0,0 0-1 0 0,0-1 1 0 0,0 1-1 0 0,0 0 1 0 0,0 0-1 0 0,0 0 1 0 0,0 0 0 0 0,0-1-1 0 0,0 1 1 0 0,0 0-1 0 0,0 0 1 0 0,0 0-1 0 0,0 0 1 0 0,0-1 0 0 0,0 1-1 0 0,0 0 1 0 0,0 0-1 0 0,0 0 1 0 0,0 0-1 0 0,1-1 1 0 0,-1 1-1 0 0,0 0 1 0 0,0 0 0 0 0,0 0-1 0 0,0 0 1 0 0,0 0-1 0 0,0 0 1 0 0,1 0-1 0 0,-1-1 1 0 0,0 1 0 0 0,0 0-1 0 0,0 0 1 0 0,1 0-1 0 0,7-8-110 0 0,80-8-158 0 0,11-2 249 0 0,-96 17 25 0 0,-3 1 16 0 0,0 0-26 0 0,0 1 4 0 0,0-1 0 0 0,0 0 0 0 0,-1 0 0 0 0,1 0 0 0 0,0 0 0 0 0,0 0 0 0 0,0 1 0 0 0,-1-1 0 0 0,1 0 0 0 0,0 0 0 0 0,0 0 0 0 0,0 0 0 0 0,0 1 0 0 0,0-1 0 0 0,-1 0 0 0 0,1 0 0 0 0,0 1 0 0 0,0-1 0 0 0,0 0 0 0 0,0 0 0 0 0,0 0 0 0 0,0 1 0 0 0,0-1 0 0 0,0 0 0 0 0,0 0 0 0 0,0 1 0 0 0,0-1 0 0 0,0 0 0 0 0,0 0 0 0 0,0 1 0 0 0,0-1 0 0 0,0 0 0 0 0,0 0 0 0 0,0 1 0 0 0,0-1 0 0 0,0 0 0 0 0,1 0 0 0 0,-1 0 0 0 0,0 1 0 0 0,0-1 0 0 0,0 0 0 0 0,5 11-18 0 0,26 36 119 0 0,71 82 0 0 0,-81-111-17 0 0,-17-16-40 0 0,-1 1-1 0 0,1 0 0 0 0,0 1 1 0 0,-1-1-1 0 0,0 0 0 0 0,3 6 1 0 0,-6-7 548 0 0,-6-4-341 0 0,5 1-256 0 0,0 0-1 0 0,-1 1 1 0 0,1-1 0 0 0,0 1-1 0 0,-1-1 1 0 0,1 1 0 0 0,0 0-1 0 0,0-1 1 0 0,-1 1 0 0 0,1 0-1 0 0,-1 0 1 0 0,1 0-1 0 0,0 0 1 0 0,-1 0 0 0 0,1 0-1 0 0,0 1 1 0 0,-1-1 0 0 0,1 0-1 0 0,-2 1 1 0 0,-7 7-22 0 0,-75 56 277 0 0,46-37-220 0 0,27-18 1 0 0,-1 0-1 0 0,-1-1 0 0 0,-18 9 0 0 0,4-4 41 0 0,53-32 30 0 0,0 0 1 0 0,37-37-1 0 0,-28 23-127 0 0,-23 24-73 0 0,-1 0 41 0 0,1 0 1 0 0,-2-1-1 0 0,1 0 1 0 0,14-21 0 0 0,-41 56 31 0 0,-34 40 0 0 0,12-15 66 0 0,26-33 22 0 0,0 0 0 0 0,-1-1 0 0 0,-1 0 0 0 0,-20 16 0 0 0,27-26 208 0 0,22-18-114 0 0,114-136-315 0 0,-64 69-69 0 0,-51 61 245 0 0,-13 17-44 0 0,-3 9-252 0 0,-4 5 275 0 0,1 0 1 0 0,0 0-1 0 0,1 0 1 0 0,1 0-1 0 0,0 1 0 0 0,1 0 1 0 0,0 0-1 0 0,-1 15 1 0 0,4-28 6 0 0,0-1 0 0 0,0 1 1 0 0,0 0-1 0 0,0 0 1 0 0,0 0-1 0 0,0 0 0 0 0,0 0 1 0 0,0 0-1 0 0,1 0 0 0 0,-1-1 1 0 0,0 1-1 0 0,1 0 0 0 0,-1 0 1 0 0,0 0-1 0 0,1 0 1 0 0,-1-1-1 0 0,1 1 0 0 0,-1 0 1 0 0,1 0-1 0 0,0-1 0 0 0,0 2 1 0 0,0-2 8 0 0,-1 0 0 0 0,1 1 0 0 0,0-1 1 0 0,0 0-1 0 0,-1 0 0 0 0,1 0 0 0 0,0 0 0 0 0,-1 0 1 0 0,1 0-1 0 0,0 0 0 0 0,0 0 0 0 0,-1 0 0 0 0,1 0 1 0 0,0 0-1 0 0,-1-1 0 0 0,1 1 0 0 0,0 0 0 0 0,-1 0 0 0 0,1-1 1 0 0,0 1-1 0 0,0-1 0 0 0,1 0 8 0 0,0-1-1 0 0,1 1 1 0 0,-1-1-1 0 0,0 0 1 0 0,0 0 0 0 0,0 0-1 0 0,0 0 1 0 0,-1 0-1 0 0,1 0 1 0 0,0-1 0 0 0,-1 1-1 0 0,0 0 1 0 0,2-5-1 0 0,-2 3-17 0 0,-1 1 0 0 0,1-1-1 0 0,-1 0 1 0 0,0 1 0 0 0,0-1-1 0 0,-1 0 1 0 0,1 0 0 0 0,-1 1 0 0 0,0-1-1 0 0,0 0 1 0 0,0 1 0 0 0,0-1-1 0 0,-1 1 1 0 0,0 0 0 0 0,1-1-1 0 0,-1 1 1 0 0,0 0 0 0 0,0 0-1 0 0,-1 0 1 0 0,1 0 0 0 0,-1 0-1 0 0,1 1 1 0 0,-6-4 0 0 0,-7-8 49 0 0,-1 2 0 0 0,-35-22 0 0 0,46 32-47 0 0,-57-32 22 0 0,-2 4 1 0 0,-82-28 0 0 0,23 9 21 0 0,123 49-46 0 0,-1 0 0 0 0,1 0 1 0 0,0 0-1 0 0,-1 0 0 0 0,1 0 0 0 0,0 0 1 0 0,-1 0-1 0 0,1 0 0 0 0,0 0 1 0 0,0 0-1 0 0,-1 0 0 0 0,1-1 0 0 0,0 1 1 0 0,0 0-1 0 0,-1 0 0 0 0,1 0 1 0 0,0-1-1 0 0,0 1 0 0 0,-1 0 0 0 0,1 0 1 0 0,0-1-1 0 0,0 1 0 0 0,0 0 1 0 0,0 0-1 0 0,0-1 0 0 0,-1 1 1 0 0,1 0-1 0 0,0 0 0 0 0,0-1 0 0 0,0 1 1 0 0,0-1-1 0 0,8-3-29 0 0,17 1-32 0 0,-9 4 58 0 0,0 0 0 0 0,0 1-1 0 0,-1 0 1 0 0,21 7 0 0 0,65 23-9 0 0,-70-21-8 0 0,90 34-123 0 0,135 70 0 0 0,-249-112 158 0 0,-5-2-11 0 0,0 0 0 0 0,0-1 0 0 0,1 1 1 0 0,-1 1-1 0 0,0-1 0 0 0,0 0 0 0 0,0 0 1 0 0,0 1-1 0 0,0-1 0 0 0,-1 1 0 0 0,1-1 1 0 0,0 1-1 0 0,-1 0 0 0 0,3 2 0 0 0,-25-9-2 0 0,-24-13 19 0 0,-80-22 0 0 0,-53-1 98 0 0,131 31-111 0 0,-42-5 81 0 0,55 10-82 0 0,-50-13 0 0 0,112 29-16 0 0,40 21 0 0 0,-1-1 1 0 0,-26-14-35 0 0,0-2 0 0 0,57 12 0 0 0,-73-22 27 0 0,0-1 0 0 0,1-1 0 0 0,-1-1 0 0 0,1-2 0 0 0,36-3 0 0 0,-61 3 13 0 0,22-4 28 0 0,-22 4-23 0 0,0 0 0 0 0,0 0 1 0 0,0-1-1 0 0,1 1 0 0 0,-1-1 1 0 0,0 1-1 0 0,0-1 0 0 0,0 1 1 0 0,0-1-1 0 0,0 0 1 0 0,0 1-1 0 0,0-1 0 0 0,-1 0 1 0 0,1 0-1 0 0,0 1 0 0 0,0-1 1 0 0,1-2-1 0 0,-5 2-5 0 0,1 0 1 0 0,-1 0-1 0 0,1 0 0 0 0,-1 0 1 0 0,1 0-1 0 0,-1 0 0 0 0,1 1 0 0 0,-1-1 1 0 0,1 1-1 0 0,-6 0 0 0 0,4 1-2 0 0,0-1-1 0 0,-1 1 0 0 0,1 1 1 0 0,0-1-1 0 0,0 1 0 0 0,1-1 0 0 0,-1 1 1 0 0,0 0-1 0 0,1 1 0 0 0,-1-1 1 0 0,1 0-1 0 0,-1 1 0 0 0,1 0 0 0 0,-4 4 1 0 0,-5 7-11 0 0,1 0 1 0 0,-11 18 0 0 0,9-13 34 0 0,-65 108 316 0 0,45-73-264 0 0,20-33-39 0 0,0 0 0 0 0,0-1 0 0 0,-23 24 0 0 0,48-65 99 0 0,-1-1 0 0 0,9-26 0 0 0,-7 17-113 0 0,61-159-134 0 0,-64 166-26 0 0,1 1 0 0 0,24-38 0 0 0,-29 50 55 0 0,-10 12-93 0 0,-15 16 134 0 0,2 4 76 0 0,1 1 0 0 0,1 1 0 0 0,-16 33 0 0 0,-30 79 117 0 0,24-52 88 0 0,33-74-194 0 0,0 0 0 0 0,1 0 0 0 0,-4 13 0 0 0,7-17 234 0 0,2-7-129 0 0,5-9 52 0 0,34-64-80 0 0,18-38-299 0 0,-28 43 80 0 0,11-28-212 0 0,-42 98 305 0 0,1-1 1 0 0,-1 0 0 0 0,1 0-1 0 0,-1 0 1 0 0,1-1-1 0 0,-1 1 1 0 0,1 0-1 0 0,-1 0 1 0 0,0 0-1 0 0,0 0 1 0 0,0 0-1 0 0,1 0 1 0 0,-1 0-1 0 0,0-1 1 0 0,0 1-1 0 0,-1 0 1 0 0,1 0-1 0 0,0 0 1 0 0,0 0-1 0 0,-1 0 1 0 0,1 0-1 0 0,0 0 1 0 0,-1 0-1 0 0,1-1 1 0 0,-1 1-1 0 0,1 1 1 0 0,-2-3-1 0 0,-1 2-4 0 0,1 0 0 0 0,-1 0 0 0 0,0 0 0 0 0,1 0 0 0 0,-1 1 0 0 0,0-1 0 0 0,0 1 0 0 0,0 0 0 0 0,-5 0 0 0 0,7 0 10 0 0,-22 0-23 0 0,1 0 0 0 0,-1 2 0 0 0,-33 7 0 0 0,-66 21 16 0 0,44-9-4 0 0,-168 32-33 0 0,-72 18-26 0 0,272-61 72 0 0,36-9 4 0 0,1 1 0 0 0,-1 0 0 0 0,1 0-1 0 0,-18 9 1 0 0,57-11 3 0 0,-1-2 27 0 0,1-1 0 0 0,-1-1-1 0 0,53-16 1 0 0,0 0 25 0 0,193-34-27 0 0,144-30-253 0 0,-390 75 320 0 0,-70 15-107 0 0,1 3 1 0 0,-63 21-1 0 0,21-5 39 0 0,-21 2-5 0 0,-45 12-130 0 0,107-26 113 0 0,-450 124-5 0 0,298-89 347 0 0,207-50-338 0 0,34-4-28 0 0,157-48-305 0 0,-183 50 300 0 0,374-92 101 0 0,-122 24-98 0 0,-263 70 21 0 0,-9 2-4 0 0,-1 0-1 0 0,0 0 1 0 0,0 0 0 0 0,1 0 0 0 0,-1 0-1 0 0,0 0 1 0 0,0-1 0 0 0,0 1-1 0 0,1 0 1 0 0,-1-1 0 0 0,0 1-1 0 0,0-1 1 0 0,0 0 0 0 0,0 1 0 0 0,0-1-1 0 0,0 0 1 0 0,0 1 0 0 0,0-1-1 0 0,0 0 1 0 0,1-2 0 0 0,-10 3 33 0 0,-89 14-42 0 0,0 5-1 0 0,-116 38 0 0 0,161-42-49 0 0,-270 62 114 0 0,56-15 220 0 0,-550 177-398 0 0,471-127 452 0 0,283-93-284 0 0,2 1-85 0 0,55-17 19 0 0,8-2 3 0 0,27-5 11 0 0,35-10-57 0 0,-1-3-1 0 0,64-26 1 0 0,-2 0-75 0 0,624-159-520 0 0,12 35-1214 0 0,-445 89 1808 0 0,-296 71 36 0 0,-7 2 218 0 0,-35 3-64 0 0,7 2-104 0 0,-19 0-10 0 0,0 1 0 0 0,-38 7-1 0 0,-54 19-26 0 0,-197 28-45 0 0,248-42 119 0 0,-601 116 194 0 0,-357 127-70 0 0,974-242-151 0 0,-24 9-21 0 0,74-19-56 0 0,11-3 27 0 0,19-2-18 0 0,17-4 72 0 0,0-2 0 0 0,59-19 0 0 0,325-93-53 0 0,26 1-32 0 0,-133 47 106 0 0,156-29-523 0 0,-250 44 423 0 0,-80 20 79 0 0,-119 28 32 0 0,-22 6-28 0 0,-6 1-1 0 0,-36 1 5 0 0,-11 7-94 0 0,-54 14-1 0 0,55-11 46 0 0,-184 36 160 0 0,-93 20 183 0 0,231-45-367 0 0,-494 114-103 0 0,399-87 256 0 0,-374 109-120 0 0,533-141-88 0 0,65-19 117 0 0,23-7-25 0 0,54-19-1 0 0,-58 14 14 0 0,139-39 11 0 0,216-57-317 0 0,163-18 423 0 0,-383 89-196 0 0,-165 34 29 0 0,-20 4 52 0 0,-5 2 16 0 0,-34 5 121 0 0,-199 50-170 0 0,113-23-31 0 0,-476 120 52 0 0,39 2-26 0 0,377-103-106 0 0,104-31 54 0 0,-42 14 379 0 0,118-32-334 0 0,6-1-8 0 0,8 0-35 0 0,51-4-56 0 0,72-11 0 0 0,67-20 304 0 0,-135 22-183 0 0,66-13 93 0 0,134-46 0 0 0,-241 62-95 0 0,-19 7 6 0 0,1 0-1 0 0,-1 0 1 0 0,1 0-1 0 0,0 0 1 0 0,0 1-1 0 0,0 0 1 0 0,10 0-1 0 0,-31 2-1 0 0,0 1-1 0 0,0 0 1 0 0,0 2-1 0 0,0 0 0 0 0,-15 6 1 0 0,-25 6 52 0 0,-355 69-115 0 0,169-40-82 0 0,194-35 222 0 0,-201 37 234 0 0,222-44-264 0 0,18-3-65 0 0,1 0-1 0 0,-1 1 1 0 0,1 0 0 0 0,0 1 0 0 0,0 0-1 0 0,0 0 1 0 0,0 0 0 0 0,-10 5 0 0 0,35-4-107 0 0,30 0 129 0 0,1-2 0 0 0,64-6 0 0 0,95-21-119 0 0,-151 17 111 0 0,50-6 10 0 0,18-1 62 0 0,181-48 0 0 0,-265 51-93 0 0,-33 8 150 0 0,-11 3-76 0 0,-13 1 3 0 0,15 1-42 0 0,-55 1 38 0 0,-90 16 1 0 0,-58 22-218 0 0,123-22 193 0 0,-361 68-5 0 0,1-11-710 0 0,419-71 656 0 0,16-3-6 0 0,1 0 0 0 0,-1 1 0 0 0,1 0 0 0 0,-1 0-1 0 0,1 0 1 0 0,-1 1 0 0 0,1 0 0 0 0,-9 4 0 0 0,48-5 107 0 0,17-6 137 0 0,-1-1 0 0 0,85-23 0 0 0,-52 9-31 0 0,557-100-35 0 0,-407 78 15 0 0,-305 43 18 0 0,-271 61-354 0 0,209-34 160 0 0,-126 26 39 0 0,-278 48-1364 0 0,119-51 1262 0 0,288-36-50 0 0,120-14 121 0 0,-32 4 32 0 0,41-5-32 0 0,-1 1-1 0 0,1-1 0 0 0,0 1 0 0 0,-1-1 0 0 0,1 1 1 0 0,0 0-1 0 0,-1 0 0 0 0,1 0 0 0 0,0 0 0 0 0,0 1 0 0 0,-4 1 1 0 0,7-2 4 0 0,-1-1 1 0 0,0 0 0 0 0,0 1 0 0 0,0-1-1 0 0,0 0 1 0 0,1 0 0 0 0,-1 0 0 0 0,0 1-1 0 0,0-1 1 0 0,1 0 0 0 0,-1 0 0 0 0,0 0 0 0 0,0 0-1 0 0,1 1 1 0 0,-1-1 0 0 0,0 0 0 0 0,0 0-1 0 0,1 0 1 0 0,-1 0 0 0 0,0 0 0 0 0,1 0-1 0 0,-1 0 1 0 0,0 0 0 0 0,0 0 0 0 0,1 0-1 0 0,-1 0 1 0 0,0 0 0 0 0,1 0 0 0 0,-1 0-1 0 0,23 1 0 0 0,-1-2 0 0 0,1 0 0 0 0,-1-1 0 0 0,25-7 0 0 0,-14 4 28 0 0,433-66-84 0 0,-402 63 264 0 0,-10 2 81 0 0,0-2-1 0 0,69-20 1 0 0,-105 20-173 0 0,-18 4-23 0 0,-12 3-95 0 0,-41 3-327 0 0,-102 16 0 0 0,-57 27-193 0 0,66-13 632 0 0,11-3-181 0 0,-168 29-117 0 0,-193 12 573 0 0,363-55-608 0 0,-11 2 223 0 0,127-13 27 0 0,-30 10-1 0 0,19-6-485 0 0,71-7 508 0 0,1-3 0 0 0,-1-1-1 0 0,62-13 1 0 0,-28 4 148 0 0,502-83-82 0 0,50-31 282 0 0,454-103 1275 0 0,-644 143-1465 0 0,75-26-557 0 0,-208 47 688 0 0,-206 46-334 0 0,137-24 77 0 0,173-39-560 0 0,-300 60 500 0 0,-75 17 11 0 0,0-2 1 0 0,0-2-1 0 0,-1-1 1 0 0,42-18-1 0 0,-56 19 0 0 0,1 1 1 0 0,25-7-1 0 0,-22 8 12 0 0,39-17 0 0 0,-44 17-71 0 0,35-9 1 0 0,-32 11 54 0 0,-1-2 1 0 0,21-9-1 0 0,-33 11-3 0 0,-1 0-1 0 0,0-1 1 0 0,10-8-1 0 0,-7 5-64 0 0,16-9 0 0 0,-28 49-128 0 0,1-5 82 0 0,-23 112 304 0 0,23-138-199 0 0,0 0 0 0 0,0 0 0 0 0,0 1 0 0 0,0-1-1 0 0,0 0 1 0 0,0 0 0 0 0,0 0 0 0 0,0 1 0 0 0,0-1-1 0 0,0 0 1 0 0,0 0 0 0 0,0 0 0 0 0,0 0 0 0 0,0 0-1 0 0,1 1 1 0 0,-1-1 0 0 0,0 0 0 0 0,0 0 0 0 0,0 0-1 0 0,0 0 1 0 0,0 0 0 0 0,0 1 0 0 0,0-1 0 0 0,1 0-1 0 0,-1 0 1 0 0,0 0 0 0 0,0 0 0 0 0,0 0 0 0 0,0 0-1 0 0,1 0 1 0 0,-1 0 0 0 0,0 0 0 0 0,0 0 0 0 0,0 0-1 0 0,0 0 1 0 0,1 0 0 0 0,-1 0 0 0 0,0 0 0 0 0,0 0-1 0 0,0 0 1 0 0,0 0 0 0 0,1 0 0 0 0,-1 0 0 0 0,0 0-1 0 0,0 0 1 0 0,0 0 0 0 0,0 0 0 0 0,1 0 0 0 0,-1 0-1 0 0,0 0 1 0 0,0 0 0 0 0,0 0 0 0 0,0 0 0 0 0,0 0-1 0 0,1-1 1 0 0,9-4 90 0 0,4-6-78 0 0,-2-1 0 0 0,1-1 0 0 0,11-15 0 0 0,9-9-38 0 0,3 19-419 0 0,-38 27 437 0 0,-1 1 1 0 0,0-1-1 0 0,-1 1 0 0 0,0-1 1 0 0,-10 17-1 0 0,6-13 7 0 0,11-17 110 0 0,-1 0 0 0 0,0-1 1 0 0,-1 1-1 0 0,1-1 0 0 0,-1 1 0 0 0,0-1 0 0 0,0 0 1 0 0,0 1-1 0 0,-1-1 0 0 0,1 0 0 0 0,-1 0 1 0 0,-1-6-1 0 0,0 3-143 0 0,-1 1 1 0 0,0-1 0 0 0,0 1-1 0 0,-1-1 1 0 0,0 1-1 0 0,0 0 1 0 0,-1 0 0 0 0,-4-7-1 0 0,-9-15 25 0 0,-34-49-6 0 0,44 69-3 0 0,-1 0 1 0 0,0 0 0 0 0,-1 1 0 0 0,0 0 0 0 0,-19-14-1 0 0,-16-4-5 0 0,-2 1-1 0 0,0 2 1 0 0,-2 3 0 0 0,0 1-1 0 0,-59-14 1 0 0,16 2-48 0 0,-18-4-28 0 0,73 30 150 0 0,68 13-88 0 0,-1 2 0 0 0,0 0 0 0 0,55 30 1 0 0,-26-13 47 0 0,277 97 50 0 0,-280-105-48 0 0,-20-6-26 0 0,2-1 0 0 0,67 11 0 0 0,-110-29 351 0 0,-9-2-334 0 0,-48-20 8 0 0,-105-31 0 0 0,124 45-18 0 0,-7-1-34 0 0,-1 2 0 0 0,-1 2-1 0 0,0 2 1 0 0,0 3 0 0 0,-81 0-1 0 0,145 20-141 0 0,2-6 165 0 0,0 0-1 0 0,28 10 1 0 0,-18-8 29 0 0,40 15-2 0 0,1-2 0 0 0,2-3 0 0 0,136 21 0 0 0,-184-39-13 0 0,-15 0 16 0 0,0-2-1 0 0,0 1 1 0 0,1 0-1 0 0,-1-1 0 0 0,0 0 1 0 0,1-1-1 0 0,8-1 0 0 0,-38-14 74 0 0,-120-56-34 0 0,53 29-62 0 0,-180-75 98 0 0,253 110-112 0 0,18 8 14 0 0,0 0-1 0 0,0 0 1 0 0,0 0-1 0 0,0 0 1 0 0,0 0-1 0 0,0 0 1 0 0,0 0-1 0 0,0 0 1 0 0,0 0-1 0 0,0 0 1 0 0,0 0-1 0 0,0 0 1 0 0,0 0-1 0 0,0 0 1 0 0,0 0-1 0 0,0 0 1 0 0,0 0-1 0 0,0-1 1 0 0,0 1-1 0 0,0 0 1 0 0,0 0-1 0 0,0 0 0 0 0,0 0 1 0 0,0 0-1 0 0,0 0 1 0 0,0 0-1 0 0,0 0 1 0 0,0 0-1 0 0,0 0 1 0 0,0 0-1 0 0,0 0 1 0 0,0 0-1 0 0,0 0 1 0 0,0 0-1 0 0,0-1 1 0 0,0 1-1 0 0,0 0 1 0 0,0 0-1 0 0,0 0 1 0 0,0 0-1 0 0,0 0 1 0 0,0 0-1 0 0,0 0 1 0 0,0 0-1 0 0,0 0 1 0 0,0 0-1 0 0,0 0 1 0 0,33 7-28 0 0,28 12 67 0 0,64 32 0 0 0,23 7-36 0 0,-122-49-27 0 0,2 0 62 0 0,39 9 0 0 0,-112-31 55 0 0,1-3-1 0 0,-56-27 1 0 0,-6-9-21 0 0,57 26 46 0 0,-87-32 0 0 0,121 54-119 0 0,26 13-157 0 0,6 2 177 0 0,20 15-10 0 0,0-2-1 0 0,2-2 0 0 0,77 32 0 0 0,-40-25 21 0 0,101 22-1 0 0,-163-49 35 0 0,-14-2-60 0 0,0 0 0 0 0,0 0 0 0 0,0 0 0 0 0,0 0 0 0 0,0 0 0 0 0,0 0 0 0 0,0 0 0 0 0,1 0 0 0 0,-1 0 0 0 0,0 0-1 0 0,0 0 1 0 0,0 0 0 0 0,0-1 0 0 0,0 1 0 0 0,0 0 0 0 0,0 0 0 0 0,0 0 0 0 0,0 0 0 0 0,0 0 0 0 0,0 0 0 0 0,0 0 0 0 0,0 0 0 0 0,0 0 0 0 0,0 0 0 0 0,0 0 0 0 0,0 0 0 0 0,0-1 0 0 0,0 1 0 0 0,0 0 0 0 0,0 0 0 0 0,0 0-1 0 0,0 0 1 0 0,0 0 0 0 0,0 0 0 0 0,0 0 0 0 0,0 0 0 0 0,0 0 0 0 0,0 0 0 0 0,0-1 0 0 0,0 1 0 0 0,0 0 0 0 0,0 0 0 0 0,0 0 0 0 0,0 0 0 0 0,0 0 0 0 0,0 0 0 0 0,0 0 0 0 0,0 0 0 0 0,0 0 0 0 0,0 0 0 0 0,0 0-1 0 0,0 0 1 0 0,0 0 0 0 0,0-1 0 0 0,0 1 0 0 0,0 0 0 0 0,-1 0 0 0 0,1 0 0 0 0,-19-15 227 0 0,11 9-196 0 0,-10-7-39 0 0,-1 2 0 0 0,0 0 1 0 0,-1 1-1 0 0,-30-11 0 0 0,-5-3-16 0 0,-10-4 12 0 0,-1 4 0 0 0,-113-28 0 0 0,157 47-3 0 0,0 1 1 0 0,-1 1 0 0 0,-33-1-1 0 0,63 10-233 0 0,36 21 275 0 0,1-2 0 0 0,1-2 0 0 0,68 25 0 0 0,148 35 52 0 0,-257-82-82 0 0,21 7-18 0 0,9 3 19 0 0,0-2 0 0 0,1-1 0 0 0,0-1 0 0 0,46 2 0 0 0,-81-9 3 0 0,0 0 1 0 0,-1 0-1 0 0,1-1 0 0 0,0 1 0 0 0,0 0 1 0 0,0 0-1 0 0,-1 0 0 0 0,1-1 0 0 0,0 1 1 0 0,0 0-1 0 0,0 0 0 0 0,0 0 1 0 0,0-1-1 0 0,-1 1 0 0 0,1 0 0 0 0,0 0 1 0 0,0-1-1 0 0,0 1 0 0 0,0 0 0 0 0,0 0 1 0 0,0-1-1 0 0,0 1 0 0 0,0 0 0 0 0,0-1 1 0 0,0 1-1 0 0,0 0 0 0 0,0 0 1 0 0,0-1-1 0 0,0 1 0 0 0,0 0 0 0 0,0 0 1 0 0,0-1-1 0 0,0 1 0 0 0,0 0 0 0 0,0 0 1 0 0,1-1-1 0 0,-1 1 0 0 0,0 0 1 0 0,0 0-1 0 0,0-1 0 0 0,0 1 0 0 0,1 0 1 0 0,-1 0-1 0 0,0 0 0 0 0,0 0 0 0 0,0-1 1 0 0,1 1-1 0 0,-1 0 0 0 0,0 0 0 0 0,0 0 1 0 0,1 0-1 0 0,-1 0 0 0 0,0 0 1 0 0,0-1-1 0 0,1 1 0 0 0,-1 0 0 0 0,0 0 1 0 0,0 0-1 0 0,1 0 0 0 0,-1 0 0 0 0,0 0 1 0 0,0 0-1 0 0,1 0 0 0 0,-1 0 1 0 0,-22-16-81 0 0,-37-9 67 0 0,-1 2 0 0 0,-2 3 1 0 0,0 2-1 0 0,-83-12 0 0 0,36 15-104 0 0,-193-1 1 0 0,328 17 119 0 0,27 5 0 0 0,-15-2 35 0 0,114 17-40 0 0,216 58 0 0 0,-302-61-32 0 0,0-3 0 0 0,2-2 1 0 0,0-4-1 0 0,79 1 0 0 0,-146-10 3 0 0,0 9-107 0 0,-1-8 131 0 0,0 0 1 0 0,0 0-1 0 0,0 0 1 0 0,1 0-1 0 0,-2 0 1 0 0,1 0-1 0 0,0 1 1 0 0,0-1 0 0 0,0 0-1 0 0,0 0 1 0 0,-1 0-1 0 0,1 0 1 0 0,0 0-1 0 0,-1 0 1 0 0,1 0-1 0 0,-1 1 1 0 0,-68 111 100 0 0,1-1-10 0 0,-82 135 470 0 0,57-101-470 0 0,89-140-77 0 0,-1 3 9 0 0,0 1-1 0 0,-1-1 0 0 0,0-1 1 0 0,-1 1-1 0 0,1-1 1 0 0,-2 0-1 0 0,1-1 0 0 0,-16 12 1 0 0,23-18-14 0 0,0-1 1 0 0,0 0 0 0 0,0 0-1 0 0,0 0 1 0 0,-1 0-1 0 0,1 0 1 0 0,0 0 0 0 0,0 0-1 0 0,0 0 1 0 0,0 0 0 0 0,-1 0-1 0 0,1 0 1 0 0,0 0-1 0 0,0 0 1 0 0,0 0 0 0 0,-1 0-1 0 0,1 0 1 0 0,0 0 0 0 0,0 0-1 0 0,0 0 1 0 0,0-1-1 0 0,0 1 1 0 0,-1 0 0 0 0,1 0-1 0 0,0 0 1 0 0,0 0 0 0 0,0 0-1 0 0,0 0 1 0 0,0 0-1 0 0,-1-1 1 0 0,1 1 0 0 0,0 0-1 0 0,0 0 1 0 0,0 0 0 0 0,0 0-1 0 0,0 0 1 0 0,0-1-1 0 0,0 1 1 0 0,0 0 0 0 0,0 0-1 0 0,0 0 1 0 0,0-1 0 0 0,0 1-1 0 0,0 0 1 0 0,-1 0-1 0 0,1 0 1 0 0,0 0 0 0 0,1-1-1 0 0,-1 1 1 0 0,0 0 0 0 0,0 0-1 0 0,0 0 1 0 0,0 0-1 0 0,0-1 1 0 0,0 1 0 0 0,0 0-1 0 0,1-12 155 0 0,11-37-134 0 0,2 1 0 0 0,35-81 1 0 0,-34 92-20 0 0,105-260-348 0 0,-69 187 230 0 0,-8 17-182 0 0,-41 83 251 0 0,-10 12-75 0 0,-13 16-20 0 0,-8 11 129 0 0,1 1 1 0 0,2 1-1 0 0,1 1 1 0 0,-21 37-1 0 0,-75 150 120 0 0,84-145 14 0 0,14-28 373 0 0,74-135-427 0 0,24-48-244 0 0,-64 114 100 0 0,6-15-19 0 0,1 1-1 0 0,2 1 1 0 0,1 0 0 0 0,30-36 0 0 0,-41 61-9 0 0,-10 11 87 0 0,0 0 0 0 0,0 0-1 0 0,0 0 1 0 0,0 0 0 0 0,0 0-1 0 0,0 0 1 0 0,0 0-14 0 0,0 0 14 0 0,-14 20-371 0 0,11-16 454 0 0,-160 240 94 0 0,125-178-61 0 0,-48 93 101 0 0,82-152-187 0 0,0 2 234 0 0,9-13 23 0 0,9-10-332 0 0,0-1 41 0 0,-1 1 0 0 0,-1-2 0 0 0,0 0-1 0 0,10-18 1 0 0,36-75-449 0 0,-46 85 332 0 0,19-36-147 0 0,-51 92-354 0 0,-56 106 629 0 0,-16 107 278 0 0,62-155-115 0 0,29-87 616 0 0,4-10-483 0 0,13-28-210 0 0,4-4-65 0 0,44-85-155 0 0,53-148-1 0 0,-104 234 90 0 0,28-73-14 0 0,-40 108 66 0 0,0 1-1 0 0,0-1 0 0 0,0 1 0 0 0,0-1 1 0 0,-1 1-1 0 0,1-1 0 0 0,-1 1 0 0 0,0-1 1 0 0,1-2-1 0 0,-2 5-30 0 0,1-1 0 0 0,0 1 0 0 0,0 0 0 0 0,0 0 1 0 0,0 0-1 0 0,0 0 0 0 0,-1 0 0 0 0,1-1 0 0 0,0 1 0 0 0,0 0 0 0 0,0 0 0 0 0,0 0 1 0 0,-1 0-1 0 0,1 0 0 0 0,0 0 0 0 0,0 0 0 0 0,-1 0 0 0 0,1 0 0 0 0,0 0 0 0 0,0 0 1 0 0,0 0-1 0 0,-1 0 0 0 0,1 0 0 0 0,0 0 0 0 0,0 0 0 0 0,0 0 0 0 0,-1 0 0 0 0,1 0 0 0 0,0 0 1 0 0,0 0-1 0 0,0 0 0 0 0,-1 0 0 0 0,1 0 0 0 0,0 0 0 0 0,0 1 0 0 0,0-1 0 0 0,0 0 1 0 0,-1 0-1 0 0,1 0 0 0 0,0 1 0 0 0,-11 7-2320 0 0,-19 51-11665 0 0,4-30 9421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7:13.844"/>
    </inkml:context>
    <inkml:brush xml:id="br0">
      <inkml:brushProperty name="width" value="0.1" units="cm"/>
      <inkml:brushProperty name="height" value="0.1" units="cm"/>
      <inkml:brushProperty name="color" value="#33CCFF"/>
    </inkml:brush>
  </inkml:definitions>
  <inkml:trace contextRef="#ctx0" brushRef="#br0">371 1584 424 0 0,'-12'0'14'0'0,"1"1"1"0"0,-1 0-1 0 0,1 0 1 0 0,-1 1-1 0 0,1 1 1 0 0,0 0-1 0 0,0 0 1 0 0,0 1-1 0 0,0 1 0 0 0,0 0 1 0 0,-15 10-1 0 0,26-15-12 0 0,0 0-1 0 0,0 0 1 0 0,-1 0 0 0 0,1 0-1 0 0,0 0 1 0 0,-1 0-1 0 0,1 0 1 0 0,0 1-1 0 0,0-1 1 0 0,-1 0 0 0 0,1 0-1 0 0,0 0 1 0 0,0 0-1 0 0,-1 1 1 0 0,1-1-1 0 0,0 0 1 0 0,0 0 0 0 0,0 1-1 0 0,-1-1 1 0 0,1 0-1 0 0,0 0 1 0 0,0 1-1 0 0,0-1 1 0 0,0 0 0 0 0,0 1-1 0 0,0-1 1 0 0,0 0-1 0 0,0 1 1 0 0,0-1-1 0 0,-1 0 1 0 0,1 0-1 0 0,0 1 1 0 0,0-1 0 0 0,1 1-1 0 0,9 1 31 0 0,20-7 40 0 0,-6-3 488 0 0,32-7-1 0 0,3-1-154 0 0,-4-3-180 0 0,-22 7 53 0 0,49-11-1 0 0,178-41 1030 0 0,346-107-69 0 0,-464 127-1002 0 0,23-5 55 0 0,313-47 1 0 0,-292 78-58 0 0,45-7 94 0 0,-39-17-437 0 0,-128 25 64 0 0,119-15-1 0 0,-549 115-717 0 0,289-63 561 0 0,69-18 192 0 0,-533 142-384 0 0,163-40 103 0 0,95-33 103 0 0,-146 18-72 0 0,244-59 210 0 0,-71 16 182 0 0,226-37-69 0 0,-36 16 1 0 0,64-24-47 0 0,85-19 85 0 0,724-211 456 0 0,-261 53 82 0 0,100-20-299 0 0,-607 185-337 0 0,311-102 4 0 0,-279 82 169 0 0,-68 28-125 0 0,-12 2-59 0 0,-20 4-20 0 0,-179 57-16 0 0,65-16 20 0 0,-425 115-417 0 0,-438 138-802 0 0,634-185 1196 0 0,276-85 67 0 0,-62 22 34 0 0,232-58-243 0 0,152-51 215 0 0,0-10 163 0 0,213-62 268 0 0,78-4 95 0 0,-149 56-170 0 0,345-91-154 0 0,-698 167-201 0 0,0 0 110 0 0,0-1 1 0 0,23-11-1 0 0,-75 21 225 0 0,-614 130-298 0 0,647-134-62 0 0,-174 36-144 0 0,-392 87-450 0 0,214-47 288 0 0,-245 64 111 0 0,569-132 194 0 0,20-6-19 0 0,0 0 0 0 0,0 1 1 0 0,1 0-1 0 0,-1 1 1 0 0,1 0-1 0 0,-12 8 0 0 0,21-12-9 0 0,1 0-1 0 0,0-1 0 0 0,-1 1 0 0 0,1 0 0 0 0,0 0 0 0 0,0 0 1 0 0,0 0-1 0 0,0 0 0 0 0,0 0 0 0 0,0 0 0 0 0,-1 3 1 0 0,6 1-110 0 0,12-3 73 0 0,12-2 54 0 0,-1-1 0 0 0,0-2 0 0 0,0-1 0 0 0,50-14 0 0 0,-64 15 9 0 0,375-98 236 0 0,-107 26 53 0 0,229-47 205 0 0,-125 38-208 0 0,104-28 141 0 0,-460 102-85 0 0,-29 10-335 0 0,0 0 0 0 0,0 0 0 0 0,0 0-1 0 0,-1 0 1 0 0,1 0 0 0 0,0 0 0 0 0,0 0-1 0 0,0 0 1 0 0,0 0 0 0 0,0 0 0 0 0,0 0-1 0 0,0 0 1 0 0,0 0 0 0 0,0-1 0 0 0,0 1-1 0 0,0 0 1 0 0,0 0 0 0 0,0 0 0 0 0,0 0-1 0 0,0 0 1 0 0,0 0 0 0 0,0 0 0 0 0,0 0-1 0 0,0 0 1 0 0,0 0 0 0 0,0-1 0 0 0,0 1-1 0 0,0 0 1 0 0,0 0 0 0 0,0 0 0 0 0,0 0-1 0 0,0 0 1 0 0,0 0 0 0 0,0 0 0 0 0,0 0-1 0 0,0 0 1 0 0,0-1 0 0 0,0 1 0 0 0,0 0-1 0 0,0 0 1 0 0,0 0 0 0 0,0 0 0 0 0,0 0-1 0 0,0 0 1 0 0,0 0 0 0 0,0 0 0 0 0,1 0-1 0 0,-1 0 1 0 0,-47 3 172 0 0,-199 40-152 0 0,17 10-41 0 0,-86 21-214 0 0,-185 57-268 0 0,109-28 211 0 0,350-93 234 0 0,-1-1 32 0 0,1 3 1 0 0,0 0-1 0 0,-59 29 1 0 0,100-41 16 0 0,0 0 0 0 0,0 0 0 0 0,0 0 0 0 0,0 0-1 0 0,0 0 1 0 0,0 0 0 0 0,0 0 0 0 0,0 0 0 0 0,0 0 0 0 0,1 0 0 0 0,-1 0 0 0 0,0 0 0 0 0,0 0 0 0 0,0 0 0 0 0,0 0 0 0 0,0 0 0 0 0,0 0 0 0 0,0 0 0 0 0,0 0 0 0 0,0 0 0 0 0,0 0 0 0 0,0 0 0 0 0,0 0 0 0 0,0 0 0 0 0,0 0 0 0 0,0 0 0 0 0,0 1 0 0 0,0-1 0 0 0,0 0-1 0 0,0 0 1 0 0,0 0 0 0 0,0 0 0 0 0,0 0 0 0 0,0 0 0 0 0,0 0 0 0 0,0 0 0 0 0,0 0 0 0 0,0 0 0 0 0,0 0 0 0 0,0 0 0 0 0,0 0 0 0 0,0 0 0 0 0,0 0 0 0 0,0 0 0 0 0,0 0 0 0 0,0 0 0 0 0,0 1 0 0 0,0-1 0 0 0,0 0 0 0 0,0 0 0 0 0,0 0 0 0 0,11 0-35 0 0,27-4 30 0 0,386-94 423 0 0,-180 35-214 0 0,5 4 78 0 0,272-58 296 0 0,-396 93-478 0 0,-507 126-408 0 0,209-52 178 0 0,-521 149 141 0 0,678-195 123 0 0,9-2-53 0 0,14-3-19 0 0,296-85 270 0 0,-128 32-148 0 0,325-82 207 0 0,-489 133-386 0 0,168-38 303 0 0,-109 30-523 0 0,-120 21 144 0 0,-95 30 1 0 0,38-8 48 0 0,-635 164-100 0 0,722-190 351 0 0,37-11-67 0 0,283-95 127 0 0,-144 51-69 0 0,166-45 159 0 0,330-63-456 0 0,-543 126 108 0 0,-210 50 185 0 0,-11 6 23 0 0,164-36-246 0 0,40-9-41 0 0,35-13-33 0 0,245-59 698 0 0,60 3-231 0 0,35-3-182 0 0,-442 88-219 0 0,-9 2-16 0 0,-23 2-9 0 0,-54 11-174 0 0,-106 32 0 0 0,81-18 117 0 0,-529 141-1038 0 0,390-111 1252 0 0,76-20-229 0 0,346-91 25 0 0,-24 5 467 0 0,592-137 29 0 0,-315 80-354 0 0,-394 96-13 0 0,41-13 67 0 0,-79 17 25 0 0,-17 8-131 0 0,-1 0 0 0 0,0 0 0 0 0,0 0 0 0 0,0 0 0 0 0,0 0 0 0 0,0-1 1 0 0,0 1-1 0 0,0 0 0 0 0,-1 0 0 0 0,1 0 0 0 0,0 0 0 0 0,0 0 0 0 0,0 0 0 0 0,0-1 0 0 0,0 1 1 0 0,0 0-1 0 0,0 0 0 0 0,0 0 0 0 0,0 0 0 0 0,0 0 0 0 0,0 0 0 0 0,0 0 0 0 0,0 0 0 0 0,0 0 0 0 0,-1-1 1 0 0,1 1-1 0 0,0 0 0 0 0,0 0 0 0 0,0 0 0 0 0,0 0 0 0 0,0 0 0 0 0,0 0 0 0 0,0 0 0 0 0,0 0 1 0 0,-1 0-1 0 0,1 0 0 0 0,0 0 0 0 0,0 0 0 0 0,0 0 0 0 0,0 0 0 0 0,0 0 0 0 0,0 0 0 0 0,-1 0 1 0 0,1 0-1 0 0,0 0 0 0 0,0 0 0 0 0,0 0 0 0 0,0 0 0 0 0,0 0 0 0 0,0 0 0 0 0,0 0 0 0 0,-1 0 0 0 0,1 0 1 0 0,0 0-1 0 0,0 0 0 0 0,0 1 0 0 0,0-1 0 0 0,0 0 0 0 0,0 0 0 0 0,0 0 0 0 0,-42 4-8 0 0,-427 103-32 0 0,231-48-182 0 0,69-23 189 0 0,-91 23-157 0 0,246-53 302 0 0,33-8 7 0 0,119-32 131 0 0,3-3-99 0 0,423-93-151 0 0,-209 53 105 0 0,106-27-173 0 0,-421 91 204 0 0,-30 8-20 0 0,-13 4-19 0 0,-88 17-177 0 0,-121 36 0 0 0,178-43 71 0 0,-995 293-773 0 0,929-268 664 0 0,92-29-36 0 0,11-3 82 0 0,18-4 55 0 0,5-5 99 0 0,29-10 1 0 0,5-2 23 0 0,463-111 21 0 0,39-11-133 0 0,-225 53 84 0 0,-294 79 653 0 0,-58 10-693 0 0,1 1 0 0 0,-1 0 0 0 0,1 2 1 0 0,-28 9-1 0 0,12-4-37 0 0,-1072 275 474 0 0,1081-278-117 0 0,49-12-287 0 0,126-38 141 0 0,703-149-59 0 0,-441 108-12 0 0,-321 64-58 0 0,146-37 363 0 0,-229 55-379 0 0,-18 0 195 0 0,-5 2-273 0 0,-25 1-107 0 0,0 2 0 0 0,0 1 1 0 0,0 2-1 0 0,-49 13 0 0 0,-147 40 138 0 0,74-25 237 0 0,151-32-232 0 0,-45 9 37 0 0,47-9-93 0 0,7-2-19 0 0,28-7-109 0 0,172-46 23 0 0,142-32 247 0 0,-249 65-30 0 0,60-11-129 0 0,-721 162-20 0 0,537-121 161 0 0,26-8-100 0 0,6-1-21 0 0,39-9-47 0 0,-38 8 87 0 0,187-41 12 0 0,201-39 497 0 0,-436 76-590 0 0,21 3 45 0 0,1-1 0 0 0,-1-1 1 0 0,1-1-1 0 0,0-1 0 0 0,-40-16 0 0 0,-35-9-265 0 0,-3 7 41 0 0,100 24 243 0 0,0 0-1 0 0,0 0 1 0 0,0 0-1 0 0,0 0 1 0 0,0 0-1 0 0,0 0 1 0 0,0 0-1 0 0,0 1 1 0 0,0-1-1 0 0,0 0 1 0 0,0 0-1 0 0,0 0 1 0 0,0 0-1 0 0,0 0 1 0 0,0 0 0 0 0,0 0-1 0 0,0 0 1 0 0,0 0-1 0 0,0 0 1 0 0,0 0-1 0 0,0 0 1 0 0,0 0-1 0 0,0 0 1 0 0,0 0-1 0 0,0 1 1 0 0,0-1-1 0 0,0 0 1 0 0,0 0-1 0 0,0 0 1 0 0,0 0 0 0 0,0 0-1 0 0,0 0 1 0 0,-1 0-1 0 0,1 0 1 0 0,0 0-1 0 0,0 0 1 0 0,0 0-1 0 0,0 0 1 0 0,0 0-1 0 0,0 0 1 0 0,0 0-1 0 0,0 0 1 0 0,0 0-1 0 0,0 0 1 0 0,0 0 0 0 0,0 0-1 0 0,0 0 1 0 0,0 0-1 0 0,0 0 1 0 0,-1 0-1 0 0,1 0 1 0 0,0 0-1 0 0,5 4 15 0 0,173 79 462 0 0,-149-70-310 0 0,-19-9-67 0 0,0 1 0 0 0,-1-1-1 0 0,1 2 1 0 0,-1-1 0 0 0,0 1 0 0 0,10 10-1 0 0,-37-16-155 0 0,-49-8-48 0 0,-77-18 1 0 0,53 8 74 0 0,20 4 34 0 0,36 6-1 0 0,0 1 0 0 0,-61-3-1 0 0,132 12 71 0 0,0 2-1 0 0,0 1 1 0 0,39 11-1 0 0,10 2 93 0 0,-81-17-150 0 0,250 37 531 0 0,-267-47-506 0 0,-15-5-112 0 0,-4 1-95 0 0,-39-16 15 0 0,-143-38 1 0 0,199 65 19 0 0,13 3-22 0 0,23 14 144 0 0,129 67 289 0 0,-130-73-183 0 0,0-1 1 0 0,1-1-1 0 0,0-1 0 0 0,0 0 1 0 0,42 4-1 0 0,-100-27-201 0 0,-488-151 439 0 0,509 165-522 0 0,29 7 68 0 0,324 78 642 0 0,-134-38-265 0 0,-182-39-104 0 0,-14-4-59 0 0,-10-2-100 0 0,-285-64-477 0 0,-6 22 556 0 0,227 34-65 0 0,27 6-182 0 0,35 3 111 0 0,6 2 16 0 0,19 4 44 0 0,152 31 295 0 0,192 14-1 0 0,-305-44-238 0 0,107 4 399 0 0,-165-11-447 0 0,-1 0 1 0 0,0 0-1 0 0,0 0 1 0 0,0 1-1 0 0,1-1 1 0 0,-1 0-1 0 0,0 0 0 0 0,0 0 1 0 0,1 0-1 0 0,-1-1 1 0 0,0 1-1 0 0,0 0 1 0 0,1 0-1 0 0,-1 0 0 0 0,0 0 1 0 0,0 0-1 0 0,0 0 1 0 0,1 0-1 0 0,-1 0 1 0 0,0 0-1 0 0,0 0 1 0 0,0-1-1 0 0,1 1 0 0 0,-1 0 1 0 0,0 0-1 0 0,0 0 1 0 0,0 0-1 0 0,0-1 1 0 0,0 1-1 0 0,1 0 0 0 0,-1 0 1 0 0,0 0-1 0 0,0-1 1 0 0,0 1-1 0 0,0 0 1 0 0,0 0-1 0 0,0-1 0 0 0,0 1 1 0 0,0 0-1 0 0,0 0 1 0 0,0 0-1 0 0,0-1 1 0 0,0 1-1 0 0,-6-13 21 0 0,-13-7-44 0 0,2 9-168 0 0,16 11 177 0 0,1 0 1 0 0,0 0-1 0 0,-1 0 1 0 0,1 0-1 0 0,-1 0 0 0 0,1 0 1 0 0,0 0-1 0 0,-1 0 0 0 0,1 0 1 0 0,-1 0-1 0 0,1 0 0 0 0,0 0 1 0 0,-1 0-1 0 0,1 0 0 0 0,-1 0 1 0 0,1 0-1 0 0,0 0 1 0 0,-1 0-1 0 0,1 0 0 0 0,0 0 1 0 0,-1 1-1 0 0,1-1 0 0 0,-1 1 1 0 0,0 1-5 0 0,-1 0-1 0 0,1 0 1 0 0,0 1 0 0 0,1-1 0 0 0,-1 1-1 0 0,0-1 1 0 0,1 1 0 0 0,-1 0 0 0 0,1-1 0 0 0,0 4-1 0 0,-2 2 118 0 0,-3 24 28 0 0,-2-1-1 0 0,-1 0 1 0 0,-1-1 0 0 0,-2 1-1 0 0,-1-2 1 0 0,-2 0 0 0 0,0 0 0 0 0,-2-1-1 0 0,-1-1 1 0 0,-2-1 0 0 0,0 0-1 0 0,-42 41 1 0 0,61-66-119 0 0,-1-1-1 0 0,1 1 1 0 0,-1-1 0 0 0,1 1-1 0 0,-1-1 1 0 0,1 1 0 0 0,0-1 0 0 0,-1 1-1 0 0,1-1 1 0 0,-1 0 0 0 0,0 1-1 0 0,1-1 1 0 0,-1 0 0 0 0,1 1-1 0 0,-1-1 1 0 0,0 0 0 0 0,1 0-1 0 0,-1 0 1 0 0,1 1 0 0 0,-1-1-1 0 0,0 0 1 0 0,-1 0 0 0 0,2-1-12 0 0,0 0 1 0 0,-1 0 0 0 0,1 0-1 0 0,0 0 1 0 0,0 0-1 0 0,0 0 1 0 0,0 0-1 0 0,0 0 1 0 0,0 0 0 0 0,0 0-1 0 0,0 0 1 0 0,0 0-1 0 0,0 0 1 0 0,0 0 0 0 0,1 0-1 0 0,0-1 1 0 0,6-22-71 0 0,1 1 1 0 0,2 1-1 0 0,21-40 0 0 0,-18 38 93 0 0,9-18-104 0 0,2 0 0 0 0,2 2 0 0 0,1 2 0 0 0,56-62 0 0 0,-7 15-351 0 0,-222 242 450 0 0,63-53 123 0 0,-35 54 283 0 0,70-92 99 0 0,106-123-532 0 0,56-73-114 0 0,52-55-116 0 0,-140 157 144 0 0,30-42 1 0 0,-55 64-227 0 0,-8 8 243 0 0,-14 9 127 0 0,20-10-54 0 0,-16 11 10 0 0,0 1 1 0 0,1 1-1 0 0,0 0 0 0 0,1 1 0 0 0,1 1 0 0 0,0 0 1 0 0,-16 25-1 0 0,23-29 30 0 0,5-10 92 0 0,2-3 24 0 0,1-2-150 0 0,-1 1 0 0 0,0 0 0 0 0,0 0 0 0 0,0 0 0 0 0,-1 0 0 0 0,1 0 0 0 0,0 0 0 0 0,-1 0 0 0 0,1 0 0 0 0,-1 0 0 0 0,0-2 0 0 0,-3-1-25 0 0,0-1 0 0 0,1 1 0 0 0,-2 0 1 0 0,1 0-1 0 0,0 0 0 0 0,-1 1 0 0 0,0-1 1 0 0,0 1-1 0 0,-1 0 0 0 0,1 1 0 0 0,-7-4 1 0 0,-7-4-22 0 0,-1 2 1 0 0,-22-9 0 0 0,-111-32-217 0 0,-26-11-67 0 0,234 75 482 0 0,330 89 634 0 0,-125-53-481 0 0,-232-48-197 0 0,-57-11-169 0 0,18 6 55 0 0,-310-74-533 0 0,181 45 580 0 0,61 14-253 0 0,25 7 99 0 0,228 61 481 0 0,-135-40-262 0 0,335 82 335 0 0,-362-90-286 0 0,-23-7-138 0 0,-1 1-99 0 0,-109-39-366 0 0,-95-38 146 0 0,-19-27-28 0 0,215 101 54 0 0,20 7 277 0 0,0 0 1 0 0,0 1 0 0 0,-1-1-1 0 0,1 0 1 0 0,0 0-1 0 0,0 0 1 0 0,0 0 0 0 0,0 0-1 0 0,0 0 1 0 0,0 0-1 0 0,0 1 1 0 0,-1-1 0 0 0,1 0-1 0 0,0 0 1 0 0,0 0 0 0 0,0 0-1 0 0,0 0 1 0 0,0 1-1 0 0,0-1 1 0 0,0 0 0 0 0,0 0-1 0 0,0 0 1 0 0,0 0-1 0 0,0 0 1 0 0,0 1 0 0 0,0-1-1 0 0,0 0 1 0 0,0 0 0 0 0,0 0-1 0 0,0 0 1 0 0,0 0-1 0 0,0 1 1 0 0,0-1 0 0 0,0 0-1 0 0,0 0 1 0 0,0 0-1 0 0,1 0 1 0 0,-1 0 0 0 0,0 1-1 0 0,0-1 1 0 0,0 0 0 0 0,0 0-1 0 0,0 0 1 0 0,0 0-1 0 0,0 0 1 0 0,0 0 0 0 0,1 0-1 0 0,-1 0 1 0 0,0 1-1 0 0,0-1 1 0 0,0 0 0 0 0,0 0-1 0 0,0 0 1 0 0,1 0 0 0 0,-1 0-1 0 0,0 0 1 0 0,10 11 133 0 0,11 6-42 0 0,1-1 0 0 0,0-2 0 0 0,1 0 0 0 0,1-1 0 0 0,45 17 0 0 0,138 35 375 0 0,-120-40-303 0 0,-65-19-223 0 0,-7-2 89 0 0,0 1 0 0 0,0 0 0 0 0,15 8 0 0 0,-31-13-26 0 0,1 0 0 0 0,0 0-1 0 0,0 0 1 0 0,0 0 0 0 0,0 0 0 0 0,0 0 0 0 0,0 0-1 0 0,0 0 1 0 0,0 0 0 0 0,0 0 0 0 0,0 0 0 0 0,0 0-1 0 0,0 0 1 0 0,0 0 0 0 0,0 0 0 0 0,0 0 0 0 0,0 0-1 0 0,0 0 1 0 0,0 1 0 0 0,-1-1 0 0 0,1 0 0 0 0,0 0 0 0 0,0 0-1 0 0,0 0 1 0 0,0 0 0 0 0,0 0 0 0 0,0 0 0 0 0,0 0-1 0 0,0 0 1 0 0,0 0 0 0 0,0 0 0 0 0,0 0 0 0 0,0 0-1 0 0,0 0 1 0 0,0 0 0 0 0,0 1 0 0 0,0-1 0 0 0,0 0-1 0 0,0 0 1 0 0,0 0 0 0 0,0 0 0 0 0,0 0 0 0 0,0 0-1 0 0,1 0 1 0 0,-1 0 0 0 0,-11-1-28 0 0,-158-45-572 0 0,-37-8 356 0 0,177 48 236 0 0,-77-11-238 0 0,99 17 286 0 0,7 2-20 0 0,11 6-16 0 0,20 5 22 0 0,64 21 211 0 0,2-4 0 0 0,136 23 1 0 0,-210-49-254 0 0,-16-4 16 0 0,-1 1 1 0 0,1 0 0 0 0,0 0 0 0 0,-1 1-1 0 0,1-1 1 0 0,-1 2 0 0 0,0-1 0 0 0,8 5-1 0 0,-14-7 2 0 0,1 0-1 0 0,-1 0 1 0 0,0 0-1 0 0,0 0 1 0 0,0 1-1 0 0,0-1 1 0 0,0 0-1 0 0,1 0 0 0 0,-1 0 1 0 0,0 1-1 0 0,0-1 1 0 0,0 0-1 0 0,0 0 1 0 0,0 1-1 0 0,0-1 1 0 0,0 0-1 0 0,0 0 1 0 0,0 0-1 0 0,0 1 1 0 0,0-1-1 0 0,0 0 0 0 0,0 0 1 0 0,0 1-1 0 0,0-1 1 0 0,0 0-1 0 0,0 0 1 0 0,0 1-1 0 0,0-1 1 0 0,0 0-1 0 0,0 0 1 0 0,0 0-1 0 0,0 1 1 0 0,-1-1-1 0 0,1 0 0 0 0,0 0 1 0 0,0 0-1 0 0,0 1 1 0 0,0-1-1 0 0,-1 0 1 0 0,1 0-1 0 0,0 0 1 0 0,0 0-1 0 0,0 1 1 0 0,0-1-1 0 0,-1 0 1 0 0,1 0-1 0 0,-13 9-59 0 0,8-7 77 0 0,-29 24 40 0 0,2 1 1 0 0,0 2 0 0 0,-38 45-1 0 0,-72 110 231 0 0,137-177-237 0 0,0 0 0 0 0,0 1 0 0 0,1-1 0 0 0,0 1 0 0 0,-5 13 0 0 0,9-18 80 0 0,5-6 2 0 0,40-53-373 0 0,-2-2-1 0 0,57-103 1 0 0,-9 13 143 0 0,-21 42-167 0 0,-66 97 12 0 0,-6 7 181 0 0,-6 5 91 0 0,7-3-45 0 0,-34 20 29 0 0,1 1-1 0 0,1 2 0 0 0,1 1 1 0 0,-30 30-1 0 0,51-41-85 0 0,11-13 145 0 0,-11 0-105 0 0,-33 3-121 0 0,0 1 0 0 0,-56 13 0 0 0,45-7 174 0 0,-303 48-56 0 0,-30 5-412 0 0,-198 51 187 0 0,15 28-273 0 0,330-71 274 0 0,189-52-43 0 0,37-10-29 0 0,37-12 299 0 0,168-51 261 0 0,-61 15-185 0 0,607-147-161 0 0,-447 115-32 0 0,-250 62 94 0 0,751-170-450 0 0,-687 154 653 0 0,-200 28-138 0 0,-265 49 308 0 0,-1 23-416 0 0,162-33-212 0 0,-456 98-169 0 0,536-114 331 0 0,-418 94-365 0 0,490-105 229 0 0,72-18 360 0 0,0-2 0 0 0,29-8 0 0 0,-10 2 19 0 0,1517-313 38 0 0,-1042 245 106 0 0,-507 77-212 0 0,-15 2-16 0 0,-25 1 51 0 0,-411 66 410 0 0,307-42-532 0 0,-431 89-92 0 0,414-82 69 0 0,-777 149-572 0 0,895-175 727 0 0,61-12 185 0 0,10-3-96 0 0,680-152 601 0 0,-708 159-757 0 0,492-98 183 0 0,-256 53-290 0 0,154-25-218 0 0,-289 55 316 0 0,-10 3 229 0 0,171-46-1 0 0,-271 60-202 0 0,0 0-1 0 0,0 0 1 0 0,1-1 0 0 0,-1 1-1 0 0,0 0 1 0 0,0-1 0 0 0,0 1 0 0 0,1-1-1 0 0,-1 1 1 0 0,0-1 0 0 0,0 1-1 0 0,0-1 1 0 0,0 0 0 0 0,0 0-1 0 0,0 0 1 0 0,0 0 0 0 0,0 1-1 0 0,0-1 1 0 0,-1 0 0 0 0,1 0 0 0 0,0-1-1 0 0,-1 1 1 0 0,1 0 0 0 0,0 0-1 0 0,-1 0 1 0 0,1 0 0 0 0,-1 0-1 0 0,0-1 1 0 0,1 1 0 0 0,-1 0-1 0 0,0 0 1 0 0,0-1 0 0 0,0 1-1 0 0,0 0 1 0 0,0 0 0 0 0,0-1 0 0 0,0 1-1 0 0,-1-2 1 0 0,1 2-32 0 0,1 0 7 0 0,0 0 0 0 0,-1 1 1 0 0,1-1-1 0 0,0 0 0 0 0,0 1 0 0 0,-1-1 1 0 0,1 0-1 0 0,0 1 0 0 0,0-1 0 0 0,0 1 1 0 0,0-1-1 0 0,0 1 0 0 0,0-1 0 0 0,0 1 1 0 0,0 0-1 0 0,0-1 0 0 0,0 1 0 0 0,0 0 1 0 0,0 0-1 0 0,0 0 0 0 0,0 0 0 0 0,2 0 1 0 0,-1 0 12 0 0,216-25 362 0 0,-216 25-357 0 0,8-1 92 0 0,-10 1-102 0 0,0-1 0 0 0,0 1-1 0 0,0 0 1 0 0,0-1 0 0 0,0 1-1 0 0,-1 0 1 0 0,1-1 0 0 0,0 1 0 0 0,0 0-1 0 0,0-1 1 0 0,0 1 0 0 0,0 0-1 0 0,0 0 1 0 0,-1-1 0 0 0,1 1-1 0 0,0 0 1 0 0,0 0 0 0 0,-1-1-1 0 0,1 1 1 0 0,0 0 0 0 0,0 0 0 0 0,-1 0-1 0 0,1-1 1 0 0,0 1 0 0 0,0 0-1 0 0,-1 0 1 0 0,1 0 0 0 0,-1 0-1 0 0,-15-8-59 0 0,0 1 0 0 0,0 1-1 0 0,0 1 1 0 0,-1 0-1 0 0,-29-4 1 0 0,10 2 22 0 0,20 4 23 0 0,1 2 0 0 0,0 0 0 0 0,-22 1 1 0 0,11 1-113 0 0,25 0 90 0 0,5 3 51 0 0,8 3 22 0 0,36 12 275 0 0,1-3 1 0 0,1-2 0 0 0,0-2 0 0 0,65 7 0 0 0,-206-41-585 0 0,6 6 198 0 0,-1 4 0 0 0,-108-2 0 0 0,190 16-52 0 0,9 4 155 0 0,13 5 71 0 0,0-3-66 0 0,0 0 1 0 0,0-2-1 0 0,37 8 0 0 0,59 4 179 0 0,-111-17-211 0 0,7 0 27 0 0,-5 0 27 0 0,0 0 0 0 0,0 0 0 0 0,0-1 0 0 0,0 0-1 0 0,0 0 1 0 0,0 0 0 0 0,0 0 0 0 0,6-2 0 0 0,-30-11-245 0 0,-21-1 123 0 0,0 1 0 0 0,-1 2 0 0 0,-1 2 1 0 0,0 2-1 0 0,-82-4 0 0 0,113 11-106 0 0,11 0 127 0 0,15 1 101 0 0,58 4 24 0 0,0 4 0 0 0,110 27 0 0 0,-178-34-91 0 0,0-1 0 0 0,0 1 0 0 0,0 0 0 0 0,0 0 0 0 0,0 1 1 0 0,-1-1-1 0 0,1 1 0 0 0,-1 0 0 0 0,0 0 0 0 0,8 7 0 0 0,-11-9 15 0 0,0 0-1 0 0,0 1 1 0 0,0-1 0 0 0,-1 1-1 0 0,1-1 1 0 0,0 0-1 0 0,-1 1 1 0 0,1-1-1 0 0,0 1 1 0 0,-1-1-1 0 0,0 1 1 0 0,1 0-1 0 0,-1-1 1 0 0,0 1-1 0 0,0-1 1 0 0,0 1-1 0 0,0 0 1 0 0,0-1-1 0 0,0 1 1 0 0,0-1-1 0 0,-1 1 1 0 0,1 0-1 0 0,-1-1 1 0 0,1 1 0 0 0,-1-1-1 0 0,1 1 1 0 0,-1-1-1 0 0,0 0 1 0 0,0 1-1 0 0,0-1 1 0 0,0 0-1 0 0,0 1 1 0 0,0-1-1 0 0,0 0 1 0 0,0 0-1 0 0,0 0 1 0 0,-2 2-1 0 0,-4 2-5 0 0,1 0 0 0 0,0-1 0 0 0,-1 1-1 0 0,0-1 1 0 0,0-1 0 0 0,0 1 0 0 0,-9 2-1 0 0,-57 16 54 0 0,70-22-45 0 0,-312 66 66 0 0,166-38-57 0 0,-969 228-1458 0 0,698-159 1046 0 0,393-91 365 0 0,-74 15-219 0 0,-185 43-223 0 0,-25 22-176 0 0,545-152 8 0 0,49-9 972 0 0,-213 59-280 0 0,527-120-284 0 0,-539 124 220 0 0,102-22-36 0 0,350-85 85 0 0,-450 98 154 0 0,-59 20-187 0 0,1 1 0 0 0,-1-1 0 0 0,1 1 0 0 0,-1-1 0 0 0,0 0 0 0 0,1 0 0 0 0,-1 0 0 0 0,0 1 0 0 0,0-1-1 0 0,1-1 1 0 0,-1 1 0 0 0,0 0 0 0 0,0 0 0 0 0,1-2 0 0 0,-7-2-14 0 0,-12 2-3 0 0,-45 0-96 0 0,0 4 0 0 0,-103 14 0 0 0,135-12 108 0 0,-311 51 99 0 0,288-44-139 0 0,-726 141-917 0 0,265-44 871 0 0,-83 41-69 0 0,566-136 8 0 0,30-9 117 0 0,9-1 18 0 0,7-2 4 0 0,1-1 0 0 0,27-5 1 0 0,143-33-42 0 0,-42 8 62 0 0,357-69 698 0 0,643-125 36 0 0,-1000 188 68 0 0,-200 40-420 0 0,-129 29-152 0 0,108-17-263 0 0,-1674 372-614 0 0,1424-302 667 0 0,255-68-126 0 0,61-13-71 0 0,19-4 55 0 0,35-6-63 0 0,76-23 117 0 0,61-17 47 0 0,860-173 1031 0 0,-840 184-850 0 0,205-33-4 0 0,-287 46-64 0 0,-103 19-34 0 0,-13 3-39 0 0,-3 0-5 0 0,-55 10-27 0 0,-671 146-968 0 0,699-150 985 0 0,-461 108 55 0 0,-267 55-190 0 0,713-160 215 0 0,40-8 3 0 0,8-1 10 0 0,47-9 87 0 0,228-63-363 0 0,164-39 301 0 0,621-93 968 0 0,-984 188-1025 0 0,-55 9-34 0 0,-55 10-107 0 0,-492 101-1032 0 0,400-78 1069 0 0,-684 139 181 0 0,445-85-375 0 0,49-9-8 0 0,114-27-71 0 0,193-43 294 0 0,-67 14-183 0 0,-90 32 1 0 0,199-47-305 0 0,15-10 607 0 0,59-21-1 0 0,-70 18-23 0 0,790-204 292 0 0,-674 176-312 0 0,-147 38-45 0 0,-3 0 23 0 0,-24 5-46 0 0,-132 28-22 0 0,125-25 36 0 0,-145 34 57 0 0,-75 23-118 0 0,-574 158-1138 0 0,54-4 524 0 0,897-264-367 0 0,197-66 1516 0 0,379-78 0 0 0,85-2-359 0 0,-732 177 19 0 0,-55 14-103 0 0,-8 2 1 0 0,-36 9 43 0 0,-218 55 122 0 0,-321 76-655 0 0,-878 251-258 0 0,1426-379 541 0 0,28-9 53 0 0,8-1 0 0 0,48-8-44 0 0,41-14 88 0 0,142-50 0 0 0,-118 31 119 0 0,555-159 659 0 0,-435 138-124 0 0,-199 52-359 0 0,30-7-154 0 0,-67 14-95 0 0,-9 3-9 0 0,-38 7-46 0 0,-396 98-251 0 0,287-67 244 0 0,-255 69-107 0 0,123-31 311 0 0,95-29 131 0 0,7-2-103 0 0,151-35-248 0 0,25-8-268 0 0,9-2 213 0 0,17-1 152 0 0,-9-1-31 0 0,26 0-24 0 0,1-2 1 0 0,40-9-1 0 0,82-23-59 0 0,-56 10 77 0 0,-328 92 436 0 0,61-16-180 0 0,-52 4 480 0 0,279-60-876 0 0,43-14 53 0 0,162-47 0 0 0,-181 40 132 0 0,-44 15 24 0 0,-1-3-1 0 0,72-31 1 0 0,-106 38 34 0 0,-11 7-65 0 0,0 0-1 0 0,0 0 0 0 0,0 0 0 0 0,0-1 0 0 0,0 1 0 0 0,0 0 0 0 0,1 0 0 0 0,-1 0 0 0 0,0 0 0 0 0,0 0 0 0 0,0 0 0 0 0,0 0 0 0 0,0 0 0 0 0,0 0 0 0 0,0 0 0 0 0,0 0 0 0 0,0 0 0 0 0,0-1 0 0 0,0 1 1 0 0,0 0-1 0 0,0 0 0 0 0,0 0 0 0 0,0 0 0 0 0,0 0 0 0 0,0 0 0 0 0,0 0 0 0 0,0 0 0 0 0,-1 0 0 0 0,1 0 0 0 0,0 0 0 0 0,0-1 0 0 0,0 1 0 0 0,0 0 0 0 0,0 0 0 0 0,0 0 0 0 0,0 0 0 0 0,0 0 0 0 0,0 0 1 0 0,0 0-1 0 0,0 0 0 0 0,0 0 0 0 0,0 0 0 0 0,0 0 0 0 0,0 0 0 0 0,0 0 0 0 0,-1 0 0 0 0,1 0 0 0 0,0 0 0 0 0,0 0 0 0 0,0 0 0 0 0,0 0 0 0 0,0 0 0 0 0,0 0 0 0 0,0 0 0 0 0,0 0 0 0 0,0 0 0 0 0,0 0 0 0 0,0 0 1 0 0,-1 0-1 0 0,1 0 0 0 0,0 0 0 0 0,-24 1 62 0 0,15 0-79 0 0,-46 8 45 0 0,0 3 0 0 0,-90 30-1 0 0,75-20 27 0 0,27-10-27 0 0,-23 7 25 0 0,1 2 1 0 0,-86 42-1 0 0,150-63-66 0 0,1 0 0 0 0,-1 1 0 0 0,1-1 0 0 0,-1 0 0 0 0,0 0 0 0 0,1 1 0 0 0,-1-1 0 0 0,1 0 0 0 0,-1 1 0 0 0,1-1 0 0 0,-1 1 0 0 0,1-1 0 0 0,-1 1 0 0 0,1-1 0 0 0,0 1 0 0 0,-1-1 0 0 0,1 1 0 0 0,0-1-1 0 0,-1 1 1 0 0,1-1 0 0 0,0 1 0 0 0,-1 0 0 0 0,1-1 0 0 0,0 2 0 0 0,0-1 11 0 0,1-1 0 0 0,-1 1 0 0 0,1 0 0 0 0,-1-1 0 0 0,1 1 0 0 0,-1-1 0 0 0,1 1 1 0 0,0-1-1 0 0,-1 1 0 0 0,1-1 0 0 0,-1 0 0 0 0,1 1 0 0 0,0-1 0 0 0,0 1 0 0 0,-1-1 0 0 0,1 0 0 0 0,0 0 0 0 0,0 0 0 0 0,-1 1 0 0 0,1-1 0 0 0,1 0 0 0 0,10 1 9 0 0,-1 1 0 0 0,1-2 0 0 0,-1 1 0 0 0,1-2 0 0 0,-1 0 0 0 0,1 0 0 0 0,-1-1 0 0 0,11-3 0 0 0,91-32 33 0 0,-96 31-19 0 0,78-33-33 0 0,27-9 47 0 0,-145 53 66 0 0,21-5-269 0 0,-1 1-1 0 0,1 0 0 0 0,0-1 1 0 0,0 1-1 0 0,0 0 1 0 0,-1 0-1 0 0,1 1 0 0 0,0-1 1 0 0,0 0-1 0 0,1 1 1 0 0,-1-1-1 0 0,0 1 0 0 0,-3 2 1 0 0,5-3 80 0 0,0-1 0 0 0,0 0 0 0 0,0 0-1 0 0,0 1 1 0 0,0-1 0 0 0,0 0 0 0 0,0 0 0 0 0,1 1 0 0 0,-1-1 0 0 0,0 0 0 0 0,0 0 0 0 0,0 0 0 0 0,0 1 0 0 0,0-1-1 0 0,0 0 1 0 0,0 0 0 0 0,5 3-2202 0 0,-4-3 2202 0 0,-1 0 0 0 0,0 0 0 0 0,0 0-1 0 0,1 0 1 0 0,-1 0 0 0 0,0-1 0 0 0,0 1 0 0 0,1 0 0 0 0,35 1-3917 0 0,-1-1 2873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2:46.54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 0,'612'0'0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6T03:32:49.9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932 495,'0'-5,"-1"1,1-1,-1 0,0 1,0-1,-1 1,0-1,0 1,0 0,-4-6,-31-40,13 20,-104-128,69 88,50 60,-1 1,0 0,0 0,-1 1,0 0,-22-11,0 2,-42-13,66 27,1 0,0 1,-1 1,0-1,1 1,-1 1,0 0,1 0,-1 0,0 1,1 1,-1-1,1 1,-1 1,1 0,0 0,0 0,-11 8,5-3,1 1,0 1,0 0,1 1,1 1,0 0,0 0,2 1,-11 16,-16 26,-43 79,70-116,1 0,1 0,1 1,1 0,-6 39,7-13,6 87,-1-120,1 0,1 0,0 0,1-1,0 1,0-1,2 0,-1 0,1 0,1-1,8 12,-4-9,-1-1,2 0,0 0,0-1,1 0,0-2,26 16,-26-19,-1-1,2-1,-1 0,0 0,1-2,0 1,21 0,-8-3,0 0,52-8,-68 6,-1 0,1-1,-1 0,0-1,0 0,0 0,0-1,-1 0,0-1,0 0,12-11,141-113,-142 114,-2 5</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3:33:28.8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0,'772'136'0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6T03:33:32.4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617 1,'-79'3,"0"3,-92 20,144-22,1 2,-47 16,65-19,1 0,0 1,0 0,0 0,0 1,0 0,1 0,0 0,0 1,0 0,1 0,0 1,-7 10,2 2,1 0,0 1,2 0,0 1,2-1,-5 28,6-16,1 0,1 1,5 45,-3-73,1 0,0 0,1 0,-1 0,1-1,0 1,0 0,1-1,-1 1,1-1,0 0,0 0,1 0,-1 0,6 4,6 4,0 0,28 16,-33-22,2 1,0-1,20 7,-20-9,0 1,0 0,16 11,-19-10,0 0,1-1,0 1,0-2,1 0,-1 0,1-1,0 0,0-1,0 0,0-1,14 1,-15-3,1 1,-1-2,1 1,-1-1,1-1,-1 0,0 0,0-1,-1 0,1-1,-1 0,0-1,0 0,11-9,-2 1</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7:37.499"/>
    </inkml:context>
    <inkml:brush xml:id="br0">
      <inkml:brushProperty name="width" value="0.1" units="cm"/>
      <inkml:brushProperty name="height" value="0.1" units="cm"/>
      <inkml:brushProperty name="color" value="#33CCFF"/>
    </inkml:brush>
  </inkml:definitions>
  <inkml:trace contextRef="#ctx0" brushRef="#br0">1 138 248 0 0,'19'-38'59'0'0,"-9"26"-54"0"0,6-7 27 0 0,32-30 0 0 0,-46 47-29 0 0,0 0 1 0 0,0 0-1 0 0,1 1 1 0 0,-1-1-1 0 0,0 0 1 0 0,1 1-1 0 0,-1 0 1 0 0,1 0-1 0 0,-1-1 1 0 0,1 2-1 0 0,0-1 1 0 0,0 0-1 0 0,-1 0 0 0 0,1 1 1 0 0,5-1-1 0 0,-3 2-16 0 0,-1 0-1 0 0,0 0 0 0 0,0 0 0 0 0,0 1 1 0 0,0-1-1 0 0,0 1 0 0 0,7 3 0 0 0,-6-2-23 0 0,-1 0-239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7:37.925"/>
    </inkml:context>
    <inkml:brush xml:id="br0">
      <inkml:brushProperty name="width" value="0.1" units="cm"/>
      <inkml:brushProperty name="height" value="0.1" units="cm"/>
      <inkml:brushProperty name="color" value="#33CCFF"/>
    </inkml:brush>
  </inkml:definitions>
  <inkml:trace contextRef="#ctx0" brushRef="#br0">25 8 416 0 0,'0'0'0'0'0,"-7"-3"56"0"0,-2-2-48 0 0,3 5-8 0 0,3 0 0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7:38.131"/>
    </inkml:context>
    <inkml:brush xml:id="br0">
      <inkml:brushProperty name="width" value="0.1" units="cm"/>
      <inkml:brushProperty name="height" value="0.1" units="cm"/>
      <inkml:brushProperty name="color" value="#33CCFF"/>
    </inkml:brush>
  </inkml:definitions>
  <inkml:trace contextRef="#ctx0" brushRef="#br0">51 56 520 0 0,'-11'-25'24'0'0,"-15"6"-40"0"0,16 12 0 0 0,7 5-40 0 0,3-1-392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7:38.291"/>
    </inkml:context>
    <inkml:brush xml:id="br0">
      <inkml:brushProperty name="width" value="0.1" units="cm"/>
      <inkml:brushProperty name="height" value="0.1" units="cm"/>
      <inkml:brushProperty name="color" value="#33CCFF"/>
    </inkml:brush>
  </inkml:definitions>
  <inkml:trace contextRef="#ctx0" brushRef="#br0">65 80 552 0 0,'-5'-23'56'0'0,"-36"-13"-80"0"0,31 23-40 0 0,2 9-32 0 0,8 1-320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03.369"/>
    </inkml:context>
    <inkml:brush xml:id="br0">
      <inkml:brushProperty name="width" value="0.1" units="cm"/>
      <inkml:brushProperty name="height" value="0.1" units="cm"/>
      <inkml:brushProperty name="color" value="#CC0066"/>
    </inkml:brush>
  </inkml:definitions>
  <inkml:trace contextRef="#ctx0" brushRef="#br0">1 763 976 0 0,'0'0'5'0'0,"0"-1"0"0"0,0 1 0 0 0,1-1 0 0 0,-1 1 0 0 0,0-1 0 0 0,0 1 0 0 0,1-1 0 0 0,-1 1 0 0 0,0-1 0 0 0,1 1 0 0 0,-1-1 0 0 0,1 1 0 0 0,-1 0 0 0 0,1-1 0 0 0,-1 1 0 0 0,0 0 0 0 0,1-1 0 0 0,-1 1 0 0 0,1 0 0 0 0,0 0 0 0 0,-1-1 0 0 0,1 1 0 0 0,-1 0 0 0 0,1 0 0 0 0,0 0 0 0 0,21-5 69 0 0,-8 3 21 0 0,21-14 12 0 0,12-7-58 0 0,-33 15-683 0 0,-10 6 1300 0 0,0 0 0 0 0,1 0-1 0 0,-1 0 1 0 0,1 0-1 0 0,0 1 1 0 0,-1-1 0 0 0,10 0-1 0 0,169-7 1563 0 0,223-22 905 0 0,-49-9-1666 0 0,-224 27-1104 0 0,263-24 258 0 0,-159 14-239 0 0,492-45 1188 0 0,4 23-341 0 0,711 40-515 0 0,-930 11-673 0 0,26-11-28 0 0,66-30 63 0 0,-391 20-76 0 0,-124 9 35 0 0,1623-87 267 0 0,-442 69 345 0 0,-112 2-603 0 0,-330-2 120 0 0,113-5-224 0 0,-554 15-238 0 0,768-61 199 0 0,-289 34 792 0 0,-673 27-955 0 0,19-1 70 0 0,-108 8 836 0 0,-106 7-580 0 0,-1 0 4 0 0,-1 1 0 0 0,1-1 1 0 0,-1 0-1 0 0,1 1 0 0 0,-1 0 0 0 0,1-1 0 0 0,-1 1 0 0 0,1 0 0 0 0,0 0 0 0 0,-1 0 0 0 0,1 0 0 0 0,0 0 0 0 0,0 0 0 0 0,0 0 1 0 0,0 0-1 0 0,0 0 0 0 0,0 1 0 0 0,-1 1 0 0 0,-16 27-303 0 0,15-25 324 0 0,-7 18-60 0 0,1-1 0 0 0,2 2 1 0 0,0-1-1 0 0,-4 25 0 0 0,-1 3 28 0 0,-19 60 43 0 0,11-43 55 0 0,3 2-1 0 0,-14 116 1 0 0,-10 84 686 0 0,11-92-734 0 0,22-122-122 0 0,-21 193 23 0 0,23-150-12 0 0,-3 108 115 0 0,-6 141 572 0 0,8-271-294 0 0,-47 739 912 0 0,50-663-1190 0 0,-37 244 1 0 0,-21-13 146 0 0,44-240-223 0 0,-9 62-59 0 0,0-49-20 0 0,-3 24-259 0 0,13-58 565 0 0,-9 248-1001 0 0,20-247 688 0 0,-3-13 45 0 0,-13 53-279 0 0,16-126 231 0 0,-35 145 722 0 0,31-144-868 0 0,7-27 256 0 0,1 0 0 0 0,1-1-1 0 0,0 1 1 0 0,1 0 0 0 0,1 13 0 0 0,-1 9 213 0 0,0-34-62 0 0,1 0-190 0 0,0 1 0 0 0,0-1 0 0 0,0 1 0 0 0,-1-1 0 0 0,1 0 0 0 0,0 1 1 0 0,0 0-1 0 0,-1-1 0 0 0,1 1 0 0 0,0-1 0 0 0,-1 1 0 0 0,1 0 0 0 0,-1-1 1 0 0,1 1-1 0 0,-1 0 0 0 0,1 0 0 0 0,-1-1 0 0 0,1 3 0 0 0,0-3-3 0 0,-1 1 1 0 0,0 0-1 0 0,1 0 0 0 0,-1 0 0 0 0,1-1 1 0 0,-1 1-1 0 0,1 0 0 0 0,-1 0 0 0 0,1-1 1 0 0,-1 1-1 0 0,1-1 0 0 0,0 1 0 0 0,0 0 0 0 0,-1-1 1 0 0,1 1-1 0 0,0-1 0 0 0,0 0 0 0 0,-1 1 1 0 0,1-1-1 0 0,0 1 0 0 0,0-1 0 0 0,0 0 1 0 0,0 0-1 0 0,-1 0 0 0 0,1 1 0 0 0,0-1 0 0 0,1 0 1 0 0,0 0-29 0 0,0 0 1 0 0,0 1-1 0 0,0-1 0 0 0,-1 1 1 0 0,1-1-1 0 0,0 1 1 0 0,-1 0-1 0 0,1 0 0 0 0,0 0 1 0 0,-1 0-1 0 0,1 0 1 0 0,-1 0-1 0 0,0 0 1 0 0,1 1-1 0 0,0 0 0 0 0,24 28 134 0 0,-10-10-72 0 0,-8-5-204 0 0,-6-13 172 0 0,-1-1 0 0 0,0 1 0 0 0,1-1 0 0 0,-1 1 0 0 0,0 0 0 0 0,0-1-1 0 0,0 1 1 0 0,0 0 0 0 0,0 0 0 0 0,-1 0 0 0 0,1 0 0 0 0,0 4 0 0 0,0-4-15 0 0,0 1 0 0 0,0 0 1 0 0,0 0-1 0 0,0-1 1 0 0,0 1-1 0 0,1 0 0 0 0,2 4 1 0 0,12 2 426 0 0,-15-9-427 0 0,-1 1-1 0 0,1-1 1 0 0,0 0-1 0 0,-1 0 1 0 0,1 0-1 0 0,-1 1 1 0 0,1-1 0 0 0,-1 0-1 0 0,1 0 1 0 0,-1 1-1 0 0,1-1 1 0 0,-1 0 0 0 0,1 1-1 0 0,-1-1 1 0 0,0 1-1 0 0,1-1 1 0 0,-1 1-1 0 0,0-1 1 0 0,1 1 0 0 0,-1-1-1 0 0,0 1 1 0 0,1-1-1 0 0,-1 1 1 0 0,0-1 0 0 0,0 1-1 0 0,0-1 1 0 0,1 1-1 0 0,-1 0 1 0 0,0-1-1 0 0,0 1 1 0 0,0-1 0 0 0,0 1-1 0 0,0 0 1 0 0,0-1-1 0 0,0 2 1 0 0,1 19 421 0 0,1 1 0 0 0,9 36 0 0 0,-1-6-898 0 0,-6 0-3832 0 0,-4-23 2375 0 0,-1 0 0 0 0,-10 54 0 0 0,-5-29-477 0 0,1-19 1652 0 0,-4-7-1009 0 0,12-19 1885 0 0,-1-1-1 0 0,-17 15 0 0 0,13-15 207 0 0,1 0 0 0 0,-1 0 0 0 0,0-1-1 0 0,-20 8 1 0 0,26-13-612 0 0,-1 0 0 0 0,1 0 0 0 0,-1-1-1 0 0,-8 1 1 0 0,-53-2-1051 0 0,33-1 1916 0 0,-30 1-2403 0 0,21 0 13515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06.586"/>
    </inkml:context>
    <inkml:brush xml:id="br0">
      <inkml:brushProperty name="width" value="0.1" units="cm"/>
      <inkml:brushProperty name="height" value="0.1" units="cm"/>
      <inkml:brushProperty name="color" value="#CC0066"/>
    </inkml:brush>
  </inkml:definitions>
  <inkml:trace contextRef="#ctx0" brushRef="#br0">1056 161 640 0 0,'0'-2'19'0'0,"1"0"0"0"0,-1 0 1 0 0,1 1-1 0 0,0-1 0 0 0,0 0 0 0 0,0 0 0 0 0,0 1 1 0 0,0-1-1 0 0,0 1 0 0 0,0-1 0 0 0,0 1 1 0 0,0-1-1 0 0,1 1 0 0 0,-1 0 0 0 0,1 0 0 0 0,-1-1 1 0 0,1 1-1 0 0,-1 0 0 0 0,1 0 0 0 0,2 0 0 0 0,16-14 3 0 0,-18 12-16 0 0,1 1 0 0 0,-1-1 0 0 0,0 0 0 0 0,0 0 0 0 0,0 0-1 0 0,0-1 1 0 0,0 1 0 0 0,2-6 0 0 0,0-2 13 0 0,8-18 25 0 0,-12 22-35 0 0,-2 1 2 0 0,6-22 220 0 0,-6 53 348 0 0,-1-1 1 0 0,-1 0-1 0 0,-10 32 0 0 0,3-14-4 0 0,-96 352 3592 0 0,75-281-3044 0 0,29-104-958 0 0,1-1 1 0 0,-1 1-1 0 0,0 0 0 0 0,-1-1 1 0 0,1 0-1 0 0,-2 1 1 0 0,1-1-1 0 0,-1-1 1 0 0,-1 1-1 0 0,1-1 0 0 0,-1 0 1 0 0,0 0-1 0 0,-1-1 1 0 0,0 0-1 0 0,0 0 0 0 0,0 0 1 0 0,-1-1-1 0 0,0 0 1 0 0,-15 7-1 0 0,-87 34 831 0 0,-177 48 0 0 0,195-66-462 0 0,82-24-498 0 0,0 0 0 0 0,0 1 0 0 0,1 0 0 0 0,0 0 0 0 0,-1 1 0 0 0,2 0 0 0 0,-1 1 0 0 0,1 0 0 0 0,-9 10 0 0 0,12-13-18 0 0,-12 10 70 0 0,0-1 0 0 0,-21 13 0 0 0,7-7 5 0 0,39-42 140 0 0,8-21-299 0 0,47-117-412 0 0,-47 126 259 0 0,1 0 1 0 0,35-49-1 0 0,-47 76 189 0 0,1 1 23 0 0,-1 1 1 0 0,-1-1-1 0 0,1 0 0 0 0,-1-1 0 0 0,-1 1 1 0 0,1-1-1 0 0,-1 0 0 0 0,2-8 1 0 0,-5 7 56 0 0,0 9-52 0 0,0 0 1 0 0,0 0-1 0 0,0 0 0 0 0,-1 0 0 0 0,1 0 0 0 0,0 0 0 0 0,0 0 1 0 0,0 0-1 0 0,0 0 0 0 0,0 0 0 0 0,0 0 0 0 0,0 0 0 0 0,0 0 1 0 0,0 0-1 0 0,0 0 0 0 0,0 0 0 0 0,0 0 0 0 0,0 0 0 0 0,-1 0 1 0 0,1 0-1 0 0,0 0 0 0 0,0 0 0 0 0,0 0 0 0 0,0 0 0 0 0,0 0 1 0 0,0 0-1 0 0,0 0 0 0 0,0 0 0 0 0,0 0 0 0 0,0 0 0 0 0,0 0 1 0 0,0 0-1 0 0,-1 0 0 0 0,1 0 0 0 0,0 0 0 0 0,0 0 0 0 0,0 0 1 0 0,0 0-1 0 0,0 0 0 0 0,0 0 0 0 0,0 0 0 0 0,0 0 0 0 0,0 0 1 0 0,0 0-1 0 0,0 0 0 0 0,0-1 0 0 0,0 1 0 0 0,0 0 0 0 0,0 0 1 0 0,0 0-1 0 0,0 0 0 0 0,0 0 0 0 0,0 0 0 0 0,0 0 0 0 0,0 0 1 0 0,0 0-1 0 0,0 0 0 0 0,0 0 0 0 0,0 0 0 0 0,0-1 0 0 0,0 1 1 0 0,0 0-1 0 0,0 0 0 0 0,0 0 0 0 0,0 0 0 0 0,0 0 0 0 0,0 0 0 0 0,0 0 1 0 0,0 0-1 0 0,-4 6-120 0 0,3-5 88 0 0,-64 103 122 0 0,-87 151 419 0 0,39-55 290 0 0,109-191-703 0 0,-1 0-1 0 0,1 0 1 0 0,1 0-1 0 0,0 0 0 0 0,-3 12 1 0 0,6-17-69 0 0,-1-1 0 0 0,1 0 0 0 0,0 1 0 0 0,0 0 0 0 0,0-1 0 0 0,0 1 0 0 0,0-1 0 0 0,1 0 0 0 0,0 1 0 0 0,0-1 0 0 0,0 1 0 0 0,0-1 0 0 0,0 0 0 0 0,0 0 0 0 0,1 1 0 0 0,0-1 0 0 0,0 0 0 0 0,4 5 0 0 0,5 3 52 0 0,0-1 0 0 0,1 0 0 0 0,0-1-1 0 0,0 0 1 0 0,1-1 0 0 0,1 0 0 0 0,-1-1 0 0 0,28 9-1 0 0,4 0 43 0 0,71 14-1 0 0,-22-13 131 0 0,160 9 1 0 0,96-19 754 0 0,-305-8-796 0 0,20 1-3756 0 0,-6 5-9188 0 0,-43-1 9069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7:56.983"/>
    </inkml:context>
    <inkml:brush xml:id="br0">
      <inkml:brushProperty name="width" value="0.1" units="cm"/>
      <inkml:brushProperty name="height" value="0.1" units="cm"/>
      <inkml:brushProperty name="color" value="#CC0066"/>
    </inkml:brush>
  </inkml:definitions>
  <inkml:trace contextRef="#ctx0" brushRef="#br0">833 28 8 0 0,'2'-2'0'0'0,"1"0"0"0"0,-1 1 0 0 0,0 0 0 0 0,0-1 0 0 0,1 1 0 0 0,-1 0 0 0 0,1 0 0 0 0,-1 0 0 0 0,4 0 0 0 0,13-7 0 0 0,-50 5 7 0 0,-9 2-14 0 0,30-1 7 0 0,-1 1 0 0 0,1 1 0 0 0,0 0 0 0 0,-1 1 0 0 0,1 0 0 0 0,-1 0 0 0 0,1 1 0 0 0,0 1 0 0 0,-19 6 0 0 0,-27 20 0 0 0,30-15 0 0 0,1-1 0 0 0,-40 14 0 0 0,-44 14 0 0 0,13-5 0 0 0,77-29 3 0 0,1 1 0 0 0,0 1 0 0 0,0 0 0 0 0,0 2 0 0 0,1 0 0 0 0,1 0 0 0 0,-15 15 0 0 0,20-15 13 0 0,2-1 0 0 0,-1 2 1 0 0,2-1-1 0 0,-1 1 0 0 0,2 0 0 0 0,-1 1 1 0 0,2 0-1 0 0,-7 17 0 0 0,-2 1 125 0 0,8-15-24 0 0,1 1 1 0 0,-6 22 0 0 0,-4 13 73 0 0,12-42-135 0 0,1-1-1 0 0,1 1 1 0 0,-2 15 0 0 0,1 2 407 0 0,2 29-1 0 0,2-41-200 0 0,-1-13-231 0 0,0-1-1 0 0,1 1 0 0 0,0-1 1 0 0,-1 0-1 0 0,1 0 0 0 0,0 1 1 0 0,-1-1-1 0 0,1 0 0 0 0,0 0 1 0 0,0 0-1 0 0,0 0 0 0 0,0 0 1 0 0,0 0-1 0 0,1 0 0 0 0,-1 0 1 0 0,0 0-1 0 0,0-1 0 0 0,2 2 1 0 0,28 14 451 0 0,-25-13-406 0 0,19 8 162 0 0,1-1 0 0 0,1-1 0 0 0,0-1 0 0 0,0-2 0 0 0,1-1 0 0 0,28 3 0 0 0,170-1 918 0 0,-186-7-950 0 0,1-1 12 0 0,-1 3 1 0 0,54 8 0 0 0,-52-5 114 0 0,0-1 0 0 0,77-3 1 0 0,20 1 78 0 0,-75 4-268 0 0,-27-1 31 0 0,0-3-1 0 0,1 0 0 0 0,-1-3 0 0 0,38-5 0 0 0,88-7-121 0 0,-58 7 125 0 0,231-19 946 0 0,-334 25-1120 0 0,305-17 455 0 0,-238 11-302 0 0,-12 0-29 0 0,166-15 323 0 0,-181 15-292 0 0,0-1 1 0 0,48-16-1 0 0,-73 17-78 0 0,1-2-1 0 0,-1 0 1 0 0,0-1-1 0 0,30-21 1 0 0,-41 25-53 0 0,0-1 0 0 0,0 0 0 0 0,0 0 1 0 0,-1 0-1 0 0,0-1 0 0 0,0 0 0 0 0,-1 0 0 0 0,1 0 0 0 0,-1 0 0 0 0,-1-1 1 0 0,0 1-1 0 0,0-1 0 0 0,0 0 0 0 0,-1 0 0 0 0,0 0 0 0 0,-1 0 0 0 0,0 0 0 0 0,0-1 1 0 0,-1 1-1 0 0,0 0 0 0 0,0-1 0 0 0,-1 1 0 0 0,0 0 0 0 0,0 0 0 0 0,-1 0 1 0 0,0-1-1 0 0,-1 2 0 0 0,-5-14 0 0 0,5 16-35 0 0,-1 0 1 0 0,0 0-1 0 0,0 0 0 0 0,-1 1 1 0 0,1 0-1 0 0,-1-1 0 0 0,0 1 0 0 0,-1 1 1 0 0,-6-5-1 0 0,-52-24-211 0 0,29 18 158 0 0,0 2 1 0 0,-1 1-1 0 0,0 2 1 0 0,-1 2 0 0 0,-60-5-1 0 0,-189 8-418 0 0,282 5 471 0 0,-240 16-228 0 0,84-3-91 0 0,31-3 33 0 0,-141 3 150 0 0,-49 5 54 0 0,11-13-457 0 0,140-7 192 0 0,40-2-3 0 0,-43 3-35 0 0,148 2 346 0 0,-1 0 0 0 0,0 2 0 0 0,1 1 1 0 0,0 1-1 0 0,-26 10 0 0 0,-33 10-77 0 0,36-13 146 0 0,35-11-56 0 0,0 0 0 0 0,1-1 0 0 0,-18 1 0 0 0,34 4-2214 0 0,30 23-4018 0 0,-30-25 5820 0 0,1 1 9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7:59.611"/>
    </inkml:context>
    <inkml:brush xml:id="br0">
      <inkml:brushProperty name="width" value="0.1" units="cm"/>
      <inkml:brushProperty name="height" value="0.1" units="cm"/>
      <inkml:brushProperty name="color" value="#CC0066"/>
    </inkml:brush>
  </inkml:definitions>
  <inkml:trace contextRef="#ctx0" brushRef="#br0">2723 123 304 0 0,'23'-1'102'0'0,"0"0"-1"0"0,0-2 1 0 0,28-7 0 0 0,-45 9-89 0 0,0 0 0 0 0,0 1 0 0 0,1 0 1 0 0,-1 0-1 0 0,11 1 0 0 0,-16 0-12 0 0,60 5 27 0 0,-103-3 3381 0 0,22-1-3185 0 0,1-1 0 0 0,-37-3 0 0 0,3-4 309 0 0,1 2 0 0 0,-65 5 0 0 0,-102 18 180 0 0,-34 1-233 0 0,-24-22 228 0 0,-119 6 585 0 0,359-2-1204 0 0,-222 18 358 0 0,247-19-440 0 0,-213 26 336 0 0,169-18-38 0 0,-104 33 1 0 0,139-36-180 0 0,0-2-1 0 0,0-1 1 0 0,0 0 0 0 0,0-1 0 0 0,-32-2-1 0 0,-11 1 120 0 0,-129 1 608 0 0,149-9-692 0 0,40 6-175 0 0,-1-1 1 0 0,0 1-1 0 0,0 0 0 0 0,0 1 1 0 0,0-1-1 0 0,1 1 1 0 0,-1 0-1 0 0,0 0 0 0 0,0 0 1 0 0,0 1-1 0 0,0 0 1 0 0,-8 2-1 0 0,4 2 2 0 0,0 1 0 0 0,0 0 1 0 0,1 0-1 0 0,0 1 0 0 0,0 0 0 0 0,-12 13 0 0 0,13-11 21 0 0,1 1 0 0 0,0-1 0 0 0,-8 16 0 0 0,-6 12-11 0 0,13-26 14 0 0,1 0 0 0 0,0 1 0 0 0,1 0 0 0 0,1 0 0 0 0,0 1 0 0 0,0-1 0 0 0,1 1 0 0 0,1 0 0 0 0,0 0 0 0 0,0 0 0 0 0,2 0 1 0 0,0 0-1 0 0,0 0 0 0 0,1 0 0 0 0,0 0 0 0 0,2 0 0 0 0,-1 0 0 0 0,9 24 0 0 0,0-9-19 0 0,47 116 1124 0 0,-36-112-963 0 0,-17-26-117 0 0,-1-1 1 0 0,0 1-1 0 0,0 0 1 0 0,2 6 0 0 0,1 0 3 0 0,0 0 0 0 0,1 0 0 0 0,0-1 1 0 0,1 0-1 0 0,0-1 0 0 0,1 0 0 0 0,0 0 0 0 0,0-1 1 0 0,1 0-1 0 0,0-1 0 0 0,20 11 0 0 0,-16-12 53 0 0,0-1-1 0 0,0 0 0 0 0,1-1 0 0 0,28 5 0 0 0,-11-3-5 0 0,12 1 50 0 0,0-2 1 0 0,0-2 0 0 0,73-3-1 0 0,-82-1-138 0 0,447-24 301 0 0,-50 0-550 0 0,53 0 376 0 0,-40-34 224 0 0,-258 20-397 0 0,-184 37 78 0 0,0 0 0 0 0,0 0 0 0 0,0-1 0 0 0,0 0-1 0 0,-1 1 1 0 0,1-1 0 0 0,0 0 0 0 0,-1-1 0 0 0,0 1-1 0 0,1-1 1 0 0,-1 1 0 0 0,0-1 0 0 0,0 0 0 0 0,-1 0-1 0 0,1-1 1 0 0,-1 1 0 0 0,1 0 0 0 0,-1-1 0 0 0,3-6-1 0 0,-5 9-17 0 0,1-1-4 0 0,-1 0-1 0 0,1 0 1 0 0,0 0-1 0 0,-1 0 1 0 0,1 0-1 0 0,0 0 1 0 0,0 0-1 0 0,0 1 1 0 0,1-1-1 0 0,-1 1 1 0 0,0-1-1 0 0,0 0 0 0 0,3-1 1 0 0,-2 2-22 0 0,0 0 1 0 0,-1 0-1 0 0,1-1 1 0 0,-1 1-1 0 0,1 0 0 0 0,-1-1 1 0 0,0 1-1 0 0,1-1 0 0 0,-1 1 1 0 0,0-1-1 0 0,0 0 1 0 0,0 1-1 0 0,0-1 0 0 0,1-2 1 0 0,11-31 130 0 0,-10 27-116 0 0,4-14 44 0 0,-1-1-1 0 0,-1 1 1 0 0,-1-1-1 0 0,1-25 1 0 0,-1-91-3 0 0,-4 136-46 0 0,0-15 10 0 0,0 0 1 0 0,-2 0 0 0 0,0 1-1 0 0,-1-1 1 0 0,0 0 0 0 0,-2 1-1 0 0,-7-21 1 0 0,-97-216 510 0 0,105 246-483 0 0,-1-1 1 0 0,0 1 0 0 0,0 0 0 0 0,-1 0 0 0 0,0 0 0 0 0,0 1-1 0 0,-1 0 1 0 0,0 0 0 0 0,0 0 0 0 0,-9-5 0 0 0,15 11-77 0 0,1 1 1 0 0,0 0-1 0 0,-1 0 1 0 0,1-1-1 0 0,-1 1 1 0 0,1 0-1 0 0,0 0 1 0 0,-1 0 0 0 0,1 0-1 0 0,-1 0 1 0 0,1 0-1 0 0,0-1 1 0 0,-1 1-1 0 0,1 0 1 0 0,-1 0-1 0 0,1 0 1 0 0,0 0-1 0 0,-1 0 1 0 0,1 1 0 0 0,-1-1-1 0 0,1 0 1 0 0,0 0-1 0 0,-1 0 1 0 0,1 0-1 0 0,-1 0 1 0 0,1 1-1 0 0,0-1 1 0 0,-1 0 0 0 0,1 0-1 0 0,0 0 1 0 0,-1 1-1 0 0,1-1 1 0 0,0 0-1 0 0,-1 1 1 0 0,1-1-1 0 0,-7 19-2918 0 0,5-11 1774 0 0,-17 53-6494 0 0,-2-2 2184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09.408"/>
    </inkml:context>
    <inkml:brush xml:id="br0">
      <inkml:brushProperty name="width" value="0.1" units="cm"/>
      <inkml:brushProperty name="height" value="0.1" units="cm"/>
      <inkml:brushProperty name="color" value="#CC0066"/>
    </inkml:brush>
  </inkml:definitions>
  <inkml:trace contextRef="#ctx0" brushRef="#br0">2757 61 40 0 0,'9'-6'49'0'0,"0"0"-36"0"0,1 0-1 0 0,-1 0 1 0 0,20-8-1 0 0,10-5 10 0 0,-34 15-7 0 0,-9 9-2 0 0,-8 10 6 0 0,10-12-15 0 0,0-1-1 0 0,0 1 1 0 0,0-1-1 0 0,0 0 1 0 0,0 0-1 0 0,0 0 1 0 0,-1 0-1 0 0,1 0 1 0 0,-1-1-1 0 0,1 1 1 0 0,-1-1-1 0 0,0 1 1 0 0,-4 1-1 0 0,-182 57 177 0 0,98-32-120 0 0,-440 127 11 0 0,312-89-116 0 0,26-7 37 0 0,-40 10 76 0 0,162-43 14 0 0,-89 46 1 0 0,82-31-7 0 0,1 3 1 0 0,-86 66-1 0 0,-39 58 168 0 0,181-149-196 0 0,1 2 0 0 0,1 1 0 0 0,1 0 0 0 0,1 1 0 0 0,0 1-1 0 0,2 1 1 0 0,1 0 0 0 0,-17 44 0 0 0,-214 549 3604 0 0,211-510-3170 0 0,5 2 1 0 0,5 1 0 0 0,4 0-1 0 0,-7 174 1 0 0,17 293-484 0 0,10-549 45 0 0,-13 392 322 0 0,5-261-196 0 0,-17 710 1791 0 0,61-109-1077 0 0,-36-751-871 0 0,45 926 1026 0 0,7-309-259 0 0,9-218-228 0 0,29 303-2 0 0,-59-128 459 0 0,29-127-547 0 0,-47-383-463 0 0,16 124 128 0 0,-26-84-84 0 0,-3-74 15 0 0,1-1 1 0 0,2 0 0 0 0,11 55 0 0 0,-11-85-55 0 0,-1 1 0 0 0,1-1 0 0 0,1 0 0 0 0,0 0 0 0 0,0-1 0 0 0,1 1 0 0 0,0-1 0 0 0,0 0 1 0 0,10 11-1 0 0,-10-14 16 0 0,0 0 1 0 0,1 0 0 0 0,-1-1-1 0 0,1 0 1 0 0,-1 0-1 0 0,1-1 1 0 0,0 1 0 0 0,1-1-1 0 0,-1 0 1 0 0,1-1 0 0 0,-1 0-1 0 0,1 0 1 0 0,0 0 0 0 0,12 1-1 0 0,78 2 116 0 0,181-14 0 0 0,-75-1-126 0 0,240 19-9 0 0,-424-8-22 0 0,109 5 50 0 0,-106-6 19 0 0,1-1 0 0 0,-1-1 0 0 0,33-7 0 0 0,-36 5-30 0 0,9-2 1 0 0,-27 6-16 0 0,0 0 1 0 0,0 0-1 0 0,0-1 1 0 0,0 1-1 0 0,-1 0 1 0 0,1-1-1 0 0,0 1 1 0 0,0-1-1 0 0,0 1 1 0 0,0-1-1 0 0,-1 1 0 0 0,1-1 1 0 0,0 1-1 0 0,-1-1 1 0 0,1 0-1 0 0,0 1 1 0 0,-1-1-1 0 0,1-1 1 0 0,-1 0 16 0 0,0-1 1 0 0,0 1 0 0 0,0-1 0 0 0,0 1 0 0 0,-1 0 0 0 0,1-1-1 0 0,-1 1 1 0 0,1-1 0 0 0,-1 1 0 0 0,0 0 0 0 0,0 0-1 0 0,0 0 1 0 0,-1-1 0 0 0,1 1 0 0 0,0 0 0 0 0,-1 0-1 0 0,1 0 1 0 0,-1 1 0 0 0,0-1 0 0 0,0 0 0 0 0,-2-1 0 0 0,0-1 2 0 0,-78-68-116 0 0,51 39 70 0 0,20 21 1 0 0,1 1 0 0 0,-2 0 0 0 0,-16-12 0 0 0,-49-25 103 0 0,71 45-90 0 0,1 1-1 0 0,0-1 0 0 0,-1 1 1 0 0,1 1-1 0 0,-9-3 0 0 0,-20-7-22 0 0,42 15-91 0 0,0 1 1 0 0,0 0 0 0 0,14 13 0 0 0,-8-4 119 0 0,0 0-1 0 0,19 28 1 0 0,31 36 111 0 0,-46-58-100 0 0,0 0-1 0 0,-2 1 0 0 0,0 1 0 0 0,-2 1 1 0 0,21 42-1 0 0,-33-60 8 0 0,0 0 0 0 0,0 0 1 0 0,-1 0-1 0 0,1 1 0 0 0,-1-1 0 0 0,0 1 0 0 0,-1-1 0 0 0,0 7 1 0 0,0-9-8 0 0,0 0 1 0 0,-1 0 0 0 0,1 0-1 0 0,-1 0 1 0 0,0 0 0 0 0,0 0 0 0 0,0 0-1 0 0,-1 0 1 0 0,1 0 0 0 0,-1-1-1 0 0,1 1 1 0 0,-1-1 0 0 0,0 1 0 0 0,0-1-1 0 0,-5 5 1 0 0,-1 0 0 0 0,-1 0 1 0 0,-1 0-1 0 0,-19 10 1 0 0,3-2-87 0 0,-81 55-1638 0 0,65-40-3147 0 0,-65 64-1 0 0,16 1-733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13.070"/>
    </inkml:context>
    <inkml:brush xml:id="br0">
      <inkml:brushProperty name="width" value="0.1" units="cm"/>
      <inkml:brushProperty name="height" value="0.1" units="cm"/>
      <inkml:brushProperty name="color" value="#CC0066"/>
    </inkml:brush>
  </inkml:definitions>
  <inkml:trace contextRef="#ctx0" brushRef="#br0">736 170 544 0 0,'-41'-19'107'0'0,"-83"-26"-1"0"0,70 27-71 0 0,65 18-43 0 0,128 0 235 0 0,242-6 561 0 0,-116-5-363 0 0,217-14 410 0 0,755-20 702 0 0,-1154 44-1511 0 0,97 3 35 0 0,-144 0 68 0 0,-31 0-44 0 0,-7-1 0 0 0,-57 2 83 0 0,-757 14 163 0 0,126 14-344 0 0,404-17 71 0 0,33-2 102 0 0,-441 24 1143 0 0,609-30-1119 0 0,61-3-143 0 0,21-1-40 0 0,45 0-23 0 0,83-2 99 0 0,67 0 75 0 0,675-32 186 0 0,46-32-105 0 0,-866 58-228 0 0,-45 6-8 0 0,-7-1-6 0 0,-28 3-31 0 0,-108 11-13 0 0,-117 16 24 0 0,-179 14-105 0 0,-115 2-43 0 0,131-20 222 0 0,100-13 317 0 0,80-8-84 0 0,39-2-240 0 0,385-3-4686 0 0,28-6 1889 0 0,-122 5 1898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14.008"/>
    </inkml:context>
    <inkml:brush xml:id="br0">
      <inkml:brushProperty name="width" value="0.1" units="cm"/>
      <inkml:brushProperty name="height" value="0.1" units="cm"/>
      <inkml:brushProperty name="color" value="#CC0066"/>
    </inkml:brush>
  </inkml:definitions>
  <inkml:trace contextRef="#ctx0" brushRef="#br0">2371 205 632 0 0,'-3'-1'48'0'0,"-3"-1"-40"0"0,1 1 0 0 0,-1-1-1 0 0,0 1 1 0 0,1 1 0 0 0,-1-1 0 0 0,0 1 0 0 0,-10 0-1 0 0,-20 0 10 0 0,-417-18 397 0 0,0-6 1442 0 0,-308-20 451 0 0,523 24-1805 0 0,167 15-371 0 0,3 0 121 0 0,-78-15 0 0 0,143 19-240 0 0,0 0 0 0 0,0 1 0 0 0,0-1 0 0 0,1 0 0 0 0,-1 0 0 0 0,0 0 0 0 0,-4-3 0 0 0,7 4-12 0 0,0-1 0 0 0,-1 1 1 0 0,1 0-1 0 0,0 0 0 0 0,0 0 1 0 0,0-1-1 0 0,0 1 1 0 0,0 0-1 0 0,0 0 0 0 0,0 0 1 0 0,0-1-1 0 0,0 1 0 0 0,-1 0 1 0 0,1 0-1 0 0,0 0 1 0 0,0-1-1 0 0,0 1 0 0 0,0 0 1 0 0,0 0-1 0 0,0-1 0 0 0,1 1 1 0 0,-1 0-1 0 0,0 0 1 0 0,0 0-1 0 0,0-1 0 0 0,0 1 1 0 0,0 0-1 0 0,0 0 0 0 0,0 0 1 0 0,0-1-1 0 0,0 1 1 0 0,1 0-1 0 0,-1 0 0 0 0,0 0 1 0 0,0 0-1 0 0,0-1 0 0 0,0 1 1 0 0,0 0-1 0 0,1 0 1 0 0,-1 0-1 0 0,0 0 0 0 0,0 0 1 0 0,0 0-1 0 0,1 0 0 0 0,-1-1 1 0 0,0 1-1 0 0,0 0 1 0 0,0 0-1 0 0,1 0 0 0 0,-1 0 1 0 0,0 0-1 0 0,1 0 0 0 0,8-3-7 0 0,1 0-1 0 0,0 1 1 0 0,16-2-1 0 0,120-8-17 0 0,78 2 13 0 0,78 2-3 0 0,852 35 42 0 0,466 102-135 0 0,-1573-125 61 0 0,61 15 1 0 0,-88-12-3 0 0,-20-6 49 0 0,0-1-1 0 0,0 0 0 0 0,0 0 0 0 0,0 1 1 0 0,0-1-1 0 0,0 0 0 0 0,0 0 0 0 0,0 1 1 0 0,0-1-1 0 0,0 0 0 0 0,0 0 1 0 0,0 1-1 0 0,0-1 0 0 0,0 0 0 0 0,0 0 1 0 0,0 1-1 0 0,-1-1 0 0 0,1 0 0 0 0,0 0 1 0 0,0 0-1 0 0,0 1 0 0 0,0-1 1 0 0,-1 0-1 0 0,1 0 0 0 0,0 0 0 0 0,0 0 1 0 0,0 1-1 0 0,-1-1 0 0 0,1 0 0 0 0,0 0 1 0 0,0 0-1 0 0,-1 0 0 0 0,1 0 0 0 0,0 0 1 0 0,0 0-1 0 0,-1 0 0 0 0,1 0 1 0 0,0 0-1 0 0,0 0 0 0 0,-1 0 0 0 0,1 0 1 0 0,0 0-1 0 0,0 0 0 0 0,-1 0 0 0 0,1 0 1 0 0,0 0-1 0 0,-23 4-3 0 0,1-1 1 0 0,-29 0-1 0 0,-142 1-50 0 0,-103-2 22 0 0,-1392-13 53 0 0,1278 3-29 0 0,49 7 19 0 0,63 1-6 0 0,74 1-21 0 0,92 3-12 0 0,100-1 31 0 0,31-1 3 0 0,8-1 2 0 0,62 1 22 0 0,123-2-26 0 0,114-2-27 0 0,89-4 19 0 0,75-1 39 0 0,2502 34 329 0 0,-2637-16-302 0 0,-72-3 54 0 0,19 4-29 0 0,-257-12 12 0 0,-23 0-69 0 0,-6 0-11 0 0,-40-1-8 0 0,-77-3-30 0 0,-74-1-10 0 0,-108 4 14 0 0,-1535 31-381 0 0,628-5 140 0 0,1195-25-252 0 0,25 0 235 0 0,45-1-135 0 0,115-2-40 0 0,105 2 141 0 0,90-3-447 0 0,448 16-2081 0 0,-699-8 2107 0 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5.642"/>
    </inkml:context>
    <inkml:brush xml:id="br0">
      <inkml:brushProperty name="width" value="0.05" units="cm"/>
      <inkml:brushProperty name="height" value="0.3" units="cm"/>
      <inkml:brushProperty name="color" value="#FFC114"/>
      <inkml:brushProperty name="inkEffects" value="pencil"/>
    </inkml:brush>
  </inkml:definitions>
  <inkml:trace contextRef="#ctx0" brushRef="#br0">2103 267 1272 255773 54723,'0'0'160'0'0,"-1"-1"-120"0"0,-4-2 16 0 0,-1-2-16 488-930,-3-5 136-488 930,-4-7 544 0 0,-8-10 224 0 0,-12-7-648 0 0,-10-2-192 0 0,-6 3 8 0 0,-5 4 48 0 0,-6 7 8 0 0,-7 7 8 468-933,-7 6-40-468 933,-7 6 49 0 0,-6 4 23 0 0,-19 7 248-2642-92,-22 7-216 2642 92,-3 5-120 0 0,4 4 248 0 0,8 3 136 0 0,9 5-80 0 0,11 2-136 0 0,-5 9 400-1312-61,5 2-480 1312 61,12 0-56 0 0,14-3 0 0 0,16-4 160 0 0,10 1 32 0 0,8 3 33 0 0,7 5 103 0 0,3 7-48-583 887,3 8-104 583-887,3 7-64 0 0,3 7-152 0 0,3 1-24 0 0,3-2 88 0 0,5-6 16 0 0,6-3 56 0 0,6-3 72 0 0,6-5 128 0 0,8-2-280 0 0,8-3 144-1342-91,12 1-40 2684 182,10-4-56-1342-91,13-3 48 0 0,14-5 97-1342-91,15-7-153 1342 91,16-7-40 0 0,18-11-152 0 0,11-9 120 0 0,24-12-48 0 0,76-23 416 1342 91,37-14-472-1342-91,-1-7 88 0 0,-6-8-24 0 0,-26-6 0 0 0,-37-2-16 0 0,-26-13 336 0 0,-36-4-232 0 0,-40 3 48 0 0,-36 9-72 0 0,-31 7 56 1356 77,-24 4-160-1356-77,-21-1 88 0 0,-16-3-40 0 0,-14 0-48 0 0,-10-2-32 0 0,-7 2-24 0 0,-9 1-16 0 0,-10 8 8 0 0,-10 5-32 0 0,-10 8-40 0 0,-15 7 40 0 0,-13 6 24 0 0,-12 8-56 0 0,-47 12-80 0 0,-21 13 112 0 0,-6 12 120 0 0,7 10-16 0 0,12 9-64 0 0,15 5-80-1356-77,20 5 64 1356 77,10 14-128 0 0,21 10-8 0 0,28 3 104 0 0,28 0-120 0 0,27 0 56 0 0,30 16 40 0 0,43 18 80 0 0,58 8 176 0 0,66-10-80 0 0,39-23 8 0 0,20-26-8 0 0,14-28 96-608 884,43-29-80 608-884,11-23-144 0 0,-15-14 8 0 0,-25-11-16 0 0,-36-5 112 0 0,-36-4-56 0 0,-36-4 32 0 0,-35-6 176 0 0,-30-6-104 1395 93,-26-8-32-826-993,-21-7-48-569 900,-20-4 56 0 0,-19 4-40 0 0,-21 3-16 0 0,-21 7-56 0 0,-41 0 48 0 0,-27 10-120 0 0,-17 12 64 0 0,-38 14-80 0 0,-16 16-32 0 0,0 18 32 0 0,6 15 104 0 0,7 17-8 0 0,8 16-32 0 0,7 13 24 0 0,-13 28-136-1356-77,10 17 104 1356 77,25 8-104 0 0,33 3-40 0 0,36-1 88 0 0,31-4-32 0 0,33-6 152 0 0,27-6 16 1356 77,26-8-112-2712-154,44 1 208 1356 77,34-8-104 0 0,27-17 32 0 0,66-28 232 0 0,39-26-200 0 0,14-23-64 0 0,6-20 16-608 884,-8-14 56 608-884,-21-11-120 0 0,-31-7 88 1395 93,-32-2-48-1395-93,-32-5 136 569-900,-34-5-32-569 900,-33-2 16 0 0,-27-2 32 0 0,-27-1-120 0 0,-39-15 168 0 0,-31-3-168 0 0,-49 2-8 0 0,-32 13-104 0 0,-21 19 16 0 0,-40 23-104 0 0,-15 21 16 0 0,1 20 72 0 0,6 15 32 0 0,14 11 8 0 0,6 13 16 0 0,11 10-64 0 0,2 12 40 0 0,6 9-8 0 0,10 8-88 0 0,18 6-16 0 0,24 3 48 0 0,26 4-64 0 0,27 3 16 0 0,25 0 16 0 0,28 6 152 0 0,28 2-16 0 0,28 1-24 0 0,28-4 104-1356-77,26-8-120 1356 77,24-13 120 0 0,64-19-48 0 0,40-25 256 0 0,20-27-200 0 0,4-26-48 0 0,-4-22-56 0 0,-15-18 104 0 0,-8-33 88 1356 77,-35-19-32-1356-77,-45-12 89 0 0,-49 0-161 0 0,-51-4 16 0 0,-46 0 48 0 0,-63-11-8 0 0,-48 8-144 0 0,-31 17-24 0 0,-67 17-120 0 0,-34 26 48 0 0,-14 31-136 539-903,-27 36 135-539 903,7 25-31 0 0,28 17 48 0 0,16 21-480 0 0,32 11-2080 0 0,43 4-1849 0 0,41 7-6241 0 0,40-8 10730 0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58:28.025"/>
    </inkml:context>
    <inkml:brush xml:id="br0">
      <inkml:brushProperty name="width" value="0.05" units="cm"/>
      <inkml:brushProperty name="height" value="0.3" units="cm"/>
      <inkml:brushProperty name="color" value="#FFC114"/>
      <inkml:brushProperty name="inkEffects" value="pencil"/>
    </inkml:brush>
  </inkml:definitions>
  <inkml:trace contextRef="#ctx0" brushRef="#br0">2304 121 1440 257277 57688,'0'0'336'0'0,"0"0"-336"0"0,0 0 0 0 0,2-2 336 0 0,4-10 3505 461-947,0-4-2953-461 947,-3-2-128 0 0,-5 0-536 0 0,-13 1-176 0 0,-16 3-8 0 0,-19 2-8 0 0,-24 4 40 0 0,-22 4 56 0 0,-21 7 0 0 0,-16 6 16-1514-77,-19 7 136 1514 77,-13 6 56 0 0,-13 7-176 0 0,-4 5 49 0 0,2 4 255 0 0,10 4 232 0 0,13 6-280 0 0,19 6-256 0 0,12 22-240-1506-90,23 12-48 1506 90,26 22 264 1055-1851,27 7-136-1055 1851,27-2 0-2794-152,32 9 120 3363-748,32-5-8-569 900,28-12 64 0 0,24-20-72 0 0,30-22 24 539-903,31-21-32-539 903,21-20-80 0 0,35-23-32 0 0,25-18 136 0 0,15-17 0 1033-1809,7-13-40 1458 1845,-2-9 16-2491-36,-13-5 8 0 0,-21-3-80 0 0,-27-2 88 0 0,-31-2-160 0 0,-27-16 640 0 0,-36-12-264 0 0,-38-7-112 0 0,-38 1-56-882 1865,-60-1 80 882-1865,-47 12-232 0 0,-38 17-8 0 0,-31 19 48 0 0,-20 19-64 1327 38,-16 15-32-2654-76,-8 14 0 859 971,-4 13-16 468-933,-3 12 0 0 0,-4 11 216 0 0,2 8-80 0 0,5 6-88 0 0,8 6-88 0 0,-11 18-344 0 0,14 7 512 0 0,32 6-112 0 0,35 19-128 0 0,41 7 120-2713-122,42 9 40 2713 122,42 4 16 539-903,38-3 72-539 903,36-7-56 0 0,34-11 88 0 0,32-14-32 0 0,86-16-96 0 0,57-21 120 1033-1809,22-23 24-1033 1809,25-26-80 2491 36,2-21-48-2491-36,19-24 8 0 0,-24-13 288 0 0,-42-25 497 0 0,-66-16-505 1234 10,-70-13-64-1234-10,-69-13 24 0 0,-61-5-24 0 0,-73-24 440 0 0,-54-1-568 0 0,-42 13 0-789 1893,-29 21-32 789-1893,-19 22 0 0 0,-15 25-96 0 0,-7 23 0 0 0,-29 21-112 0 0,-57 39 256 0 0,-3 29-120-431 940,30 21-128 431-940,20 37 40 0 0,41 18-352 0 0,48 9 608 0 0,46 1-304 431-940,41-1 56-431 940,36-2-16-1327-38,32-4 104 1327 38,32-6-16 0 0,28-11 72 0 0,32-14-88 882-1865,33-18 104-882 1865,34-19 24 0 0,38-22-136 0 0,34-24 176 0 0,30-21-24 0 0,19-16-112 411-933,5-14 128-411 933,-9-11-104 1204-2,-21-11 56-1204 2,-31-8-96 0 0,-37-10 208 0 0,-40-9 88 0 0,-41-6 128-381 945,-39-7-248 381-945,-41-1-56 0 0,-38 3-32 0 0,-39 9 48 0 0,-37 11-80 0 0,-32 12-64-789 1893,-33 15-8 789-1893,-83 16-64 0 0,-43 19-32 0 0,-15 21 320 0 0,11 21-224 0 0,23 18-88 0 0,33 17 40 0 0,39 16-112 0 0,38 18 128 0 0,35 37-344 0 0,40 22 408-1327-38,41 13-40 1327 38,42 4 24 0 0,38-3-8 0 0,35-13 48 0 0,35-22 16 882-1865,31-28 16-882 1865,36-28 24 0 0,29-28 120 0 0,26-32-88 0 0,14-27 104 0 0,5-26-88 0 0,-10-22 16 411-933,-19-18 24-411 933,-24-17 8 0 0,-28-13 16 1204-2,-32-7-224-1204 2,-35-34 328-381 945,-42-7-216 381-945,-49 11-48 0 0,-48 21 16 0 0,-41 30-64 0 0,-46 28-136 0 0,-43 28 0-789 1893,-85 37-104 789-1893,-39 27 248 0 0,-64 45-24 0 0,-12 31-64 0 0,25 21-160-1327-38,40 21 80 1327 38,57 10 48 0 0,66 2 16 0 0,70-7 8 0 0,170 3 600-1609-1901,110-23-296 1609 1901,75-33-120 0 0,41-40 80 0 0,46-51 272 0 0,0-41-232 2491 36,-30-28-40-2080-969,-47-22 64-411 933,-59-12-168 0 0,-57-15 192-411 933,-58-13-71 411-933,-57-4-81 0 0,-54 3-104 0 0,-49 12 24 0 0,-37 22-136 0 0,-45 24 63-882 1865,-41 25 9 882-1865,-35 30 257 0 0,-59 37-482 0 0,-21 31 153 0 0,24 17-48 0 0,55 4-112-2642-92,71 13-3608 2103 995,80 12-4322 539-903,78 5 3801 0 0,41-13 3009 0 0,16-20 1408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23.447"/>
    </inkml:context>
    <inkml:brush xml:id="br0">
      <inkml:brushProperty name="width" value="0.1" units="cm"/>
      <inkml:brushProperty name="height" value="0.1" units="cm"/>
      <inkml:brushProperty name="color" value="#CC0066"/>
    </inkml:brush>
  </inkml:definitions>
  <inkml:trace contextRef="#ctx0" brushRef="#br0">5 337 544 0 0,'0'-4'26'0'0,"-1"1"1"0"0,1-1-1 0 0,1 0 0 0 0,-1 1 1 0 0,0-1-1 0 0,1 0 0 0 0,0 1 0 0 0,0-1 1 0 0,0 1-1 0 0,2-5 0 0 0,-1 42 2297 0 0,-10 274 1097 0 0,2 75-1514 0 0,7-314-1680 0 0,12 305 865 0 0,-4 124 653 0 0,-23-3-303 0 0,11-422-1267 0 0,11 316 863 0 0,1-193-277 0 0,6 261 153 0 0,-8-371-674 0 0,30 146 0 0 0,-2-26-79 0 0,-22-108-48 0 0,22 160 114 0 0,-9-114 203 0 0,10 68 6 0 0,20 149 329 0 0,-38-193-481 0 0,5 40 111 0 0,29 180 152 0 0,-3-100-337 0 0,23 212 476 0 0,21 282 495 0 0,-48-374-879 0 0,-25-181-164 0 0,26 223 132 0 0,-30-325-223 0 0,40 457 251 0 0,-52 30 654 0 0,-2-60-347 0 0,14-338-372 0 0,-2-55-85 0 0,-8 189 153 0 0,-3-74-53 0 0,0-202-201 0 0,15 266 100 0 0,-2-125 248 0 0,3 51-338 0 0,2 2-176 0 0,-13-132 224 0 0,-1 59 1 0 0,2 27 28 0 0,1-73-48 0 0,10 98-45 0 0,-12-145-155 0 0,-7 110 1 0 0,-2-119 55 0 0,1-1 9 0 0,8 190 195 0 0,-5-223-115 0 0,-3 69 0 0 0,-2-44-94 0 0,2 63-39 0 0,1-145 97 0 0,-1 0 0 0 0,0 1 0 0 0,1-1 1 0 0,-1 1-1 0 0,1-1 0 0 0,0 0 0 0 0,-1 1 0 0 0,1-1 0 0 0,-1 0 0 0 0,1 1 1 0 0,-1-1-1 0 0,1 0 0 0 0,0 0 0 0 0,-1 0 0 0 0,1 0 0 0 0,0 1 0 0 0,-1-1 1 0 0,1 0-1 0 0,-1 0 0 0 0,1 0 0 0 0,0 0 0 0 0,0-1 0 0 0,24 1-104 0 0,-18 0 24 0 0,57-2 31 0 0,0-3 0 0 0,102-22-1 0 0,121-45 335 0 0,-248 61-308 0 0,200-65 305 0 0,-47 12-470 0 0,382-84 272 0 0,-246 98 4 0 0,-68 13-95 0 0,1 12 0 0 0,2 11 1 0 0,277 21-1 0 0,-114 10-20 0 0,-136-17 102 0 0,-5-23-121 0 0,-68-1 29 0 0,-10 1 2 0 0,244-55 38 0 0,-427 74 1 0 0,-1-1-1 0 0,1-1 0 0 0,-1-1 1 0 0,-1 0-1 0 0,36-19 0 0 0,-45 20 26 0 0,1 0-1 0 0,-1 0 0 0 0,1 1 0 0 0,0 1 0 0 0,19-3 1 0 0,-26 5-22 0 0,-1 1 1 0 0,0-1 0 0 0,1 0-1 0 0,-1-1 1 0 0,6-3 0 0 0,-8 4-22 0 0,1 0 0 0 0,-1 0 0 0 0,0 0 0 0 0,1 0 0 0 0,0 1 0 0 0,-1 0 0 0 0,1 0 0 0 0,5 0 0 0 0,-9 1 2 0 0,0 0 0 0 0,0 0 1 0 0,0 1-1 0 0,0-1 0 0 0,0 0 1 0 0,0 0-1 0 0,0 0 1 0 0,0 0-1 0 0,1 0 1 0 0,-1 0-1 0 0,0-1 1 0 0,0 1-1 0 0,0 0 1 0 0,0-1-1 0 0,0 1 1 0 0,0 0-1 0 0,0-1 1 0 0,0 1-1 0 0,0-1 1 0 0,0 1-1 0 0,-1-1 1 0 0,1 0-1 0 0,0 1 0 0 0,0-1 1 0 0,0 0-1 0 0,-1 0 1 0 0,1 1-1 0 0,0-1 1 0 0,-1 0-1 0 0,1 0 1 0 0,-1 0-1 0 0,1 0 1 0 0,-1 0-1 0 0,1-2 1 0 0,1 0 1 0 0,0 0 0 0 0,0 0 0 0 0,0 0 0 0 0,1 0 0 0 0,-1 1 0 0 0,1-1 0 0 0,5-4 0 0 0,-5 5 2 0 0,-1 0 1 0 0,1-1-1 0 0,0 1 0 0 0,-1-1 0 0 0,0 0 0 0 0,0 1 1 0 0,0-1-1 0 0,0 0 0 0 0,3-5 0 0 0,2-10-15 0 0,1 1 26 0 0,0-1 0 0 0,-2 1 0 0 0,0-1 0 0 0,5-36 0 0 0,-5 7-53 0 0,-3-1-1 0 0,-2-1 0 0 0,-7-66 1 0 0,-37-139-171 0 0,-54-410 109 0 0,77 493 161 0 0,-25-324-265 0 0,37 372 248 0 0,6-1 1 0 0,5 1 0 0 0,6-1-1 0 0,42-210 1 0 0,53-265-71 0 0,-39 204-303 0 0,-49 334 318 0 0,-3-1 0 0 0,-2 0 0 0 0,3-98 0 0 0,-14 36-76 0 0,-2-250-147 0 0,-25 4 3 0 0,-41 12 315 0 0,3 42-118 0 0,63 304 12 0 0,-75-422 114 0 0,19 101-444 0 0,41 196 394 0 0,-11-103-256 0 0,24 180 80 0 0,-9-213 22 0 0,-17-311 136 0 0,25 531-99 0 0,3-1-1 0 0,2 0 0 0 0,11-85 1 0 0,10 11-389 0 0,17-165 132 0 0,-33-109 122 0 0,-7 226 67 0 0,9-438-714 0 0,-19-153 513 0 0,6 538 243 0 0,4-323-127 0 0,2 332 180 0 0,10-97-258 0 0,-10 65 154 0 0,-10-91 505 0 0,10 40-470 0 0,0-151-189 0 0,-11 167 60 0 0,12 229 164 0 0,-3-76-340 0 0,2 126 403 0 0,-1 1-1 0 0,0 0 1 0 0,-1 0-1 0 0,0 0 0 0 0,0 0 1 0 0,0 0-1 0 0,-1 0 1 0 0,0 0-1 0 0,-5-7 0 0 0,8 13 16 0 0,-1-1 1 0 0,0 1-1 0 0,0 0 0 0 0,0 0 0 0 0,0 0 0 0 0,0 0 0 0 0,0 0 1 0 0,0 1-1 0 0,0-1 0 0 0,-1 0 0 0 0,-1 0 0 0 0,2 0 0 0 0,0 1 0 0 0,0-1 0 0 0,0 0-1 0 0,0 1 1 0 0,0-1 0 0 0,1 0 0 0 0,-1 0 0 0 0,0 1-1 0 0,0-1 1 0 0,0 0 0 0 0,1 0 0 0 0,-1 0 0 0 0,0 0-1 0 0,1 0 1 0 0,-2-2 0 0 0,-1-1-26 0 0,-1 0 0 0 0,1 0 0 0 0,-1 0 0 0 0,0 0 0 0 0,0 1 0 0 0,-1 0 0 0 0,1 0 0 0 0,-1 0 0 0 0,1 0 0 0 0,-8-3 0 0 0,-54-22-188 0 0,43 21 192 0 0,-1 2 0 0 0,1 0 0 0 0,-1 1 0 0 0,-33 0 0 0 0,-26-5-15 0 0,-210-29-90 0 0,227 33 50 0 0,0 3 1 0 0,-99 11-1 0 0,37 7-6 0 0,-131 13-51 0 0,-102-33 20 0 0,98-7-77 0 0,179 8 145 0 0,-294 2 213 0 0,-107-4 449 0 0,265-20-411 0 0,3 1 14 0 0,-21 13-91 0 0,-313 26-1 0 0,-177 30 235 0 0,668-45-287 0 0,0 3 1 0 0,0 3-1 0 0,0 2 0 0 0,-73 20 1 0 0,-99 61-92 0 0,135-48 201 0 0,24-15 13 0 0,42-16-171 0 0,-56 26 1 0 0,77-31-37 0 0,1 1 1 0 0,-1 0-1 0 0,1 1 1 0 0,0 0 0 0 0,1 0-1 0 0,-1 1 1 0 0,1 0-1 0 0,1 1 1 0 0,-10 13 0 0 0,3-1 23 0 0,-1-2 1 0 0,-1 0 0 0 0,0-1 0 0 0,-2 0 0 0 0,-22 17-1 0 0,36-32-17 0 0,-1 1 0 0 0,1 0 0 0 0,-1 1 0 0 0,1-1 0 0 0,1 1 0 0 0,-6 8 0 0 0,-16 16-17 0 0,22-26 14 0 0,0 0 0 0 0,0 0 0 0 0,0 0 0 0 0,1 1 0 0 0,-1-1 0 0 0,1 1 0 0 0,0 0 0 0 0,0-1 0 0 0,0 1 0 0 0,1 0 0 0 0,-3 6 0 0 0,1 4-46 0 0,1-1 1 0 0,-2 18-1 0 0,-4 27-38 0 0,4-42-13 0 0,1 0 1 0 0,-1 17-1 0 0,0 74-8617 0 0,3-34 2033 0 0,-6 36 1617 0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26.988"/>
    </inkml:context>
    <inkml:brush xml:id="br0">
      <inkml:brushProperty name="width" value="0.1" units="cm"/>
      <inkml:brushProperty name="height" value="0.1" units="cm"/>
      <inkml:brushProperty name="color" value="#CC0066"/>
    </inkml:brush>
  </inkml:definitions>
  <inkml:trace contextRef="#ctx0" brushRef="#br0">1 2025 1632 0 0,'-1'-7'287'0'0,"2"-6"-14"0"0,17-8-374 0 0,78-70 95 0 0,-5-4 1 0 0,-4-5 0 0 0,128-189-1 0 0,-175 223 80 0 0,58-127 0 0 0,7-74-2 0 0,-36 53-52 0 0,19-166 102 0 0,-87 371-107 0 0,8-43 273 0 0,-2-1-1 0 0,0-62 0 0 0,-7 112-235 0 0,0 1 0 0 0,0-1 0 0 0,0 0 0 0 0,0 0 0 0 0,0 0 0 0 0,-1 0-1 0 0,0 0 1 0 0,1 0 0 0 0,-1 0 0 0 0,0 0 0 0 0,0 0 0 0 0,0 1 0 0 0,-1-1 0 0 0,1 0 0 0 0,-3-2 0 0 0,2 3-33 0 0,0 1 1 0 0,0 0-1 0 0,-1 0 0 0 0,1 0 1 0 0,0 0-1 0 0,-1 0 1 0 0,1 0-1 0 0,0 0 0 0 0,-1 1 1 0 0,1 0-1 0 0,-1-1 1 0 0,1 1-1 0 0,-1 0 1 0 0,1 0-1 0 0,-4 1 0 0 0,2-1-20 0 0,1 0 0 0 0,0 1-1 0 0,0 0 1 0 0,0-1-1 0 0,0 1 1 0 0,0 0 0 0 0,0 1-1 0 0,0-1 1 0 0,0 0 0 0 0,0 1-1 0 0,1 0 1 0 0,-1 0-1 0 0,0 0 1 0 0,1 0 0 0 0,-3 3-1 0 0,-3 3 8 0 0,0 1 0 0 0,-12 17 0 0 0,-6 15 47 0 0,2 1 0 0 0,1 2-1 0 0,3 0 1 0 0,1 0 0 0 0,-18 72-1 0 0,-40 242 372 0 0,73-335-387 0 0,-54 403 926 0 0,55-375-839 0 0,1 1 0 0 0,3-1 0 0 0,3 1 0 0 0,1-1 0 0 0,3 0 0 0 0,21 74 0 0 0,-24-107-90 0 0,57 179 291 0 0,-57-186-313 0 0,0 0 0 0 0,0 0 0 0 0,1 0 1 0 0,1-1-1 0 0,0 0 0 0 0,0 0 0 0 0,1-1 1 0 0,0 1-1 0 0,1-2 0 0 0,15 14 0 0 0,-17-16 34 0 0,0-1-1 0 0,0 0 1 0 0,0 0-1 0 0,1-1 1 0 0,-1 0-1 0 0,1 0 1 0 0,0-1-1 0 0,0 0 1 0 0,0 0-1 0 0,1-1 1 0 0,-1 0-1 0 0,0 0 1 0 0,1-1-1 0 0,0 0 1 0 0,-1-1-1 0 0,17-1 1 0 0,-14 0 27 0 0,1-2 0 0 0,-1 1 0 0 0,1-2 0 0 0,-1 1 0 0 0,0-2 0 0 0,0 1 0 0 0,-1-1 0 0 0,0-1 0 0 0,0 0 0 0 0,0-1 0 0 0,0 0 0 0 0,8-8 0 0 0,67-60 122 0 0,76-89-1 0 0,-138 138-185 0 0,-2 0 0 0 0,-1-1 0 0 0,-1-1 0 0 0,26-53 0 0 0,3-15 29 0 0,74-165 63 0 0,-110 229 26 0 0,-2-1 0 0 0,9-47 0 0 0,-18 78-109 0 0,-1 0 0 0 0,1 0 0 0 0,-1 1 0 0 0,0-1 0 0 0,1 0 0 0 0,-1 0 1 0 0,0 0-1 0 0,0 0 0 0 0,-1 0 0 0 0,1 0 0 0 0,0 1 0 0 0,0-1 0 0 0,-1 0 0 0 0,1 0 0 0 0,-1 0 0 0 0,0 0 0 0 0,0 1 0 0 0,1-1 0 0 0,-1 0 0 0 0,0 1 0 0 0,0-1 0 0 0,-1 1 0 0 0,1-1 0 0 0,0 1 0 0 0,-2-2 0 0 0,0 1-18 0 0,0 0 0 0 0,0 1 0 0 0,-1 0-1 0 0,1-1 1 0 0,0 1 0 0 0,-1 0 0 0 0,1 0 0 0 0,-1 1 0 0 0,1-1-1 0 0,-1 1 1 0 0,1 0 0 0 0,-6 0 0 0 0,5 0-11 0 0,1 1 1 0 0,0-1-1 0 0,-1 1 0 0 0,1 0 0 0 0,0 0 1 0 0,-1 0-1 0 0,1 0 0 0 0,0 1 0 0 0,0-1 1 0 0,0 1-1 0 0,0 0 0 0 0,0 0 1 0 0,-5 4-1 0 0,-34 39-31 0 0,33-35 29 0 0,-18 22-13 0 0,2 3 1 0 0,1 0 0 0 0,-32 62-1 0 0,30-45-4 0 0,1 1-1 0 0,-24 82 0 0 0,42-107 61 0 0,1 1 0 0 0,1 0-1 0 0,2 0 1 0 0,1 0 0 0 0,1 0 0 0 0,1 1-1 0 0,2-1 1 0 0,1 0 0 0 0,1 0-1 0 0,12 42 1 0 0,-12-55-19 0 0,1 1 1 0 0,1-1-1 0 0,1 0 0 0 0,0 0 1 0 0,1 0-1 0 0,11 15 0 0 0,-12-21-16 0 0,1-1 0 0 0,0 0 0 0 0,0-1 0 0 0,1 1 0 0 0,-1-2-1 0 0,2 1 1 0 0,-1-1 0 0 0,1-1 0 0 0,0 1 0 0 0,12 4 0 0 0,-8-5 19 0 0,-1-1 0 0 0,2-1 0 0 0,-1 1 0 0 0,0-2 0 0 0,1 0 0 0 0,0-1 0 0 0,-1-1 0 0 0,1 0 0 0 0,0-1 0 0 0,0 0 0 0 0,0-1 0 0 0,-1-1 0 0 0,1 0 0 0 0,-1-1 0 0 0,1-1 0 0 0,-1 0 0 0 0,0-1 0 0 0,18-9 0 0 0,1-4-26 0 0,-2-1 1 0 0,-1-2-1 0 0,0-1 0 0 0,-2-1 0 0 0,43-45 0 0 0,107-148-290 0 0,-137 158 221 0 0,-2-2 0 0 0,-3-2 0 0 0,-3-1 0 0 0,47-129 0 0 0,-45 92-282 0 0,-4-2 1 0 0,30-183-1 0 0,-40 122 380 0 0,-1-196-1 0 0,-19 317 3 0 0,0 19 39 0 0,-1 1 1 0 0,-1-1 0 0 0,-1 1 0 0 0,-8-39 0 0 0,5 49-12 0 0,5 12-51 0 0,0 0 1 0 0,0 0-1 0 0,0 0 1 0 0,0 0-1 0 0,0 0 1 0 0,0-1-1 0 0,0 1 1 0 0,-1 0-1 0 0,1 0 0 0 0,0 0 1 0 0,0 0-1 0 0,0 0 1 0 0,0 0-1 0 0,0 0 1 0 0,0 0-1 0 0,0 0 1 0 0,-1 0-1 0 0,1 0 1 0 0,0 0-1 0 0,0 0 1 0 0,0 0-1 0 0,0 0 1 0 0,0 0-1 0 0,0 0 0 0 0,-1 0 1 0 0,1 0-1 0 0,0 0 1 0 0,0 0-1 0 0,0 0 1 0 0,0 0-1 0 0,0 0 1 0 0,0 0-1 0 0,-1 0 1 0 0,1 0-1 0 0,0 0 1 0 0,0 0-1 0 0,0 0 1 0 0,0 0-1 0 0,0 1 0 0 0,0-1 1 0 0,0 0-1 0 0,0 0 1 0 0,-1 0-1 0 0,1 0 1 0 0,0 0-1 0 0,0 0 1 0 0,0 0-1 0 0,0 0 1 0 0,0 1-1 0 0,0-1 1 0 0,0 0-1 0 0,0 0 1 0 0,-3 5-35 0 0,0-1 1 0 0,1 1-1 0 0,-1 0 1 0 0,1 0 0 0 0,0 0-1 0 0,1 0 1 0 0,-3 8 0 0 0,0 3 46 0 0,-176 707 1351 0 0,172-684-1291 0 0,-108 572 1073 0 0,95-464-990 0 0,7 0 0 0 0,5 172 1 0 0,9-316-153 0 0,9 130 123 0 0,-6-109-37 0 0,2 1 1 0 0,1-1-1 0 0,14 38 1 0 0,-11-40-62 0 0,1 0 0 0 0,0-1 0 0 0,2 0 1 0 0,0 0-1 0 0,25 30 0 0 0,-30-43-20 0 0,0 0 1 0 0,0 0-1 0 0,1-1 1 0 0,0 0-1 0 0,1-1 1 0 0,-1 0-1 0 0,1 0 1 0 0,0-1-1 0 0,1 0 1 0 0,-1-1-1 0 0,1 0 1 0 0,0 0-1 0 0,0-1 1 0 0,0 0-1 0 0,18 2 1 0 0,-20-5 8 0 0,1 1 1 0 0,-1-1 0 0 0,0-1-1 0 0,1 0 1 0 0,-1 0 0 0 0,0-1 0 0 0,0 0-1 0 0,0 0 1 0 0,0 0 0 0 0,0-1-1 0 0,-1-1 1 0 0,1 1 0 0 0,-1-1 0 0 0,0-1-1 0 0,0 1 1 0 0,0-1 0 0 0,-1 0-1 0 0,0-1 1 0 0,1 1 0 0 0,-2-1-1 0 0,1-1 1 0 0,5-6 0 0 0,5-10 23 0 0,-1-1-1 0 0,-1 0 1 0 0,-1-1-1 0 0,-1 0 1 0 0,9-29 0 0 0,-16 40-31 0 0,0 0 0 0 0,-1-1 0 0 0,-1 0 0 0 0,-1 0 0 0 0,0 0 0 0 0,0 0 0 0 0,-2 0 0 0 0,-1-18 1 0 0,1 30-10 0 0,-2-86-164 0 0,-3 1-1 0 0,-28-140 0 0 0,-16 42-270 0 0,41 163 403 0 0,-1 0 0 0 0,-1 1 0 0 0,-1 0 0 0 0,-1 1 1 0 0,0 0-1 0 0,-21-24 0 0 0,27 38 25 0 0,0 0 0 0 0,-1 1 1 0 0,0 0-1 0 0,-1 1 0 0 0,1-1 1 0 0,-1 1-1 0 0,0 0 1 0 0,0 1-1 0 0,0 0 0 0 0,-1 1 1 0 0,0-1-1 0 0,1 1 0 0 0,-1 1 1 0 0,0 0-1 0 0,0 0 0 0 0,-1 1 1 0 0,1 0-1 0 0,0 1 0 0 0,0 0 1 0 0,-1 0-1 0 0,1 1 1 0 0,-15 3-1 0 0,12-2-27 0 0,1 1-1 0 0,0 0 1 0 0,0 1-1 0 0,0 0 1 0 0,0 1 0 0 0,1 0-1 0 0,0 1 1 0 0,0 0 0 0 0,0 0-1 0 0,1 1 1 0 0,0 0 0 0 0,0 1-1 0 0,1 0 1 0 0,0 0-1 0 0,0 1 1 0 0,1 0 0 0 0,-6 10-1 0 0,8-10-13 0 0,1 0 0 0 0,0 0 1 0 0,1 0-1 0 0,0 0 0 0 0,1 1 0 0 0,0-1 0 0 0,0 1 0 0 0,1-1 0 0 0,0 1 0 0 0,1 0 0 0 0,0-1 0 0 0,0 1 0 0 0,3 11 0 0 0,-2-12 32 0 0,0-1 0 0 0,1 0 1 0 0,0-1-1 0 0,1 1 0 0 0,0 0 0 0 0,0-1 0 0 0,0 1 0 0 0,1-1 0 0 0,0 0 0 0 0,1 0 0 0 0,-1 0 1 0 0,1-1-1 0 0,0 0 0 0 0,1 0 0 0 0,10 9 0 0 0,-10-11-39 0 0,0-1 1 0 0,0 0-1 0 0,0 0 1 0 0,1-1-1 0 0,-1 0 1 0 0,0 0-1 0 0,1-1 1 0 0,-1 1-1 0 0,1-1 1 0 0,0-1-1 0 0,-1 1 1 0 0,8-1-1 0 0,15 2-1110 0 0,-27-2 933 0 0,1 1 0 0 0,0-1 0 0 0,0 1 0 0 0,0 0 0 0 0,0 0-1 0 0,0 0 1 0 0,4 4 0 0 0,-6-5 178 0 0,1 1 1 0 0,-1-1-1 0 0,0 1 0 0 0,-1 0 0 0 0,1 0 0 0 0,0-1 0 0 0,0 1 0 0 0,0 0 0 0 0,0 0 0 0 0,-1 0 0 0 0,1 0 0 0 0,0 0 0 0 0,-1 0 0 0 0,1 0 1 0 0,-1 0-1 0 0,1 1 0 0 0,-1-1 0 0 0,1 0 0 0 0,-1 0 0 0 0,1 2 0 0 0,0-2 55 0 0,5-1 203 0 0,1-1 1 0 0,0 0 0 0 0,-1 0-1 0 0,1 0 1 0 0,-1-1 0 0 0,0 0 0 0 0,1-1-1 0 0,-1 1 1 0 0,0-1 0 0 0,0 0-1 0 0,-1-1 1 0 0,11-7 0 0 0,6-3 96 0 0,34-22-36 0 0,50-45 0 0 0,-43 32-218 0 0,-16 14-36 0 0,31-23-22 0 0,-3-3 0 0 0,68-72-1 0 0,-48 26 48 0 0,-82 90-7 0 0,0-1 1 0 0,-2 0-1 0 0,0-1 1 0 0,0 0 0 0 0,-2 0-1 0 0,-1-1 1 0 0,0-1-1 0 0,-1 1 1 0 0,5-33 0 0 0,0 0 47 0 0,-3 0 1 0 0,-3-1-1 0 0,0-78 0 0 0,-4 85-29 0 0,0 13 4 0 0,-1 15 35 0 0,0 0 1 0 0,-1 1 0 0 0,0-1-1 0 0,-6-28 1 0 0,6 45-79 0 0,0 1 0 0 0,0 0 1 0 0,-1-1-1 0 0,1 1 0 0 0,0-1 1 0 0,-1 1-1 0 0,1 0 0 0 0,-1-1 0 0 0,0 1 1 0 0,1 0-1 0 0,-1-1 0 0 0,0 1 1 0 0,0 0-1 0 0,0 0 0 0 0,0 0 1 0 0,0 0-1 0 0,0 0 0 0 0,0 0 1 0 0,0 0-1 0 0,0 0 0 0 0,-1 0 1 0 0,1 0-1 0 0,0 1 0 0 0,-1-1 0 0 0,1 0 1 0 0,0 1-1 0 0,-1-1 0 0 0,1 1 1 0 0,-1 0-1 0 0,1-1 0 0 0,0 1 1 0 0,-1 0-1 0 0,1 0 0 0 0,-1 0 1 0 0,1 0-1 0 0,-1 0 0 0 0,1 0 1 0 0,-1 1-1 0 0,1-1 0 0 0,-2 1 0 0 0,-1 0-33 0 0,0 0 0 0 0,1 1 0 0 0,0 0 0 0 0,-1-1 0 0 0,1 1 0 0 0,0 0 0 0 0,0 1 0 0 0,0-1 0 0 0,0 1 0 0 0,0-1 0 0 0,0 1 0 0 0,1 0-1 0 0,-4 5 1 0 0,0 4 4 0 0,1 0 0 0 0,0-1 0 0 0,1 2 0 0 0,0-1 0 0 0,1 0 0 0 0,-2 17 0 0 0,4-24 24 0 0,-7 40 105 0 0,1 0 1 0 0,1 79-1 0 0,18 349 1451 0 0,27-144-1178 0 0,-35-297-378 0 0,3 0 1 0 0,0-1-1 0 0,13 32 0 0 0,-16-54-135 0 0,1 1 0 0 0,0-1 0 0 0,0 0 1 0 0,1 0-1 0 0,0-1 0 0 0,1 0 0 0 0,0 0 0 0 0,0 0 0 0 0,1-1 1 0 0,-1 0-1 0 0,15 9 0 0 0,-9-8-465 0 0,0 0 0 0 0,1-1 0 0 0,0 0 0 0 0,0-1 0 0 0,0-1 0 0 0,1 0 0 0 0,0-1 0 0 0,0 0 0 0 0,0-2 0 0 0,0 0 0 0 0,1 0 0 0 0,-1-1 0 0 0,0-1 0 0 0,21-3 0 0 0,-25 2 237 0 0,0-1 0 0 0,1 0 0 0 0,10-5 0 0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27.465"/>
    </inkml:context>
    <inkml:brush xml:id="br0">
      <inkml:brushProperty name="width" value="0.1" units="cm"/>
      <inkml:brushProperty name="height" value="0.1" units="cm"/>
      <inkml:brushProperty name="color" value="#CC0066"/>
    </inkml:brush>
  </inkml:definitions>
  <inkml:trace contextRef="#ctx0" brushRef="#br0">96 370 2056 0 0,'-29'-32'219'0'0,"25"27"-152"0"0,0 0 1 0 0,0 0-1 0 0,-1 0 1 0 0,1 1 0 0 0,-1 0-1 0 0,0 0 1 0 0,-1 0-1 0 0,1 0 1 0 0,0 1-1 0 0,-1 0 1 0 0,-7-3-1 0 0,60 4-616 0 0,51 8 824 0 0,-38-1 320 0 0,105-6 0 0 0,-98-9-141 0 0,0-3 0 0 0,-1-3 0 0 0,-1-2 0 0 0,73-33-1 0 0,-37 6-217 0 0,-79 34-158 0 0,-9 6 23 0 0,-1 0-1 0 0,0-1 0 0 0,0 0 1 0 0,-1-1-1 0 0,1-1 0 0 0,-2 0 1 0 0,1 0-1 0 0,-1-1 0 0 0,11-12 1 0 0,-20 20-22 0 0,-1 1 1 0 0,1-1-1 0 0,0 1 1 0 0,-1-1 0 0 0,1 0-1 0 0,-1 1 1 0 0,1-1-1 0 0,-1 0 1 0 0,0 1 0 0 0,1-1-1 0 0,-1 0 1 0 0,1 1-1 0 0,-1-1 1 0 0,0 0 0 0 0,0 0-1 0 0,1 1 1 0 0,-1-1-1 0 0,0 0 1 0 0,0 0-1 0 0,0 1 1 0 0,0-1 0 0 0,0 0-1 0 0,0 0 1 0 0,0 0-1 0 0,0 1 1 0 0,0-1 0 0 0,-1 0-1 0 0,1 0 1 0 0,0 1-1 0 0,0-1 1 0 0,-1 0 0 0 0,1 0-1 0 0,0 1 1 0 0,-1-1-1 0 0,1 0 1 0 0,-1 1-1 0 0,1-1 1 0 0,-1 0 0 0 0,1 1-1 0 0,-1-1 1 0 0,1 1-1 0 0,-1-1 1 0 0,0 1 0 0 0,1-1-1 0 0,-1 1 1 0 0,0 0-1 0 0,1-1 1 0 0,-2 1 0 0 0,-5-3-48 0 0,0 1 0 0 0,0 0 0 0 0,0 1 0 0 0,-13-1 1 0 0,-5-3 95 0 0,24 6-137 0 0,1-1 0 0 0,0 0 0 0 0,0 0 0 0 0,0 1 0 0 0,-1-1 0 0 0,1 0 0 0 0,0 0 0 0 0,0 0 0 0 0,0 1 0 0 0,-1-1 0 0 0,1 0 1 0 0,0 1-1 0 0,0-1 0 0 0,0 0 0 0 0,0 0 0 0 0,0 1 0 0 0,0-1 0 0 0,0 0 0 0 0,0 1 0 0 0,0-1 0 0 0,0 0 0 0 0,0 1 0 0 0,0-1 0 0 0,0 0 1 0 0,0 1-1 0 0,0-1 0 0 0,0 0 0 0 0,0 0 0 0 0,0 1 0 0 0,0-1 0 0 0,0 0 0 0 0,0 1 0 0 0,1-1 0 0 0,-1 0 0 0 0,0 0 0 0 0,0 1 0 0 0,1 1-14 0 0,2 14 47 0 0,2 0 0 0 0,0 0-1 0 0,0-1 1 0 0,2 0-1 0 0,0 0 1 0 0,15 24 0 0 0,32 46 59 0 0,3-2 0 0 0,99 109 0 0 0,-139-174-51 0 0,77 93 218 0 0,-85-98-171 0 0,1 2 0 0 0,-2-1 0 0 0,0 1 0 0 0,0 0 0 0 0,-2 1 0 0 0,8 22 0 0 0,-13-34-34 0 0,0 0 0 0 0,0 0 0 0 0,0 0 0 0 0,0 0 0 0 0,-1 0 0 0 0,0 0 0 0 0,0 1 0 0 0,0-1 0 0 0,0 0 1 0 0,0 0-1 0 0,-1 0 0 0 0,0 0 0 0 0,0 0 0 0 0,0 0 0 0 0,0 0 0 0 0,0 0 0 0 0,-1-1 0 0 0,0 1 0 0 0,0 0 1 0 0,0-1-1 0 0,0 1 0 0 0,0-1 0 0 0,-1 0 0 0 0,0 0 0 0 0,1 0 0 0 0,-7 5 0 0 0,-6 4 48 0 0,0 0-1 0 0,-1-2 0 0 0,0 0 1 0 0,-27 13-1 0 0,4-6 0 0 0,-46 15-1 0 0,46-21-176 0 0,-1-1 1 0 0,0-3-1 0 0,0 0 0 0 0,0-3 1 0 0,-50-1-1 0 0,75-3-295 0 0,1-1 1 0 0,-1 0 0 0 0,1-1-1 0 0,0-1 1 0 0,-1 0-1 0 0,1-1 1 0 0,0-1-1 0 0,1 0 1 0 0,-14-7-1 0 0,20 8 0 0 0,0-1-1 0 0,0 1 1 0 0,1-1-1 0 0,0 0 1 0 0,0-1-1 0 0,0 1 1 0 0,1-1-1 0 0,-1 0 1 0 0,1-1-1 0 0,1 1 1 0 0,-1-1-1 0 0,1 0 1 0 0,1 0-1 0 0,-1-1 0 0 0,1 1 1 0 0,0-1-1 0 0,-2-9 1 0 0,3 8 213 0 0,1 0 0 0 0,0 0 0 0 0,0-1 0 0 0,1 1 0 0 0,0 0 0 0 0,0 0 0 0 0,1 0 1 0 0,0 0-1 0 0,1 0 0 0 0,5-17 0 0 0,-1 9 28 0 0,1 0 0 0 0,1 1 0 0 0,12-21 0 0 0,-3 10-844 0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27.623"/>
    </inkml:context>
    <inkml:brush xml:id="br0">
      <inkml:brushProperty name="width" value="0.1" units="cm"/>
      <inkml:brushProperty name="height" value="0.1" units="cm"/>
      <inkml:brushProperty name="color" value="#CC0066"/>
    </inkml:brush>
  </inkml:definitions>
  <inkml:trace contextRef="#ctx0" brushRef="#br0">909 72 1536 0 0,'0'-4'0'0'0,"-8"-50"600"0"0,-42 40 456 0 0,-58 14-224 0 0,-21 3-95 0 0,-21 27-169 0 0,-10 20-328 0 0,24 17-248 0 0,51-15-48 0 0,16 2-304 0 0,56-24-1689 0 0,26 8 633 0 0,33-14-256 0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27.959"/>
    </inkml:context>
    <inkml:brush xml:id="br0">
      <inkml:brushProperty name="width" value="0.1" units="cm"/>
      <inkml:brushProperty name="height" value="0.1" units="cm"/>
      <inkml:brushProperty name="color" value="#CC0066"/>
    </inkml:brush>
  </inkml:definitions>
  <inkml:trace contextRef="#ctx0" brushRef="#br0">50 638 1656 0 0,'1'-6'69'0'0,"-1"6"-68"0"0,0-1-1 0 0,0-1-1 0 0,1 1 0 0 0,-1 0 1 0 0,0 0-1 0 0,0 0 1 0 0,0 0-1 0 0,1 0 1 0 0,-1 0-1 0 0,1 0 1 0 0,-1 0-1 0 0,1 0 1 0 0,-1 0-1 0 0,1 0 1 0 0,0 0-1 0 0,-1 0 1 0 0,1 0-1 0 0,1-1 1 0 0,2 0-3 0 0,0 1 0 0 0,0 0 0 0 0,-1-1 0 0 0,1 1 0 0 0,0 1 0 0 0,1-1 0 0 0,7 0 0 0 0,18-4 6 0 0,0-1-1 0 0,0-2 1 0 0,0-1 0 0 0,-1-1-1 0 0,47-24 1 0 0,141-91 16 0 0,-194 111-11 0 0,-1-2 0 0 0,-1 0-1 0 0,0-1 1 0 0,-1-2 0 0 0,-1 0 0 0 0,20-27 0 0 0,-33 40 16 0 0,-1-1 1 0 0,0 1 0 0 0,-1-1-1 0 0,0 0 1 0 0,0 0 0 0 0,0-1-1 0 0,-1 1 1 0 0,0-1 0 0 0,-1 0-1 0 0,0 0 1 0 0,0 0 0 0 0,0 0-1 0 0,0-15 1 0 0,-2 19 11 0 0,0-1-1 0 0,-1 1 1 0 0,1 0-1 0 0,-1-1 1 0 0,0 1-1 0 0,0 0 1 0 0,0 0-1 0 0,-1 0 1 0 0,1 0 0 0 0,-1 0-1 0 0,-3-4 1 0 0,1 2 46 0 0,-1 0 0 0 0,0 0 0 0 0,0 0 0 0 0,0 1 0 0 0,-1 0 0 0 0,0 0 1 0 0,0 0-1 0 0,0 1 0 0 0,-1 0 0 0 0,1 0 0 0 0,-1 1 0 0 0,0-1 0 0 0,0 2 1 0 0,0-1-1 0 0,-13-2 0 0 0,-1 0 64 0 0,0 2 1 0 0,0 0-1 0 0,0 1 1 0 0,-27 2-1 0 0,20 2-122 0 0,1 1 0 0 0,0 1 0 0 0,0 2 0 0 0,0 0 0 0 0,1 2 0 0 0,-1 1 0 0 0,-36 19 0 0 0,41-19-32 0 0,1 1-1 0 0,0 2 1 0 0,1 0 0 0 0,-35 27 0 0 0,46-31-39 0 0,0 1 1 0 0,0 0-1 0 0,1 0 1 0 0,1 0 0 0 0,0 1-1 0 0,0 0 1 0 0,1 1 0 0 0,0-1-1 0 0,0 1 1 0 0,-6 22-1 0 0,6-12-164 0 0,1 0 0 0 0,1 0 0 0 0,1 1-1 0 0,1-1 1 0 0,1 1 0 0 0,1 0 0 0 0,3 27-1 0 0,2-12-65 0 0,1 0 0 0 0,2 0 0 0 0,16 45 0 0 0,30 50-1092 0 0,-51-127 1303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28.179"/>
    </inkml:context>
    <inkml:brush xml:id="br0">
      <inkml:brushProperty name="width" value="0.1" units="cm"/>
      <inkml:brushProperty name="height" value="0.1" units="cm"/>
      <inkml:brushProperty name="color" value="#CC0066"/>
    </inkml:brush>
  </inkml:definitions>
  <inkml:trace contextRef="#ctx0" brushRef="#br0">123 28 1776 0 0,'-43'-26'240'0'0,"1"24"-136"0"0,15 24-120 0 0,18 22 136 0 0,7 36 512 0 0,20 20 568 0 0,-2 2-359 0 0,-2 32 247 0 0,0-40-288 0 0,4-6-512 0 0,-10-36-216 0 0,0 23-240 0 0,6-25-936 0 0,2-6-2073 0 0,9-13 2121 0 0,-5-22-576 0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29.376"/>
    </inkml:context>
    <inkml:brush xml:id="br0">
      <inkml:brushProperty name="width" value="0.1" units="cm"/>
      <inkml:brushProperty name="height" value="0.1" units="cm"/>
      <inkml:brushProperty name="color" value="#CC0066"/>
    </inkml:brush>
  </inkml:definitions>
  <inkml:trace contextRef="#ctx0" brushRef="#br0">747 906 1392 0 0,'0'-4'15'0'0,"-1"-1"1"0"0,1 1-1 0 0,-1-1 1 0 0,0 1-1 0 0,-1 0 1 0 0,1 0-1 0 0,-1 0 1 0 0,0 0-1 0 0,0 0 1 0 0,0 0-1 0 0,0 0 1 0 0,-1 0-1 0 0,0 1 1 0 0,1-1-1 0 0,-6-3 1 0 0,3 3-4 0 0,0 1 1 0 0,-1 0-1 0 0,1 0 1 0 0,-1 1-1 0 0,0-1 1 0 0,1 1-1 0 0,-1 0 1 0 0,0 1-1 0 0,-1 0 0 0 0,1 0 1 0 0,-8-1-1 0 0,-14-1 191 0 0,0 1 0 0 0,-50 3-1 0 0,63 1-102 0 0,0 0-1 0 0,1 1 0 0 0,-1 1 0 0 0,1 0 0 0 0,0 0 0 0 0,0 2 1 0 0,-17 9-1 0 0,0 3 79 0 0,1 1 0 0 0,0 2 0 0 0,2 1-1 0 0,0 1 1 0 0,2 1 0 0 0,1 2 0 0 0,0 0 0 0 0,2 2 0 0 0,-22 34 0 0 0,34-44-126 0 0,0 1 1 0 0,1 0-1 0 0,1 1 0 0 0,1 0 1 0 0,1 0-1 0 0,1 1 0 0 0,0-1 1 0 0,-3 28-1 0 0,7-32-41 0 0,1 1 1 0 0,0-1-1 0 0,1 1 1 0 0,3 20-1 0 0,-2-30-21 0 0,0 0-1 0 0,0 1 0 0 0,1-1 1 0 0,0 0-1 0 0,0 0 0 0 0,1 0 1 0 0,0 0-1 0 0,0 0 0 0 0,0-1 1 0 0,1 1-1 0 0,0-1 0 0 0,0 0 1 0 0,1 0-1 0 0,0 0 0 0 0,0-1 1 0 0,0 0-1 0 0,1 0 0 0 0,-1 0 1 0 0,1-1-1 0 0,0 1 0 0 0,11 4 1 0 0,-3-2-36 0 0,1-1 0 0 0,-1-1 1 0 0,1-1-1 0 0,0 0 0 0 0,0-1 1 0 0,0 0-1 0 0,0-1 0 0 0,0-1 0 0 0,25-1 1 0 0,-27-1 17 0 0,0 0 1 0 0,0-1-1 0 0,0-1 1 0 0,-1 0-1 0 0,1 0 1 0 0,-1-2-1 0 0,0 1 1 0 0,0-2-1 0 0,0 1 1 0 0,-1-2-1 0 0,1 1 1 0 0,10-10-1 0 0,-3-1-40 0 0,-1 0-1 0 0,0-1 0 0 0,-1-1 1 0 0,-1-1-1 0 0,19-30 0 0 0,-4-3-120 0 0,29-65 0 0 0,-38 66 62 0 0,-2 0 1 0 0,-3-1 0 0 0,14-71-1 0 0,14-165-547 0 0,-29 170 546 0 0,10-51 86 0 0,14-117 497 0 0,-37 240-39 0 0,-4 24 325 0 0,1 22-708 0 0,0 1-1 0 0,0 0 0 0 0,0 0 0 0 0,0-1 1 0 0,0 1-1 0 0,0 0 0 0 0,0-1 0 0 0,0 1 1 0 0,0 0-1 0 0,0 0 0 0 0,0-1 0 0 0,-1 1 1 0 0,1 0-1 0 0,0 0 0 0 0,0-1 0 0 0,0 1 1 0 0,0 0-1 0 0,0 0 0 0 0,-1-1 0 0 0,1 1 0 0 0,0 0 1 0 0,0 0-1 0 0,0 0 0 0 0,-1-1 0 0 0,1 1 1 0 0,0 0-1 0 0,0 0 0 0 0,-1 0 0 0 0,1 0 1 0 0,0 0-1 0 0,0-1 0 0 0,-1 1 0 0 0,1 0 1 0 0,0 0-1 0 0,-1 0 0 0 0,-9 10 104 0 0,-3 31 15 0 0,-97 498 2453 0 0,75-215-1609 0 0,30-242-751 0 0,12 156-1 0 0,-3-208-231 0 0,0-1-1 0 0,2 0 0 0 0,2 0 1 0 0,11 31-1 0 0,-13-46 9 0 0,0 0 0 0 0,0 0 0 0 0,2 0 0 0 0,-1-1 0 0 0,2 0 0 0 0,0-1 1 0 0,0 0-1 0 0,1 0 0 0 0,15 12 0 0 0,-19-19 2 0 0,1 0 0 0 0,0-1 0 0 0,0 0 0 0 0,0 0 1 0 0,0-1-1 0 0,1 0 0 0 0,-1 0 0 0 0,1-1 0 0 0,0 0 1 0 0,0 0-1 0 0,0-1 0 0 0,0 0 0 0 0,0-1 0 0 0,0 1 1 0 0,0-1-1 0 0,11-2 0 0 0,-1 0-3 0 0,0-2 1 0 0,0 0-1 0 0,-1 0 1 0 0,1-2-1 0 0,-1 0 1 0 0,19-10-1 0 0,26-17-103 0 0,-1-2 0 0 0,-2-2-1 0 0,-1-3 1 0 0,-3-3 0 0 0,87-86 0 0 0,-122 106 90 0 0,-1-1 0 0 0,-1-1 1 0 0,-1 0-1 0 0,-1-1 1 0 0,-1-1-1 0 0,-2-1 0 0 0,-1 0 1 0 0,-1 0-1 0 0,-1-1 0 0 0,-1-1 1 0 0,-2 1-1 0 0,-1-1 1 0 0,1-32-1 0 0,-6 54 23 0 0,0 0 1 0 0,-1 0-1 0 0,-1 1 1 0 0,1-1-1 0 0,-1 0 1 0 0,-1 0-1 0 0,1 1 1 0 0,-1-1-1 0 0,0 0 0 0 0,-4-7 1 0 0,3 11-13 0 0,1 0 1 0 0,0 1-1 0 0,-1-1 0 0 0,0 1 1 0 0,0 0-1 0 0,0 0 0 0 0,0 0 1 0 0,0 0-1 0 0,-1 0 0 0 0,1 1 1 0 0,-1-1-1 0 0,0 1 0 0 0,0 0 1 0 0,0 0-1 0 0,0 0 0 0 0,0 1 1 0 0,0 0-1 0 0,-7-2 0 0 0,-3 0-26 0 0,0 0-1 0 0,-1 1 1 0 0,1 1-1 0 0,-1 0 1 0 0,1 1-1 0 0,-1 1 1 0 0,1 0-1 0 0,-1 1 1 0 0,1 0-1 0 0,0 1 1 0 0,0 1-1 0 0,0 0 1 0 0,0 1-1 0 0,1 1 1 0 0,0 0-1 0 0,0 0 1 0 0,0 2-1 0 0,1-1 1 0 0,0 2-1 0 0,0-1 1 0 0,1 2-1 0 0,0-1 1 0 0,-13 18-1 0 0,9-8 41 0 0,2 0 0 0 0,1 2 0 0 0,0-1 0 0 0,1 2 0 0 0,-13 37 0 0 0,13-25 46 0 0,1 0 0 0 0,2 1 0 0 0,-5 41 0 0 0,10-50-58 0 0,1 0 1 0 0,2 0 0 0 0,0 0 0 0 0,2 0 0 0 0,0 0 0 0 0,2 0-1 0 0,1 0 1 0 0,1-1 0 0 0,2 0 0 0 0,0 0 0 0 0,1-1 0 0 0,1 0-1 0 0,2 0 1 0 0,0-2 0 0 0,23 32 0 0 0,-23-39-41 0 0,0 0 0 0 0,2 0 0 0 0,0-1-1 0 0,1-1 1 0 0,0 0 0 0 0,0-1 0 0 0,2-1 0 0 0,23 13 0 0 0,-17-12-27 0 0,0-2 0 0 0,1-1 0 0 0,1 0 0 0 0,-1-2 0 0 0,48 8 1 0 0,-56-13 14 0 0,0-1 0 0 0,0-1 1 0 0,0-1-1 0 0,0 0 0 0 0,0-1 1 0 0,0 0-1 0 0,0-1 0 0 0,-1-1 1 0 0,1-1-1 0 0,21-9 0 0 0,-12 2-132 0 0,0 0-1 0 0,-2-2 1 0 0,1 0-1 0 0,-2-2 0 0 0,26-23 1 0 0,-28 20-169 0 0,0-1 0 0 0,-2-1 0 0 0,18-26 0 0 0,2-6-434 0 0,-1-2 1 0 0,-4-1 0 0 0,50-113-1 0 0,-53 85 40 0 0,33-146 0 0 0,-8-96 573 0 0,-44 227 616 0 0,0-143 1 0 0,-12 225-168 0 0,0 0 0 0 0,0 0 0 0 0,-8-29 1 0 0,7 41-193 0 0,1 0 0 0 0,-1 1 0 0 0,0-1 0 0 0,0 0 0 0 0,-1 1 0 0 0,0-1-1 0 0,1 1 1 0 0,-1 0 0 0 0,-1-1 0 0 0,1 2 0 0 0,-1-1 0 0 0,1 0 0 0 0,-8-5 0 0 0,11 9-100 0 0,0 0 0 0 0,0 0 0 0 0,0 0 0 0 0,-1-1 0 0 0,1 1-1 0 0,0 0 1 0 0,0 0 0 0 0,0 0 0 0 0,0-1 0 0 0,-1 1 0 0 0,1 0 0 0 0,0 0-1 0 0,0 0 1 0 0,0 0 0 0 0,-1 0 0 0 0,1 0 0 0 0,0 0 0 0 0,0-1-1 0 0,-1 1 1 0 0,1 0 0 0 0,0 0 0 0 0,0 0 0 0 0,0 0 0 0 0,-1 0 0 0 0,1 0-1 0 0,0 0 1 0 0,0 0 0 0 0,-1 0 0 0 0,1 0 0 0 0,0 0 0 0 0,0 0 0 0 0,-1 0-1 0 0,1 1 1 0 0,0-1 0 0 0,0 0 0 0 0,0 0 0 0 0,-1 0 0 0 0,1 0-1 0 0,0 0 1 0 0,0 0 0 0 0,0 1 0 0 0,-1-1 0 0 0,1 0 0 0 0,0 0 0 0 0,0 0-1 0 0,0 0 1 0 0,0 1 0 0 0,-1-1 0 0 0,1 10-64 0 0,0-8 68 0 0,-31 392 2440 0 0,8-180-1476 0 0,13-104-725 0 0,-11 153 366 0 0,21-1-311 0 0,0-245-301 0 0,1-2-3 0 0,0 0-1 0 0,6 24 0 0 0,-6-33 0 0 0,1 0 1 0 0,0 0-1 0 0,1 0 0 0 0,-1-1 0 0 0,1 1 0 0 0,0-1 0 0 0,1 0 0 0 0,-1 0 0 0 0,1 0 1 0 0,5 5-1 0 0,-2-3-25 0 0,1 0 1 0 0,0 0 0 0 0,1-1-1 0 0,-1-1 1 0 0,1 1 0 0 0,0-1-1 0 0,0-1 1 0 0,1 0 0 0 0,-1 0-1 0 0,1-1 1 0 0,0 0 0 0 0,0-1-1 0 0,0 0 1 0 0,0 0 0 0 0,0-1-1 0 0,1 0 1 0 0,-1-1 0 0 0,0 0-1 0 0,0-1 1 0 0,20-4 0 0 0,-10 0-73 0 0,-1-2 0 0 0,1 0 1 0 0,-1-1-1 0 0,0-1 0 0 0,-1 0 1 0 0,0-2-1 0 0,-1 0 0 0 0,0-1 1 0 0,19-18-1 0 0,-19 15 47 0 0,0-2 0 0 0,-1 0 1 0 0,-1 0-1 0 0,0-2 0 0 0,-2 0 0 0 0,0 0 0 0 0,-1-1 0 0 0,10-24 0 0 0,-13 19 72 0 0,-2-1 0 0 0,0 1-1 0 0,-2-1 1 0 0,-1 0 0 0 0,-1 0-1 0 0,-1-1 1 0 0,-3-46 0 0 0,0 48 55 0 0,-1-1-1 0 0,-9-45 1 0 0,8 61-24 0 0,1 0-1 0 0,-1 1 1 0 0,-1-1-1 0 0,0 1 1 0 0,0 0-1 0 0,-1 0 1 0 0,0 1-1 0 0,-1-1 1 0 0,1 1-1 0 0,-9-9 1 0 0,5 9 49 0 0,0 1-1 0 0,0 0 1 0 0,-1 0 0 0 0,1 1-1 0 0,-1 0 1 0 0,-15-6 0 0 0,-1 1 118 0 0,-41-10 1 0 0,46 16-237 0 0,0 0-1 0 0,-1 2 1 0 0,1 0 0 0 0,-33 2-1 0 0,40 1-172 0 0,-1 1-1 0 0,0 1 1 0 0,1 0-1 0 0,-1 1 1 0 0,1 0-1 0 0,0 2 1 0 0,-17 6-1 0 0,25-8-118 0 0,-1 1-1 0 0,1-1 1 0 0,0 1-1 0 0,0 0 1 0 0,1 1-1 0 0,-1-1 1 0 0,1 1-1 0 0,0 1 1 0 0,0-1-1 0 0,1 0 1 0 0,-1 1-1 0 0,1 0 1 0 0,1 0-1 0 0,-1 1 1 0 0,1-1-1 0 0,0 0 1 0 0,-4 15-1 0 0,3-6 67 0 0,1 0-1 0 0,0 1 1 0 0,2 0-1 0 0,0 0 1 0 0,0 0-1 0 0,2 0 1 0 0,0-1-1 0 0,0 1 1 0 0,6 22-1 0 0,-4-27-84 0 0,1 0 1 0 0,0 0-1 0 0,7 15 0 0 0,-11-26 330 0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30.107"/>
    </inkml:context>
    <inkml:brush xml:id="br0">
      <inkml:brushProperty name="width" value="0.1" units="cm"/>
      <inkml:brushProperty name="height" value="0.1" units="cm"/>
      <inkml:brushProperty name="color" value="#CC0066"/>
    </inkml:brush>
  </inkml:definitions>
  <inkml:trace contextRef="#ctx0" brushRef="#br0">532 570 1576 0 0,'-10'-30'99'0'0,"5"15"-36"0"0,0 1 0 0 0,-11-22 0 0 0,13 31 15 0 0,-1-1 1 0 0,1 1 0 0 0,-1 0-1 0 0,0 0 1 0 0,-1 0 0 0 0,1 1 0 0 0,-1-1-1 0 0,0 1 1 0 0,-9-6 0 0 0,5 5 175 0 0,-1 0 0 0 0,1 0 0 0 0,-1 1 0 0 0,1 1 0 0 0,-1-1 0 0 0,0 1 0 0 0,-13-1 0 0 0,17 3-172 0 0,1 0 0 0 0,-1 1 1 0 0,1-1-1 0 0,-1 1 0 0 0,1 1 1 0 0,-1-1-1 0 0,1 1 0 0 0,-1 0 1 0 0,1 0-1 0 0,-1 1 0 0 0,1-1 1 0 0,0 1-1 0 0,0 0 0 0 0,0 1 1 0 0,0-1-1 0 0,-6 5 0 0 0,-1 4 42 0 0,0 1 0 0 0,1 0-1 0 0,-12 17 1 0 0,-3 5 176 0 0,2 1 0 0 0,2 0 1 0 0,1 2-1 0 0,2 1 0 0 0,1 0 0 0 0,2 1 0 0 0,-20 78 0 0 0,30-88-230 0 0,1 1-1 0 0,0 48 0 0 0,4-60-68 0 0,1 1-1 0 0,0 0 0 0 0,2 0 1 0 0,0 0-1 0 0,2-1 0 0 0,0 1 1 0 0,0-1-1 0 0,2 0 0 0 0,0-1 1 0 0,2 1-1 0 0,13 25 0 0 0,-11-28-45 0 0,0-1-1 0 0,0-1 1 0 0,2 0-1 0 0,-1 0 1 0 0,27 20 0 0 0,-30-27 0 0 0,0 0 1 0 0,1 0 0 0 0,0-1-1 0 0,0 0 1 0 0,0-1-1 0 0,0 0 1 0 0,1-1 0 0 0,0 0-1 0 0,0 0 1 0 0,-1-1 0 0 0,1 0-1 0 0,14 0 1 0 0,-17-1-8 0 0,1-1 1 0 0,0-1-1 0 0,-1 1 1 0 0,1-1-1 0 0,-1-1 0 0 0,1 1 1 0 0,-1-1-1 0 0,0-1 0 0 0,9-3 1 0 0,-7 1-47 0 0,0 0 1 0 0,0-1 0 0 0,-1 0 0 0 0,1-1-1 0 0,-1 0 1 0 0,-1 0 0 0 0,8-9-1 0 0,25-30-389 0 0,-3-2 0 0 0,-2-1 0 0 0,-2-2-1 0 0,-2-2 1 0 0,29-67 0 0 0,-38 68 533 0 0,-3 0 1 0 0,-1-1-1 0 0,-3-1 1 0 0,-2 0-1 0 0,9-96 1 0 0,-20 92 783 0 0,-2 57-795 0 0,0 0 1 0 0,0 0-1 0 0,0 0 1 0 0,0 1 0 0 0,0-1-1 0 0,0 0 1 0 0,0 0 0 0 0,0 0-1 0 0,-1 0 1 0 0,1 1 0 0 0,0-1-1 0 0,0 0 1 0 0,-1 0 0 0 0,1 1-1 0 0,0-1 1 0 0,-1 0 0 0 0,1 0-1 0 0,-1 1 1 0 0,1-1 0 0 0,-1 0-1 0 0,0 1 1 0 0,1-1 0 0 0,-1 1-1 0 0,1-1 1 0 0,-1 1-1 0 0,0-1 1 0 0,0 1 0 0 0,1-1-1 0 0,-1 1 1 0 0,0 0 0 0 0,0-1-1 0 0,1 1 1 0 0,-1 0 0 0 0,0 0-1 0 0,0 0 1 0 0,0-1 0 0 0,-1 1-1 0 0,0 0-16 0 0,1 1-1 0 0,-1-1 1 0 0,0 0-1 0 0,0 1 1 0 0,1 0-1 0 0,-1-1 1 0 0,0 1-1 0 0,1 0 1 0 0,-1-1-1 0 0,1 1 1 0 0,-1 0-1 0 0,1 0 1 0 0,-1 1-1 0 0,1-1 1 0 0,0 0-1 0 0,-2 2 1 0 0,-1 2 48 0 0,1 0 1 0 0,0 0-1 0 0,0 1 1 0 0,0-1-1 0 0,1 1 1 0 0,-1-1-1 0 0,-2 13 1 0 0,-6 46 402 0 0,11-60-440 0 0,-3 14 59 0 0,1 0-1 0 0,0 1 1 0 0,2-1-1 0 0,0 1 1 0 0,2-1-1 0 0,0 1 1 0 0,0-1-1 0 0,2 0 1 0 0,8 25-1 0 0,-5-24-73 0 0,1 0 0 0 0,1 0 0 0 0,1-1 0 0 0,1 0 0 0 0,0-1 0 0 0,1 0 0 0 0,1-1 0 0 0,26 26 0 0 0,-27-33-9 0 0,0-1 0 0 0,1 0 1 0 0,0-1-1 0 0,0-1 0 0 0,1 0 0 0 0,0 0 0 0 0,0-2 1 0 0,26 6-1 0 0,-18-6 3 0 0,0 0 0 0 0,0-2 0 0 0,0-1 0 0 0,0-1-1 0 0,30-3 1 0 0,-34 0 1 0 0,1 0 0 0 0,-1-2 0 0 0,0 0 0 0 0,0-1 0 0 0,-1-1-1 0 0,0-1 1 0 0,0 0 0 0 0,16-12 0 0 0,1-2-5 0 0,-2-3-1 0 0,49-46 1 0 0,-38 29 5 0 0,-2-2 1 0 0,54-76-1 0 0,-75 93 95 0 0,-2-2 1 0 0,-2 0-1 0 0,0-1 1 0 0,-2-1-1 0 0,-2 0 1 0 0,11-37-1 0 0,-20 54 69 0 0,0-1 1 0 0,2-16-1 0 0,-5 26-73 0 0,0 0 0 0 0,0 0 1 0 0,0 0-1 0 0,0 0 0 0 0,-1-1 1 0 0,0 1-1 0 0,0 0 0 0 0,0 1 1 0 0,-4-9-1 0 0,4 11-33 0 0,-1-1 0 0 0,0 1-1 0 0,0 0 1 0 0,0-1 0 0 0,0 1 0 0 0,-1 0-1 0 0,1 0 1 0 0,-1 0 0 0 0,1 1 0 0 0,-1-1-1 0 0,1 1 1 0 0,-1-1 0 0 0,0 1 0 0 0,0 0 0 0 0,0 0-1 0 0,0 0 1 0 0,1 0 0 0 0,-7 0 0 0 0,6 0-53 0 0,0 1 1 0 0,-1-1 0 0 0,1 1 0 0 0,0 0 0 0 0,-1 0-1 0 0,1 0 1 0 0,-1 0 0 0 0,1 1 0 0 0,0-1 0 0 0,-1 1-1 0 0,1 0 1 0 0,0 0 0 0 0,0 0 0 0 0,0 0 0 0 0,0 1-1 0 0,0-1 1 0 0,-4 4 0 0 0,3-1-13 0 0,0 1 0 0 0,1-1 0 0 0,0 1 0 0 0,0 0 0 0 0,0 0 0 0 0,1 0 0 0 0,0 1 0 0 0,0-1 0 0 0,0 1 1 0 0,0-1-1 0 0,1 1 0 0 0,0 0 0 0 0,0-1 0 0 0,1 1 0 0 0,-1 0 0 0 0,1 0 0 0 0,0-1 0 0 0,1 1 0 0 0,0 0 0 0 0,-1-1 0 0 0,2 1 0 0 0,-1 0 0 0 0,4 7 0 0 0,-1-5-2 0 0,1-1 0 0 0,1-1 0 0 0,-1 1 0 0 0,1-1-1 0 0,0 0 1 0 0,1 0 0 0 0,-1 0 0 0 0,1-1 0 0 0,0 0 0 0 0,0 0-1 0 0,1-1 1 0 0,0 0 0 0 0,12 5 0 0 0,0-2-3 0 0,0-1 1 0 0,0 0-1 0 0,1-2 1 0 0,39 4-1 0 0,-28-6 3 0 0,0-2-1 0 0,0-1 0 0 0,0-1 0 0 0,-1-2 1 0 0,1-2-1 0 0,-1 0 0 0 0,0-2 0 0 0,38-15 1 0 0,-43 12 18 0 0,-1 0 1 0 0,0-2 0 0 0,-1 0 0 0 0,-1-2-1 0 0,0-1 1 0 0,-1 0 0 0 0,0-2 0 0 0,-2 0 0 0 0,36-41-1 0 0,-42 40 30 0 0,0 0 1 0 0,-1-2-1 0 0,17-33 0 0 0,-25 44 28 0 0,-1 0 1 0 0,0-1-1 0 0,-1 0 0 0 0,0 1 1 0 0,-1-1-1 0 0,0 0 0 0 0,0 0 1 0 0,-1-22-1 0 0,-1 30-15 0 0,0 0 0 0 0,0 0-1 0 0,-1 1 1 0 0,1-1 0 0 0,-1 0-1 0 0,0 0 1 0 0,1 1 0 0 0,-1-1-1 0 0,-1 0 1 0 0,1 1 0 0 0,0-1-1 0 0,-1 1 1 0 0,1 0 0 0 0,-2-3 0 0 0,1 4-22 0 0,1-1 1 0 0,-1 1 0 0 0,1 0-1 0 0,-1 0 1 0 0,1 0 0 0 0,-1 0 0 0 0,1 0-1 0 0,-1 1 1 0 0,0-1 0 0 0,0 0 0 0 0,1 1-1 0 0,-1-1 1 0 0,0 1 0 0 0,0-1-1 0 0,0 1 1 0 0,-3 0 0 0 0,0 0-5 0 0,0 1 0 0 0,0 0 0 0 0,1 0 0 0 0,-1 0 0 0 0,0 1 0 0 0,0-1 0 0 0,1 1 0 0 0,0 0 0 0 0,-1 1 0 0 0,1-1 0 0 0,0 1 0 0 0,0 0 0 0 0,0 0 0 0 0,0 0 0 0 0,-5 6 0 0 0,-7 10 98 0 0,0 1 0 0 0,-18 32 0 0 0,-4 12 148 0 0,2 2 0 0 0,3 2 0 0 0,3 0 0 0 0,3 2-1 0 0,-21 85 1 0 0,36-102-617 0 0,2 0-1 0 0,3 1 0 0 0,-1 54 1 0 0,8-64-1082 0 0,2 0 0 0 0,1-1 1 0 0,3 1-1 0 0,13 51 1 0 0,-6-48-2156 0 0,25 59 1 0 0,-31-91 2594 0 0,0 0 0 0 0,16 23 0 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31.208"/>
    </inkml:context>
    <inkml:brush xml:id="br0">
      <inkml:brushProperty name="width" value="0.1" units="cm"/>
      <inkml:brushProperty name="height" value="0.1" units="cm"/>
      <inkml:brushProperty name="color" value="#CC0066"/>
    </inkml:brush>
  </inkml:definitions>
  <inkml:trace contextRef="#ctx0" brushRef="#br0">18 2048 1464 0 0,'-15'-36'800'0'0,"14"36"-799"0"0,1 0-1 0 0,0-1 1 0 0,0 1 0 0 0,0-1-1 0 0,-1 1 1 0 0,1-1 0 0 0,0 1-1 0 0,0-1 1 0 0,0 1 0 0 0,0-1 0 0 0,0 1-1 0 0,0-1 1 0 0,0 1 0 0 0,0-1-1 0 0,0 1 1 0 0,0-1 0 0 0,0 1-1 0 0,0-1 1 0 0,1 1 0 0 0,-1-1-1 0 0,0 1 1 0 0,0-1 0 0 0,0 1-1 0 0,1-1 1 0 0,-1 1 0 0 0,0-1-1 0 0,0 1 1 0 0,1 0 0 0 0,-1-1-1 0 0,0 1 1 0 0,1 0 0 0 0,-1-1 0 0 0,1 1-1 0 0,-1 0 1 0 0,0-1 0 0 0,1 1-1 0 0,-1 0 1 0 0,1 0 0 0 0,-1-1-1 0 0,1 1 1 0 0,-1 0 0 0 0,2 0-1 0 0,157-113 255 0 0,867-647 4502 0 0,-785 583-3519 0 0,-1-6-147 0 0,-58 42-478 0 0,251-177 851 0 0,-88 102-700 0 0,-322 203-711 0 0,-9 6 47 0 0,0-2 0 0 0,0 0 0 0 0,12-11-1 0 0,-12 11 105 0 0,-7 4 478 0 0,-17 3-3 0 0,-23 2-725 0 0,-337 3-94 0 0,4 21 190 0 0,312-15-4 0 0,-63 17 0 0 0,5 0 82 0 0,46-19 78 0 0,102-6-592 0 0,264-36 386 0 0,-64 5 148 0 0,-206 27-138 0 0,312-29 151 0 0,-107 24 38 0 0,-231 8-206 0 0,1-1 27 0 0,0 1 0 0 0,0 0-1 0 0,0 1 1 0 0,0-1 0 0 0,0 1-1 0 0,0 0 1 0 0,7 2 0 0 0,-10-1 13 0 0,0-1 1 0 0,0 0-1 0 0,0 1 0 0 0,-1-1 1 0 0,1 0-1 0 0,-1 1 1 0 0,1 0-1 0 0,-1-1 1 0 0,1 1-1 0 0,-1 0 1 0 0,0 0-1 0 0,0 0 0 0 0,0 0 1 0 0,0 0-1 0 0,0 0 1 0 0,0 0-1 0 0,0 0 1 0 0,-1 0-1 0 0,1 1 1 0 0,-1 1-1 0 0,12 63 732 0 0,-4 0-1 0 0,0 102 1 0 0,-6-116-658 0 0,-2 22-44 0 0,-3 1 0 0 0,-20 121-1 0 0,0-15-2447 0 0,21-146-250 0 0,1 0 0 0 0,2 0 0 0 0,7 37 0 0 0,16 35-2784 0 0,-24-108 5415 0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05.925"/>
    </inkml:context>
    <inkml:brush xml:id="br0">
      <inkml:brushProperty name="width" value="0.1" units="cm"/>
      <inkml:brushProperty name="height" value="0.1" units="cm"/>
      <inkml:brushProperty name="color" value="#CC0066"/>
    </inkml:brush>
  </inkml:definitions>
  <inkml:trace contextRef="#ctx0" brushRef="#br0">1 22 472 0 0,'0'-1'-439'0'0,"0"-20"5171"0"0,1 29-2571 0 0,6 56 1638 0 0,13 196 1251 0 0,-2-22-3147 0 0,-6-124-1321 0 0,11 134 814 0 0,-20-217-1018 0 0,-2-22-239 0 0,0 1 1 0 0,-1-1-1 0 0,0 1 0 0 0,-1 15 1 0 0,1-24-142 0 0,0-1 0 0 0,0 0 1 0 0,0 0-1 0 0,0 1 0 0 0,0-1 0 0 0,0 0 1 0 0,0 0-1 0 0,0 1 0 0 0,0-1 1 0 0,0 0-1 0 0,0 1 0 0 0,0-1 0 0 0,0 0 1 0 0,0 0-1 0 0,-1 1 0 0 0,1-1 1 0 0,0 0-1 0 0,0 0 0 0 0,0 1 0 0 0,0-1 1 0 0,0 0-1 0 0,-1 0 0 0 0,1 0 1 0 0,0 1-1 0 0,0-1 0 0 0,0 0 0 0 0,0 0 1 0 0,-1 0-1 0 0,1 1 0 0 0,0-1 1 0 0,0 0-1 0 0,-1 0 0 0 0,1 0 0 0 0,0 0 1 0 0,0 0-1 0 0,-1 0 0 0 0,1 0 1 0 0,0 0-1 0 0,0 0 0 0 0,-1 0 1 0 0,1 0-1 0 0,0 1 0 0 0,-1-1 0 0 0,1-1 1 0 0,0 1-1 0 0,0 0 0 0 0,-1 0 1 0 0,1 0-1 0 0,0 0 0 0 0,0 0 0 0 0,-1 0 1 0 0,1 0-1 0 0,0 0 0 0 0,0 0 1 0 0,-1 0-1 0 0,1-1 0 0 0,0 1 0 0 0,0 0 1 0 0,-1 0-1 0 0,1 0 0 0 0,0 0 1 0 0,0-1-1 0 0,0 1 0 0 0,0 0 0 0 0,-1 0 1 0 0,1-1-1 0 0,0 1 0 0 0,0 0 1 0 0,0-1-1 0 0,-14-19-3784 0 0,14 19 3385 0 0,-26-50-10396 0 0,12 22 6576 0 0,6 11 2823 0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06.836"/>
    </inkml:context>
    <inkml:brush xml:id="br0">
      <inkml:brushProperty name="width" value="0.1" units="cm"/>
      <inkml:brushProperty name="height" value="0.1" units="cm"/>
      <inkml:brushProperty name="color" value="#CC0066"/>
    </inkml:brush>
  </inkml:definitions>
  <inkml:trace contextRef="#ctx0" brushRef="#br0">60 197 400 0 0,'-2'0'3'0'0,"-1"1"0"0"0,1-1 0 0 0,0 0-1 0 0,-1 1 1 0 0,1 0 0 0 0,0-1 0 0 0,-1 1 0 0 0,1 0 0 0 0,0 0 0 0 0,0 1-1 0 0,0-1 1 0 0,0 0 0 0 0,0 1 0 0 0,-3 2 0 0 0,-19 10 5560 0 0,47-8-1338 0 0,48 3-2140 0 0,2-3-1 0 0,142-7 0 0 0,-135-2-1049 0 0,-24 2-403 0 0,196-9 1394 0 0,279-57-305 0 0,-390 47-1323 0 0,27-4-144 0 0,279-78 0 0 0,-387 82-87 0 0,-98 51-2618 0 0,10-10-5258 0 0,-5 2-1983 0 0,4-14 6977 0 0,17-6 2319 0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07.892"/>
    </inkml:context>
    <inkml:brush xml:id="br0">
      <inkml:brushProperty name="width" value="0.1" units="cm"/>
      <inkml:brushProperty name="height" value="0.1" units="cm"/>
      <inkml:brushProperty name="color" value="#CC0066"/>
    </inkml:brush>
  </inkml:definitions>
  <inkml:trace contextRef="#ctx0" brushRef="#br0">1772 0 840 0 0,'-2'49'4422'0'0,"3"-42"-3918"0"0,1 100 5143 0 0,-4 53-2582 0 0,-4-83-2471 0 0,2-31-530 0 0,-22 294 1641 0 0,23-245-549 0 0,16 155 0 0 0,-9-201-449 0 0,-5-52-640 0 0,1 0 0 0 0,-1 0 1 0 0,0 0-1 0 0,0 1 0 0 0,0-1 0 0 0,0 0 0 0 0,0 1 1 0 0,0-1-1 0 0,-1 0 0 0 0,1 1 0 0 0,-1 0 0 0 0,0-1 1 0 0,0 1-1 0 0,0 0 0 0 0,0 0 0 0 0,0 0 0 0 0,0 0 0 0 0,0 0 1 0 0,-1 1-1 0 0,1-1 0 0 0,-5-1 0 0 0,1-1-101 0 0,-1 0 0 0 0,-1 1 0 0 0,1 0 0 0 0,0 0 0 0 0,-1 1 0 0 0,-15-3 0 0 0,-31 1-194 0 0,-77 4 1 0 0,76 1 327 0 0,-278 16-36 0 0,210-9 11 0 0,-222 37 528 0 0,333-43-575 0 0,-1 1-28 0 0,-5 0 55 0 0,0 0 0 0 0,0 0-1 0 0,-1-2 1 0 0,1 0 0 0 0,0-1 0 0 0,-36-5 0 0 0,36 2-46 0 0,-1 1-1 0 0,1 1 1 0 0,-37 2 0 0 0,-15-1-68 0 0,-102-14-192 0 0,165 13-25 0 0,1-1 0 0 0,-1 0-1 0 0,1 0 1 0 0,-12-6 0 0 0,0 0-5488 0 0</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16.521"/>
    </inkml:context>
    <inkml:brush xml:id="br0">
      <inkml:brushProperty name="width" value="0.1" units="cm"/>
      <inkml:brushProperty name="height" value="0.1" units="cm"/>
      <inkml:brushProperty name="color" value="#CC0066"/>
    </inkml:brush>
  </inkml:definitions>
  <inkml:trace contextRef="#ctx0" brushRef="#br0">149 118 1160 0 0,'-1'-2'124'0'0,"0"1"0"0"0,0 0 0 0 0,0 0 0 0 0,0 0 0 0 0,0 0 0 0 0,0 0 0 0 0,0 0 0 0 0,0 1 0 0 0,0-1 0 0 0,0 0 1 0 0,-1 0-1 0 0,1 1 0 0 0,0-1 0 0 0,-1 1 0 0 0,1-1 0 0 0,0 1 0 0 0,-1 0 0 0 0,1-1 0 0 0,0 1 0 0 0,-1 0 0 0 0,-1 0 0 0 0,2 0-5 0 0,0 0 0 0 0,0 1 0 0 0,0-1 0 0 0,0 0 0 0 0,0 1-1 0 0,0-1 1 0 0,0 1 0 0 0,1-1 0 0 0,-1 1 0 0 0,0 0 0 0 0,0-1 0 0 0,0 1 0 0 0,1 0 0 0 0,-1 0 0 0 0,0-1 0 0 0,1 1-1 0 0,-1 0 1 0 0,1 0 0 0 0,-1 0 0 0 0,1 0 0 0 0,-1 0 0 0 0,1 0 0 0 0,-1 0 0 0 0,1 0 0 0 0,0 0 0 0 0,0 0-1 0 0,-1 2 1 0 0,-8 57 2089 0 0,6-16-1105 0 0,3 199 2542 0 0,2-102-2423 0 0,-2-90-924 0 0,25 684 3760 0 0,-21-687-3660 0 0,9 163 853 0 0,-14-222-968 0 0,0 0 0 0 0,-1 0 0 0 0,0 0 0 0 0,-7-19 0 0 0,-2-7-270 0 0,-50-312-294 0 0,25-4 178 0 0,35 352 106 0 0,-7-91-114 0 0,6-136 1 0 0,4 194 48 0 0,2 0 0 0 0,1 0 0 0 0,1 0 0 0 0,2 1 1 0 0,2 0-1 0 0,1 0 0 0 0,17-36 0 0 0,-18 50-2 0 0,1 1-1 0 0,0 1 1 0 0,1 0-1 0 0,1 0 1 0 0,23-22-1 0 0,-25 29 15 0 0,0-1 1 0 0,1 2-1 0 0,1-1 0 0 0,-1 2 0 0 0,1-1 1 0 0,1 2-1 0 0,0 0 0 0 0,14-5 0 0 0,-22 10 26 0 0,0 0-1 0 0,0 0 1 0 0,-1 1-1 0 0,1 0 1 0 0,0 0-1 0 0,0 1 1 0 0,1-1 0 0 0,-1 1-1 0 0,0 1 1 0 0,0-1-1 0 0,0 1 1 0 0,0 0-1 0 0,0 0 1 0 0,-1 1-1 0 0,11 3 1 0 0,-9-1 15 0 0,0 0 0 0 0,0 0 0 0 0,-1 1 1 0 0,1-1-1 0 0,-1 2 0 0 0,0-1 0 0 0,-1 0 1 0 0,1 1-1 0 0,-1 0 0 0 0,8 12 0 0 0,-2 1 51 0 0,-1 0-1 0 0,-1 1 0 0 0,0 0 0 0 0,-2 1 0 0 0,0 0 0 0 0,-1 0 1 0 0,5 37-1 0 0,-6-27 18 0 0,-2 0-1 0 0,-1 1 1 0 0,-2-1 0 0 0,-4 37 0 0 0,3-56-21 0 0,-1 1 0 0 0,0-1 1 0 0,-1-1-1 0 0,-1 1 0 0 0,0 0 0 0 0,0-1 0 0 0,-1 0 0 0 0,-1 0 0 0 0,0 0 0 0 0,0 0 0 0 0,-1-1 0 0 0,0 0 1 0 0,-14 14-1 0 0,9-14-6 0 0,0-1 1 0 0,-1 1-1 0 0,0-2 1 0 0,0 0-1 0 0,0-1 1 0 0,-1 0-1 0 0,-1-1 1 0 0,1 0-1 0 0,-1-1 1 0 0,0-1-1 0 0,0 0 1 0 0,0-1-1 0 0,0-1 1 0 0,-1 0-1 0 0,1-1 1 0 0,-1-1-1 0 0,1-1 1 0 0,-25-3-1 0 0,37 4-21 0 0,-1-1 0 0 0,1 0 0 0 0,-1 0 0 0 0,1-1 0 0 0,0 1 0 0 0,0-1 0 0 0,-1 0 0 0 0,1 1 0 0 0,0-1 0 0 0,0-1 0 0 0,1 1 0 0 0,-1 0 0 0 0,0-1 0 0 0,1 1 0 0 0,0-1 0 0 0,-4-4 0 0 0,5 5-21 0 0,0 0 0 0 0,0 0-1 0 0,0 0 1 0 0,0 0 0 0 0,0 0 0 0 0,0-1-1 0 0,1 1 1 0 0,-1 0 0 0 0,1 0 0 0 0,0 0-1 0 0,-1-1 1 0 0,1 1 0 0 0,0 0 0 0 0,0-1-1 0 0,0 1 1 0 0,1 0 0 0 0,-1 0 0 0 0,1-1 0 0 0,-1 1-1 0 0,1 0 1 0 0,0 0 0 0 0,-1 0 0 0 0,1-1-1 0 0,0 1 1 0 0,1 0 0 0 0,1-3 0 0 0,-2 3-11 0 0,0 1-1 0 0,0-1 1 0 0,1 1 0 0 0,-1 0 0 0 0,0-1 0 0 0,1 1 0 0 0,-1 0 0 0 0,1 0-1 0 0,-1-1 1 0 0,1 1 0 0 0,-1 0 0 0 0,1 1 0 0 0,0-1 0 0 0,-1 0 0 0 0,1 0-1 0 0,0 1 1 0 0,0-1 0 0 0,0 1 0 0 0,-1 0 0 0 0,1-1 0 0 0,0 1 0 0 0,0 0 0 0 0,0 0-1 0 0,0 0 1 0 0,0 0 0 0 0,0 1 0 0 0,-1-1 0 0 0,1 0 0 0 0,0 1 0 0 0,0-1-1 0 0,2 2 1 0 0,1 0-13 0 0,0 1 0 0 0,1 0-1 0 0,-1 0 1 0 0,0 1 0 0 0,-1 0-1 0 0,1 0 1 0 0,-1 0 0 0 0,7 7-1 0 0,17 23 59 0 0,-2 2-1 0 0,37 63 1 0 0,32 86 282 0 0,-60-114-137 0 0,58 128 246 0 0,-76-156-358 0 0,-1 0 0 0 0,16 78 0 0 0,-31-114 842 0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19.464"/>
    </inkml:context>
    <inkml:brush xml:id="br0">
      <inkml:brushProperty name="width" value="0.1" units="cm"/>
      <inkml:brushProperty name="height" value="0.1" units="cm"/>
      <inkml:brushProperty name="color" value="#CC0066"/>
    </inkml:brush>
  </inkml:definitions>
  <inkml:trace contextRef="#ctx0" brushRef="#br0">88 460 2880 0 0,'11'-1'533'0'0,"0"0"0"0"0,0-1-1 0 0,0-1 1 0 0,0 0 0 0 0,14-6 0 0 0,-5 1-124 0 0,0-2 0 0 0,0-1 0 0 0,-1-1 1 0 0,-1 0-1 0 0,0-1 0 0 0,-1-1 0 0 0,0-1 0 0 0,22-24 0 0 0,-16 7 69 0 0,-19 24-217 0 0,-1 0 0 0 0,0 0 0 0 0,0-1 0 0 0,0 1 0 0 0,-1 0 0 0 0,0-1 0 0 0,-1 0 0 0 0,0 1 0 0 0,0-1 0 0 0,-1 0 0 0 0,-2-16 0 0 0,2 21-187 0 0,-1 1 0 0 0,1-1 0 0 0,-1 0 0 0 0,0 1 0 0 0,-1-1 0 0 0,1 1 0 0 0,0-1 0 0 0,-1 1 0 0 0,0-1 0 0 0,0 1 0 0 0,0 0 0 0 0,0 0 0 0 0,-1 0 0 0 0,1 0 0 0 0,-1 1 0 0 0,1-1 0 0 0,-1 0 0 0 0,0 1 0 0 0,0 0 0 0 0,0 0 0 0 0,-1 0 0 0 0,1 0 0 0 0,0 0 0 0 0,-1 1 0 0 0,1 0 0 0 0,-1-1 0 0 0,0 1 0 0 0,1 0 0 0 0,-1 1 0 0 0,-3-1 0 0 0,-1 0-44 0 0,0 1 0 0 0,0 1 1 0 0,0-1-1 0 0,1 1 0 0 0,-1 0 0 0 0,0 1 0 0 0,1 0 1 0 0,-1 0-1 0 0,1 1 0 0 0,0 0 0 0 0,0 0 0 0 0,0 1 1 0 0,0-1-1 0 0,-11 10 0 0 0,-3 2 35 0 0,2 2 0 0 0,0 0 0 0 0,-20 23 0 0 0,28-27 111 0 0,0-1-1 0 0,2 2 0 0 0,-1-1 1 0 0,2 1-1 0 0,0 0 0 0 0,0 1 1 0 0,2 0-1 0 0,-1 0 0 0 0,2 1 1 0 0,0 0-1 0 0,1 0 0 0 0,1 0 1 0 0,0 0-1 0 0,1 0 0 0 0,1 1 1 0 0,1 23-1 0 0,4 19 253 0 0,2 1 0 0 0,2-2-1 0 0,3 1 1 0 0,31 94 0 0 0,-36-138-358 0 0,1 1 0 0 0,0-1 0 0 0,1-1 0 0 0,0 0-1 0 0,1 0 1 0 0,1 0 0 0 0,0-1 0 0 0,1-1 0 0 0,0 0 0 0 0,1 0 0 0 0,1-1 0 0 0,22 15 0 0 0,-27-20-33 0 0,1-1 0 0 0,0-1 0 0 0,0 0 1 0 0,0 0-1 0 0,1 0 0 0 0,-1-1 1 0 0,1-1-1 0 0,0 0 0 0 0,0 0 1 0 0,0-1-1 0 0,0 0 0 0 0,0-1 1 0 0,0 0-1 0 0,0 0 0 0 0,0-1 1 0 0,0 0-1 0 0,0-1 0 0 0,0 0 0 0 0,-1-1 1 0 0,1 0-1 0 0,-1-1 0 0 0,12-5 1 0 0,-6 1-13 0 0,0 0 1 0 0,-1-1-1 0 0,0-1 0 0 0,0 0 1 0 0,-1-1-1 0 0,0 0 1 0 0,-1-1-1 0 0,-1-1 1 0 0,13-16-1 0 0,-11 10 19 0 0,-1 0-1 0 0,-1 0 0 0 0,-1-1 1 0 0,-1-1-1 0 0,-1 1 1 0 0,12-44-1 0 0,20-111-120 0 0,58-200 469 0 0,-95 366-401 0 0,0 0 1 0 0,1 0-1 0 0,0 0 1 0 0,1 1-1 0 0,0-1 1 0 0,0 1 0 0 0,1 0-1 0 0,0 0 1 0 0,0 1-1 0 0,0 0 1 0 0,14-11-1 0 0,-19 17 1 0 0,1 0-1 0 0,-1 0 1 0 0,1 0-1 0 0,-1 1 1 0 0,1-1-1 0 0,0 1 1 0 0,-1-1-1 0 0,1 1 1 0 0,-1-1 0 0 0,1 1-1 0 0,0 0 1 0 0,-1 0-1 0 0,1 0 1 0 0,0 0-1 0 0,-1 0 1 0 0,1 0-1 0 0,0 0 1 0 0,-1 1-1 0 0,1-1 1 0 0,0 1-1 0 0,-1-1 1 0 0,1 1-1 0 0,-1-1 1 0 0,1 1-1 0 0,-1 0 1 0 0,1 0-1 0 0,-1 0 1 0 0,1 0-1 0 0,-1 0 1 0 0,0 0-1 0 0,0 0 1 0 0,1 0-1 0 0,-1 0 1 0 0,1 2 0 0 0,3 4-5 0 0,0-1 0 0 0,0 1 0 0 0,-1 0 0 0 0,0 1 0 0 0,5 10 0 0 0,5 18-20 0 0,-2 0 0 0 0,-1 2 1 0 0,-2-1-1 0 0,7 56 0 0 0,2 157 152 0 0,-11-118 264 0 0,-6-99-341 0 0,2 16-48 0 0,-3-49 10 0 0,0 0 0 0 0,0 1 0 0 0,0-1 0 0 0,0 0-1 0 0,0 0 1 0 0,0 1 0 0 0,0-1 0 0 0,0 0 0 0 0,1 0-1 0 0,-1 1 1 0 0,0-1 0 0 0,0 0 0 0 0,0 0 0 0 0,0 1-1 0 0,0-1 1 0 0,1 0 0 0 0,-1 0 0 0 0,0 0 0 0 0,0 1-1 0 0,0-1 1 0 0,0 0 0 0 0,1 0 0 0 0,-1 0 0 0 0,0 0-1 0 0,0 0 1 0 0,1 0 0 0 0,-1 1 0 0 0,0-1 0 0 0,0 0-1 0 0,1 0 1 0 0,-1 0 0 0 0,0 0 0 0 0,0 0-1 0 0,1 0 1 0 0,-1 0 0 0 0,0 0 0 0 0,0 0 0 0 0,1 0-1 0 0,-1 0 1 0 0,0 0 0 0 0,0 0 0 0 0,1 0 0 0 0,-1 0-1 0 0,0 0 1 0 0,0 0 0 0 0,1-1 0 0 0,-1 1 0 0 0,0 0-1 0 0,0 0 1 0 0,1 0 0 0 0,-1 0 0 0 0,0 0 0 0 0,0-1-1 0 0,0 1 1 0 0,1 0 0 0 0,-1 0 0 0 0,0 0 0 0 0,0-1-1 0 0,0 1 1 0 0,0 0 0 0 0,0 0 0 0 0,0-1 0 0 0,1 1-1 0 0,-1 0 1 0 0,0-1 0 0 0,5-18 38 0 0,0-1 0 0 0,-2 0 0 0 0,0-1-1 0 0,0-29 1 0 0,0 4-55 0 0,24-174-497 0 0,-20 178 542 0 0,3 1 1 0 0,1 0 0 0 0,20-49 0 0 0,-22 69-25 0 0,1-5 6 0 0,2 1-1 0 0,20-34 0 0 0,-28 52-24 0 0,0 2 0 0 0,0-1 0 0 0,1 0 1 0 0,0 1-1 0 0,0 0 0 0 0,0 0 0 0 0,0 0 0 0 0,1 1 0 0 0,0 0 0 0 0,0 0 0 0 0,0 0 0 0 0,0 1 0 0 0,1-1 0 0 0,10-2 0 0 0,-16 6-4 0 0,1-1 0 0 0,-1 1 0 0 0,1 0-1 0 0,-1 0 1 0 0,1 0 0 0 0,0 0 0 0 0,-1 0-1 0 0,1 0 1 0 0,-1 1 0 0 0,1-1 0 0 0,-1 0-1 0 0,1 1 1 0 0,-1-1 0 0 0,1 1 0 0 0,-1 0-1 0 0,1-1 1 0 0,-1 1 0 0 0,0 0 0 0 0,1 0-1 0 0,-1 0 1 0 0,0 0 0 0 0,0 0 0 0 0,1 0-1 0 0,-1 0 1 0 0,0 1 0 0 0,0-1 0 0 0,0 0 0 0 0,-1 1-1 0 0,2 1 1 0 0,2 3-10 0 0,-1 1-1 0 0,0 0 1 0 0,0 0-1 0 0,0 0 1 0 0,1 8-1 0 0,6 32 14 0 0,-2 0 0 0 0,4 86 0 0 0,-13 98-198 0 0,0-188 251 0 0,-1 105 213 0 0,2-148-245 0 0,0 0 0 0 0,0 0-1 0 0,0 0 1 0 0,0-1 0 0 0,0 1 0 0 0,1 0 0 0 0,-1 0 0 0 0,0 0 0 0 0,0 0 0 0 0,0 0-1 0 0,0 0 1 0 0,0 0 0 0 0,0 0 0 0 0,0 0 0 0 0,0 0 0 0 0,0 0 0 0 0,1 0-1 0 0,-1 0 1 0 0,0 0 0 0 0,0 0 0 0 0,0 1 0 0 0,0-1 0 0 0,0 0 0 0 0,0 0 0 0 0,0 0-1 0 0,0 0 1 0 0,0 0 0 0 0,1 0 0 0 0,-1 0 0 0 0,0 0 0 0 0,0 0 0 0 0,0 0-1 0 0,0 0 1 0 0,0 0 0 0 0,0 0 0 0 0,0 0 0 0 0,0 1 0 0 0,0-1 0 0 0,0 0 0 0 0,5-13 103 0 0,33-148-193 0 0,4-16-376 0 0,-33 152 415 0 0,0 0 1 0 0,1 0-1 0 0,1 1 0 0 0,30-44 0 0 0,-38 64 32 0 0,14-22-80 0 0,27-28 0 0 0,-38 48 56 0 0,-1 0-1 0 0,2 0 0 0 0,-1 0 1 0 0,1 1-1 0 0,-1 0 1 0 0,1 1-1 0 0,1-1 1 0 0,-1 1-1 0 0,13-4 0 0 0,-19 7 27 0 0,0 1 0 0 0,-1 0 0 0 0,1 0 0 0 0,0-1 0 0 0,-1 1-1 0 0,1 0 1 0 0,0 0 0 0 0,-1 0 0 0 0,1 0 0 0 0,0 0 0 0 0,-1 0-1 0 0,1 0 1 0 0,0 0 0 0 0,-1 0 0 0 0,1 1 0 0 0,0-1-1 0 0,-1 0 1 0 0,1 0 0 0 0,-1 1 0 0 0,1-1 0 0 0,0 0 0 0 0,-1 0-1 0 0,1 1 1 0 0,-1-1 0 0 0,1 1 0 0 0,-1-1 0 0 0,1 1 0 0 0,-1-1-1 0 0,1 1 1 0 0,-1-1 0 0 0,1 1 0 0 0,6 21-83 0 0,-6-19 74 0 0,4 23 155 0 0,-1 0 0 0 0,0 48 0 0 0,-8 57-258 0 0,3-118 42 0 0,-4 66 85 0 0,-2 83-195 0 0,7-138 428 0 0,2-1 0 0 0,1 1 0 0 0,0 0 0 0 0,12 38 1 0 0,-13-56-209 0 0,0-1 0 0 0,0 0 1 0 0,1 1-1 0 0,-1-1 0 0 0,6 7 1 0 0,-7-11-56 0 0,-1 0 1 0 0,1 0 0 0 0,0 0-1 0 0,0 0 1 0 0,0 0 0 0 0,-1 0-1 0 0,1 0 1 0 0,0-1 0 0 0,0 1 0 0 0,0 0-1 0 0,0-1 1 0 0,0 1 0 0 0,0-1-1 0 0,0 1 1 0 0,1-1 0 0 0,-1 1-1 0 0,0-1 1 0 0,0 0 0 0 0,0 1-1 0 0,0-1 1 0 0,0 0 0 0 0,1 0-1 0 0,-1 0 1 0 0,0 0 0 0 0,0 0 0 0 0,0 0-1 0 0,1 0 1 0 0,-1-1 0 0 0,0 1-1 0 0,0 0 1 0 0,0-1 0 0 0,2 0-1 0 0,1-2-252 0 0,1 0 0 0 0,-1 0-1 0 0,0 0 1 0 0,0-1 0 0 0,-1 0 0 0 0,1 0-1 0 0,-1 0 1 0 0,0 0 0 0 0,0 0 0 0 0,0-1-1 0 0,4-8 1 0 0,24-63-2983 0 0,-21 49 2214 0 0,34-76-2734 0 0,-10 24 3637 0 0,30-105 1 0 0,-52 148 443 0 0,-8 24 124 0 0,1 1-1 0 0,0 0 1 0 0,7-10 0 0 0,-9 30 612 0 0,-1 7-360 0 0,-1 58 1077 0 0,7 114 939 0 0,-5-159-2379 0 0,2 1 0 0 0,1-1 1 0 0,1-1-1 0 0,15 40 0 0 0,-18-58-270 0 0,0 0-1 0 0,1 0 0 0 0,0-1 0 0 0,1 0 0 0 0,0 0 1 0 0,0 0-1 0 0,13 12 0 0 0,-15-17-34 0 0,1 0 1 0 0,0 0-1 0 0,0-1 0 0 0,0 1 0 0 0,0-1 0 0 0,0 0 0 0 0,0-1 1 0 0,1 0-1 0 0,-1 1 0 0 0,1-2 0 0 0,0 1 0 0 0,0-1 1 0 0,-1 1-1 0 0,1-2 0 0 0,0 1 0 0 0,9-1 0 0 0,-5 0-16 0 0,1-1-1 0 0,-1 0 0 0 0,0-1 1 0 0,0 0-1 0 0,0-1 0 0 0,-1 0 1 0 0,1-1-1 0 0,-1 0 0 0 0,1 0 1 0 0,12-9-1 0 0,-9 4 31 0 0,0 0-1 0 0,0-1 0 0 0,-1-1 1 0 0,-1 0-1 0 0,0-1 1 0 0,12-15-1 0 0,-7 3 35 0 0,0 0 0 0 0,-2 0 0 0 0,0-2 0 0 0,-2 0 1 0 0,-1 0-1 0 0,-1-1 0 0 0,8-34 0 0 0,-11 30 50 0 0,-1 0 1 0 0,-2-1-1 0 0,0 0 1 0 0,-3-58-1 0 0,-2 76-77 0 0,0-1-1 0 0,-1 1 1 0 0,-1 0-1 0 0,0 0 1 0 0,-1 0-1 0 0,0 0 1 0 0,-1 0-1 0 0,-1 1 1 0 0,0 0-1 0 0,-1 0 1 0 0,0 1-1 0 0,-18-23 1 0 0,18 27-50 0 0,-1 1-1 0 0,0 0 1 0 0,0 1 0 0 0,0 0-1 0 0,-1 0 1 0 0,0 0-1 0 0,-1 1 1 0 0,1 1 0 0 0,-1-1-1 0 0,0 2 1 0 0,0-1 0 0 0,0 1-1 0 0,0 1 1 0 0,0 0-1 0 0,-1 0 1 0 0,1 1 0 0 0,-1 1-1 0 0,-11 0 1 0 0,8 0-12 0 0,1 1 0 0 0,0 1 0 0 0,0 0 0 0 0,0 1 0 0 0,0 0 0 0 0,0 1 1 0 0,1 0-1 0 0,-1 1 0 0 0,1 0 0 0 0,0 1 0 0 0,1 1 0 0 0,-1 0 0 0 0,-17 15 0 0 0,22-15 6 0 0,1 0 0 0 0,-1 0 0 0 0,2 1 0 0 0,-1 0 0 0 0,1 0 0 0 0,0 1 0 0 0,1-1 0 0 0,0 1 0 0 0,0 0 0 0 0,1 0 0 0 0,0 1 0 0 0,1-1 0 0 0,0 1 0 0 0,0-1 0 0 0,1 1 0 0 0,0-1 0 0 0,1 1 0 0 0,0 0 0 0 0,3 15 0 0 0,-3-16 0 0 0,2-1 1 0 0,-1 1 0 0 0,1 0-1 0 0,1 0 1 0 0,-1-1 0 0 0,1 1-1 0 0,1-1 1 0 0,0 0 0 0 0,0 0-1 0 0,1 0 1 0 0,-1 0 0 0 0,2-1-1 0 0,-1 0 1 0 0,1 0 0 0 0,0 0 0 0 0,1-1-1 0 0,-1 0 1 0 0,1 0 0 0 0,0 0-1 0 0,1-1 1 0 0,8 4 0 0 0,-7-4-9 0 0,1-1 0 0 0,1 0 0 0 0,-1-1 0 0 0,0 0 1 0 0,1-1-1 0 0,0 0 0 0 0,0-1 0 0 0,-1 0 0 0 0,1 0 0 0 0,0-1 1 0 0,0-1-1 0 0,14-2 0 0 0,-10 0 47 0 0,1-1-1 0 0,-1-1 1 0 0,0 0 0 0 0,0-1-1 0 0,-1 0 1 0 0,1-2 0 0 0,20-13-1 0 0,1-6 256 0 0,-2-2 0 0 0,0-1-1 0 0,-2-1 1 0 0,54-70 0 0 0,-61 70-61 0 0,-8 12 47 0 0,-1-1 0 0 0,-1-1 1 0 0,-1-1-1 0 0,12-25 0 0 0,-23 36 281 0 0,-4 19 350 0 0,14 183-192 0 0,-2-63-499 0 0,-8-75-145 0 0,-3-20-51 0 0,2 0-1 0 0,2 0 1 0 0,13 58-1 0 0,-16-86-16 0 0,1-1-1 0 0,-1 1 1 0 0,1-1 0 0 0,0 0-1 0 0,0 0 1 0 0,0 1-1 0 0,1-2 1 0 0,-1 1 0 0 0,1 0-1 0 0,0 0 1 0 0,0-1 0 0 0,0 1-1 0 0,1-1 1 0 0,-1 0-1 0 0,1 0 1 0 0,0 0 0 0 0,0-1-1 0 0,0 1 1 0 0,0-1 0 0 0,0 0-1 0 0,0 0 1 0 0,1-1-1 0 0,-1 1 1 0 0,0-1 0 0 0,1 0-1 0 0,0 0 1 0 0,-1 0 0 0 0,1-1-1 0 0,0 1 1 0 0,-1-1 0 0 0,1 0-1 0 0,0-1 1 0 0,-1 1-1 0 0,1-1 1 0 0,4-1 0 0 0,-1-1 15 0 0,0 0 0 0 0,0 0 0 0 0,0 0 1 0 0,-1-1-1 0 0,0-1 0 0 0,1 1 0 0 0,-2-1 1 0 0,1 0-1 0 0,0-1 0 0 0,7-7 0 0 0,-2 0 32 0 0,-1-1 0 0 0,0 1 0 0 0,17-29 0 0 0,-4-5 120 0 0,-2-1-1 0 0,16-55 1 0 0,10-21-39 0 0,-36 97-260 0 0,-2 0 0 0 0,0-1 1 0 0,9-46-1 0 0,-19 86-12 0 0,1 0 0 0 0,4 18 0 0 0,1 12 211 0 0,1 60 144 0 0,13 79 116 0 0,-18-168-318 0 0,1-1 0 0 0,1 0 0 0 0,0 0 0 0 0,1 0 0 0 0,0 0 0 0 0,1-1-1 0 0,0 0 1 0 0,0 0 0 0 0,15 18 0 0 0,-15-22-11 0 0,1-1 0 0 0,-1 0-1 0 0,1 0 1 0 0,0 0-1 0 0,0 0 1 0 0,0-1-1 0 0,1-1 1 0 0,0 1-1 0 0,0-1 1 0 0,0 0-1 0 0,1-1 1 0 0,-1 0 0 0 0,1 0-1 0 0,12 1 1 0 0,-8-2 12 0 0,1-1 0 0 0,-1 0 0 0 0,0-1 0 0 0,0 0 0 0 0,0-2 0 0 0,1 1 1 0 0,-1-2-1 0 0,0 1 0 0 0,21-9 0 0 0,-18 5 30 0 0,0-2 0 0 0,0 0-1 0 0,-1 0 1 0 0,0-2 0 0 0,0 0 0 0 0,21-19 0 0 0,-16 9 28 0 0,0 0 1 0 0,-2-1 0 0 0,0-1 0 0 0,-2-1 0 0 0,0 0 0 0 0,-2-1-1 0 0,0-1 1 0 0,19-51 0 0 0,-25 51 4 0 0,0 0-1 0 0,8-51 1 0 0,-16 74-47 0 0,1-1 0 0 0,-1 0 0 0 0,0 0 1 0 0,0 1-1 0 0,0-1 0 0 0,0 0 0 0 0,0 0 0 0 0,-1 1 1 0 0,1-1-1 0 0,-1 0 0 0 0,1 1 0 0 0,-1-1 0 0 0,0 1 1 0 0,0-1-1 0 0,-1 1 0 0 0,1-1 0 0 0,0 1 1 0 0,-1 0-1 0 0,0-1 0 0 0,1 1 0 0 0,-1 0 0 0 0,-3-3 1 0 0,2 3 1 0 0,0 1 1 0 0,1 0-1 0 0,-1-1 1 0 0,0 1-1 0 0,0 0 0 0 0,0 0 1 0 0,0 0-1 0 0,0 1 1 0 0,-1-1-1 0 0,1 1 1 0 0,0 0-1 0 0,0 0 1 0 0,0 0-1 0 0,0 0 1 0 0,0 0-1 0 0,-1 1 1 0 0,1-1-1 0 0,0 1 1 0 0,-3 1-1 0 0,-2 1 13 0 0,0 0 1 0 0,0 1-1 0 0,1-1 1 0 0,0 1-1 0 0,0 1 1 0 0,0 0-1 0 0,0 0 1 0 0,1 0-1 0 0,0 1 1 0 0,0 0-1 0 0,0 0 1 0 0,0 0-1 0 0,1 1 1 0 0,0-1-1 0 0,1 1 1 0 0,0 1-1 0 0,0-1 1 0 0,-4 12-1 0 0,-1 2 52 0 0,2 0-1 0 0,1 1 0 0 0,0 0 1 0 0,2 0-1 0 0,-3 37 0 0 0,4-27 68 0 0,3 47 0 0 0,2-64-100 0 0,0 0-1 0 0,0-1 1 0 0,1 1 0 0 0,1-1 0 0 0,10 25 0 0 0,-9-28-47 0 0,1 1-1 0 0,-1-1 1 0 0,2 0 0 0 0,0 0-1 0 0,0-1 1 0 0,1 0 0 0 0,0 0-1 0 0,1-1 1 0 0,0 0-1 0 0,0-1 1 0 0,1 0 0 0 0,0 0-1 0 0,0-1 1 0 0,1 0 0 0 0,0-1-1 0 0,0 0 1 0 0,1-1 0 0 0,0 0-1 0 0,22 6 1 0 0,-13-7-913 0 0,35 2 0 0 0,4-6-762 0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20.627"/>
    </inkml:context>
    <inkml:brush xml:id="br0">
      <inkml:brushProperty name="width" value="0.1" units="cm"/>
      <inkml:brushProperty name="height" value="0.1" units="cm"/>
      <inkml:brushProperty name="color" value="#CC0066"/>
    </inkml:brush>
  </inkml:definitions>
  <inkml:trace contextRef="#ctx0" brushRef="#br0">5 655 6945 0 0,'0'1'57'0'0,"-1"0"1"0"0,0 1-1 0 0,1-1 1 0 0,-1 0-1 0 0,1 0 0 0 0,0 1 1 0 0,-1-1-1 0 0,1 0 1 0 0,0 0-1 0 0,0 1 0 0 0,0-1 1 0 0,0 0-1 0 0,0 1 0 0 0,0-1 1 0 0,0 0-1 0 0,0 0 1 0 0,1 1-1 0 0,-1-1 0 0 0,0 0 1 0 0,1 0-1 0 0,-1 1 1 0 0,1-1-1 0 0,-1 0 0 0 0,1 0 1 0 0,0 0-1 0 0,0 0 1 0 0,-1 0-1 0 0,1 0 0 0 0,1 1 1 0 0,0 0-55 0 0,0-1 0 0 0,0 1 0 0 0,0-1 0 0 0,0 0 0 0 0,0 0 0 0 0,1 0 1 0 0,-1 0-1 0 0,0 0 0 0 0,0-1 0 0 0,1 1 0 0 0,-1-1 0 0 0,1 1 0 0 0,-1-1 0 0 0,0 0 0 0 0,1 0 1 0 0,2 0-1 0 0,4-2 76 0 0,-1 1 1 0 0,0-1 0 0 0,0-1-1 0 0,0 0 1 0 0,0 0-1 0 0,-1 0 1 0 0,1-1 0 0 0,-1 0-1 0 0,0-1 1 0 0,0 1 0 0 0,0-1-1 0 0,-1-1 1 0 0,10-9 0 0 0,0-2 62 0 0,-1 0 1 0 0,0-1 0 0 0,22-37 0 0 0,-26 35-19 0 0,-2 0 1 0 0,0-1-1 0 0,-1 0 1 0 0,-2 0-1 0 0,0-1 1 0 0,-1 0-1 0 0,-1 0 1 0 0,2-33-1 0 0,-5-21 159 0 0,-2 59-230 0 0,-1-1 1 0 0,-1 0 0 0 0,0 1 0 0 0,-1-1-1 0 0,-1 1 1 0 0,0 0 0 0 0,-2 0 0 0 0,0 1-1 0 0,-11-19 1 0 0,16 31 24 0 0,0 1 0 0 0,0 0 0 0 0,0 0 0 0 0,-1 0 0 0 0,1 0 0 0 0,-1 0-1 0 0,0 1 1 0 0,1-1 0 0 0,-1 1 0 0 0,-1-1 0 0 0,1 1 0 0 0,0 0 0 0 0,0 1 0 0 0,-1-1 0 0 0,1 0 0 0 0,-1 1 0 0 0,0 0 0 0 0,1 0-1 0 0,-1 0 1 0 0,0 0 0 0 0,0 0 0 0 0,1 1 0 0 0,-1 0 0 0 0,0 0 0 0 0,-4 0 0 0 0,2 1-23 0 0,1 0 1 0 0,-1 1 0 0 0,1 0-1 0 0,-1 0 1 0 0,1 0-1 0 0,0 0 1 0 0,0 1-1 0 0,0 0 1 0 0,0 0-1 0 0,0 0 1 0 0,0 1 0 0 0,1-1-1 0 0,0 1 1 0 0,0 0-1 0 0,0 0 1 0 0,-4 7-1 0 0,-1 2 4 0 0,1 1 0 0 0,0 0 0 0 0,1 1 0 0 0,1-1 0 0 0,0 2 0 0 0,1-1-1 0 0,0 0 1 0 0,2 1 0 0 0,-4 25 0 0 0,1 19 148 0 0,3 70 0 0 0,3-105-210 0 0,27 372 1456 0 0,-5-154-934 0 0,8 31 269 0 0,-5-55-73 0 0,-23-201-657 0 0,1 33 129 0 0,-3-48-140 0 0,0 0-1 0 0,0 0 1 0 0,-1 0-1 0 0,1-1 1 0 0,-1 1-1 0 0,1 0 1 0 0,-1-1-1 0 0,0 1 0 0 0,0 0 1 0 0,0-1-1 0 0,-1 1 1 0 0,1-1-1 0 0,-1 1 1 0 0,-2 2-1 0 0,4-4-53 0 0,0-1 0 0 0,0 1 0 0 0,0-1 0 0 0,0 1 0 0 0,-1 0-1 0 0,1-1 1 0 0,0 1 0 0 0,0-1 0 0 0,0 1 0 0 0,0 0 0 0 0,0-1-1 0 0,0 1 1 0 0,0-1 0 0 0,1 1 0 0 0,-1-1 0 0 0,0 1 0 0 0,0 0-1 0 0,0-1 1 0 0,1 1 0 0 0,-1-1 0 0 0,0 1 0 0 0,0-1 0 0 0,1 1-1 0 0,-1-1 1 0 0,1 1 0 0 0,-1-1 0 0 0,0 1 0 0 0,1-1 0 0 0,-1 0 0 0 0,1 1-1 0 0,0 0 1 0 0,16 12-92 0 0,-14-10 93 0 0,1-1-1 0 0,0 0 0 0 0,-1-1 0 0 0,1 1 0 0 0,0-1 1 0 0,0 0-1 0 0,0 0 0 0 0,0 0 0 0 0,0 0 0 0 0,0-1 0 0 0,0 1 1 0 0,0-1-1 0 0,0 0 0 0 0,0 0 0 0 0,7-2 0 0 0,-4 1 10 0 0,-1-1 0 0 0,1 0-1 0 0,-1-1 1 0 0,0 0 0 0 0,0 0-1 0 0,0 0 1 0 0,0 0 0 0 0,9-8-1 0 0,1-3 4 0 0,-1 0 0 0 0,-1-1-1 0 0,0-1 1 0 0,-1 0 0 0 0,13-21 0 0 0,-11 12-11 0 0,0-2 1 0 0,-2 1 0 0 0,-1-2-1 0 0,-1 0 1 0 0,-2 0-1 0 0,9-42 1 0 0,-13 44 55 0 0,-2 1 0 0 0,-1-1 0 0 0,-1 1 0 0 0,-1-1 0 0 0,-1 0 0 0 0,-9-44 0 0 0,4 38 12 0 0,-3 0-1 0 0,0 1 1 0 0,-2 0-1 0 0,-24-47 0 0 0,30 67-36 0 0,-1 1-1 0 0,0-1 0 0 0,-1 1 1 0 0,-1 0-1 0 0,0 1 1 0 0,-14-15-1 0 0,16 19-30 0 0,0 0-1 0 0,-1 1 1 0 0,1-1 0 0 0,-1 1 0 0 0,0 1-1 0 0,0-1 1 0 0,-1 1 0 0 0,1 0 0 0 0,-1 1-1 0 0,1 0 1 0 0,-9-1 0 0 0,1 0 26 0 0,0 2 0 0 0,0 0 0 0 0,0 0-1 0 0,-22 3 1 0 0,33-2-137 0 0,0 0 0 0 0,0 1 0 0 0,1-1 1 0 0,-1 1-1 0 0,0 0 0 0 0,1 0 0 0 0,-1 0 0 0 0,1 1 0 0 0,-1-1 0 0 0,1 1 0 0 0,0 0 0 0 0,0 0 0 0 0,-1 0 1 0 0,1 0-1 0 0,1 0 0 0 0,-1 1 0 0 0,0 0 0 0 0,1-1 0 0 0,-1 1 0 0 0,1 0 0 0 0,0 0 0 0 0,-1 0 0 0 0,-1 5 1 0 0,4-6-299 0 0,-1-1 0 0 0,1 1 0 0 0,0-1 0 0 0,0 0 0 0 0,-1 1 0 0 0,1-1 1 0 0,0 1-1 0 0,0-1 0 0 0,1 0 0 0 0,-1 1 0 0 0,0-1 0 0 0,0 1 1 0 0,1-1-1 0 0,-1 0 0 0 0,1 1 0 0 0,-1-1 0 0 0,1 0 0 0 0,0 0 1 0 0,-1 1-1 0 0,1-1 0 0 0,0 0 0 0 0,1 1 0 0 0,22 20-6141 0 0,-19-18 5869 0 0,2 3-977 0 0</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22.764"/>
    </inkml:context>
    <inkml:brush xml:id="br0">
      <inkml:brushProperty name="width" value="0.1" units="cm"/>
      <inkml:brushProperty name="height" value="0.1" units="cm"/>
      <inkml:brushProperty name="color" value="#CC0066"/>
    </inkml:brush>
  </inkml:definitions>
  <inkml:trace contextRef="#ctx0" brushRef="#br0">42 827 1720 0 0,'-2'2'68'0'0,"0"0"0"0"0,0-1 0 0 0,0 1 0 0 0,0 0 0 0 0,1 0 0 0 0,-1 0 0 0 0,1 0 0 0 0,0 1 0 0 0,-1-1 0 0 0,1 0 0 0 0,0 1 0 0 0,0-1 0 0 0,-1 4 0 0 0,-7 35 701 0 0,8-35-539 0 0,-4 27 1205 0 0,2 0 0 0 0,2-1 1 0 0,1 1-1 0 0,6 54 0 0 0,1-39-26 0 0,2-1-1 0 0,24 70 0 0 0,-28-101-1268 0 0,1 0-1 0 0,0 0 1 0 0,2-1-1 0 0,0 0 1 0 0,16 22 0 0 0,15 7-91 0 0,-35-41-46 0 0,0 1 0 0 0,0-1-1 0 0,1 1 1 0 0,-1-1 0 0 0,1-1 0 0 0,0 1 0 0 0,0-1-1 0 0,0 0 1 0 0,0 0 0 0 0,1 0 0 0 0,-1-1 0 0 0,0 1-1 0 0,1-1 1 0 0,-1-1 0 0 0,1 1 0 0 0,-1-1-1 0 0,1 0 1 0 0,-1 0 0 0 0,1-1 0 0 0,-1 1 0 0 0,1-1-1 0 0,-1 0 1 0 0,1-1 0 0 0,-1 1 0 0 0,0-1 0 0 0,0 0-1 0 0,0-1 1 0 0,0 1 0 0 0,0-1 0 0 0,0 0 0 0 0,6-5-1 0 0,0-1-38 0 0,-1-1-1 0 0,0 0 1 0 0,0-1-1 0 0,-1 0 1 0 0,0 0-1 0 0,-1-1 0 0 0,11-20 1 0 0,-9 11 40 0 0,-1 0 1 0 0,-1-1-1 0 0,0 0 1 0 0,3-24-1 0 0,1-21 119 0 0,-4-1 0 0 0,0-80 1 0 0,-6 103-86 0 0,-1 31-10 0 0,-1-140 413 0 0,-2 148-161 0 0,1 9-197 0 0,-2 13-110 0 0,3 61 231 0 0,3 0-1 0 0,3 0 1 0 0,31 137 0 0 0,-30-182-267 0 0,1-1 0 0 0,18 43 0 0 0,-22-64-41 0 0,0 0-1 0 0,1-1 1 0 0,0 0 0 0 0,1 0-1 0 0,-1-1 1 0 0,2 1 0 0 0,-1-1 0 0 0,1-1-1 0 0,0 1 1 0 0,1-1 0 0 0,12 10 0 0 0,-16-15 34 0 0,-1-1 0 0 0,0 1 1 0 0,1 0-1 0 0,-1-1 0 0 0,1 1 1 0 0,0-1-1 0 0,-1 0 1 0 0,1 0-1 0 0,0-1 0 0 0,0 1 1 0 0,0-1-1 0 0,-1 0 0 0 0,1 0 1 0 0,0 0-1 0 0,0 0 1 0 0,0-1-1 0 0,-1 0 0 0 0,1 1 1 0 0,0-1-1 0 0,0-1 0 0 0,-1 1 1 0 0,1 0-1 0 0,-1-1 0 0 0,1 0 1 0 0,-1 0-1 0 0,0 0 1 0 0,6-5-1 0 0,0 0 7 0 0,0-2 1 0 0,-1 1-1 0 0,0-1 1 0 0,-1 0-1 0 0,0-1 0 0 0,0 0 1 0 0,9-19-1 0 0,0-5 96 0 0,-3-1 0 0 0,0-1-1 0 0,-3 0 1 0 0,12-74 0 0 0,-14 71-17 0 0,38-266 93 0 0,0-1 867 0 0,-32 238-740 0 0,-2 15 35 0 0,-3 0 0 0 0,6-89 1 0 0,-4 499 858 0 0,-11-295-1129 0 0,6 203 95 0 0,-1-205 62 0 0,2 0 0 0 0,21 81 0 0 0,-23-121-178 0 0,1 0 1 0 0,0-1-1 0 0,2 1 0 0 0,19 33 0 0 0,-24-47-6 0 0,1-1 1 0 0,0 0-1 0 0,0 0 0 0 0,0 0 0 0 0,1-1 0 0 0,-1 1 0 0 0,1-1 0 0 0,0 0 0 0 0,6 3 0 0 0,-8-5-7 0 0,1-1 0 0 0,0 1 0 0 0,-1-1 0 0 0,1 1 0 0 0,0-1-1 0 0,0 0 1 0 0,0-1 0 0 0,0 1 0 0 0,0-1 0 0 0,0 1 0 0 0,0-1 0 0 0,0-1-1 0 0,0 1 1 0 0,0 0 0 0 0,6-3 0 0 0,-2 1 18 0 0,0-1 0 0 0,-1 0 0 0 0,1-1 0 0 0,-1 0 0 0 0,0 0 0 0 0,0-1-1 0 0,-1 1 1 0 0,1-1 0 0 0,-1-1 0 0 0,0 1 0 0 0,0-1 0 0 0,-1-1 0 0 0,0 1 0 0 0,6-8 0 0 0,1-6 0 0 0,1 0 1 0 0,-2-1-1 0 0,15-38 1 0 0,-3-8-102 0 0,-3-1-1 0 0,14-81 1 0 0,8-145 249 0 0,-25 162-186 0 0,-1 19 530 0 0,1-139 0 0 0,-20 234-130 0 0,1 17-248 0 0,0 11-262 0 0,-7 168 267 0 0,3-31 256 0 0,3-103-214 0 0,-18 376 303 0 0,21-332-298 0 0,4-1 1 0 0,26 151-1 0 0,-20-195 20 0 0,1 0-1 0 0,24 60 1 0 0,-26-82-3 0 0,1-1-1 0 0,1 1 1 0 0,0-1-1 0 0,2-1 1 0 0,0-1 0 0 0,20 22-1 0 0,-27-34-106 0 0,0 0 1 0 0,1 0-1 0 0,0 0 0 0 0,0-1 0 0 0,0 0 0 0 0,1 0 1 0 0,0-1-1 0 0,0 0 0 0 0,0-1 0 0 0,10 4 0 0 0,-12-6-41 0 0,0 1 0 0 0,0-1 1 0 0,0 0-1 0 0,0-1 0 0 0,0 1 0 0 0,0-1 0 0 0,1-1 0 0 0,-1 1 0 0 0,0-1 0 0 0,0 0 0 0 0,0 0 1 0 0,0-1-1 0 0,0 0 0 0 0,0 0 0 0 0,6-3 0 0 0,-2 0-28 0 0,0-1 0 0 0,-1 0 1 0 0,1-1-1 0 0,-1 0 0 0 0,-1 0 0 0 0,1-1 0 0 0,-2 0 1 0 0,1 0-1 0 0,9-14 0 0 0,-6 6-34 0 0,-1-1-1 0 0,-1 0 1 0 0,0-1-1 0 0,11-35 1 0 0,-4-6-111 0 0,-3 0 1 0 0,9-95-1 0 0,-21 142 140 0 0,11-72-144 0 0,-3 26-4 0 0,1-76 0 0 0,-16 105 386 0 0,6 29-219 0 0,0-1 0 0 0,-1 1 0 0 0,1-1 0 0 0,0 1-1 0 0,0-1 1 0 0,-1 1 0 0 0,1-1 0 0 0,0 1 0 0 0,0-1 0 0 0,-1 1-1 0 0,1 0 1 0 0,0-1 0 0 0,-1 1 0 0 0,1 0 0 0 0,-1-1 0 0 0,1 1-1 0 0,-1 0 1 0 0,1-1 0 0 0,0 1 0 0 0,-2 0 0 0 0,2 0-13 0 0,-1 0 1 0 0,0 0 0 0 0,1 0-1 0 0,-1 1 1 0 0,1-1 0 0 0,-1 0-1 0 0,1 1 1 0 0,-1-1-1 0 0,0 0 1 0 0,1 1 0 0 0,0-1-1 0 0,-1 1 1 0 0,1-1-1 0 0,-1 0 1 0 0,1 1 0 0 0,-1-1-1 0 0,1 1 1 0 0,0 0 0 0 0,-1-1-1 0 0,1 1 1 0 0,0-1-1 0 0,0 1 1 0 0,-1 0 0 0 0,-2 8-15 0 0,0 0-1 0 0,0 0 1 0 0,1 0 0 0 0,0 1 0 0 0,1-1 0 0 0,0 11 0 0 0,-5 64 221 0 0,4 1 1 0 0,10 94-1 0 0,-5-152-233 0 0,1-1 0 0 0,1 1 0 0 0,16 49 0 0 0,-16-64 29 0 0,0 1-1 0 0,1-1 1 0 0,1 0 0 0 0,-1-1 0 0 0,2 1 0 0 0,0-1 0 0 0,0-1 0 0 0,1 0 0 0 0,14 13 0 0 0,-18-19 13 0 0,0 0 0 0 0,0 0 0 0 0,0-1 0 0 0,1 1 0 0 0,-1-2 0 0 0,1 1 0 0 0,0 0 0 0 0,0-1 0 0 0,0 0 0 0 0,0-1 1 0 0,0 1-1 0 0,0-1 0 0 0,0 0 0 0 0,1-1 0 0 0,-1 1 0 0 0,0-1 0 0 0,1-1 0 0 0,-1 1 0 0 0,0-1 0 0 0,0 0 0 0 0,1 0 0 0 0,-1-1 0 0 0,0 0 0 0 0,0 0 1 0 0,0-1-1 0 0,-1 1 0 0 0,1-1 0 0 0,-1 0 0 0 0,1-1 0 0 0,8-6 0 0 0,-1-1-3 0 0,0-1 0 0 0,-1 0 0 0 0,0 0-1 0 0,-1-2 1 0 0,0 1 0 0 0,-1-1 0 0 0,0-1 0 0 0,-1 0 0 0 0,-1 0-1 0 0,-1-1 1 0 0,8-22 0 0 0,-1-6-39 0 0,-2 0 0 0 0,12-91 0 0 0,-16 61-119 0 0,-3-1 0 0 0,-9-134 0 0 0,3 194 216 0 0,-1 1 0 0 0,0 1 0 0 0,-1-1 0 0 0,-1 0 0 0 0,-7-18 0 0 0,9 27-45 0 0,-1 0 1 0 0,1 0 0 0 0,-1 1-1 0 0,-1-1 1 0 0,1 0-1 0 0,-1 1 1 0 0,1 0-1 0 0,-1 0 1 0 0,0 0 0 0 0,-1 0-1 0 0,1 1 1 0 0,-1 0-1 0 0,1 0 1 0 0,-1 0-1 0 0,-7-3 1 0 0,2 3-50 0 0,1 0 1 0 0,-2 0-1 0 0,1 1 1 0 0,0 0-1 0 0,0 1 0 0 0,-1 0 1 0 0,1 1-1 0 0,-1 0 0 0 0,1 1 1 0 0,0 0-1 0 0,-1 1 1 0 0,1-1-1 0 0,0 2 0 0 0,0 0 1 0 0,0 0-1 0 0,1 1 1 0 0,-16 8-1 0 0,13-7-26 0 0,0 2 0 0 0,1 0 0 0 0,-1 0-1 0 0,2 1 1 0 0,-1 0 0 0 0,1 1 0 0 0,0 0 0 0 0,1 1 0 0 0,0 0 0 0 0,1 0 0 0 0,0 1 0 0 0,0 0-1 0 0,-8 19 1 0 0,9-10-3 0 0,0 0-1 0 0,2 1 1 0 0,1 0 0 0 0,0 0-1 0 0,1 0 1 0 0,1 30-1 0 0,1-35 53 0 0,1 0 0 0 0,1 0 0 0 0,1 0-1 0 0,0 0 1 0 0,7 24 0 0 0,-6-29-15 0 0,2-1 0 0 0,-1 1 0 0 0,1-1 0 0 0,0 1 0 0 0,1-1-1 0 0,1-1 1 0 0,14 18 0 0 0,-17-22 20 0 0,1 1-1 0 0,0-2 1 0 0,1 1 0 0 0,-1-1-1 0 0,1 1 1 0 0,0-2-1 0 0,0 1 1 0 0,0-1-1 0 0,1 0 1 0 0,-1 0-1 0 0,1 0 1 0 0,-1-1-1 0 0,1 0 1 0 0,0-1-1 0 0,0 1 1 0 0,0-1 0 0 0,0 0-1 0 0,9-1 1 0 0,-7 0 7 0 0,1-1 1 0 0,0-1 0 0 0,-1 1-1 0 0,1-2 1 0 0,-1 1-1 0 0,1-1 1 0 0,-1 0 0 0 0,0-1-1 0 0,0 0 1 0 0,-1-1 0 0 0,1 0-1 0 0,13-10 1 0 0,-6 1 6 0 0,0 0 0 0 0,-1 0-1 0 0,-1-2 1 0 0,0 1 0 0 0,-1-2 0 0 0,19-32 0 0 0,-4-3-52 0 0,22-58 0 0 0,-34 70 62 0 0,2 1 0 0 0,2 1-1 0 0,1 1 1 0 0,29-40 0 0 0,-47 72-52 0 0,1 0 1 0 0,0 0-1 0 0,0 0 1 0 0,1 1-1 0 0,-1 0 0 0 0,1 0 1 0 0,0 0-1 0 0,0 0 1 0 0,0 1-1 0 0,0-1 0 0 0,1 1 1 0 0,0 1-1 0 0,-1-1 1 0 0,11-2-1 0 0,-15 5 30 0 0,0 0 0 0 0,0 0 1 0 0,1 0-1 0 0,-1 0 0 0 0,0 0 0 0 0,1 0 0 0 0,-1 0 1 0 0,0 1-1 0 0,1-1 0 0 0,-1 0 0 0 0,0 1 0 0 0,0-1 1 0 0,0 1-1 0 0,1-1 0 0 0,-1 1 0 0 0,0 0 0 0 0,0 0 0 0 0,0-1 1 0 0,0 1-1 0 0,0 0 0 0 0,0 0 0 0 0,0 0 0 0 0,0 0 1 0 0,0 2-1 0 0,19 29 92 0 0,-18-28-81 0 0,9 23 100 0 0,0 0 1 0 0,-2 1-1 0 0,0 0 1 0 0,5 40-1 0 0,9 120 495 0 0,-15-18-5 0 0,-2-27 120 0 0,-1-113-140 0 0,-5-30-571 0 0,0 0 1 0 0,1 1-1 0 0,-1-1 1 0 0,0 0-1 0 0,0 0 1 0 0,0 0-1 0 0,0 0 1 0 0,0 0-1 0 0,0 0 1 0 0,0 0-1 0 0,1 1 1 0 0,-1-1-1 0 0,0 0 1 0 0,0 0-1 0 0,0 0 1 0 0,0 0-1 0 0,0 0 1 0 0,0 0 0 0 0,1 0-1 0 0,-1 0 1 0 0,0 0-1 0 0,0 0 1 0 0,0 0-1 0 0,0 0 1 0 0,1 0-1 0 0,-1 0 1 0 0,0 0-1 0 0,0 0 1 0 0,0 0-1 0 0,0 0 1 0 0,0 0-1 0 0,1 0 1 0 0,-1 0-1 0 0,0 0 1 0 0,0 0-1 0 0,0 0 1 0 0,0 0-1 0 0,0 0 1 0 0,1-1-1 0 0,-1 1 1 0 0,0 0-1 0 0,0 0 1 0 0,0 0-1 0 0,0 0 1 0 0,11-14 300 0 0,2-15-84 0 0,0 1 0 0 0,15-52 0 0 0,-11 26-161 0 0,-7 25-63 0 0,108-277-610 0 0,-116 302 591 0 0,9-17-134 0 0,24-40 0 0 0,-32 56 116 0 0,1 0-1 0 0,-1 1 0 0 0,1-1 1 0 0,0 1-1 0 0,0 0 1 0 0,0 0-1 0 0,1 1 1 0 0,0-1-1 0 0,-1 1 1 0 0,1 0-1 0 0,0 0 0 0 0,1 1 1 0 0,7-4-1 0 0,-11 6 25 0 0,-1 0-1 0 0,1-1 1 0 0,-1 1 0 0 0,1 0-1 0 0,-1 0 1 0 0,1 0-1 0 0,-1 0 1 0 0,1 0 0 0 0,-1 0-1 0 0,1 1 1 0 0,-1-1-1 0 0,1 0 1 0 0,-1 1-1 0 0,1-1 1 0 0,-1 1 0 0 0,1 0-1 0 0,-1-1 1 0 0,0 1-1 0 0,1 0 1 0 0,-1 0-1 0 0,0 0 1 0 0,0 0 0 0 0,0 0-1 0 0,0 0 1 0 0,0 0-1 0 0,0 0 1 0 0,0 1-1 0 0,0-1 1 0 0,0 0 0 0 0,0 0-1 0 0,-1 1 1 0 0,2 1-1 0 0,2 6 5 0 0,-1-1 1 0 0,0 0-1 0 0,-1 1 0 0 0,2 11 0 0 0,-3-14 10 0 0,19 161 354 0 0,-18-128-161 0 0,2-1 1 0 0,1 1-1 0 0,2-1 0 0 0,18 58 1 0 0,-22-88-157 0 0,1 0 1 0 0,-1 0-1 0 0,2 0 0 0 0,-1 0 1 0 0,1-1-1 0 0,0 0 0 0 0,1 0 1 0 0,0 0-1 0 0,0-1 0 0 0,0 1 1 0 0,1-1-1 0 0,0-1 0 0 0,0 0 1 0 0,12 7-1 0 0,-8-6-146 0 0,1-1 1 0 0,0 0 0 0 0,0-1-1 0 0,0-1 1 0 0,0 0-1 0 0,1 0 1 0 0,-1-1 0 0 0,1-1-1 0 0,20 0 1 0 0,55-7-1742 0 0,-53 0 895 0 0</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23.385"/>
    </inkml:context>
    <inkml:brush xml:id="br0">
      <inkml:brushProperty name="width" value="0.1" units="cm"/>
      <inkml:brushProperty name="height" value="0.1" units="cm"/>
      <inkml:brushProperty name="color" value="#CC0066"/>
    </inkml:brush>
  </inkml:definitions>
  <inkml:trace contextRef="#ctx0" brushRef="#br0">70 187 3048 0 0,'-8'-3'1060'0'0,"0"0"352"0"0,-1-1 0 0 0,0 2 0 0 0,0-1 1 0 0,-18-1-1 0 0,70 2-749 0 0,47-8 0 0 0,-8 0-104 0 0,278-21 2542 0 0,-236 22-2301 0 0,154-19 1384 0 0,-104-1 155 0 0,-65 2-168 0 0,-71 13-574 0 0,-41 15-2557 0 0,0-1-1 0 0,0 0 1 0 0,0 0-1 0 0,-1-1 0 0 0,1 1 1 0 0,-6-2-1 0 0,-5 0-4045 0 0,-18 0-5544 0 0,23 0 7592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1.467"/>
    </inkml:context>
    <inkml:brush xml:id="br0">
      <inkml:brushProperty name="width" value="0.1" units="cm"/>
      <inkml:brushProperty name="height" value="0.1" units="cm"/>
      <inkml:brushProperty name="color" value="#CC0066"/>
    </inkml:brush>
  </inkml:definitions>
  <inkml:trace contextRef="#ctx0" brushRef="#br0">423 9 1720 0 0,'-1'0'47'0'0,"0"-1"0"0"0,0 0-1 0 0,0 0 1 0 0,0 0 0 0 0,0 1 0 0 0,-1-1-1 0 0,1 0 1 0 0,0 1 0 0 0,0-1 0 0 0,0 1-1 0 0,-1-1 1 0 0,1 1 0 0 0,0 0 0 0 0,-1 0 0 0 0,1-1-1 0 0,0 1 1 0 0,-1 0 0 0 0,1 0 0 0 0,0 0-1 0 0,-1 1 1 0 0,1-1 0 0 0,0 0 0 0 0,-1 0-1 0 0,1 1 1 0 0,-2 0 0 0 0,1-1 209 0 0,-1 1 0 0 0,1-1 1 0 0,-1 1-1 0 0,0-1 0 0 0,1 0 0 0 0,-1 0 1 0 0,1 0-1 0 0,-6-1 0 0 0,-2-1 154 0 0,-1 1 0 0 0,1 0 0 0 0,0 1 0 0 0,-1 0 0 0 0,1 1 0 0 0,0 0 0 0 0,-14 4 0 0 0,-87 16 883 0 0,68-12-875 0 0,9-1 706 0 0,-40 15 0 0 0,73-19-1073 0 0,1-1 0 0 0,-1 0 0 0 0,1 1 0 0 0,0-1 0 0 0,0 1 0 0 0,0-1 0 0 0,0 1 0 0 0,1 4 0 0 0,-1-7-17 0 0,20 159 1692 0 0,2 20-47 0 0,10 319-822 0 0,5 54 2746 0 0,-32-494-3192 0 0,4 69 424 0 0,-9-176-18302 0 0,0 12 12857 0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2.039"/>
    </inkml:context>
    <inkml:brush xml:id="br0">
      <inkml:brushProperty name="width" value="0.1" units="cm"/>
      <inkml:brushProperty name="height" value="0.1" units="cm"/>
      <inkml:brushProperty name="color" value="#CC0066"/>
    </inkml:brush>
  </inkml:definitions>
  <inkml:trace contextRef="#ctx0" brushRef="#br0">622 32 1720 0 0,'0'-2'36'0'0,"-1"1"0"0"0,1-1 1 0 0,-1 0-1 0 0,0 0 0 0 0,0 1 0 0 0,0-1 0 0 0,0 1 1 0 0,0-1-1 0 0,0 1 0 0 0,0-1 0 0 0,-1 1 0 0 0,1 0 1 0 0,0 0-1 0 0,-1-1 0 0 0,1 1 0 0 0,-1 0 0 0 0,1 0 1 0 0,-1 0-1 0 0,0 1 0 0 0,1-1 0 0 0,-1 0 0 0 0,0 1 1 0 0,0-1-1 0 0,1 1 0 0 0,-1-1 0 0 0,0 1 0 0 0,0 0 1 0 0,0 0-1 0 0,0 0 0 0 0,1 0 0 0 0,-3 0 0 0 0,-4 1-6 0 0,0 0 0 0 0,0 0 0 0 0,0 1 0 0 0,1 0 0 0 0,-1 0 0 0 0,-9 5 0 0 0,-17 8 491 0 0,1 1 0 0 0,-54 37 0 0 0,72-42 86 0 0,0 0 0 0 0,1 0 0 0 0,1 1-1 0 0,0 1 1 0 0,1 0 0 0 0,0 1 0 0 0,-17 27 0 0 0,25-35-440 0 0,1 1-1 0 0,0 0 1 0 0,0 0 0 0 0,0 1-1 0 0,1-1 1 0 0,0 0 0 0 0,1 1-1 0 0,-1-1 1 0 0,2 1 0 0 0,-1 0-1 0 0,1-1 1 0 0,1 13 0 0 0,0-12-77 0 0,0 0 1 0 0,1 0-1 0 0,0-1 0 0 0,1 1 1 0 0,5 12-1 0 0,4 2 57 0 0,1-1 0 0 0,0 0-1 0 0,2-1 1 0 0,24 28 0 0 0,78 66 337 0 0,-2 0-140 0 0,-105-103-308 0 0,0 0 0 0 0,-1 0 0 0 0,-1 1-1 0 0,0 1 1 0 0,-1 0 0 0 0,0 0 0 0 0,0 0 0 0 0,8 28 0 0 0,-14-36 48 0 0,0 0 1 0 0,-1-1-1 0 0,1 1 0 0 0,-1 0 0 0 0,0 0 0 0 0,0 0 1 0 0,0 0-1 0 0,0 0 0 0 0,-1 0 0 0 0,0-1 1 0 0,0 1-1 0 0,-1 0 0 0 0,1-1 0 0 0,-1 1 0 0 0,0 0 1 0 0,0-1-1 0 0,0 0 0 0 0,-1 0 0 0 0,0 0 1 0 0,0 0-1 0 0,0 0 0 0 0,0 0 0 0 0,0 0 0 0 0,-1-1 1 0 0,1 0-1 0 0,-1 0 0 0 0,0 0 0 0 0,0 0 1 0 0,0-1-1 0 0,-9 5 0 0 0,-16 6 251 0 0,0-1 0 0 0,-1-2 0 0 0,0-1 0 0 0,-59 10 0 0 0,-125 8 264 0 0,198-26-665 0 0,5 1-142 0 0,0-1 0 0 0,1 0-1 0 0,-1-1 1 0 0,0 0 0 0 0,0-1-1 0 0,0 0 1 0 0,1-1 0 0 0,-12-2-1 0 0,21 3-219 0 0,-1 0-1 0 0,0 0 1 0 0,1 0-1 0 0,-1 0 1 0 0,1 0-1 0 0,0-1 1 0 0,-1 1-1 0 0,1 0 1 0 0,0-1-1 0 0,0 1 0 0 0,0-1 1 0 0,0 0-1 0 0,0 1 1 0 0,0-1-1 0 0,0 0 1 0 0,1 1-1 0 0,-1-1 1 0 0,0 0-1 0 0,1 0 1 0 0,0 1-1 0 0,-1-1 1 0 0,1 0-1 0 0,0 0 1 0 0,0 0-1 0 0,0 0 0 0 0,0 0 1 0 0,0 1-1 0 0,0-1 1 0 0,2-4-1 0 0,7-21-3751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2.582"/>
    </inkml:context>
    <inkml:brush xml:id="br0">
      <inkml:brushProperty name="width" value="0.1" units="cm"/>
      <inkml:brushProperty name="height" value="0.1" units="cm"/>
      <inkml:brushProperty name="color" value="#CC0066"/>
    </inkml:brush>
  </inkml:definitions>
  <inkml:trace contextRef="#ctx0" brushRef="#br0">42 1 1576 0 0,'4'322'2518'0'0,"-4"221"7479"0"0,-4-472-8832 0 0,-2-15-73 0 0,4-44-781 0 0,2-7-45 0 0,-1 0 0 0 0,0 0 0 0 0,0 0 0 0 0,0 0 0 0 0,0 0 0 0 0,-1-1 0 0 0,1 1 0 0 0,-2 0 0 0 0,1-1 0 0 0,-4 8 0 0 0,6-12-245 0 0,0 0-1 0 0,-1 0 0 0 0,1 0 1 0 0,0 0-1 0 0,0 0 1 0 0,0 0-1 0 0,0 0 1 0 0,0 0-1 0 0,0 0 1 0 0,0 0-1 0 0,0 0 0 0 0,0 1 1 0 0,0-1-1 0 0,-1 0 1 0 0,1 0-1 0 0,0 0 1 0 0,0 0-1 0 0,0 0 1 0 0,0 0-1 0 0,0 0 0 0 0,0 0 1 0 0,0 0-1 0 0,0 0 1 0 0,-1 0-1 0 0,1 0 1 0 0,0-1-1 0 0,0 1 1 0 0,0 0-1 0 0,0 0 0 0 0,0 0 1 0 0,0 0-1 0 0,0 0 1 0 0,0 0-1 0 0,0 0 1 0 0,0 0-1 0 0,-1 0 0 0 0,1 0 1 0 0,0 0-1 0 0,0 0 1 0 0,0 0-1 0 0,0 0 1 0 0,0 0-1 0 0,0-1 1 0 0,0 1-1 0 0,0 0 0 0 0,0 0 1 0 0,0 0-1 0 0,0 0 1 0 0,0 0-1 0 0,0 0 1 0 0,0 0-1 0 0,0 0 1 0 0,0-1-1 0 0,0 1 0 0 0,0 0 1 0 0,0 0-1 0 0,0 0 1 0 0,0 0-1 0 0,0 0 1 0 0,0 0-1 0 0,0 0 0 0 0,0 0 1 0 0,0 0-1 0 0,0-1 1 0 0,0 1-1 0 0,0 0 1 0 0,-4-19 98 0 0,1-1 1 0 0,1 1 0 0 0,1-1 0 0 0,1-32-1 0 0,0 27-156 0 0,1-22-283 0 0,1 1 0 0 0,3-1 0 0 0,16-73 0 0 0,-16 102 149 0 0,0 0 1 0 0,1 0-1 0 0,1 0 1 0 0,1 1-1 0 0,0 0 0 0 0,1 1 1 0 0,1 0-1 0 0,1 0 0 0 0,0 1 1 0 0,1 0-1 0 0,0 1 0 0 0,17-14 1 0 0,-21 21 113 0 0,0 1 0 0 0,1 0 0 0 0,0 0 0 0 0,1 1 0 0 0,-1 0 0 0 0,1 0 0 0 0,0 1 0 0 0,0 1 0 0 0,0 0 0 0 0,0 0 0 0 0,18-2 0 0 0,-23 4 35 0 0,1 1 0 0 0,0 0 1 0 0,0 0-1 0 0,-1 1 0 0 0,1-1 0 0 0,0 1 0 0 0,-1 0 1 0 0,1 1-1 0 0,0-1 0 0 0,-1 1 0 0 0,0 0 0 0 0,1 1 1 0 0,-1-1-1 0 0,0 1 0 0 0,0 0 0 0 0,0 0 1 0 0,-1 1-1 0 0,1 0 0 0 0,-1-1 0 0 0,0 1 0 0 0,0 1 1 0 0,0-1-1 0 0,6 10 0 0 0,1 5 53 0 0,-1 0 1 0 0,-1 0-1 0 0,0 1 0 0 0,-2 0 0 0 0,0 1 1 0 0,-2 0-1 0 0,0 0 0 0 0,3 36 1 0 0,-2 20 380 0 0,-4 81 0 0 0,-3-124-315 0 0,0 7-42 0 0,0-18-161 0 0,3 36 1 0 0,-2-58-8 0 0,-1-1 1 0 0,1 0 0 0 0,0 1 0 0 0,0-1-1 0 0,0 0 1 0 0,0 0 0 0 0,0 1-1 0 0,0-1 1 0 0,0 0 0 0 0,0 1-1 0 0,1-1 1 0 0,-1 0 0 0 0,0 0 0 0 0,0 1-1 0 0,0-1 1 0 0,0 0 0 0 0,41-38-15829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3.617"/>
    </inkml:context>
    <inkml:brush xml:id="br0">
      <inkml:brushProperty name="width" value="0.1" units="cm"/>
      <inkml:brushProperty name="height" value="0.1" units="cm"/>
      <inkml:brushProperty name="color" value="#CC0066"/>
    </inkml:brush>
  </inkml:definitions>
  <inkml:trace contextRef="#ctx0" brushRef="#br0">79 340 2328 0 0,'-2'1'20'0'0,"1"0"-1"0"0,-1 0 1 0 0,0-1-1 0 0,1 2 1 0 0,-1-1-1 0 0,1 0 1 0 0,-1 0-1 0 0,1 0 1 0 0,-1 1-1 0 0,1-1 1 0 0,0 1-1 0 0,0-1 1 0 0,-1 1-1 0 0,1-1 1 0 0,0 1-1 0 0,1 0 1 0 0,-1 0-1 0 0,-1 1 1 0 0,-2 8 46 0 0,0 0 1 0 0,0-1 0 0 0,1 2 0 0 0,0-1-1 0 0,1 0 1 0 0,0 0 0 0 0,1 1-1 0 0,0-1 1 0 0,1 13 0 0 0,1-1 607 0 0,1 0 0 0 0,1 0 0 0 0,10 36 0 0 0,-7-36 135 0 0,2 1-1 0 0,1-1 0 0 0,22 42 1 0 0,-27-57-668 0 0,2 1-1 0 0,-1-1 1 0 0,1 0 0 0 0,0 0 0 0 0,1-1-1 0 0,0 0 1 0 0,0 0 0 0 0,0-1 0 0 0,1 0 0 0 0,0 0-1 0 0,0-1 1 0 0,17 9 0 0 0,-18-11-40 0 0,0-1-1 0 0,1 0 1 0 0,-1 0-1 0 0,13 1 1 0 0,-14-3-50 0 0,1 0 0 0 0,0 0 0 0 0,-1 0 0 0 0,1-1 0 0 0,-1 0-1 0 0,1 0 1 0 0,-1-1 0 0 0,1 0 0 0 0,-1 0 0 0 0,0 0 0 0 0,1-1 0 0 0,-1 0 0 0 0,-1 0 0 0 0,10-6 0 0 0,-5 1 14 0 0,0 0-1 0 0,0-1 0 0 0,-1 0 0 0 0,0-1 1 0 0,-1 0-1 0 0,10-14 0 0 0,-9 9-26 0 0,-1 0 0 0 0,0-1 0 0 0,-1 1 0 0 0,-1-2-1 0 0,-1 1 1 0 0,0-1 0 0 0,4-25 0 0 0,-2 4-27 0 0,-2 0 0 0 0,-1 0 0 0 0,-2-1 0 0 0,-2 1 1 0 0,-6-61-1 0 0,4 87 35 0 0,0 0 1 0 0,-1 0-1 0 0,0 1 1 0 0,-1-1-1 0 0,0 0 1 0 0,-7-11 0 0 0,7 16-11 0 0,1 1 0 0 0,-1 1 0 0 0,0-1 0 0 0,-1 1 0 0 0,1-1 1 0 0,-1 1-1 0 0,0 1 0 0 0,0-1 0 0 0,-1 1 0 0 0,0 0 0 0 0,1 0 1 0 0,-12-5-1 0 0,4 3-20 0 0,-1 1 0 0 0,0 1 1 0 0,0 1-1 0 0,0 0 0 0 0,0 0 1 0 0,-1 2-1 0 0,1 0 0 0 0,-1 0 1 0 0,1 1-1 0 0,-1 1 0 0 0,1 1 1 0 0,0 0-1 0 0,-23 6 0 0 0,26-5-24 0 0,0 1 0 0 0,0 0 0 0 0,0 1 0 0 0,1 0 0 0 0,-1 0 0 0 0,1 1 0 0 0,-17 14 0 0 0,21-15-1 0 0,0 1 0 0 0,0 0 1 0 0,1 0-1 0 0,-1 1 0 0 0,1-1 1 0 0,1 1-1 0 0,-1 0 0 0 0,1 1 0 0 0,0-1 1 0 0,1 1-1 0 0,-5 13 0 0 0,4-7 7 0 0,1 0 1 0 0,0 1-1 0 0,1-1 0 0 0,0 1 1 0 0,2 0-1 0 0,-1-1 0 0 0,2 1 0 0 0,0-1 1 0 0,0 1-1 0 0,2 0 0 0 0,0-1 1 0 0,0 0-1 0 0,9 23 0 0 0,-5-23 12 0 0,0 1 1 0 0,1-1-1 0 0,0 0 0 0 0,1-1 1 0 0,1 0-1 0 0,0-1 0 0 0,1 0 1 0 0,13 12-1 0 0,-16-16 19 0 0,1-2 0 0 0,0 1 0 0 0,0-1 1 0 0,0 0-1 0 0,1-1 0 0 0,0 0 0 0 0,0-1 0 0 0,0 0 1 0 0,0 0-1 0 0,1-1 0 0 0,-1-1 0 0 0,1 0 0 0 0,14 2 1 0 0,-16-5 0 0 0,0 1 1 0 0,-1-1-1 0 0,1 0 1 0 0,-1 0-1 0 0,0-1 1 0 0,1 0 0 0 0,-1-1-1 0 0,0 0 1 0 0,0 0-1 0 0,-1-1 1 0 0,1 0-1 0 0,9-6 1 0 0,0-1 33 0 0,0-1 0 0 0,0 0 0 0 0,-1-1 0 0 0,-1-1 1 0 0,0 0-1 0 0,-1-1 0 0 0,-1-1 0 0 0,0 0 0 0 0,-1-1 0 0 0,-1 0 0 0 0,0-1 0 0 0,12-29 0 0 0,69-158 187 0 0,-74 166-141 0 0,-13 26-7 0 0,0 1 1 0 0,1 0-1 0 0,11-17 1 0 0,-17 29-108 0 0,0 0 1 0 0,0 0-1 0 0,0 0 1 0 0,1 0-1 0 0,-1 0 1 0 0,0 0-1 0 0,0 0 0 0 0,0 0 1 0 0,0 0-1 0 0,0 0 1 0 0,1 0-1 0 0,-1 0 0 0 0,0 0 1 0 0,0 0-1 0 0,0 0 1 0 0,0 0-1 0 0,0 0 1 0 0,1 0-1 0 0,-1 0 0 0 0,0 1 1 0 0,0-1-1 0 0,0 0 1 0 0,0 0-1 0 0,0 0 1 0 0,0 0-1 0 0,1 0 0 0 0,-1 0 1 0 0,0 0-1 0 0,0 0 1 0 0,0 1-1 0 0,0-1 1 0 0,0 0-1 0 0,0 0 0 0 0,0 0 1 0 0,0 0-1 0 0,0 0 1 0 0,0 0-1 0 0,0 1 0 0 0,0-1 1 0 0,1 0-1 0 0,-1 0 1 0 0,0 0-1 0 0,0 0 1 0 0,0 0-1 0 0,0 1 0 0 0,0-1 1 0 0,0 0-1 0 0,0 0 1 0 0,0 0-1 0 0,-1 0 1 0 0,1 0-1 0 0,0 1 0 0 0,0-1 1 0 0,0 0-1 0 0,0 0 1 0 0,3 15 9 0 0,-3-13-3 0 0,5 48 571 0 0,-1 67 0 0 0,2 33 157 0 0,-3-124-672 0 0,1-1 0 0 0,1 1 0 0 0,1-1 0 0 0,1 0 1 0 0,18 43-1 0 0,-23-64-46 0 0,1 0 0 0 0,-1 1 1 0 0,1-1-1 0 0,0 0 0 0 0,0-1 1 0 0,1 1-1 0 0,-1-1 0 0 0,1 1 1 0 0,0-1-1 0 0,0 0 0 0 0,0 0 1 0 0,0-1-1 0 0,0 1 0 0 0,1-1 1 0 0,-1 0-1 0 0,1 0 0 0 0,-1 0 1 0 0,1-1-1 0 0,0 1 0 0 0,0-1 1 0 0,0 0-1 0 0,0-1 0 0 0,5 1 1 0 0,-2-1 6 0 0,1-1 1 0 0,-1 0-1 0 0,0 0 1 0 0,1 0-1 0 0,-1-1 1 0 0,0-1-1 0 0,0 1 1 0 0,0-1-1 0 0,-1-1 1 0 0,1 1-1 0 0,-1-1 1 0 0,9-6-1 0 0,2-3 7 0 0,-1-1 1 0 0,-1-1-1 0 0,-1 0 0 0 0,0-1 0 0 0,0 0 1 0 0,-2-1-1 0 0,0-1 0 0 0,-1 0 1 0 0,12-27-1 0 0,-3 0-2 0 0,-2-1 0 0 0,25-93 0 0 0,-42 132-20 0 0,2-6 29 0 0,0 0 1 0 0,-1 0 0 0 0,-1-1 0 0 0,0 1-1 0 0,-1-1 1 0 0,0 0 0 0 0,-2-13 0 0 0,1 26-36 0 0,0 0 1 0 0,0 0-1 0 0,0 0 1 0 0,0 1 0 0 0,-1-1-1 0 0,1 0 1 0 0,0 0-1 0 0,0 0 1 0 0,-1 1-1 0 0,1-1 1 0 0,0 0 0 0 0,-1 1-1 0 0,1-1 1 0 0,-1 0-1 0 0,1 1 1 0 0,-1-1-1 0 0,0 1 1 0 0,1-1-1 0 0,-1 0 1 0 0,-1 0 0 0 0,2 1-5 0 0,-1 0 0 0 0,1 0 0 0 0,-1 0 0 0 0,0 0 0 0 0,1 0 0 0 0,-1 0 0 0 0,1 0 0 0 0,-1 0 0 0 0,1 1 1 0 0,-1-1-1 0 0,0 0 0 0 0,1 0 0 0 0,-1 0 0 0 0,1 1 0 0 0,-1-1 0 0 0,1 0 0 0 0,-1 1 0 0 0,1-1 0 0 0,-1 0 0 0 0,1 1 0 0 0,0-1 1 0 0,-1 1-1 0 0,1-1 0 0 0,0 0 0 0 0,-1 1 0 0 0,1-1 0 0 0,0 1 0 0 0,-1-1 0 0 0,1 1 0 0 0,0 0 0 0 0,0-1 0 0 0,-1 1 1 0 0,1 0-1 0 0,-6 13 2 0 0,1 0 0 0 0,0 0 0 0 0,1 1 0 0 0,1-1 1 0 0,0 1-1 0 0,0 16 0 0 0,-2 94 61 0 0,5-108-37 0 0,1 0-1 0 0,0 1 0 0 0,2-1 1 0 0,0 0-1 0 0,1 0 1 0 0,1-1-1 0 0,7 20 0 0 0,-9-28-4 0 0,1-1-1 0 0,-1 0 1 0 0,1 0-1 0 0,1 0 0 0 0,-1-1 1 0 0,1 1-1 0 0,0-1 1 0 0,1 0-1 0 0,-1 0 1 0 0,1-1-1 0 0,0 0 0 0 0,0 0 1 0 0,1 0-1 0 0,0-1 1 0 0,0 0-1 0 0,0 0 0 0 0,0-1 1 0 0,8 3-1 0 0,-6-3 7 0 0,0-1-1 0 0,1 0 0 0 0,-1-1 0 0 0,0 0 0 0 0,1-1 0 0 0,-1 0 1 0 0,0 0-1 0 0,1-1 0 0 0,-1 0 0 0 0,0-1 0 0 0,0 1 0 0 0,0-2 1 0 0,0 0-1 0 0,0 0 0 0 0,0 0 0 0 0,-1-1 0 0 0,1 0 1 0 0,-1-1-1 0 0,12-9 0 0 0,-8 5 3 0 0,0-1 1 0 0,0 0-1 0 0,-2-1 1 0 0,1 0-1 0 0,-1-1 1 0 0,-1 0-1 0 0,0-1 1 0 0,-1 0-1 0 0,0 0 1 0 0,-1-1-1 0 0,8-20 1 0 0,-2-9 211 0 0,-1 0 1 0 0,-3-1-1 0 0,-1 0 0 0 0,-3-1 1 0 0,1-78-1 0 0,-6 117-236 0 0,0-2-58 0 0,1 0 1 0 0,-1 0-1 0 0,-1 0 1 0 0,1 0 0 0 0,-1 0-1 0 0,-1 0 1 0 0,1 0-1 0 0,-1 0 1 0 0,-1 0 0 0 0,0 1-1 0 0,0-1 1 0 0,-4-7 0 0 0,25 86-21454 0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4.225"/>
    </inkml:context>
    <inkml:brush xml:id="br0">
      <inkml:brushProperty name="width" value="0.1" units="cm"/>
      <inkml:brushProperty name="height" value="0.1" units="cm"/>
      <inkml:brushProperty name="color" value="#CC0066"/>
    </inkml:brush>
  </inkml:definitions>
  <inkml:trace contextRef="#ctx0" brushRef="#br0">0 64 4873 0 0,'9'57'917'0'0,"21"35"629"0"0,-19-61 53 0 0,-1 0 0 0 0,-1 0 0 0 0,6 50-1 0 0,-12-49-484 0 0,-1 0-1 0 0,-2 0 1 0 0,-1 1-1 0 0,-7 42 0 0 0,3-58 1877 0 0,5-17-2972 0 0,0 0 0 0 0,0 0 0 0 0,0 0 1 0 0,0 0-1 0 0,0 0 0 0 0,0 0 0 0 0,0 0 1 0 0,0 0-1 0 0,0 0 0 0 0,0 0 0 0 0,0 0 0 0 0,0 0 1 0 0,0 0-1 0 0,-1 0 0 0 0,1 0 0 0 0,0 1 347 0 0,0-1-347 0 0,0 0 0 0 0,-1 0 0 0 0,1 0 1 0 0,0 0-1 0 0,0-18-53 0 0,0 16 308 0 0,1-18-219 0 0,1 0-1 0 0,7-26 1 0 0,-4 19-54 0 0,0 1 64 0 0,34-158-340 0 0,-31 154 114 0 0,1 1 1 0 0,2 0 0 0 0,1 1-1 0 0,18-31 1 0 0,-26 51 135 0 0,1 1 1 0 0,0 0 0 0 0,0 0 0 0 0,1 0 0 0 0,0 1-1 0 0,0-1 1 0 0,1 1 0 0 0,0 1 0 0 0,0-1 0 0 0,0 1-1 0 0,11-5 1 0 0,-14 8 14 0 0,-1 1 0 0 0,1-1 0 0 0,-1 1 0 0 0,1 0 0 0 0,0 0 0 0 0,-1 0-1 0 0,1 1 1 0 0,0 0 0 0 0,0-1 0 0 0,-1 1 0 0 0,1 0 0 0 0,0 1 0 0 0,0-1 0 0 0,-1 1-1 0 0,1-1 1 0 0,0 1 0 0 0,-1 1 0 0 0,1-1 0 0 0,0 0 0 0 0,-1 1 0 0 0,0-1 0 0 0,1 1-1 0 0,-1 0 1 0 0,0 0 0 0 0,0 1 0 0 0,5 4 0 0 0,1 3-33 0 0,0 0-1 0 0,-1 1 1 0 0,0 0-1 0 0,0 1 1 0 0,-2 0-1 0 0,1 0 1 0 0,-2 0-1 0 0,1 0 1 0 0,-2 1-1 0 0,0 0 1 0 0,0 0-1 0 0,1 17 1 0 0,2 13-11 0 0,-2 0-1 0 0,-1 64 1 0 0,-5-88 49 0 0,1-10 28 0 0,0 0 0 0 0,0 0 0 0 0,1 0 0 0 0,3 15 0 0 0,-1-21 145 0 0,3-11-31 0 0,70-134 515 0 0,22-34-178 0 0,-89 161-410 0 0,2 1 0 0 0,0 0 0 0 0,19-18 0 0 0,-24 27-23 0 0,0 0 0 0 0,0 0 0 0 0,0 0 0 0 0,1 1 0 0 0,-1 0 0 0 0,1 1 0 0 0,0-1 0 0 0,0 1 0 0 0,1 1 0 0 0,11-4 0 0 0,-17 6-23 0 0,1-1 0 0 0,0 1 1 0 0,0 0-1 0 0,0 0 0 0 0,0 0 1 0 0,-1 0-1 0 0,1 0 0 0 0,0 1 0 0 0,0-1 1 0 0,0 1-1 0 0,-1 0 0 0 0,1 0 1 0 0,0 0-1 0 0,-1 0 0 0 0,1 0 0 0 0,0 0 1 0 0,-1 1-1 0 0,0-1 0 0 0,1 1 1 0 0,-1 0-1 0 0,0 0 0 0 0,0 0 0 0 0,0 0 1 0 0,0 0-1 0 0,2 2 0 0 0,2 6 32 0 0,0-1 1 0 0,-1 0-1 0 0,0 1 0 0 0,-1 0 0 0 0,4 11 1 0 0,13 45 146 0 0,-4 2 1 0 0,15 104 0 0 0,-12-53-166 0 0,7 55-1917 0 0,-25-160 991 0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4.926"/>
    </inkml:context>
    <inkml:brush xml:id="br0">
      <inkml:brushProperty name="width" value="0.1" units="cm"/>
      <inkml:brushProperty name="height" value="0.1" units="cm"/>
      <inkml:brushProperty name="color" value="#CC0066"/>
    </inkml:brush>
  </inkml:definitions>
  <inkml:trace contextRef="#ctx0" brushRef="#br0">35 1 2824 0 0,'-2'0'124'0'0,"0"0"-1"0"0,0 1 1 0 0,0 0-1 0 0,0-1 1 0 0,0 1-1 0 0,0 0 1 0 0,0 0-1 0 0,1 0 1 0 0,-1 0-1 0 0,0 0 1 0 0,0 0 0 0 0,1 1-1 0 0,-1-1 1 0 0,-1 2-1 0 0,3-2-104 0 0,-1 0-1 0 0,0 0 1 0 0,1 1 0 0 0,-1-1-1 0 0,1 0 1 0 0,-1 0-1 0 0,1 0 1 0 0,0 0 0 0 0,-1 0-1 0 0,1 1 1 0 0,0-1 0 0 0,0 0-1 0 0,0 0 1 0 0,0 0-1 0 0,0 0 1 0 0,0 1 0 0 0,0-1-1 0 0,1 0 1 0 0,-1 0-1 0 0,0 0 1 0 0,0 0 0 0 0,1 1-1 0 0,-1-1 1 0 0,1 0-1 0 0,-1 0 1 0 0,1 0 0 0 0,0 1-1 0 0,2 1 91 0 0,0 1-1 0 0,-1-1 0 0 0,1 0 1 0 0,1 0-1 0 0,-1 0 0 0 0,0 0 1 0 0,1 0-1 0 0,-1-1 1 0 0,1 0-1 0 0,0 0 0 0 0,0 0 1 0 0,5 2-1 0 0,6 2 662 0 0,1-1 0 0 0,22 4 0 0 0,-3-2 501 0 0,0-2 0 0 0,1-2 0 0 0,0-1 0 0 0,-1-2 0 0 0,53-6 0 0 0,-28-5 300 0 0,-51 10-1291 0 0,0-1 0 0 0,0 0 0 0 0,-1 0 1 0 0,1-1-1 0 0,-1 0 0 0 0,0-1 0 0 0,0 0 0 0 0,0 0 0 0 0,0 0 1 0 0,-1-1-1 0 0,13-11 0 0 0,-15 11-1246 0 0,6-14 4693 0 0,-8 5-6573 0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8.400"/>
    </inkml:context>
    <inkml:brush xml:id="br0">
      <inkml:brushProperty name="width" value="0.1" units="cm"/>
      <inkml:brushProperty name="height" value="0.1" units="cm"/>
      <inkml:brushProperty name="color" value="#CC0066"/>
    </inkml:brush>
  </inkml:definitions>
  <inkml:trace contextRef="#ctx0" brushRef="#br0">55 564 1304 0 0,'-2'0'25'0'0,"0"0"-1"0"0,1 1 1 0 0,-1-1 0 0 0,0 0-1 0 0,0 1 1 0 0,1-1 0 0 0,-1 1-1 0 0,0-1 1 0 0,1 1 0 0 0,-1 0 0 0 0,0-1-1 0 0,1 1 1 0 0,-1 0 0 0 0,1 0-1 0 0,-1 0 1 0 0,1 0 0 0 0,0 1-1 0 0,-2 1 1 0 0,0 0 105 0 0,1 0 0 0 0,0 0-1 0 0,1 0 1 0 0,-1 0 0 0 0,0 0 0 0 0,1 1 0 0 0,0-1-1 0 0,-2 7 1 0 0,1 7 792 0 0,0 0 0 0 0,0 0-1 0 0,2 21 1 0 0,0-20 166 0 0,5 120 3401 0 0,0-90-3739 0 0,2 0 1 0 0,17 59-1 0 0,-19-89-496 0 0,1 0 0 0 0,11 21 0 0 0,-13-31-188 0 0,0-1 1 0 0,1 1 0 0 0,0-1-1 0 0,0 0 1 0 0,7 7 0 0 0,-5-7 1 0 0,1 0 1 0 0,-1-1-1 0 0,1 0 1 0 0,0-1-1 0 0,0 0 0 0 0,0 0 1 0 0,1-1-1 0 0,0 0 1 0 0,0 0-1 0 0,0-1 1 0 0,11 3-1 0 0,-14-5-28 0 0,0 0 0 0 0,-1 0 0 0 0,1 0-1 0 0,0-1 1 0 0,-1 0 0 0 0,1 0 0 0 0,0-1 0 0 0,-1 0-1 0 0,1 0 1 0 0,0 0 0 0 0,-1 0 0 0 0,1-1-1 0 0,-1 0 1 0 0,0 0 0 0 0,0-1 0 0 0,0 1 0 0 0,0-1-1 0 0,0 0 1 0 0,8-7 0 0 0,-4 1-22 0 0,0-1 0 0 0,0 0-1 0 0,-1 0 1 0 0,-1-1 0 0 0,0 0 0 0 0,0 0-1 0 0,-1-1 1 0 0,0 0 0 0 0,-1 0 0 0 0,-1 0 0 0 0,6-23-1 0 0,-3 2-108 0 0,-2-1-1 0 0,-1 0 0 0 0,0-40 1 0 0,-3 27-317 0 0,-3 0 0 0 0,-8-48-1 0 0,6 68 243 0 0,-2 0-1 0 0,-1 1 0 0 0,0 0 0 0 0,-22-45 0 0 0,26 64 151 0 0,-1 0 1 0 0,1 1-1 0 0,-2-1 1 0 0,1 1-1 0 0,-1 0 0 0 0,0 0 1 0 0,0 0-1 0 0,-1 0 1 0 0,1 1-1 0 0,-1 0 1 0 0,0 0-1 0 0,-1 1 0 0 0,1 0 1 0 0,-1 0-1 0 0,0 0 1 0 0,0 1-1 0 0,0 0 0 0 0,-1 0 1 0 0,1 1-1 0 0,-1 0 1 0 0,1 0-1 0 0,-1 1 0 0 0,0 0 1 0 0,1 0-1 0 0,-1 1 1 0 0,0 0-1 0 0,0 0 0 0 0,1 1 1 0 0,-1 0-1 0 0,0 0 1 0 0,1 1-1 0 0,-1 0 1 0 0,1 1-1 0 0,-1-1 0 0 0,1 1 1 0 0,0 0-1 0 0,0 1 1 0 0,-11 7-1 0 0,12-6-2 0 0,0 0 1 0 0,0 0-1 0 0,1 1 1 0 0,0 0-1 0 0,0 0 1 0 0,0 0-1 0 0,0 0 1 0 0,1 1-1 0 0,0-1 0 0 0,1 1 1 0 0,-1 0-1 0 0,1 1 1 0 0,1-1-1 0 0,-1 0 1 0 0,1 1-1 0 0,1 0 0 0 0,-2 13 1 0 0,1-1 40 0 0,1-1 0 0 0,1 0 0 0 0,1 1 0 0 0,1-1-1 0 0,7 34 1 0 0,-4-33 21 0 0,1 0-1 0 0,0-1 0 0 0,2 0 0 0 0,0 0 1 0 0,20 33-1 0 0,-21-42-15 0 0,0 0-1 0 0,0-1 1 0 0,0 0-1 0 0,2 0 1 0 0,-1 0-1 0 0,1-1 1 0 0,0 0 0 0 0,0-1-1 0 0,1 0 1 0 0,0 0-1 0 0,12 5 1 0 0,-19-11 10 0 0,0 1 1 0 0,0-1-1 0 0,0 0 0 0 0,0 0 1 0 0,0 0-1 0 0,0-1 0 0 0,0 1 1 0 0,0-1-1 0 0,0 1 0 0 0,1-1 1 0 0,-1 0-1 0 0,0 0 0 0 0,0-1 1 0 0,0 1-1 0 0,0-1 0 0 0,0 1 1 0 0,0-1-1 0 0,0 0 0 0 0,0 0 1 0 0,4-2-1 0 0,-3 0 5 0 0,0 0-1 0 0,-1 0 1 0 0,1 0 0 0 0,-1 0-1 0 0,1-1 1 0 0,-1 1-1 0 0,0-1 1 0 0,0 0 0 0 0,-1 0-1 0 0,1 0 1 0 0,-1 0 0 0 0,2-5-1 0 0,4-14 5 0 0,0 0 0 0 0,-2 0-1 0 0,-1 0 1 0 0,4-30 0 0 0,-7 39-115 0 0,2-13-5 0 0,0-8-66 0 0,2-1 0 0 0,2 1 0 0 0,18-53 0 0 0,-21 78 75 0 0,-1 0 1 0 0,1 1-1 0 0,1-1 0 0 0,-1 1 0 0 0,2 0 0 0 0,12-14 0 0 0,-13 18 9 0 0,-1 0 0 0 0,0 0 0 0 0,1 1 0 0 0,0 0 0 0 0,0 0-1 0 0,0 1 1 0 0,1 0 0 0 0,-1 0 0 0 0,1 0 0 0 0,0 1 0 0 0,10-3 0 0 0,-13 4 36 0 0,1 0-1 0 0,0 1 1 0 0,0 0 0 0 0,0 0-1 0 0,-1 0 1 0 0,1 0-1 0 0,0 1 1 0 0,0 0 0 0 0,-1 0-1 0 0,1 0 1 0 0,0 0 0 0 0,-1 1-1 0 0,1 0 1 0 0,-1 0-1 0 0,0 0 1 0 0,0 0 0 0 0,0 1-1 0 0,0-1 1 0 0,0 1 0 0 0,0 0-1 0 0,0 0 1 0 0,-1 1 0 0 0,0-1-1 0 0,0 1 1 0 0,5 7-1 0 0,1 2 11 0 0,-1 1-1 0 0,0 0 0 0 0,-1 1 1 0 0,0 0-1 0 0,-2 0 0 0 0,7 23 1 0 0,-3 2 382 0 0,-2 0 1 0 0,-1 1-1 0 0,-2-1 0 0 0,-2 1 1 0 0,-1 0-1 0 0,-7 47 1 0 0,-1-58 3269 0 0,5-44-2563 0 0,1-12-1275 0 0,1-1 1 0 0,1 1-1 0 0,2 0 0 0 0,1 0 0 0 0,1 0 0 0 0,0 0 0 0 0,3 1 1 0 0,0 0-1 0 0,1 0 0 0 0,18-34 0 0 0,-18 43 4 0 0,1-1 0 0 0,0 2 0 0 0,2-1 1 0 0,-1 2-1 0 0,2-1 0 0 0,0 2 0 0 0,0-1 0 0 0,2 2 0 0 0,-1 0 0 0 0,2 1 1 0 0,-1 0-1 0 0,1 1 0 0 0,1 1 0 0 0,0 1 0 0 0,23-9 0 0 0,-34 15 157 0 0,0 0-1 0 0,0 0 0 0 0,0 1 0 0 0,0 0 0 0 0,1 0 1 0 0,-1 0-1 0 0,0 1 0 0 0,0 0 0 0 0,9 1 0 0 0,-13-1 7 0 0,0 1 0 0 0,1-1 0 0 0,-1 1 0 0 0,0 0-1 0 0,0 0 1 0 0,0 0 0 0 0,1 0 0 0 0,-1 1 0 0 0,0-1-1 0 0,-1 0 1 0 0,1 1 0 0 0,0-1 0 0 0,0 1 0 0 0,-1 0-1 0 0,1 0 1 0 0,-1-1 0 0 0,1 1 0 0 0,-1 0 0 0 0,0 0-1 0 0,1 0 1 0 0,-1 1 0 0 0,0-1 0 0 0,-1 0 0 0 0,1 0-1 0 0,0 1 1 0 0,0 3 0 0 0,2 10-11 0 0,0 1-1 0 0,-1-1 1 0 0,-1 1-1 0 0,-1 0 1 0 0,-2 29-1 0 0,-21 83 403 0 0,1-7 352 0 0,20-96-557 0 0,1 44-1 0 0,2-59-132 0 0,0 0-1 0 0,0 0 0 0 0,1-1 1 0 0,1 1-1 0 0,0-1 0 0 0,5 14 1 0 0,-6-20-2 0 0,0 0 0 0 0,0-1-1 0 0,0 1 1 0 0,0-1 0 0 0,1 1 0 0 0,-1-1 0 0 0,1 0 0 0 0,0 0 0 0 0,0 0 0 0 0,0 0 0 0 0,0-1 0 0 0,1 1 0 0 0,-1-1 0 0 0,1 0 0 0 0,0 0 0 0 0,-1 0 0 0 0,1 0 0 0 0,0-1 0 0 0,0 1 0 0 0,0-1-1 0 0,0 0 1 0 0,0 0 0 0 0,0-1 0 0 0,0 1 0 0 0,1-1 0 0 0,4 0 0 0 0,0-1 17 0 0,0 0-1 0 0,0 0 1 0 0,0-1-1 0 0,0 0 1 0 0,0-1 0 0 0,-1 0-1 0 0,1 0 1 0 0,-1-1-1 0 0,0 0 1 0 0,12-7-1 0 0,-2-2-54 0 0,-1 0-1 0 0,0-1 0 0 0,-1-1 1 0 0,-1 0-1 0 0,0-1 0 0 0,-1-1 1 0 0,16-25-1 0 0,-14 16-187 0 0,-1-1-1 0 0,-1-1 1 0 0,-1 0 0 0 0,13-46-1 0 0,-8-2 39 0 0,-2 0 0 0 0,-4-1 0 0 0,2-98 0 0 0,-12 150 220 0 0,2-101 364 0 0,-5 108-313 0 0,0 1 1 0 0,-2-1-1 0 0,0 1 1 0 0,-10-34-1 0 0,12 50-97 0 0,0-5 57 0 0,-2 1 0 0 0,1-1 0 0 0,-1 0-1 0 0,-4-5 1 0 0,7 10-61 0 0,0 0-1 0 0,-1 1 1 0 0,1-1-1 0 0,0 0 0 0 0,-1 1 1 0 0,1-1-1 0 0,-1 1 1 0 0,1-1-1 0 0,-1 1 1 0 0,1-1-1 0 0,-1 1 1 0 0,1-1-1 0 0,-1 1 1 0 0,0 0-1 0 0,1-1 1 0 0,-1 1-1 0 0,0 0 1 0 0,1-1-1 0 0,-1 1 1 0 0,0 0-1 0 0,1 0 0 0 0,-1 0 1 0 0,0 0-1 0 0,1-1 1 0 0,-1 1-1 0 0,0 0 1 0 0,0 0-1 0 0,1 0 1 0 0,-1 1-1 0 0,0-1 1 0 0,1 0-1 0 0,-1 0 1 0 0,0 0-1 0 0,1 0 1 0 0,-1 1-1 0 0,0-1 1 0 0,1 0-1 0 0,-1 1 0 0 0,0-1 1 0 0,1 0-1 0 0,-1 1 1 0 0,1-1-1 0 0,-1 1 1 0 0,1-1-1 0 0,-1 1 1 0 0,1-1-1 0 0,-1 1 1 0 0,1-1-1 0 0,-1 2 1 0 0,-9 11 140 0 0,1 0 0 0 0,0 1 0 0 0,1 1 0 0 0,1-1 0 0 0,-8 23 0 0 0,3-4 417 0 0,-11 54 0 0 0,13-28-287 0 0,2 1-1 0 0,3 0 1 0 0,3-1 0 0 0,2 1-1 0 0,3 0 1 0 0,19 111 0 0 0,-18-153-192 0 0,0 1 1 0 0,1-1-1 0 0,1 0 1 0 0,16 32-1 0 0,-19-44-62 0 0,0-1 1 0 0,0 0-1 0 0,1-1 0 0 0,0 1 0 0 0,0-1 0 0 0,0 1 0 0 0,0-1 0 0 0,9 6 0 0 0,-10-8 4 0 0,0 0 1 0 0,1 0-1 0 0,-1-1 0 0 0,0 1 0 0 0,1-1 0 0 0,-1 0 0 0 0,1 0 0 0 0,-1 0 0 0 0,1-1 0 0 0,-1 1 0 0 0,1-1 1 0 0,0 0-1 0 0,-1 0 0 0 0,1 0 0 0 0,5-1 0 0 0,0-1 2 0 0,-1-1 0 0 0,0 0 1 0 0,0 0-1 0 0,0 0 0 0 0,0-1 0 0 0,-1 0 0 0 0,1 0 0 0 0,-1-1 0 0 0,0 0 1 0 0,7-8-1 0 0,8-7 7 0 0,30-36 1 0 0,-34 33-117 0 0,-2 0 0 0 0,0-1 0 0 0,25-51 0 0 0,21-82 23 0 0,-57 142 80 0 0,-3 12-13 0 0,-1-1 0 0 0,1 1-1 0 0,-1 0 1 0 0,0 0 0 0 0,0-1 0 0 0,-1 1-1 0 0,1-1 1 0 0,-1 1 0 0 0,1-1 0 0 0,-1 1-1 0 0,0-1 1 0 0,-1 1 0 0 0,1-4 0 0 0,0 6-8 0 0,-1 1 0 0 0,1-1 0 0 0,0 1 0 0 0,0-1 0 0 0,0 1 0 0 0,0-1 0 0 0,0 1 0 0 0,0 0 1 0 0,-1-1-1 0 0,1 1 0 0 0,0-1 0 0 0,0 1 0 0 0,-1 0 0 0 0,1-1 0 0 0,0 1 0 0 0,-1 0 0 0 0,1-1 0 0 0,0 1 1 0 0,-1 0-1 0 0,1 0 0 0 0,0-1 0 0 0,-1 1 0 0 0,1 0 0 0 0,-1 0 0 0 0,1-1 0 0 0,0 1 0 0 0,-1 0 0 0 0,1 0 1 0 0,-1 0-1 0 0,1 0 0 0 0,-1 0 0 0 0,1 0 0 0 0,0 0 0 0 0,-1 0 0 0 0,1 0 0 0 0,-1 0 0 0 0,1 0 0 0 0,-1 0 0 0 0,1 0 1 0 0,-1 0-1 0 0,0 1-11 0 0,-1-1 1 0 0,1 1-1 0 0,0 0 0 0 0,0 0 1 0 0,0-1-1 0 0,0 1 1 0 0,0 0-1 0 0,0 0 0 0 0,0 0 1 0 0,0 0-1 0 0,1 0 1 0 0,-1 0-1 0 0,0 0 1 0 0,1 0-1 0 0,-2 2 0 0 0,-4 12 8 0 0,1 0 0 0 0,1 0 0 0 0,0 1 0 0 0,0-1 0 0 0,-1 30 0 0 0,3-13 94 0 0,6 61-1 0 0,-4-84-88 0 0,1 0 0 0 0,1 0 0 0 0,0-1 0 0 0,0 1 0 0 0,1 0-1 0 0,0-1 1 0 0,0 0 0 0 0,1 1 0 0 0,0-1 0 0 0,5 7 0 0 0,-6-11-50 0 0,-1-1 0 0 0,1 0 1 0 0,0 0-1 0 0,1 1 0 0 0,-1-2 0 0 0,0 1 1 0 0,1 0-1 0 0,-1-1 0 0 0,1 0 0 0 0,0 1 1 0 0,0-1-1 0 0,0-1 0 0 0,0 1 0 0 0,0-1 1 0 0,0 1-1 0 0,1-1 0 0 0,-1 0 0 0 0,0-1 1 0 0,1 1-1 0 0,-1-1 0 0 0,0 0 0 0 0,5 0 1 0 0,1-1-105 0 0,-1-1 0 0 0,0 1 0 0 0,0-2 0 0 0,0 1 0 0 0,0-1 1 0 0,0 0-1 0 0,0-1 0 0 0,-1 0 0 0 0,1-1 0 0 0,-1 0 0 0 0,0 0 1 0 0,-1 0-1 0 0,1-1 0 0 0,-1 0 0 0 0,0-1 0 0 0,7-9 0 0 0,-3 3 73 0 0,-2 1 0 0 0,1-2 0 0 0,-2 1 0 0 0,0-1 0 0 0,0-1 0 0 0,-2 1 0 0 0,0-1 0 0 0,8-28 0 0 0,-7 14 164 0 0,-1 1 0 0 0,4-57 1 0 0,0 243 242 0 0,-1-25 243 0 0,-9-42-371 0 0,-17 151 0 0 0,7-187-204 0 0,-1-2 0 0 0,-23 63 0 0 0,18-69-15 0 0,-1-2 0 0 0,-3 0-1 0 0,-34 57 1 0 0,51-94 53 0 0,-2 0 1 0 0,1-1-1 0 0,-1 0 0 0 0,0 0 1 0 0,-1 0-1 0 0,0-1 0 0 0,0 1 1 0 0,0-1-1 0 0,-1-1 0 0 0,0 1 1 0 0,-12 7-1 0 0,17-13-14 0 0,-1 1 0 0 0,1 0 0 0 0,0 0-1 0 0,0-1 1 0 0,0 1 0 0 0,-1-1 0 0 0,1 0 0 0 0,0 0 0 0 0,-1 0-1 0 0,1 0 1 0 0,0 0 0 0 0,0 0 0 0 0,-1 0 0 0 0,1-1 0 0 0,0 1-1 0 0,0-1 1 0 0,-1 0 0 0 0,1 0 0 0 0,0 0 0 0 0,0 0 0 0 0,0 0-1 0 0,0 0 1 0 0,0 0 0 0 0,0-1 0 0 0,1 1 0 0 0,-1 0 0 0 0,-2-4 0 0 0,-3-2-6 0 0,1 0 1 0 0,0-1 0 0 0,1 0 0 0 0,0 0 0 0 0,-6-11 0 0 0,-3-13-11 0 0,1 0 0 0 0,2-1 0 0 0,-12-55 0 0 0,18 65 18 0 0,1 1 0 0 0,2-1-1 0 0,0 0 1 0 0,2-38-1 0 0,0 56-102 0 0,0-1 0 0 0,0 1 0 0 0,1 0 0 0 0,0 0 0 0 0,0-1 0 0 0,0 1 0 0 0,1 0 0 0 0,0 0 0 0 0,0 0 0 0 0,0 1 0 0 0,0-1 0 0 0,1 0 0 0 0,0 1 0 0 0,0-1 0 0 0,0 1 0 0 0,0 0 0 0 0,1 0 0 0 0,-1 0 0 0 0,1 1 0 0 0,0-1 0 0 0,1 1 0 0 0,-1 0 0 0 0,0 0 0 0 0,1 1 0 0 0,0-1 0 0 0,-1 1 0 0 0,1 0 0 0 0,0 0 0 0 0,0 0 0 0 0,0 1 0 0 0,9-2 0 0 0,26-3-4977 0 0,0 2 1 0 0,68 0-1 0 0,-50 4 2298 0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9.003"/>
    </inkml:context>
    <inkml:brush xml:id="br0">
      <inkml:brushProperty name="width" value="0.1" units="cm"/>
      <inkml:brushProperty name="height" value="0.1" units="cm"/>
      <inkml:brushProperty name="color" value="#CC0066"/>
    </inkml:brush>
  </inkml:definitions>
  <inkml:trace contextRef="#ctx0" brushRef="#br0">6 836 4953 0 0,'-1'1'86'0'0,"1"0"0"0"0,-1 0 0 0 0,0 0 0 0 0,1 0 0 0 0,-1 0 0 0 0,1 0 0 0 0,0 0 0 0 0,-1 1 0 0 0,1-1-1 0 0,0 0 1 0 0,0 0 0 0 0,-1 0 0 0 0,1 1 0 0 0,0-1 0 0 0,0 0 0 0 0,0 0 0 0 0,1 0 0 0 0,-1 3 0 0 0,0 0 12 0 0,0-1-103 0 0,1-1 1 0 0,-1 1-1 0 0,0 0 1 0 0,1-1-1 0 0,-1 1 1 0 0,1-1-1 0 0,0 1 1 0 0,0-1 0 0 0,0 1-1 0 0,0-1 1 0 0,0 0-1 0 0,0 1 1 0 0,1-1-1 0 0,-1 0 1 0 0,1 0-1 0 0,0 0 1 0 0,0 0 0 0 0,-1 0-1 0 0,3 2 1 0 0,0-2 32 0 0,-1-1 0 0 0,0 1 0 0 0,0 0 0 0 0,0-1 0 0 0,1 0 0 0 0,-1 1-1 0 0,1-1 1 0 0,-1-1 0 0 0,1 1 0 0 0,-1 0 0 0 0,1-1 0 0 0,0 0 0 0 0,-1 0 0 0 0,1 0 0 0 0,4-1 0 0 0,-1 0 37 0 0,0 0 0 0 0,0-1 0 0 0,-1 0 0 0 0,1 0 0 0 0,-1-1 0 0 0,1 0 0 0 0,-1 0 0 0 0,0 0 0 0 0,0-1 0 0 0,6-4 0 0 0,6-7 90 0 0,26-26 1 0 0,-33 28-127 0 0,-1 0 0 0 0,0-1 0 0 0,0 0 0 0 0,-1 0 0 0 0,-1-1 0 0 0,-1-1 0 0 0,0 1 0 0 0,-1-1 0 0 0,8-30 0 0 0,6-48 43 0 0,-8 10 16 0 0,-4-1-1 0 0,-4 0 0 0 0,-8-103 1 0 0,-3 107 33 0 0,6 74-94 0 0,-5-18 40 0 0,6 24-58 0 0,0 1 0 0 0,0-1 1 0 0,-1 0-1 0 0,1 1 0 0 0,0-1 0 0 0,-1 0 0 0 0,1 1 1 0 0,-1-1-1 0 0,1 0 0 0 0,0 1 0 0 0,-1-1 0 0 0,0 1 1 0 0,1-1-1 0 0,-1 1 0 0 0,1-1 0 0 0,-1 1 0 0 0,0 0 1 0 0,1-1-1 0 0,-1 1 0 0 0,0 0 0 0 0,1-1 0 0 0,-1 1 1 0 0,-1 0-1 0 0,2 0-4 0 0,-1 0 0 0 0,1 0 0 0 0,-1 0 0 0 0,1 0 0 0 0,0 0 1 0 0,-1 0-1 0 0,1 0 0 0 0,0 0 0 0 0,-1 0 0 0 0,1 0 0 0 0,-1 1 0 0 0,1-1 0 0 0,0 0 0 0 0,-1 0 1 0 0,1 0-1 0 0,0 1 0 0 0,-1-1 0 0 0,1 0 0 0 0,0 0 0 0 0,0 1 0 0 0,-1-1 0 0 0,1 0 1 0 0,0 1-1 0 0,0-1 0 0 0,-1 0 0 0 0,1 1 0 0 0,0-1 0 0 0,0 0 0 0 0,0 1 0 0 0,0-1 0 0 0,-1 0 1 0 0,1 1-1 0 0,0 0 0 0 0,-5 14 85 0 0,1 0 1 0 0,0 1-1 0 0,1 0 0 0 0,-2 27 1 0 0,4-28-28 0 0,-21 354 1586 0 0,24-303-1064 0 0,2 0 0 0 0,3 0 0 0 0,26 103 0 0 0,-31-161-520 0 0,6 20 269 0 0,-8-27-336 0 0,0 0 0 0 0,1-1 0 0 0,-1 1 1 0 0,0 0-1 0 0,1 0 0 0 0,-1 0 0 0 0,1 0 0 0 0,-1 0 0 0 0,1 0 0 0 0,0-1 0 0 0,-1 1 0 0 0,1 0 0 0 0,0-1 0 0 0,0 1 0 0 0,-1 0 0 0 0,1-1 0 0 0,0 1 0 0 0,0-1 0 0 0,0 1 0 0 0,1 0 0 0 0,3-7-817 0 0,0-15-333 0 0,-2 9 601 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39.642"/>
    </inkml:context>
    <inkml:brush xml:id="br0">
      <inkml:brushProperty name="width" value="0.1" units="cm"/>
      <inkml:brushProperty name="height" value="0.1" units="cm"/>
      <inkml:brushProperty name="color" value="#CC0066"/>
    </inkml:brush>
  </inkml:definitions>
  <inkml:trace contextRef="#ctx0" brushRef="#br0">27 181 6889 0 0,'-24'-42'3626'0'0,"24"42"-3627"0"0,0 0-1 0 0,0 0 1 0 0,-1 0 0 0 0,1 0-1 0 0,0 0 1 0 0,0 0 0 0 0,0-1-1 0 0,0 1 1 0 0,0 0-1 0 0,-1 0 1 0 0,1 0 0 0 0,0 0-1 0 0,0 0 1 0 0,0-1 0 0 0,0 1-1 0 0,0 0 1 0 0,0 0-1 0 0,0 0 1 0 0,0-1 0 0 0,0 1-1 0 0,0 0 1 0 0,0 0-1 0 0,0 0 1 0 0,0 0 0 0 0,0-1-1 0 0,0 1 1 0 0,0 0 0 0 0,0 0-1 0 0,0 0 1 0 0,0-1-1 0 0,0 1 1 0 0,0 0 0 0 0,0 0-1 0 0,0 0 1 0 0,0 0 0 0 0,0-1-1 0 0,0 1 1 0 0,0 0-1 0 0,1 0 1 0 0,-1 0 0 0 0,0 0-1 0 0,0-1 1 0 0,0 1 0 0 0,0 0-1 0 0,0 0 1 0 0,0 0-1 0 0,1 0 1 0 0,-1 0 0 0 0,0 0-1 0 0,0 0 1 0 0,0 0 0 0 0,0-1-1 0 0,1 1 1 0 0,-1 0-1 0 0,0 0 1 0 0,0 0 0 0 0,1 0-1 0 0,16-2-109 0 0,0 0 0 0 0,1 1 0 0 0,-1 0 0 0 0,20 3-1 0 0,3-1 150 0 0,2-1-30 0 0,285-8 189 0 0,-264 2-58 0 0,-57 5-89 0 0,45-8 139 0 0,-49 9-118 0 0,1-1 0 0 0,0 0 0 0 0,-1 0 0 0 0,1 0-1 0 0,-1 0 1 0 0,1 0 0 0 0,-1 0 0 0 0,0-1-1 0 0,1 1 1 0 0,-1-1 0 0 0,0 0 0 0 0,0 1-1 0 0,0-1 1 0 0,3-4 0 0 0,-5 6-44 0 0,0-1 1 0 0,1 1-1 0 0,-1 0 1 0 0,0 0-1 0 0,0 0 1 0 0,0-1-1 0 0,0 1 1 0 0,0 0-1 0 0,0 0 0 0 0,0-1 1 0 0,0 1-1 0 0,0 0 1 0 0,0 0-1 0 0,0 0 1 0 0,0-1-1 0 0,0 1 0 0 0,0 0 1 0 0,0 0-1 0 0,0 0 1 0 0,-1-1-1 0 0,1 1 1 0 0,0 0-1 0 0,0 0 1 0 0,0 0-1 0 0,0 0 0 0 0,0-1 1 0 0,0 1-1 0 0,0 0 1 0 0,-1 0-1 0 0,1 0 1 0 0,0 0-1 0 0,0-1 0 0 0,0 1 1 0 0,0 0-1 0 0,-1 0 1 0 0,1 0-1 0 0,0 0 1 0 0,0 0-1 0 0,0 0 1 0 0,-1 0-1 0 0,1 0 0 0 0,0 0 1 0 0,0 0-1 0 0,0 0 1 0 0,-1 0-1 0 0,1 0 1 0 0,0-1-1 0 0,0 2 0 0 0,0-1 1 0 0,-1 0-1 0 0,1 0 1 0 0,0 0-1 0 0,0 0 1 0 0,0 0-1 0 0,-1 0 1 0 0,1 0-1 0 0,0 0 0 0 0,-1 0 1 0 0,-13 4 521 0 0,10 1-462 0 0,-1-1-1 0 0,2 1 0 0 0,-1 0 1 0 0,1 0-1 0 0,-1 0 0 0 0,1 0 1 0 0,1 1-1 0 0,-1 0 0 0 0,1-1 1 0 0,0 1-1 0 0,-3 11 0 0 0,0 9 180 0 0,-5 37 0 0 0,7-28-23 0 0,1 0 0 0 0,2 1 0 0 0,1-1 1 0 0,10 61-1 0 0,-8-81-151 0 0,0 1 1 0 0,1-1-1 0 0,1 0 0 0 0,0 0 1 0 0,1-1-1 0 0,1 0 0 0 0,0 0 1 0 0,1 0-1 0 0,0-1 1 0 0,1 0-1 0 0,1 0 0 0 0,0-1 1 0 0,12 11-1 0 0,-17-18-54 0 0,-1-1-1 0 0,1 0 1 0 0,1 0-1 0 0,-1-1 1 0 0,0 0-1 0 0,1 0 1 0 0,0 0 0 0 0,0 0-1 0 0,-1-1 1 0 0,2 0-1 0 0,-1 0 1 0 0,0-1-1 0 0,0 0 1 0 0,0 0 0 0 0,1 0-1 0 0,-1-1 1 0 0,0 0-1 0 0,1 0 1 0 0,-1 0-1 0 0,0-1 1 0 0,1 0 0 0 0,-1 0-1 0 0,0-1 1 0 0,0 0-1 0 0,0 0 1 0 0,0 0-1 0 0,0-1 1 0 0,0 1 0 0 0,-1-2-1 0 0,1 1 1 0 0,-1 0-1 0 0,0-1 1 0 0,0 0-1 0 0,0 0 1 0 0,-1-1 0 0 0,1 0-1 0 0,3-5 1 0 0,5-7 17 0 0,-1 0 0 0 0,-1-1 1 0 0,0-1-1 0 0,-2 1 0 0 0,0-2 1 0 0,-1 1-1 0 0,-1-1 0 0 0,-1 0 1 0 0,5-30-1 0 0,-6 26-51 0 0,-2-1 0 0 0,-1 0 0 0 0,-1 0 1 0 0,-1 0-1 0 0,-1 1 0 0 0,-2-1 0 0 0,-8-43 0 0 0,7 55-5 0 0,0 0 0 0 0,-1 0-1 0 0,0 0 1 0 0,-1 1-1 0 0,0-1 1 0 0,-1 1 0 0 0,-1 1-1 0 0,0 0 1 0 0,0 0 0 0 0,-1 0-1 0 0,0 1 1 0 0,-12-10-1 0 0,15 15 7 0 0,-1 0 0 0 0,1 1 0 0 0,-1-1 0 0 0,1 1 0 0 0,-1 1 0 0 0,0-1 0 0 0,-1 1 0 0 0,1 0-1 0 0,0 1 1 0 0,-1 0 0 0 0,0 0 0 0 0,1 1 0 0 0,-1 0 0 0 0,0 0 0 0 0,0 1 0 0 0,1 0 0 0 0,-1 0 0 0 0,0 0-1 0 0,0 1 1 0 0,0 1 0 0 0,1-1 0 0 0,-12 5 0 0 0,11-3 3 0 0,0 0 0 0 0,0 1-1 0 0,0-1 1 0 0,1 2 0 0 0,0-1 0 0 0,0 1-1 0 0,0 0 1 0 0,0 1 0 0 0,1-1 0 0 0,0 1-1 0 0,0 0 1 0 0,0 1 0 0 0,-8 13 0 0 0,11-15 3 0 0,0 0 1 0 0,1 1 0 0 0,-1 0-1 0 0,1 0 1 0 0,0-1 0 0 0,1 1 0 0 0,-1 0-1 0 0,1 0 1 0 0,1 1 0 0 0,-1-1-1 0 0,1 0 1 0 0,0 0 0 0 0,0 0-1 0 0,1 0 1 0 0,0 0 0 0 0,0 0 0 0 0,0 0-1 0 0,1 0 1 0 0,4 11 0 0 0,-2-8 13 0 0,0-1 1 0 0,1 0 0 0 0,0 0-1 0 0,0 0 1 0 0,1-1-1 0 0,-1 1 1 0 0,2-1 0 0 0,-1-1-1 0 0,1 1 1 0 0,0-1-1 0 0,1 0 1 0 0,-1-1 0 0 0,1 0-1 0 0,0 0 1 0 0,0-1-1 0 0,1 1 1 0 0,-1-2 0 0 0,16 5-1 0 0,-5-3-9 0 0,0-1-1 0 0,0-1 1 0 0,0 0-1 0 0,0-1 0 0 0,1-2 1 0 0,-1 0-1 0 0,1-1 1 0 0,21-4-1 0 0,-29 3-298 0 0,0 0 0 0 0,0-1 0 0 0,0-1-1 0 0,-1 0 1 0 0,23-11 0 0 0,-7-3-1323 0 0</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49.351"/>
    </inkml:context>
    <inkml:brush xml:id="br0">
      <inkml:brushProperty name="width" value="0.1" units="cm"/>
      <inkml:brushProperty name="height" value="0.1" units="cm"/>
      <inkml:brushProperty name="color" value="#CC0066"/>
    </inkml:brush>
  </inkml:definitions>
  <inkml:trace contextRef="#ctx0" brushRef="#br0">43 292 1288 0 0,'-6'14'450'0'0,"-1"0"1"0"0,2 0-1 0 0,0 0 0 0 0,1 1 1 0 0,0-1-1 0 0,-1 22 0 0 0,1-1-86 0 0,1 54 0 0 0,4-71-90 0 0,0 0 1 0 0,1 0-1 0 0,1 0 0 0 0,0 0 1 0 0,2-1-1 0 0,0 1 1 0 0,1-1-1 0 0,15 31 0 0 0,-18-40-121 0 0,1-2 0 0 0,1 1 0 0 0,-1 0 0 0 0,1-1 0 0 0,1 0 0 0 0,-1 0 0 0 0,1 0 0 0 0,0-1-1 0 0,0 1 1 0 0,0-2 0 0 0,1 1 0 0 0,0-1 0 0 0,0 0 0 0 0,0 0 0 0 0,0-1 0 0 0,1 1 0 0 0,-1-2 0 0 0,1 1-1 0 0,0-1 1 0 0,-1-1 0 0 0,1 1 0 0 0,10 0 0 0 0,-11-2-128 0 0,0 0 0 0 0,0 0 0 0 0,1-1 0 0 0,-1 0 1 0 0,12-3-1 0 0,-6-1-41 0 0,1-1 1 0 0,-1 0 0 0 0,0-1-1 0 0,0 0 1 0 0,-1-1 0 0 0,0 0-1 0 0,0-1 1 0 0,-1 0 0 0 0,0-1-1 0 0,-1 0 1 0 0,12-16 0 0 0,-2 1 25 0 0,-2-1 1 0 0,0 0 0 0 0,-2-1-1 0 0,15-36 1 0 0,-17 28 46 0 0,-2-1 0 0 0,-1 0 0 0 0,-3-1 0 0 0,0 0 0 0 0,-3 0 0 0 0,3-54 0 0 0,-8 75-11 0 0,1 0 1 0 0,-2 0-1 0 0,0 0 1 0 0,-1 0-1 0 0,0 1 1 0 0,-8-25 0 0 0,8 35-43 0 0,0-1 0 0 0,-1 1 0 0 0,1-1 0 0 0,-1 1 0 0 0,0 0 0 0 0,-1 0 0 0 0,1 0 0 0 0,-1 1 0 0 0,0-1 0 0 0,0 1 0 0 0,-1 0 0 0 0,1 0 0 0 0,-1 1 0 0 0,0-1 0 0 0,0 1 0 0 0,0 0 0 0 0,0 0 0 0 0,0 0 0 0 0,-9-2 0 0 0,4 2-41 0 0,-1 0 0 0 0,0 0 0 0 0,0 1 0 0 0,0 1-1 0 0,0-1 1 0 0,0 2 0 0 0,0 0 0 0 0,0 0 0 0 0,-1 1 0 0 0,1 0-1 0 0,0 1 1 0 0,0 0 0 0 0,1 1 0 0 0,-1 0 0 0 0,0 1 0 0 0,1 0-1 0 0,0 1 1 0 0,0 0 0 0 0,0 0 0 0 0,1 1 0 0 0,0 0-1 0 0,0 1 1 0 0,0 0 0 0 0,1 1 0 0 0,0-1 0 0 0,0 1 0 0 0,1 1-1 0 0,0 0 1 0 0,0 0 0 0 0,1 0 0 0 0,1 1 0 0 0,-1-1 0 0 0,-3 12-1 0 0,3-3 46 0 0,0 0 0 0 0,1 1-1 0 0,1-1 1 0 0,1 1 0 0 0,0 0-1 0 0,2-1 1 0 0,0 1 0 0 0,1 0-1 0 0,1 0 1 0 0,5 30 0 0 0,-4-41 38 0 0,0 1 0 0 0,0-1 0 0 0,1 1 0 0 0,0-1 1 0 0,1 0-1 0 0,0 0 0 0 0,0-1 0 0 0,0 1 1 0 0,1-1-1 0 0,0 0 0 0 0,1 0 0 0 0,-1 0 1 0 0,1-1-1 0 0,1 0 0 0 0,-1 0 0 0 0,1 0 0 0 0,0-1 1 0 0,0 0-1 0 0,1-1 0 0 0,-1 1 0 0 0,1-1 1 0 0,0-1-1 0 0,0 0 0 0 0,16 5 0 0 0,-11-6-3 0 0,0 0-1 0 0,0-1 0 0 0,0 0 0 0 0,1-1 0 0 0,-1 0 1 0 0,0-1-1 0 0,0 0 0 0 0,0-2 0 0 0,0 1 0 0 0,0-1 1 0 0,-1-1-1 0 0,1-1 0 0 0,11-5 0 0 0,4-3 118 0 0,-1-2-1 0 0,0 0 1 0 0,-2-2-1 0 0,36-29 0 0 0,-38 26-41 0 0,-2-1 0 0 0,0 0 0 0 0,-1-2 0 0 0,-2 0 0 0 0,0-1 0 0 0,-2-1-1 0 0,0 0 1 0 0,-2-2 0 0 0,0 0 0 0 0,-2 0 0 0 0,9-33 0 0 0,-20 57-59 0 0,8-30 480 0 0,-9 32-501 0 0,0 0 0 0 0,1 0 0 0 0,-1 0 0 0 0,0 0 0 0 0,0 0 0 0 0,0 0 0 0 0,0 0 0 0 0,0 0 0 0 0,0-1 0 0 0,0 1 0 0 0,0 0 0 0 0,0 0 0 0 0,0 0 0 0 0,-1 0 0 0 0,1 0 0 0 0,0 0 0 0 0,-1 0 0 0 0,1 0 0 0 0,-1 0 0 0 0,1 0 0 0 0,-1 0 0 0 0,0 0 0 0 0,1 0 0 0 0,-2 0 0 0 0,2 1-36 0 0,0 0 0 0 0,-1 0 0 0 0,1 0 0 0 0,0 0 0 0 0,0 0 0 0 0,-1 0 0 0 0,1 0 0 0 0,0 0 0 0 0,0 0 0 0 0,-1 0 0 0 0,1 1 0 0 0,0-1 0 0 0,0 0 0 0 0,0 0 0 0 0,-1 0 0 0 0,1 0 0 0 0,0 0 0 0 0,0 1 0 0 0,0-1 0 0 0,0 0 0 0 0,-1 0 0 0 0,1 1 0 0 0,0-1 0 0 0,0 0 0 0 0,0 0 0 0 0,0 0 0 0 0,0 1 1 0 0,0-1-1 0 0,-1 0 0 0 0,1 0 0 0 0,0 1 0 0 0,0-1 0 0 0,0 0 0 0 0,0 0 0 0 0,0 1 0 0 0,0-1 0 0 0,0 1 0 0 0,-2 13 1 0 0,1-11 15 0 0,-15 162 765 0 0,15-137-780 0 0,2 0-1 0 0,0 0 0 0 0,11 55 0 0 0,-9-73 12 0 0,-1-1 0 0 0,2 1 0 0 0,-1-1 0 0 0,1 0 0 0 0,0 0 0 0 0,1 0 0 0 0,0-1 0 0 0,1 0 0 0 0,7 10-1 0 0,-9-14 9 0 0,0 0 0 0 0,0 0 0 0 0,0-1 0 0 0,0 1 0 0 0,1-1 0 0 0,-1 0 0 0 0,1-1 0 0 0,-1 1 0 0 0,1-1 0 0 0,0 0 0 0 0,0 0 0 0 0,0 0 0 0 0,1-1 0 0 0,-1 0 0 0 0,0 0 0 0 0,0 0 0 0 0,1-1 0 0 0,-1 1 0 0 0,7-2 0 0 0,-3 1-8 0 0,1-2 0 0 0,0 1 1 0 0,-1-1-1 0 0,1-1 0 0 0,-1 0 0 0 0,1 0 0 0 0,-1-1 0 0 0,0 0 1 0 0,-1-1-1 0 0,10-5 0 0 0,-5 0 19 0 0,1 0-1 0 0,-2 0 1 0 0,0-2-1 0 0,0 1 1 0 0,14-19 0 0 0,-6 3-44 0 0,-2-1 1 0 0,-1-1 0 0 0,-1 0-1 0 0,24-61 1 0 0,-31 65 89 0 0,-1 1-1 0 0,7-42 1 0 0,-15 64-77 0 0,1 0 0 0 0,-1-1 1 0 0,0 1-1 0 0,0 0 0 0 0,0-1 0 0 0,0 1 1 0 0,-1 0-1 0 0,1 0 0 0 0,0-1 0 0 0,-1 1 1 0 0,-1-4-1 0 0,2 6-4 0 0,0-1 0 0 0,-1 1 0 0 0,1 0 0 0 0,0 0 0 0 0,0-1 0 0 0,0 1 0 0 0,-1 0 0 0 0,1 0 0 0 0,0-1 0 0 0,0 1 0 0 0,-1 0 0 0 0,1 0 0 0 0,0-1 0 0 0,-1 1 0 0 0,1 0 0 0 0,0 0 0 0 0,-1 0 0 0 0,1 0 0 0 0,0 0 0 0 0,-1 0 0 0 0,1-1 0 0 0,0 1 0 0 0,-1 0 0 0 0,1 0 0 0 0,0 0 0 0 0,-1 0 0 0 0,0 0 0 0 0,0 1-2 0 0,0-1 0 0 0,0 1 0 0 0,0-1 0 0 0,0 1 0 0 0,0-1-1 0 0,1 1 1 0 0,-1 0 0 0 0,0-1 0 0 0,0 1 0 0 0,0 0 0 0 0,1 0 0 0 0,-1 0-1 0 0,-1 1 1 0 0,-3 6-10 0 0,0 0 0 0 0,1 1 0 0 0,0-1 0 0 0,0 1-1 0 0,1 0 1 0 0,0 0 0 0 0,1 0 0 0 0,0 1-1 0 0,-1 10 1 0 0,-1 13 21 0 0,1 44 0 0 0,3-61-31 0 0,1 0 0 0 0,0 0 0 0 0,1 0 0 0 0,1 0 0 0 0,1 0 0 0 0,0-1 0 0 0,1 0 0 0 0,1 1 0 0 0,10 19 0 0 0,-13-29 38 0 0,1 1 0 0 0,0-1 1 0 0,0 0-1 0 0,1-1 0 0 0,-1 1 1 0 0,1-1-1 0 0,1 0 0 0 0,-1 0 0 0 0,1 0 1 0 0,0-1-1 0 0,0 0 0 0 0,0 0 1 0 0,0 0-1 0 0,1-1 0 0 0,-1 0 1 0 0,1 0-1 0 0,0-1 0 0 0,0 0 0 0 0,0 0 1 0 0,0-1-1 0 0,0 1 0 0 0,1-2 1 0 0,7 1-1 0 0,-8-1-3 0 0,0-1 0 0 0,0 0 0 0 0,0 0 0 0 0,0-1 0 0 0,0 0 0 0 0,0 0 0 0 0,0 0 0 0 0,0-1 0 0 0,-1 0 0 0 0,1-1 0 0 0,-1 1 0 0 0,0-1 0 0 0,0 0 0 0 0,0-1 0 0 0,8-7 0 0 0,-3 0 33 0 0,0 1 0 0 0,-1-2 0 0 0,0 1 0 0 0,-1-1 0 0 0,14-27 0 0 0,-7 6-54 0 0,-1-1 1 0 0,19-72-1 0 0,-30 93 4 0 0,18-75 128 0 0,-17 26-80 0 0,-11 78-683 0 0,-2 16 572 0 0,2 29 18 0 0,3 0-1 0 0,6 92 1 0 0,-3-144 58 0 0,1-1-1 0 0,0 1 1 0 0,1 0-1 0 0,0-1 0 0 0,0 1 1 0 0,1-1-1 0 0,0 0 1 0 0,0 0-1 0 0,0 0 1 0 0,8 11-1 0 0,-10-16 11 0 0,1 0 0 0 0,0 0 1 0 0,-1 0-1 0 0,1 0 0 0 0,0 0 0 0 0,0 0 0 0 0,0-1 1 0 0,0 1-1 0 0,0-1 0 0 0,1 1 0 0 0,-1-1 0 0 0,0 0 0 0 0,1 0 1 0 0,-1 0-1 0 0,1 0 0 0 0,-1 0 0 0 0,1-1 0 0 0,0 1 0 0 0,-1-1 1 0 0,1 0-1 0 0,-1 0 0 0 0,1 0 0 0 0,0 0 0 0 0,-1 0 1 0 0,1 0-1 0 0,0 0 0 0 0,-1-1 0 0 0,1 0 0 0 0,-1 1 0 0 0,1-1 1 0 0,-1 0-1 0 0,1 0 0 0 0,-1-1 0 0 0,4-1 0 0 0,1-2 20 0 0,0 0 0 0 0,0 0-1 0 0,-1 0 1 0 0,1-1 0 0 0,-1 0-1 0 0,-1-1 1 0 0,1 1-1 0 0,-1-1 1 0 0,0 0 0 0 0,0-1-1 0 0,-1 1 1 0 0,0-1 0 0 0,0 0-1 0 0,-1 0 1 0 0,3-9 0 0 0,5-20 92 0 0</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49.562"/>
    </inkml:context>
    <inkml:brush xml:id="br0">
      <inkml:brushProperty name="width" value="0.1" units="cm"/>
      <inkml:brushProperty name="height" value="0.1" units="cm"/>
      <inkml:brushProperty name="color" value="#CC0066"/>
    </inkml:brush>
  </inkml:definitions>
  <inkml:trace contextRef="#ctx0" brushRef="#br0">1 301 19316 0 0,'16'-49'-269'0'0,"23"-61"290"0"0,-34 97-29 0 0,1 1 0 0 0,0 0-1 0 0,1 1 1 0 0,1 0 0 0 0,0 0 0 0 0,14-16 0 0 0,-17 22-14 0 0,1 1 0 0 0,-1-1 0 0 0,1 1 0 0 0,0 0 1 0 0,-1 1-1 0 0,2-1 0 0 0,-1 1 0 0 0,0 0 0 0 0,12-3 1 0 0,-15 5 13 0 0,0 1 1 0 0,0-1-1 0 0,0 0 1 0 0,0 1 0 0 0,0 0-1 0 0,0 0 1 0 0,0 0 0 0 0,0 0-1 0 0,0 0 1 0 0,0 1 0 0 0,0-1-1 0 0,0 1 1 0 0,0 0 0 0 0,0 0-1 0 0,0 0 1 0 0,-1 0 0 0 0,1 1-1 0 0,0-1 1 0 0,-1 1 0 0 0,1-1-1 0 0,-1 1 1 0 0,1 0 0 0 0,3 4-1 0 0,3 5 33 0 0,-1 0 0 0 0,-1 0 0 0 0,0 1 1 0 0,0-1-1 0 0,-1 2 0 0 0,-1-1 0 0 0,0 1 0 0 0,0 0 0 0 0,-2 0 0 0 0,4 17 0 0 0,-1 9 98 0 0,-1 0 0 0 0,-1 49 0 0 0,-4-47 113 0 0,0-11-97 0 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50.223"/>
    </inkml:context>
    <inkml:brush xml:id="br0">
      <inkml:brushProperty name="width" value="0.1" units="cm"/>
      <inkml:brushProperty name="height" value="0.1" units="cm"/>
      <inkml:brushProperty name="color" value="#CC0066"/>
    </inkml:brush>
  </inkml:definitions>
  <inkml:trace contextRef="#ctx0" brushRef="#br0">1 525 19916 0 0,'3'8'324'0'0,"1"-10"43"0"0,3-16 220 0 0,-4 10-502 0 0,46-93-156 0 0,-36 74-57 0 0,6-13-136 0 0,50-75-1 0 0,-63 105 218 0 0,1 1 0 0 0,0 0-1 0 0,1 0 1 0 0,-1 1 0 0 0,2 0 0 0 0,-1 0-1 0 0,1 1 1 0 0,0 0 0 0 0,1 1-1 0 0,0 0 1 0 0,0 0 0 0 0,0 1 0 0 0,19-7-1 0 0,-27 12 40 0 0,-1 0-1 0 0,1-1 0 0 0,0 1 0 0 0,-1 0 1 0 0,1 0-1 0 0,0 0 0 0 0,-1 0 0 0 0,1 0 1 0 0,-1 0-1 0 0,1 0 0 0 0,0 1 0 0 0,-1-1 0 0 0,1 0 1 0 0,-1 1-1 0 0,1 0 0 0 0,-1-1 0 0 0,1 1 1 0 0,-1 0-1 0 0,1 0 0 0 0,-1 0 0 0 0,0-1 1 0 0,1 2-1 0 0,-1-1 0 0 0,0 0 0 0 0,0 0 1 0 0,0 0-1 0 0,0 0 0 0 0,0 1 0 0 0,0-1 1 0 0,0 1-1 0 0,0-1 0 0 0,0 0 0 0 0,-1 1 1 0 0,2 2-1 0 0,1 5-8 0 0,-1 0 1 0 0,1 0-1 0 0,-1 1 0 0 0,1 15 1 0 0,-3-20 16 0 0,2 25 86 0 0,-3 32 0 0 0,0-44-42 0 0,1-1 0 0 0,0 1 0 0 0,1 0-1 0 0,1-1 1 0 0,0 1 0 0 0,8 26 0 0 0,-9-41-14 0 0,0 0 0 0 0,1 0 1 0 0,-1 0-1 0 0,1 0 0 0 0,0 0 1 0 0,0 0-1 0 0,0 0 0 0 0,0-1 1 0 0,0 1-1 0 0,1-1 0 0 0,-1 1 1 0 0,1-1-1 0 0,-1 0 0 0 0,1 0 1 0 0,0 0-1 0 0,6 2 0 0 0,-5-2 19 0 0,1 0 0 0 0,0-1-1 0 0,-1 0 1 0 0,1 0-1 0 0,0 0 1 0 0,0-1 0 0 0,0 1-1 0 0,0-1 1 0 0,0-1 0 0 0,8 0-1 0 0,-1-1 0 0 0,1-1-1 0 0,-1-1 1 0 0,0 0-1 0 0,0-1 0 0 0,0 0 1 0 0,0 0-1 0 0,-1-1 1 0 0,13-9-1 0 0,-3-1-109 0 0,0-1 1 0 0,-1-1-1 0 0,0 0 0 0 0,-2-1 1 0 0,0-2-1 0 0,-1 1 1 0 0,-1-2-1 0 0,14-26 0 0 0,-19 27 104 0 0,-1 0-1 0 0,-1-1 0 0 0,10-35 0 0 0,-13 40-20 0 0,-4 9-12 0 0,1 0 10 0 0,0-1 1 0 0,0 0-1 0 0,-1 0 0 0 0,-1 0 0 0 0,1 0 0 0 0,-1-16 1 0 0,-1 24-24 0 0,0-1 1 0 0,0 1-1 0 0,0 0 1 0 0,0 0-1 0 0,0 0 1 0 0,-1 0-1 0 0,1 0 1 0 0,0 0-1 0 0,-1-1 1 0 0,1 1 0 0 0,-1 0-1 0 0,1 0 1 0 0,-1 0-1 0 0,1 0 1 0 0,-1 0-1 0 0,0 1 1 0 0,0-1-1 0 0,1 0 1 0 0,-1 0-1 0 0,0 0 1 0 0,0 1-1 0 0,0-1 1 0 0,0 0-1 0 0,0 1 1 0 0,0-1 0 0 0,0 1-1 0 0,0-1 1 0 0,0 1-1 0 0,0-1 1 0 0,0 1-1 0 0,0 0 1 0 0,-1 0-1 0 0,1-1 1 0 0,0 1-1 0 0,0 0 1 0 0,0 0-1 0 0,0 0 1 0 0,0 0-1 0 0,-1 0 1 0 0,1 0 0 0 0,0 1-1 0 0,-2 0 1 0 0,-1 0-14 0 0,-1 0 0 0 0,1 0 0 0 0,0 1 0 0 0,0 0 0 0 0,0-1 0 0 0,0 1 1 0 0,1 1-1 0 0,-1-1 0 0 0,1 1 0 0 0,-5 3 0 0 0,1 2 1 0 0,0 0 1 0 0,0 1-1 0 0,1 0 0 0 0,0 0 1 0 0,1 0-1 0 0,0 1 0 0 0,0 0 1 0 0,1 0-1 0 0,1 0 0 0 0,-4 12 1 0 0,3-2 123 0 0,0 0 0 0 0,1 1 1 0 0,1 0-1 0 0,1 28 0 0 0,2-39-81 0 0,0 0 0 0 0,0-1-1 0 0,1 1 1 0 0,0 0-1 0 0,1-1 1 0 0,0 0 0 0 0,0 0-1 0 0,1 0 1 0 0,1 0-1 0 0,-1 0 1 0 0,1-1 0 0 0,1 0-1 0 0,-1 0 1 0 0,1 0-1 0 0,1-1 1 0 0,0 0 0 0 0,13 11-1 0 0,-14-13-12 0 0,1 0 0 0 0,-1-1 0 0 0,1 0 0 0 0,0 0 0 0 0,0 0 0 0 0,0-1 0 0 0,1 0-1 0 0,-1-1 1 0 0,1 0 0 0 0,0 0 0 0 0,0 0 0 0 0,-1-1 0 0 0,1 0 0 0 0,0-1 0 0 0,0 0 0 0 0,0 0 0 0 0,0 0-1 0 0,0-1 1 0 0,0-1 0 0 0,0 1 0 0 0,-1-1 0 0 0,16-6 0 0 0,-5-1-21 0 0,-1-1 1 0 0,0-1-1 0 0,0 0 0 0 0,-1-2 1 0 0,-1 1-1 0 0,0-2 0 0 0,0 0 1 0 0,-2-1-1 0 0,16-21 0 0 0,-22 26 11 0 0,-1-1 0 0 0,0 1 0 0 0,0-2 0 0 0,-1 1 0 0 0,-1 0 1 0 0,0-1-1 0 0,0 0 0 0 0,-1 0 0 0 0,-1 0 0 0 0,2-18 0 0 0,-4 25 11 0 0,1-1 0 0 0,-2 1 0 0 0,1 0 0 0 0,-1 0 0 0 0,0 0 0 0 0,0 0 0 0 0,0 0 0 0 0,0 1 0 0 0,-1-1 1 0 0,0 0-1 0 0,-5-8 0 0 0,5 10 1 0 0,-1 0 1 0 0,1 0 0 0 0,-1 0 0 0 0,0 0 0 0 0,0 0-1 0 0,0 1 1 0 0,0-1 0 0 0,-1 1 0 0 0,1 0 0 0 0,0 0-1 0 0,-1 0 1 0 0,0 0 0 0 0,1 1 0 0 0,-1-1-1 0 0,0 1 1 0 0,-7-1 0 0 0,5 1-12 0 0,0 0 0 0 0,0 1 0 0 0,0-1 0 0 0,0 2 0 0 0,0-1 0 0 0,-8 2 0 0 0,13-2-8 0 0,0 0 1 0 0,0 0 0 0 0,0 0-1 0 0,0 1 1 0 0,0-1 0 0 0,1 0-1 0 0,-1 1 1 0 0,0-1 0 0 0,0 1-1 0 0,0-1 1 0 0,0 1 0 0 0,1-1-1 0 0,-1 1 1 0 0,0 0 0 0 0,1-1-1 0 0,-1 1 1 0 0,0 0 0 0 0,1-1 0 0 0,-1 2-1 0 0,0-1 2 0 0,1 0 0 0 0,0 0 0 0 0,0 0 0 0 0,0 0-1 0 0,0 0 1 0 0,0 0 0 0 0,0 0 0 0 0,1 0 0 0 0,-1 0 0 0 0,0 0-1 0 0,0 0 1 0 0,1 0 0 0 0,-1 0 0 0 0,1 0 0 0 0,-1 0-1 0 0,1 0 1 0 0,-1-1 0 0 0,1 1 0 0 0,-1 0 0 0 0,1 0 0 0 0,0 0-1 0 0,1 1 1 0 0,2 2 2 0 0,1-1-1 0 0,-1 1 1 0 0,1-1-1 0 0,0 1 1 0 0,0-1-1 0 0,0-1 1 0 0,1 1-1 0 0,-1-1 0 0 0,0 0 1 0 0,1 0-1 0 0,0 0 1 0 0,6 0-1 0 0,7 1 18 0 0,0 0 0 0 0,26 0 0 0 0,-24-3 58 0 0,0-1-1 0 0,0-1 0 0 0,0-1 1 0 0,0-1-1 0 0,-1 0 0 0 0,0-2 1 0 0,0 0-1 0 0,0-2 0 0 0,-1 0 1 0 0,0-1-1 0 0,0-1 0 0 0,20-14 1 0 0,-36 22 22 0 0,0 0-1 0 0,-1 0 1 0 0,1 0 0 0 0,-1 0-1 0 0,0 0 1 0 0,0 0 0 0 0,0 0 0 0 0,0-1-1 0 0,0 1 1 0 0,0-1 0 0 0,0 1 0 0 0,-1-1-1 0 0,3-5 1 0 0,-24 62 1375 0 0,-11 76-624 0 0,23-83-1190 0 0,1 0-1 0 0,1 63 0 0 0,6-105-67 0 0,3 42-4445 0 0,5-24-1033 0 0,29 7-9129 0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50.795"/>
    </inkml:context>
    <inkml:brush xml:id="br0">
      <inkml:brushProperty name="width" value="0.1" units="cm"/>
      <inkml:brushProperty name="height" value="0.1" units="cm"/>
      <inkml:brushProperty name="color" value="#CC0066"/>
    </inkml:brush>
  </inkml:definitions>
  <inkml:trace contextRef="#ctx0" brushRef="#br0">668 56 10306 0 0,'-19'-50'2057'0'0,"19"50"-2060"0"0,0 0 1 0 0,0 0-1 0 0,0-1 0 0 0,0 1 0 0 0,0 0 0 0 0,0 0 0 0 0,0-1 0 0 0,1 1 0 0 0,-1 0 1 0 0,0 0-1 0 0,0 0 0 0 0,0-1 0 0 0,0 1 0 0 0,0 0 0 0 0,0 0 0 0 0,0 0 0 0 0,0-1 1 0 0,1 1-1 0 0,-1 0 0 0 0,0 0 0 0 0,0 0 0 0 0,0-1 0 0 0,0 1 0 0 0,1 0 0 0 0,-1 0 1 0 0,0 0-1 0 0,0 0 0 0 0,0 0 0 0 0,1 0 0 0 0,-1-1 0 0 0,0 1 0 0 0,0 0 0 0 0,0 0 1 0 0,1 0-1 0 0,-1 0 0 0 0,0 0 0 0 0,0 0 0 0 0,1 0 0 0 0,-1 0 0 0 0,0 0 0 0 0,0 0 1 0 0,0 0-1 0 0,1 0 0 0 0,-1 0 0 0 0,0 0 0 0 0,0 0 0 0 0,1 0 0 0 0,-1 0 0 0 0,0 1 1 0 0,1-1-1 0 0,39 3 321 0 0,-1 1 1 0 0,45 12 0 0 0,-18-3 760 0 0,-32-8-437 0 0,17 3 550 0 0,78 23 1 0 0,-76-11-562 0 0,-45-16-444 0 0,-1-1 1 0 0,0 1 0 0 0,1 0-1 0 0,-2 1 1 0 0,1 0 0 0 0,0 0-1 0 0,-1 0 1 0 0,10 12 0 0 0,-12-12-1 0 0,0 0 0 0 0,-1 0 0 0 0,0 1 0 0 0,0-1 0 0 0,0 1 0 0 0,-1 0-1 0 0,0 0 1 0 0,0 0 0 0 0,0 0 0 0 0,-1 0 0 0 0,0 0 0 0 0,1 9 0 0 0,-2 20 559 0 0,-1 1-1 0 0,-7 45 0 0 0,-1 22 248 0 0,9-45-433 0 0,13 107-1 0 0,25 54 120 0 0,-26-156-639 0 0,-12-59 11 0 0,1-1 0 0 0,0 0 0 0 0,-1 1 0 0 0,1-1 0 0 0,-1 1 0 0 0,0-1 0 0 0,0 1 0 0 0,0-1 0 0 0,-1 0 0 0 0,0 4 0 0 0,0-5-19 0 0,0-1-1 0 0,0 0 1 0 0,0 0 0 0 0,0 0-1 0 0,0 0 1 0 0,0 0 0 0 0,0 0-1 0 0,0-1 1 0 0,0 1 0 0 0,-1 0-1 0 0,1-1 1 0 0,0 1 0 0 0,-1 0 0 0 0,1-1-1 0 0,0 0 1 0 0,-1 1 0 0 0,1-1-1 0 0,-1 0 1 0 0,1 1 0 0 0,0-1-1 0 0,-1 0 1 0 0,1 0 0 0 0,-1 0-1 0 0,1-1 1 0 0,-3 1 0 0 0,-175-2 75 0 0,-206 5 128 0 0,10 35-852 0 0,254-22-3408 0 0,2 2-5415 0 0,29-4-5293 0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0:52.708"/>
    </inkml:context>
    <inkml:brush xml:id="br0">
      <inkml:brushProperty name="width" value="0.1" units="cm"/>
      <inkml:brushProperty name="height" value="0.1" units="cm"/>
      <inkml:brushProperty name="color" value="#CC0066"/>
    </inkml:brush>
  </inkml:definitions>
  <inkml:trace contextRef="#ctx0" brushRef="#br0">976 24 1368 0 0,'14'-5'62'0'0,"18"-10"185"0"0,-47 12 1141 0 0,-6 3-820 0 0,0 1 0 0 0,1 2 0 0 0,-23 4 0 0 0,-11 5 60 0 0,-300 59 704 0 0,81-10 1077 0 0,190-41-1497 0 0,75-19-755 0 0,1 1 0 0 0,0 0 0 0 0,1 1-1 0 0,-1 0 1 0 0,0 0 0 0 0,1 0 0 0 0,-1 1 0 0 0,1-1 0 0 0,0 2-1 0 0,0-1 1 0 0,0 1 0 0 0,1 0 0 0 0,0 0 0 0 0,-8 9 0 0 0,8-6-65 0 0,1 0 1 0 0,-1 0-1 0 0,1 1 1 0 0,1-1 0 0 0,0 1-1 0 0,0 0 1 0 0,1 0-1 0 0,0 0 1 0 0,0 0-1 0 0,1 0 1 0 0,0 10 0 0 0,3 191 697 0 0,0-160-500 0 0,3 16 128 0 0,26 116 0 0 0,26 173 1083 0 0,-17-87-489 0 0,-21-191-469 0 0,-12-54-403 0 0,-2 0 0 0 0,0 1-1 0 0,2 24 1 0 0,-3-13 141 0 0,1-1 0 0 0,15 51 0 0 0,-3-16-22 0 0,-15-59-212 0 0,0-1 0 0 0,0 1-1 0 0,0-1 1 0 0,1 1-1 0 0,0-1 1 0 0,1 0 0 0 0,0 0-1 0 0,0 0 1 0 0,1-1-1 0 0,6 10 1 0 0,-2-7-36 0 0,-1 0-1 0 0,11 21 1 0 0,-14-22 55 0 0,1 0 0 0 0,1 0 0 0 0,14 17 1 0 0,-18-24-40 0 0,0 1 0 0 0,1-1 0 0 0,0 0 0 0 0,0-1 0 0 0,0 1 0 0 0,0-1 0 0 0,1 1 0 0 0,-1-1 0 0 0,0 0 0 0 0,1-1 0 0 0,-1 1 0 0 0,1-1 0 0 0,7 1 0 0 0,3 0 124 0 0,1-1 1 0 0,-1-1-1 0 0,1 0 0 0 0,26-5 1 0 0,65-16 626 0 0,-64 12-435 0 0,282-41 1121 0 0,-95 35-1087 0 0,-205 16-1750 0 0,-1 1-1 0 0,34 6 0 0 0,-20 1-5221 0 0,41 14-1 0 0,-76-22 6142 0 0,23 8-7394 0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0.698"/>
    </inkml:context>
    <inkml:brush xml:id="br0">
      <inkml:brushProperty name="width" value="0.1" units="cm"/>
      <inkml:brushProperty name="height" value="0.1" units="cm"/>
      <inkml:brushProperty name="color" value="#CC0066"/>
    </inkml:brush>
  </inkml:definitions>
  <inkml:trace contextRef="#ctx0" brushRef="#br0">1763 235 1592 0 0,'1'-13'794'0'0,"-1"7"837"0"0,0 0 1 0 0,0 0 0 0 0,0 0 0 0 0,-1 0-1 0 0,0 0 1 0 0,0 0 0 0 0,-3-9 0 0 0,-11-7-924 0 0,-5 6 144 0 0,10 9-670 0 0,-1 2-1 0 0,0-1 0 0 0,0 1 1 0 0,0 1-1 0 0,0 0 1 0 0,-13-2-1 0 0,-72-12 349 0 0,38 12-368 0 0,0 3 1 0 0,-1 2-1 0 0,1 2 1 0 0,0 3-1 0 0,-60 13 1 0 0,-16 1 644 0 0,53-9-30 0 0,-89 23 0 0 0,146-26-570 0 0,0 2 1 0 0,0 0 0 0 0,1 1 0 0 0,1 1 0 0 0,-1 2 0 0 0,2 0 0 0 0,0 1-1 0 0,-22 17 1 0 0,14-4-193 0 0,1 2 0 0 0,1 0 0 0 0,1 2 0 0 0,2 1 0 0 0,-25 41-1 0 0,9-4 95 0 0,-50 118-1 0 0,-1 89 493 0 0,80-237-496 0 0,-19 83 604 0 0,-19 166 0 0 0,26 16-279 0 0,23-246-325 0 0,3 0 1 0 0,2-1-1 0 0,18 76 1 0 0,-14-91-22 0 0,3 0 1 0 0,1-1 0 0 0,2 0 0 0 0,33 61-1 0 0,-36-81-29 0 0,0-1 0 0 0,1 0 0 0 0,1-1 0 0 0,0-1 0 0 0,2 0 0 0 0,0-1 0 0 0,1 0 0 0 0,0-1 0 0 0,1-1 0 0 0,24 14 1 0 0,-10-11-51 0 0,1-1 0 0 0,0-1 0 0 0,1-2 0 0 0,1-2 0 0 0,38 9 0 0 0,-17-10-48 0 0,0-2 1 0 0,86 2-1 0 0,35-11 191 0 0,-1-7-1 0 0,325-57 1 0 0,-166-20-281 0 0,-254 59 415 0 0,85-41 1 0 0,-116 44-185 0 0,-2-3-1 0 0,79-54 1 0 0,-104 62-56 0 0,0-1-1 0 0,-2-1 1 0 0,0-1-1 0 0,-1 0 1 0 0,-2-2-1 0 0,0 0 1 0 0,-1-1-1 0 0,-2 0 1 0 0,0-2-1 0 0,-2 0 1 0 0,0 0-1 0 0,-2-1 1 0 0,-1-1-1 0 0,-1 0 1 0 0,-2 0-1 0 0,5-30 1 0 0,2-42-9 0 0,-4 0 0 0 0,-5 0 0 0 0,-4-1 0 0 0,-12-103 0 0 0,4 147-39 0 0,-2 0 0 0 0,-3 0 0 0 0,-2 1 0 0 0,-2 1 0 0 0,-3 1-1 0 0,-50-100 1 0 0,47 112 30 0 0,-3 2-1 0 0,-1 1 0 0 0,-2 0 0 0 0,-2 3 1 0 0,-1 0-1 0 0,-2 2 0 0 0,-1 1 0 0 0,-74-54 1 0 0,59 54-14 0 0,-2 3 0 0 0,-84-38 0 0 0,44 27 344 0 0,15 5 135 0 0,-153-47 0 0 0,180 71-422 0 0,-1 3 0 0 0,-71-5-1 0 0,86 16-829 0 0,4 8-3344 0 0,26-7 2121 0 0,-1 0 1 0 0,1 1-1 0 0,0-1 0 0 0,0 1 0 0 0,0 0 1 0 0,1 0-1 0 0,-10 11-1986 0 0,-7 12-4449 0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2.662"/>
    </inkml:context>
    <inkml:brush xml:id="br0">
      <inkml:brushProperty name="width" value="0.1" units="cm"/>
      <inkml:brushProperty name="height" value="0.1" units="cm"/>
      <inkml:brushProperty name="color" value="#CC0066"/>
    </inkml:brush>
  </inkml:definitions>
  <inkml:trace contextRef="#ctx0" brushRef="#br0">14 1289 688 0 0,'-1'1'136'0'0,"1"-1"0"0"0,-1 0 0 0 0,1 0 1 0 0,-1 0-1 0 0,1 0 0 0 0,-1 0 0 0 0,1 0 0 0 0,0 0 0 0 0,-1 0 0 0 0,1 0 0 0 0,-1 0 1 0 0,1 0-1 0 0,-1 0 0 0 0,1 0 0 0 0,-1-1 0 0 0,1 1 0 0 0,-1 0 0 0 0,1 0 0 0 0,0 0 1 0 0,-1-1-1 0 0,1 1 0 0 0,-1 0 0 0 0,1 0 0 0 0,0-1 0 0 0,-1 1 0 0 0,1 0 1 0 0,0-1-1 0 0,-1 1 0 0 0,1-1 0 0 0,6-14 3456 0 0,-2 7-3400 0 0,31-65 1173 0 0,-3-1 0 0 0,-3-2 0 0 0,21-90 0 0 0,-19 42-946 0 0,31-151-377 0 0,38-153-167 0 0,-97 416 142 0 0,-2 8-30 0 0,0 1 1 0 0,0 0 0 0 0,0-1-1 0 0,-1 1 1 0 0,0-1-1 0 0,0 1 1 0 0,0-6 0 0 0,1 18-115 0 0,0 0 0 0 0,1 0 1 0 0,-1 0-1 0 0,5 9 1 0 0,2 18 135 0 0,25 130 187 0 0,59 380 1133 0 0,-78-403-812 0 0,24 154 1442 0 0,-25-246-1577 0 0,-10-38-205 0 0,1 0-1 0 0,-2-1 0 0 0,2 17 0 0 0,1-176-16647 0 0,1 65 14216 0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3.205"/>
    </inkml:context>
    <inkml:brush xml:id="br0">
      <inkml:brushProperty name="width" value="0.1" units="cm"/>
      <inkml:brushProperty name="height" value="0.1" units="cm"/>
      <inkml:brushProperty name="color" value="#CC0066"/>
    </inkml:brush>
  </inkml:definitions>
  <inkml:trace contextRef="#ctx0" brushRef="#br0">40 359 3576 0 0,'-18'-22'3256'0'0,"-2"-3"-958"0"0,20 25-2299 0 0,0 0 1 0 0,-1-1 0 0 0,1 1-1 0 0,0 0 1 0 0,0 0 0 0 0,0 0-1 0 0,0 0 1 0 0,0 0 0 0 0,0 0-1 0 0,0 0 1 0 0,0-1-1 0 0,0 1 1 0 0,0 0 0 0 0,0 0-1 0 0,0 0 1 0 0,0 0 0 0 0,0 0-1 0 0,0-1 1 0 0,0 1 0 0 0,0 0-1 0 0,0 0 1 0 0,0 0 0 0 0,0 0-1 0 0,0 0 1 0 0,0-1 0 0 0,0 1-1 0 0,0 0 1 0 0,0 0 0 0 0,0 0-1 0 0,0 0 1 0 0,0 0 0 0 0,0-1-1 0 0,0 1 1 0 0,0 0 0 0 0,0 0-1 0 0,0 0 1 0 0,0 0-1 0 0,0 0 1 0 0,1 0 0 0 0,-1 0-1 0 0,0-1 1 0 0,0 1 0 0 0,0 0-1 0 0,0 0 1 0 0,0 0 0 0 0,0 0-1 0 0,1 0 1 0 0,-1 0 0 0 0,0 0-1 0 0,0 0 1 0 0,0 0 0 0 0,0 0-1 0 0,0 0 1 0 0,0 0 0 0 0,1 0-1 0 0,-1 0 1 0 0,0 0 0 0 0,0 0-1 0 0,136-36-947 0 0,105-33 1985 0 0,-204 57-960 0 0,-27 7-14 0 0,0-1 1 0 0,-1-1 0 0 0,0 0-1 0 0,10-9 1 0 0,-14 12 136 0 0,-1 0-1 0 0,1 0 0 0 0,-1-1 1 0 0,0 0-1 0 0,-1 0 1 0 0,1 0-1 0 0,-1 0 1 0 0,0 0-1 0 0,4-11 0 0 0,-7 16-176 0 0,0 0 0 0 0,0 0 0 0 0,0 0-1 0 0,0 0 1 0 0,0 0 0 0 0,0 0 0 0 0,0 0-1 0 0,0-1 1 0 0,0 1 0 0 0,0 0 0 0 0,0 0 0 0 0,0 0-1 0 0,0 0 1 0 0,0 0 0 0 0,0 0 0 0 0,0 0-1 0 0,0 0 1 0 0,0 0 0 0 0,0 0 0 0 0,0-1 0 0 0,0 1-1 0 0,0 0 1 0 0,0 0 0 0 0,0 0 0 0 0,0 0-1 0 0,0 0 1 0 0,0 0 0 0 0,0 0 0 0 0,0 0-1 0 0,0 0 1 0 0,0 0 0 0 0,0 0 0 0 0,0 0 0 0 0,0-1-1 0 0,0 1 1 0 0,1 0 0 0 0,-1 0 0 0 0,0 0-1 0 0,0 0 1 0 0,0 0 0 0 0,0 0 0 0 0,0 0-1 0 0,0 0 1 0 0,0 0 0 0 0,0 0 0 0 0,0 0 0 0 0,0 0-1 0 0,1 0 1 0 0,-1 0 0 0 0,0 0 0 0 0,0 0-1 0 0,0 0 1 0 0,0 0 0 0 0,0 0 0 0 0,0 0-1 0 0,0 0 1 0 0,0 0 0 0 0,0 0 0 0 0,0 0 0 0 0,1 0-1 0 0,-1 0 1 0 0,0 0 0 0 0,0 1 0 0 0,0-1-1 0 0,3 9 525 0 0,4 26-535 0 0,-4-19 319 0 0,71 300 2676 0 0,-69-289-2816 0 0,4 14 205 0 0,13 40 0 0 0,-19-70-256 0 0,1 0-1 0 0,1 0 0 0 0,0-1 1 0 0,1 0-1 0 0,-1 0 0 0 0,2 0 1 0 0,0-1-1 0 0,12 14 0 0 0,-18-22-108 0 0,0 0 0 0 0,0 0 0 0 0,0 1 0 0 0,0-1 0 0 0,0 0 0 0 0,0 0 0 0 0,0-1 0 0 0,1 1 0 0 0,-1 0 0 0 0,0 0 0 0 0,1-1 0 0 0,-1 1 0 0 0,0 0 0 0 0,1-1 0 0 0,-1 1 0 0 0,1-1 0 0 0,-1 0 0 0 0,1 0 0 0 0,-1 1-1 0 0,1-1 1 0 0,-1 0 0 0 0,1 0 0 0 0,-1 0 0 0 0,1-1 0 0 0,-1 1 0 0 0,1 0 0 0 0,-1-1 0 0 0,1 1 0 0 0,-1 0 0 0 0,1-1 0 0 0,-1 0 0 0 0,0 1 0 0 0,1-1 0 0 0,-1 0 0 0 0,0 0 0 0 0,0 0 0 0 0,1 0 0 0 0,-1 0 0 0 0,0 0 0 0 0,1-1 0 0 0,3-5 49 0 0,0 1 1 0 0,-1-1 0 0 0,1 1 0 0 0,-2-1-1 0 0,1-1 1 0 0,4-13 0 0 0,6-23 74 0 0,-2-1 0 0 0,-2 0 0 0 0,4-51 0 0 0,4-143 266 0 0,-17 216-400 0 0,0 5-13 0 0,0 0 0 0 0,-1 1 0 0 0,0-1 0 0 0,-2 0 0 0 0,0 1 0 0 0,-1-1 1 0 0,-7-24-1 0 0,42 86-15317 0 0,-12-17 11897 0 0,13 18 749 0 0,-18-23 1892 0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4.847"/>
    </inkml:context>
    <inkml:brush xml:id="br0">
      <inkml:brushProperty name="width" value="0.1" units="cm"/>
      <inkml:brushProperty name="height" value="0.1" units="cm"/>
      <inkml:brushProperty name="color" value="#CC0066"/>
    </inkml:brush>
  </inkml:definitions>
  <inkml:trace contextRef="#ctx0" brushRef="#br0">411 870 3672 0 0,'2'-109'3501'0'0,"-2"-74"-1900"0"0,0 172-1128 0 0,-2 1-1 0 0,1-1 1 0 0,-1 0-1 0 0,-1 1 1 0 0,0-1-1 0 0,-1 1 1 0 0,1 0-1 0 0,-2 0 1 0 0,-10-17-1 0 0,12 22-380 0 0,0 1 0 0 0,0-1-1 0 0,0 1 1 0 0,-1 0-1 0 0,0 0 1 0 0,0 1 0 0 0,0-1-1 0 0,0 1 1 0 0,0-1 0 0 0,-1 1-1 0 0,0 1 1 0 0,1-1 0 0 0,-1 1-1 0 0,0 0 1 0 0,0 0 0 0 0,-1 0-1 0 0,1 1 1 0 0,0-1-1 0 0,0 1 1 0 0,-1 1 0 0 0,1-1-1 0 0,-8 1 1 0 0,8 0-95 0 0,-1 0 0 0 0,0 1-1 0 0,0 0 1 0 0,1 0 0 0 0,-1 0 0 0 0,-10 5-1 0 0,5-1 22 0 0,0 2 0 0 0,1-1 0 0 0,0 2 0 0 0,0-1 0 0 0,0 1 0 0 0,1 1 0 0 0,0 0 0 0 0,1 0 0 0 0,0 0 1 0 0,0 1-1 0 0,-9 16 0 0 0,4-4 54 0 0,0 2 1 0 0,2 0 0 0 0,1 0 0 0 0,-11 37-1 0 0,14-36-8 0 0,1-1 1 0 0,1 1-1 0 0,2 0 0 0 0,0 1 0 0 0,2-1 0 0 0,0 0 0 0 0,7 50 0 0 0,-4-63-53 0 0,1 0 1 0 0,0 0-1 0 0,1-1 0 0 0,0 1 0 0 0,0-1 0 0 0,2 0 1 0 0,-1-1-1 0 0,8 11 0 0 0,-8-13-27 0 0,1-1 0 0 0,0 0 0 0 0,1 0-1 0 0,0-1 1 0 0,0 0 0 0 0,0 0 0 0 0,0 0 0 0 0,1-1 0 0 0,0 0 0 0 0,0-1-1 0 0,13 6 1 0 0,-13-7 10 0 0,-1 0 0 0 0,0-1 0 0 0,1 0-1 0 0,0 0 1 0 0,-1-1 0 0 0,1 1 0 0 0,0-2 0 0 0,0 1-1 0 0,-1-1 1 0 0,1 0 0 0 0,0-1 0 0 0,0 0-1 0 0,0 0 1 0 0,-1-1 0 0 0,1 0 0 0 0,0 0 0 0 0,-1 0-1 0 0,0-1 1 0 0,0-1 0 0 0,13-7 0 0 0,-9 4 45 0 0,-1 0 0 0 0,0-1 0 0 0,-1 0 0 0 0,0-1 1 0 0,0 0-1 0 0,-1 0 0 0 0,0-1 0 0 0,12-19 0 0 0,-12 14 14 0 0,-1-1-1 0 0,0 0 0 0 0,-1 0 1 0 0,0 0-1 0 0,5-34 0 0 0,-4 17 148 0 0,-2 0-1 0 0,-1-1 0 0 0,-2 1 0 0 0,-3-49 0 0 0,-2 71 67 0 0,-2 11-163 0 0,4 2-103 0 0,0-1-1 0 0,0 1 1 0 0,0 0 0 0 0,1-1 0 0 0,-1 1 0 0 0,0-1 0 0 0,1 1 0 0 0,0 0-1 0 0,-1 0 1 0 0,1-1 0 0 0,0 3 0 0 0,0 18-5 0 0,1-1 0 0 0,1 1 0 0 0,0-1 0 0 0,2 0 0 0 0,1 0-1 0 0,1 0 1 0 0,0 0 0 0 0,2-1 0 0 0,0 0 0 0 0,16 27 0 0 0,-17-36-6 0 0,0 0 0 0 0,1 0-1 0 0,0 0 1 0 0,0-1 0 0 0,1-1 0 0 0,1 1 0 0 0,0-1 0 0 0,0-1-1 0 0,1 0 1 0 0,-1 0 0 0 0,2-1 0 0 0,14 7 0 0 0,-19-11 10 0 0,-1 0 1 0 0,1-1 0 0 0,1 0-1 0 0,-1 0 1 0 0,0 0 0 0 0,0-1-1 0 0,1 0 1 0 0,-1 0 0 0 0,0-1-1 0 0,1 0 1 0 0,-1 0 0 0 0,1-1-1 0 0,-1 0 1 0 0,0 0 0 0 0,0-1-1 0 0,1 0 1 0 0,-1 0 0 0 0,0-1-1 0 0,-1 0 1 0 0,1 0 0 0 0,0 0-1 0 0,-1-1 1 0 0,8-5 0 0 0,-1-3-2 0 0,0 0 1 0 0,-1 0 0 0 0,0-1-1 0 0,-1 0 1 0 0,-1-1 0 0 0,0-1-1 0 0,-1 0 1 0 0,0 0 0 0 0,-1 0-1 0 0,-1-1 1 0 0,5-17 0 0 0,2-10-17 0 0,-2 1 0 0 0,-2-2 0 0 0,6-51 0 0 0,-5-39-19 0 0,-8-207 0 0 0,-4 319 96 0 0,-6-37 0 0 0,5 52-35 0 0,0-1-1 0 0,0 1 1 0 0,-1 0-1 0 0,1 0 0 0 0,-2 0 1 0 0,1 0-1 0 0,-5-7 1 0 0,-1 6 5 0 0,4 12-98 0 0,4 21-26 0 0,12 112 52 0 0,35 385 565 0 0,-42-487-494 0 0,0 0 0 0 0,14 46 0 0 0,-12-62-14 0 0,1 1-1 0 0,0-1 1 0 0,1-1 0 0 0,2 0-1 0 0,14 22 1 0 0,-19-31-6 0 0,1-1-1 0 0,1 0 1 0 0,-1 0-1 0 0,1-1 1 0 0,1 0-1 0 0,-1 0 1 0 0,1-1-1 0 0,0 0 1 0 0,1 0-1 0 0,-1-1 1 0 0,1 0-1 0 0,1 0 1 0 0,-1-1-1 0 0,0 0 1 0 0,1-1-1 0 0,0 0 1 0 0,0-1-1 0 0,0 0 1 0 0,0 0-1 0 0,0-1 1 0 0,0 0-1 0 0,0-1 1 0 0,0 0-1 0 0,1-1 1 0 0,-1 0-1 0 0,0 0 1 0 0,0-1-1 0 0,0-1 1 0 0,15-5-1 0 0,-5-1 39 0 0,0-1-1 0 0,-1-1 1 0 0,0-1-1 0 0,-1 0 1 0 0,0-2-1 0 0,-1 0 1 0 0,23-24-1 0 0,-18 14 65 0 0,0-1 0 0 0,-2-1 0 0 0,-1 0 0 0 0,28-53 0 0 0,-32 47 42 0 0,12-44 1 0 0,-22 63 33 0 0,-1 0-1 0 0,0-1 1 0 0,-1 0 0 0 0,2-27 0 0 0,-2 67-188 0 0,2 0 0 0 0,1 0 0 0 0,1 0-1 0 0,1-1 1 0 0,1 0 0 0 0,2 0 0 0 0,0-1 0 0 0,25 38-1 0 0,-31-53 3 0 0,1-1-1 0 0,0 0 1 0 0,1 0 0 0 0,0 0-1 0 0,0-1 1 0 0,0 0-1 0 0,1 0 1 0 0,0-1-1 0 0,1 0 1 0 0,-1 0 0 0 0,1-1-1 0 0,0 0 1 0 0,0-1-1 0 0,1 0 1 0 0,-1 0-1 0 0,1-1 1 0 0,0 0 0 0 0,0-1-1 0 0,0 0 1 0 0,0-1-1 0 0,0 0 1 0 0,1 0-1 0 0,-1-1 1 0 0,0 0 0 0 0,0-1-1 0 0,1 0 1 0 0,-1-1-1 0 0,0 0 1 0 0,0-1-1 0 0,0 0 1 0 0,-1 0 0 0 0,1-1-1 0 0,16-9 1 0 0,-10 4 7 0 0,0 0 1 0 0,-1-1 0 0 0,-1-1 0 0 0,1 0 0 0 0,14-16-1 0 0,-21 19 12 0 0,-2 0-1 0 0,1-1 0 0 0,-1 1 1 0 0,0-1-1 0 0,-1-1 0 0 0,0 1 1 0 0,0-1-1 0 0,-1 0 0 0 0,0 0 1 0 0,-1 0-1 0 0,4-18 0 0 0,-6 22-10 0 0,2-8 12 0 0,-1-1 0 0 0,0 1-1 0 0,-1 0 1 0 0,-1-1 0 0 0,0 1-1 0 0,-1 0 1 0 0,-4-24 0 0 0,3 29-11 0 0,-1-1 0 0 0,0 0 0 0 0,-1 1 0 0 0,0 0 0 0 0,0 0 0 0 0,-1 0 0 0 0,0 0 0 0 0,-1 1 0 0 0,0 0 0 0 0,0 0 0 0 0,-1 0 0 0 0,0 1 0 0 0,0 0 0 0 0,0 1 0 0 0,-1-1 1 0 0,0 1-1 0 0,-1 1 0 0 0,-13-8 0 0 0,10 8-20 0 0,-1 1 0 0 0,1 0 1 0 0,-1 0-1 0 0,1 2 0 0 0,-1-1 0 0 0,0 2 1 0 0,0 0-1 0 0,0 0 0 0 0,0 1 1 0 0,0 1-1 0 0,0 0 0 0 0,0 1 1 0 0,-17 4-1 0 0,20-3 0 0 0,-1 0 1 0 0,1 1-1 0 0,1 1 1 0 0,-1-1-1 0 0,0 2 1 0 0,1-1-1 0 0,0 1 0 0 0,1 0 1 0 0,-1 1-1 0 0,1 0 1 0 0,0 1-1 0 0,1-1 1 0 0,0 1-1 0 0,0 1 0 0 0,1-1 1 0 0,-10 18-1 0 0,6-4 0 0 0,1 1 0 0 0,1 0-1 0 0,1 1 1 0 0,1 0-1 0 0,1 0 1 0 0,1 0-1 0 0,2 1 1 0 0,0 47 0 0 0,2-56-3 0 0,1 0 1 0 0,1 0 0 0 0,1 0-1 0 0,0 0 1 0 0,1-1 0 0 0,0 1 0 0 0,1-1-1 0 0,1 0 1 0 0,1-1 0 0 0,10 19-1 0 0,-13-27 18 0 0,0 1 0 0 0,1-1-1 0 0,0 0 1 0 0,0 0-1 0 0,1 0 1 0 0,-1-1-1 0 0,1 1 1 0 0,0-1 0 0 0,1-1-1 0 0,-1 1 1 0 0,1-1-1 0 0,0 0 1 0 0,0-1-1 0 0,0 0 1 0 0,1 0 0 0 0,-1 0-1 0 0,1-1 1 0 0,-1 0-1 0 0,1-1 1 0 0,0 0 0 0 0,0 0-1 0 0,11 0 1 0 0,-12-2 5 0 0,0 0 1 0 0,0 0 0 0 0,0 0 0 0 0,0-1-1 0 0,0 0 1 0 0,-1-1 0 0 0,1 1-1 0 0,-1-1 1 0 0,1-1 0 0 0,-1 1 0 0 0,0-1-1 0 0,0 0 1 0 0,-1 0 0 0 0,1-1 0 0 0,-1 0-1 0 0,0 0 1 0 0,0 0 0 0 0,8-11-1 0 0,2-5 44 0 0,-2-1-1 0 0,0 0 1 0 0,18-44-1 0 0,-21 42 36 0 0,0 0 0 0 0,-2-1-1 0 0,-1 0 1 0 0,-1 0 0 0 0,-1-1-1 0 0,-1 0 1 0 0,1-31 0 0 0,-6 71-3 0 0,1 1 0 0 0,0-1 1 0 0,4 17-1 0 0,-1-19-84 0 0,1 0 0 0 0,0 0 0 0 0,0-1 0 0 0,2 0 0 0 0,-1 0 0 0 0,1 0 0 0 0,1-1 0 0 0,0 1 0 0 0,1-2 0 0 0,-1 1 0 0 0,2-1 0 0 0,-1 0 1 0 0,1-1-1 0 0,1 0 0 0 0,0 0 0 0 0,0-1 0 0 0,0 0 0 0 0,1-1 0 0 0,0 0 0 0 0,0-1 0 0 0,0 0 0 0 0,1-1 0 0 0,0 0 0 0 0,0-1 0 0 0,0 0 0 0 0,0-1 0 0 0,0 0 0 0 0,0-1 0 0 0,1-1 0 0 0,-1 0 0 0 0,25-3 0 0 0,-24 1 30 0 0,0-1-1 0 0,0-1 0 0 0,0 0 0 0 0,-1 0 0 0 0,0-2 0 0 0,0 1 1 0 0,0-2-1 0 0,0 1 0 0 0,-1-2 0 0 0,0 1 0 0 0,-1-2 0 0 0,0 1 1 0 0,0-1-1 0 0,0-1 0 0 0,-2 0 0 0 0,1 0 0 0 0,-1-1 0 0 0,0 0 1 0 0,8-16-1 0 0,-6 6 23 0 0,0 0 1 0 0,-1 0 0 0 0,-1-1 0 0 0,-1 0-1 0 0,-1-1 1 0 0,0 0 0 0 0,-2 1-1 0 0,-1-1 1 0 0,-1-1 0 0 0,-1-29 0 0 0,-1 42-36 0 0,-1 1 0 0 0,0 0 0 0 0,-1-1 1 0 0,0 1-1 0 0,-4-11 0 0 0,5 18-8 0 0,0 0-1 0 0,0 1 1 0 0,0-1-1 0 0,0 0 0 0 0,-1 1 1 0 0,1-1-1 0 0,-1 1 1 0 0,0-1-1 0 0,0 1 1 0 0,0 0-1 0 0,0 0 1 0 0,0 0-1 0 0,-1 0 0 0 0,1 0 1 0 0,0 0-1 0 0,-1 0 1 0 0,0 1-1 0 0,1 0 1 0 0,-1-1-1 0 0,0 1 0 0 0,1 0 1 0 0,-5-1-1 0 0,6 2-10 0 0,0 0-1 0 0,0-1 0 0 0,1 1 1 0 0,-1 0-1 0 0,0 0 0 0 0,0 0 1 0 0,0 0-1 0 0,0 0 0 0 0,0 0 1 0 0,0 0-1 0 0,0 0 0 0 0,0 0 1 0 0,0 1-1 0 0,0-1 0 0 0,1 0 1 0 0,-1 1-1 0 0,0-1 0 0 0,0 0 1 0 0,0 1-1 0 0,0-1 0 0 0,1 1 1 0 0,-1-1-1 0 0,0 1 0 0 0,0 0 1 0 0,1-1-1 0 0,-1 1 1 0 0,1 0-1 0 0,-1-1 0 0 0,0 1 1 0 0,1 0-1 0 0,-1 0 0 0 0,1-1 1 0 0,0 1-1 0 0,-1 0 0 0 0,1 0 1 0 0,0 0-1 0 0,-1 0 0 0 0,1 0 1 0 0,0 0-1 0 0,0 0 0 0 0,0-1 1 0 0,0 1-1 0 0,0 0 0 0 0,0 0 1 0 0,0 1-1 0 0,0 4-13 0 0,0 0-1 0 0,1-1 1 0 0,0 1-1 0 0,0 0 1 0 0,0-1 0 0 0,3 9-1 0 0,-1-7 14 0 0,1 1 1 0 0,-1-1-1 0 0,1-1 0 0 0,0 1 0 0 0,1 0 0 0 0,0-1 0 0 0,0 0 0 0 0,0 0 0 0 0,1 0 1 0 0,0-1-1 0 0,9 8 0 0 0,-5-7-5 0 0,0 0 0 0 0,0 0 0 0 0,0-1 0 0 0,1 0 0 0 0,-1-1 0 0 0,1 0 0 0 0,18 3 0 0 0,-17-4 8 0 0,0-1 1 0 0,0 0-1 0 0,1-1 0 0 0,-1-1 1 0 0,0 0-1 0 0,1-1 1 0 0,-1 0-1 0 0,0 0 0 0 0,0-2 1 0 0,0 1-1 0 0,0-1 1 0 0,0-1-1 0 0,-1 0 1 0 0,0-1-1 0 0,20-11 0 0 0,-24 11 32 0 0,1-1 1 0 0,-1 1-1 0 0,-1-1 0 0 0,1-1 0 0 0,-1 1 0 0 0,0-1 0 0 0,0 0 0 0 0,-1-1 1 0 0,0 1-1 0 0,-1-1 0 0 0,1 0 0 0 0,-1 0 0 0 0,-1-1 0 0 0,0 1 0 0 0,0-1 1 0 0,0 1-1 0 0,-1-1 0 0 0,-1 0 0 0 0,1 0 0 0 0,-1-14 0 0 0,-5 13 432 0 0,4 10-455 0 0,-1 0 0 0 0,1 0-1 0 0,0 0 1 0 0,-1 0 0 0 0,1 0-1 0 0,0 0 1 0 0,0 0 0 0 0,-1 0 0 0 0,1 0-1 0 0,0 0 1 0 0,0 1 0 0 0,-1-1-1 0 0,1 0 1 0 0,0 0 0 0 0,0 0-1 0 0,-1 0 1 0 0,1 1 0 0 0,0-1-1 0 0,0 0 1 0 0,0 0 0 0 0,-1 0 0 0 0,1 1-1 0 0,0-1 1 0 0,0 0 0 0 0,0 0-1 0 0,0 1 1 0 0,0-1 0 0 0,-1 0-1 0 0,1 0 1 0 0,0 1 0 0 0,0-1-1 0 0,0 0 1 0 0,0 1 0 0 0,0-1-1 0 0,0 0 1 0 0,0 0 0 0 0,0 1 0 0 0,0-1-1 0 0,0 0 1 0 0,0 1 0 0 0,0-1-1 0 0,-5 40 287 0 0,0-1-1 0 0,3 1 0 0 0,5 77 1 0 0,-1-91-273 0 0,1 1 0 0 0,1-1 1 0 0,1 0-1 0 0,2 0 0 0 0,10 28 1 0 0,-11-41-783 0 0,0 0-1 0 0,0 0 1 0 0,1-1 0 0 0,17 22 0 0 0,-18-27-857 0 0,1 1 1 0 0,0-1 0 0 0,0-1 0 0 0,0 1 0 0 0,1-1-1 0 0,0 0 1 0 0,17 8 0 0 0,41 12-8675 0 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5.342"/>
    </inkml:context>
    <inkml:brush xml:id="br0">
      <inkml:brushProperty name="width" value="0.1" units="cm"/>
      <inkml:brushProperty name="height" value="0.1" units="cm"/>
      <inkml:brushProperty name="color" value="#CC0066"/>
    </inkml:brush>
  </inkml:definitions>
  <inkml:trace contextRef="#ctx0" brushRef="#br0">168 132 1144 0 0,'-16'-5'771'0'0,"1"2"-1"0"0,-1 0 1 0 0,1 0 0 0 0,-1 1-1 0 0,0 1 1 0 0,0 1 0 0 0,-29 3-1 0 0,33 0 2477 0 0,18-1-885 0 0,23-2-966 0 0,37-6-25 0 0,65-12 1 0 0,-126 17-1330 0 0,93-18 478 0 0,79-10 106 0 0,-21 3-3776 0 0,-140 23-1201 0 0,0-2 0 0 0,23-8 1 0 0,-34 11 2315 0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6.156"/>
    </inkml:context>
    <inkml:brush xml:id="br0">
      <inkml:brushProperty name="width" value="0.1" units="cm"/>
      <inkml:brushProperty name="height" value="0.1" units="cm"/>
      <inkml:brushProperty name="color" value="#CC0066"/>
    </inkml:brush>
  </inkml:definitions>
  <inkml:trace contextRef="#ctx0" brushRef="#br0">1655 80 7401 0 0,'2'-24'2556'0'0,"-1"23"-2569"0"0,-1 1 1 0 0,0-1 0 0 0,1 0 0 0 0,-1 0 0 0 0,1 1 0 0 0,-1-1-1 0 0,1 0 1 0 0,0 1 0 0 0,-1-1 0 0 0,1 0 0 0 0,0 1 0 0 0,-1-1-1 0 0,1 1 1 0 0,0-1 0 0 0,0 1 0 0 0,-1-1 0 0 0,1 1 0 0 0,0 0-1 0 0,0-1 1 0 0,0 1 0 0 0,1 0 0 0 0,8-6 417 0 0,-10 6-330 0 0,0-1 0 0 0,0 1-1 0 0,0 0 1 0 0,0 0 0 0 0,0-1-1 0 0,0 1 1 0 0,0 0 0 0 0,0-1-1 0 0,0 1 1 0 0,0 0 0 0 0,0 0-1 0 0,0-1 1 0 0,0 1 0 0 0,0 0-1 0 0,0-1 1 0 0,0 1 0 0 0,0 0-1 0 0,-1 0 1 0 0,1-1-1 0 0,0 1 1 0 0,0 0 0 0 0,0 0-1 0 0,0-1 1 0 0,0 1 0 0 0,-1 0-1 0 0,1 0 1 0 0,0-1 0 0 0,0 1-1 0 0,-1 0 1 0 0,1 0 0 0 0,0 0-1 0 0,0 0 1 0 0,-1-1 0 0 0,1 1-1 0 0,0 0 1 0 0,-1 0 0 0 0,-2-2 54 0 0,0 0 0 0 0,0 1 1 0 0,-1 0-1 0 0,1-1 1 0 0,-1 1-1 0 0,1 0 1 0 0,-1 1-1 0 0,0-1 0 0 0,-5 0 1 0 0,-6-1 32 0 0,-27-5 167 0 0,-49-1 0 0 0,-15 8-142 0 0,34 6-78 0 0,1 3 0 0 0,-95 24 0 0 0,-133 58 1098 0 0,247-71-612 0 0,0 1 0 0 0,1 3-1 0 0,1 2 1 0 0,1 3-1 0 0,-49 37 1 0 0,80-52-418 0 0,0 1 1 0 0,0 1-1 0 0,2 1 0 0 0,0 0 1 0 0,1 1-1 0 0,1 0 0 0 0,1 1 1 0 0,0 1-1 0 0,1 0 0 0 0,1 1 1 0 0,-14 39-1 0 0,13-24 130 0 0,2 0 1 0 0,1 1-1 0 0,-4 42 0 0 0,10-57-124 0 0,2 0 0 0 0,1 0 0 0 0,0 0 0 0 0,2 0-1 0 0,0 0 1 0 0,9 36 0 0 0,-10-55-137 0 0,5 19 280 0 0,-7-17 263 0 0,-7-14 547 0 0,-8-19-1109 0 0,1-1-1 0 0,2 0 1 0 0,1-1-1 0 0,-10-35 1 0 0,-10-28-225 0 0,32 93 198 0 0,-8-22 8 0 0,-2 0-1 0 0,0 1 1 0 0,-1 0 0 0 0,0 0 0 0 0,-20-23 0 0 0,26 33-1 0 0,1 4-7 0 0,4 13-407 0 0,7 16 357 0 0,0 0 0 0 0,16 33 0 0 0,-3-7 170 0 0,-10-19 16 0 0,2 0-1 0 0,2-1 0 0 0,0 0 0 0 0,30 43 0 0 0,-38-64-89 0 0,0 0-1 0 0,0 0 1 0 0,0 0-1 0 0,1-1 1 0 0,0 0-1 0 0,0 0 1 0 0,1-1-1 0 0,-1 0 1 0 0,1 0-1 0 0,0 0 1 0 0,1-1-1 0 0,-1-1 1 0 0,1 1-1 0 0,0-2 1 0 0,-1 1-1 0 0,1-1 1 0 0,1 0-1 0 0,-1-1 1 0 0,0 0-1 0 0,16 0 1 0 0,-7-3 96 0 0,0 0 1 0 0,0-1-1 0 0,0-1 1 0 0,-1-1-1 0 0,0 0 1 0 0,0-1-1 0 0,24-12 0 0 0,112-72 156 0 0,-151 89-312 0 0,52-27-2931 0 0,3 6-6839 0 0,-8 3-2343 0 0,-19 1 7390 0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8.951"/>
    </inkml:context>
    <inkml:brush xml:id="br0">
      <inkml:brushProperty name="width" value="0.1" units="cm"/>
      <inkml:brushProperty name="height" value="0.1" units="cm"/>
      <inkml:brushProperty name="color" value="#CC0066"/>
    </inkml:brush>
  </inkml:definitions>
  <inkml:trace contextRef="#ctx0" brushRef="#br0">76 65 1064 0 0,'-1'-2'346'0'0,"-1"0"1"0"0,0 0-1 0 0,1 0 1 0 0,-1 1-1 0 0,0-1 1 0 0,0 0-1 0 0,0 1 0 0 0,-1-1 1 0 0,1 1-1 0 0,0-1 1 0 0,0 1-1 0 0,-1 0 1 0 0,-2-1-1 0 0,-39-13 8798 0 0,74 14-8682 0 0,20-2-206 0 0,160-6 518 0 0,330-4 1321 0 0,-491 16-383 0 0,-180-5-1538 0 0,-193 6-18 0 0,275-1-139 0 0,20-3 68 0 0,-55 10 1 0 0,138-6-194 0 0,39 2 236 0 0,1-3 0 0 0,170-19 0 0 0,-242 11 21 0 0,-22 5-146 0 0,0 0 0 0 0,0 0 0 0 0,0-1-1 0 0,0 1 1 0 0,0 0 0 0 0,0 0-1 0 0,-1 0 1 0 0,1 0 0 0 0,0 0 0 0 0,0 0-1 0 0,0 0 1 0 0,0 0 0 0 0,0 0 0 0 0,0 0-1 0 0,0 0 1 0 0,0 0 0 0 0,0 0 0 0 0,0 0-1 0 0,0 0 1 0 0,0-1 0 0 0,0 1 0 0 0,0 0-1 0 0,0 0 1 0 0,0 0 0 0 0,0 0 0 0 0,0 0-1 0 0,0 0 1 0 0,0 0 0 0 0,0 0 0 0 0,0 0-1 0 0,0 0 1 0 0,0-1 0 0 0,0 1 0 0 0,0 0-1 0 0,0 0 1 0 0,0 0 0 0 0,0 0 0 0 0,0 0-1 0 0,0 0 1 0 0,0 0 0 0 0,0 0 0 0 0,0 0-1 0 0,0 0 1 0 0,0-1 0 0 0,0 1 0 0 0,0 0-1 0 0,0 0 1 0 0,0 0 0 0 0,0 0 0 0 0,0 0-1 0 0,0 0 1 0 0,0 0 0 0 0,1 0 0 0 0,-1 0-1 0 0,0 0 1 0 0,0 0 0 0 0,0 0 0 0 0,0 0-1 0 0,0 0 1 0 0,0 0 0 0 0,0 0 0 0 0,0 0-1 0 0,-35-4 201 0 0,-42 3-247 0 0,-80 12 0 0 0,-73 19-1907 0 0,211-28 1618 0 0,-6 1-1964 0 0,-5 1-2666 0 0,11 3-3245 0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09.763"/>
    </inkml:context>
    <inkml:brush xml:id="br0">
      <inkml:brushProperty name="width" value="0.1" units="cm"/>
      <inkml:brushProperty name="height" value="0.1" units="cm"/>
      <inkml:brushProperty name="color" value="#CC0066"/>
    </inkml:brush>
  </inkml:definitions>
  <inkml:trace contextRef="#ctx0" brushRef="#br0">204 93 3632 0 0,'-6'-5'891'0'0,"1"2"0"0"0,-1-1 0 0 0,-1 1-1 0 0,1 0 1 0 0,0 0 0 0 0,-1 1 0 0 0,-12-3 0 0 0,-47-6 2291 0 0,62 10-3003 0 0,-29-2 939 0 0,177 3-1021 0 0,-67 0-122 0 0,193-9 165 0 0,-97-10 1065 0 0,-152 12 56 0 0,-21 7-1246 0 0,0 0 0 0 0,0 0 0 0 0,0 0 0 0 0,0 0 1 0 0,0-1-1 0 0,0 1 0 0 0,0 0 0 0 0,0 0 0 0 0,0 0 0 0 0,0 0 0 0 0,0 0 0 0 0,0 0 0 0 0,0 0 0 0 0,0 0 0 0 0,0-1 0 0 0,0 1 0 0 0,0 0 0 0 0,0 0 0 0 0,0 0 0 0 0,0 0 0 0 0,0 0 0 0 0,0 0 0 0 0,0 0 0 0 0,0 0 0 0 0,0-1 0 0 0,0 1 0 0 0,0 0 0 0 0,0 0 0 0 0,0 0 0 0 0,0 0 1 0 0,0 0-1 0 0,0 0 0 0 0,0 0 0 0 0,0 0 0 0 0,0 0 0 0 0,-1-1 0 0 0,1 1 0 0 0,0 0 0 0 0,0 0 0 0 0,0 0 0 0 0,0 0 0 0 0,0 0 0 0 0,0 0 0 0 0,0 0 0 0 0,0 0 0 0 0,0 0 0 0 0,-1 0 0 0 0,1 0 0 0 0,0 0 0 0 0,0 0 0 0 0,-16-4 359 0 0,-79-2 432 0 0,-161 9-1 0 0,214-1-557 0 0,33-1-191 0 0,-279 21 1595 0 0,272-17-1712 0 0,17-5 58 0 0,-1 1 0 0 0,1-1-1 0 0,-1 1 1 0 0,0-1 0 0 0,1 1 0 0 0,-1-1-1 0 0,1 0 1 0 0,-1 1 0 0 0,1-1-1 0 0,-1 0 1 0 0,1 0 0 0 0,0 1-1 0 0,-1-1 1 0 0,1 0 0 0 0,-1 0 0 0 0,1 0-1 0 0,0 0 1 0 0,-1 0 0 0 0,1 0-1 0 0,-1 0 1 0 0,2 0 0 0 0,65 9-176 0 0,117 1-1 0 0,-153-10 157 0 0,3 1 8 0 0,291 3 83 0 0,-309-4 7 0 0,-11 0 1 0 0,0 0 0 0 0,1 0 0 0 0,-1 0 1 0 0,1-1-1 0 0,-1 1 0 0 0,0-1 0 0 0,10-4 0 0 0,-15 6-72 0 0,0-1 1 0 0,-1 0-1 0 0,1 0 1 0 0,0 0-1 0 0,0 0 1 0 0,0 0-1 0 0,-1 0 1 0 0,1-1-1 0 0,0 1 0 0 0,0 0 1 0 0,-1 0-1 0 0,1 0 1 0 0,0 0-1 0 0,0 0 1 0 0,0 0-1 0 0,0 0 1 0 0,-1 0-1 0 0,1 0 0 0 0,0 0 1 0 0,0-1-1 0 0,0 1 1 0 0,0 0-1 0 0,-1 0 1 0 0,1 0-1 0 0,0 0 1 0 0,0-1-1 0 0,0 1 0 0 0,0 0 1 0 0,0 0-1 0 0,0 0 1 0 0,-1 0-1 0 0,1-1 1 0 0,0 1-1 0 0,0 0 1 0 0,0 0-1 0 0,0-1 0 0 0,0 1 1 0 0,0 0-1 0 0,0 0 1 0 0,0 0-1 0 0,0-1 1 0 0,0 1-1 0 0,0 0 1 0 0,0 0-1 0 0,0 0 0 0 0,0-1 1 0 0,0 1-1 0 0,0 0 1 0 0,1 0-1 0 0,-1 0 1 0 0,0-1-1 0 0,0 1 0 0 0,0 0 1 0 0,0 0-1 0 0,0 0 1 0 0,0 0-1 0 0,0-1 1 0 0,1 1-1 0 0,-1 0 1 0 0,0 0-1 0 0,0 0 0 0 0,0 0 1 0 0,0 0-1 0 0,1-1 1 0 0,-1 1-1 0 0,0 0 1 0 0,0 0-1 0 0,1 0 1 0 0,-23-5 185 0 0,-27-1 362 0 0,-95 2-1 0 0,-48 15 129 0 0,173-9-643 0 0,-63 7-121 0 0,81-9 52 0 0,1 0 0 0 0,-1 0 0 0 0,0 0 1 0 0,1 0-1 0 0,-1 0 0 0 0,1 0 0 0 0,-1 0 1 0 0,0 0-1 0 0,1 1 0 0 0,-1-1 0 0 0,1 0 1 0 0,-1 0-1 0 0,0 0 0 0 0,1 1 0 0 0,-1-1 1 0 0,1 0-1 0 0,-1 1 0 0 0,1-1 0 0 0,-1 0 0 0 0,1 1 1 0 0,0-1-1 0 0,-1 1 0 0 0,0 0 0 0 0,17 4-3503 0 0,25-2-6164 0 0,12-1-1515 0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1:23.483"/>
    </inkml:context>
    <inkml:brush xml:id="br0">
      <inkml:brushProperty name="width" value="0.10583" units="cm"/>
      <inkml:brushProperty name="height" value="0.10583" units="cm"/>
      <inkml:brushProperty name="color" value="#CC0066"/>
    </inkml:brush>
  </inkml:definitions>
  <inkml:trace contextRef="#ctx0" brushRef="#br0">0 1248 23059,'9979'-1247'0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1:26.770"/>
    </inkml:context>
    <inkml:brush xml:id="br0">
      <inkml:brushProperty name="width" value="0.05" units="cm"/>
      <inkml:brushProperty name="height" value="0.05" units="cm"/>
      <inkml:brushProperty name="color" value="#CC0066"/>
    </inkml:brush>
  </inkml:definitions>
  <inkml:trace contextRef="#ctx0" brushRef="#br0">0 2 24575,'30'0'0,"-9"-1"0,1 1 0,0 0 0,0 2 0,-1 1 0,1 0 0,-1 2 0,26 8 0,-16 0 0,6 1 0,40 23 0,-66-30 0,0 0 0,0 0 0,0 1 0,-1 1 0,0-1 0,-1 2 0,13 15 0,-16-16 0,1 0 0,-1 0 0,-1 1 0,1 0 0,3 12 0,-8-19 0,1 1 0,-1 0 0,0 0 0,-1 0 0,1 0 0,-1-1 0,0 1 0,0 0 0,0 0 0,0 0 0,-1 0 0,1 0 0,-1 0 0,0 0 0,0 0 0,-1-1 0,1 1 0,-3 4 0,-137 205 0,85-134 0,19-20 299,21-31-1131,-28 34 0,24-39-5994</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3:09.312"/>
    </inkml:context>
    <inkml:brush xml:id="br0">
      <inkml:brushProperty name="width" value="0.10583" units="cm"/>
      <inkml:brushProperty name="height" value="0.10583" units="cm"/>
      <inkml:brushProperty name="color" value="#CC0066"/>
    </inkml:brush>
  </inkml:definitions>
  <inkml:trace contextRef="#ctx0" brushRef="#br0">0 0 23059,'5247'656'0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13:40.070"/>
    </inkml:context>
    <inkml:brush xml:id="br0">
      <inkml:brushProperty name="width" value="0.05" units="cm"/>
      <inkml:brushProperty name="height" value="0.05" units="cm"/>
      <inkml:brushProperty name="color" value="#CC0066"/>
    </inkml:brush>
  </inkml:definitions>
  <inkml:trace contextRef="#ctx0" brushRef="#br0">646 604 24575,'-45'-48'0,"-14"-13"0,8 16 0,-158-151 0,195 181 0,-166-198 0,170 194 0,11 20 0,-1-1 0,0 0 0,0 0 0,0 0 0,1 0 0,-1 0 0,0 0 0,0 0 0,0 0 0,1 0 0,-1 0 0,0 0 0,0 0 0,1 0 0,-1 0 0,0 0 0,0 0 0,0 0 0,1 0 0,-1 0 0,0 0 0,0 0 0,0 0 0,1 0 0,-1 0 0,0-1 0,0 1 0,0 0 0,1 0 0,-1 0 0,0 0 0,0 0 0,0-1 0,0 1 0,0 0 0,1 0 0,-1 0 0,0-1 0,0 1 0,0 0 0,0 0 0,0 0 0,0-1 0,0 1 0,0 0 0,0 0 0,0 0 0,0-1 0,0 1 0,0 0 0,0 0 0,0-1 0,0 1 0,0 0 0,0 0 0,0 0 0,0-1 0,0 1 0,0 0 0,0 0 0,0 0 0,-1-1 0,28 14 0,-2 1 0,0 1 0,-1 1 0,0 1 0,-1 2 0,-1 0 0,32 36 0,-38-36 0,2-2 0,0 0 0,30 21 0,-28-23 0,0 1 0,-1 1 0,24 28 0,8 9 0,-37-42 0,-1 2 0,-1 0 0,15 20 0,-15-16 0,-8-13 0,0 1 0,0 0 0,-1 0 0,1 0 0,2 10 0,-5-14 0,-1-1 0,1 1 0,-1 0 0,0 0 0,0 0 0,0 0 0,0 0 0,0-1 0,0 1 0,0 0 0,-1 0 0,1 0 0,-1 0 0,0-1 0,1 1 0,-1 0 0,0 0 0,0-1 0,0 1 0,0-1 0,0 1 0,0-1 0,0 1 0,-3 1 0,-20 18 0,0-1 0,-51 29 0,31-20 0,-99 63 0,-103 73 0,224-146 0,0 0 0,-19 23 0,31-29 0,18-16 0,22-19 0,223-231 0,-161 157 0,-48 49-1365,-26 30-5461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8:33.117"/>
    </inkml:context>
    <inkml:brush xml:id="br0">
      <inkml:brushProperty name="width" value="0.1" units="cm"/>
      <inkml:brushProperty name="height" value="0.1" units="cm"/>
      <inkml:brushProperty name="color" value="#66CC00"/>
    </inkml:brush>
  </inkml:definitions>
  <inkml:trace contextRef="#ctx0" brushRef="#br0">0 2 24575,'361'-1'-1644,"386"3"-3457,-689-1 5091,0 4 0,0 1 1,62 17-1,-58-11 1367,0-2 0,0-3 0,0-3-1,64-3 1,462-3-1357,-351 2 0,-229 0 0,0 0 0,0 1 0,0 0 0,0 0 0,0 1 0,0 0 0,0 0 0,11 5 0,-13-4 0,-1 0 0,0 0 0,-1 1 0,1-1 0,-1 1 0,1 0 0,-1 1 0,0-1 0,-1 1 0,1-1 0,-1 1 0,5 9 0,-1 2 0,-1 0 0,-1 0 0,0 1 0,-1 0 0,-1 0 0,2 26 0,4 17 0,1-5 0,60 251 0,-59-264 0,-1 1 0,-3 0 0,-1 1 0,-3-1 0,-2 75 0,1-75 0,1-1 0,3 0 0,16 61 0,-11-53 0,10 97 0,-18 259 0,-5-204 0,2 750 0,0-949 0,0 4 0,0-1 0,0 0 0,-1 0 0,0 0 0,-2 9 0,2-14 0,1 0 0,0 0 0,-1 0 0,1 0 0,-1 0 0,1 0 0,-1-1 0,1 1 0,-1 0 0,0 0 0,1-1 0,-1 1 0,0-1 0,0 1 0,1 0 0,-1-1 0,0 1 0,0-1 0,0 0 0,0 1 0,0-1 0,0 0 0,0 1 0,0-1 0,1 0 0,-1 0 0,0 0 0,0 0 0,0 0 0,0 0 0,0 0 0,0 0 0,0 0 0,0-1 0,0 1 0,0 0 0,0 0 0,0-1 0,0 1 0,0-1 0,1 1 0,-1-1 0,-1 0 0,-45-24 0,-70-50 0,28 17 0,66 42 0,2 0 0,0-2 0,0 0 0,2-1 0,0-1 0,-23-33 0,-44-46 0,-4-6 0,75 87 0,10 13 0,1-1 0,0 1 0,0-1 0,0 0 0,0 0 0,-4-10 0,8 15 0,0 1 0,0-1 0,-1 1 0,1-1 0,0 0 0,0 1 0,0-1 0,-1 0 0,1 1 0,0-1 0,0 1 0,0-1 0,0 0 0,0 1 0,1-1 0,-1 0 0,0 1 0,0-1 0,0 1 0,0-1 0,1 0 0,-1 0 0,1 1 0,-1-1 0,1 1 0,-1 0 0,1 0 0,0 0 0,-1-1 0,1 1 0,-1 0 0,1 0 0,-1 0 0,1 0 0,-1 0 0,1 0 0,-1 0 0,1 0 0,-1 1 0,1-1 0,0 0 0,-1 0 0,1 1 0,31 15 0,-30-14 0,149 103 0,-61-40 0,-72-51 0,0 2 0,-2 0 0,0 1 0,0 0 0,22 36 0,4 3 0,-31-41 0,-2 0 0,1 1 0,8 22 0,-10-20 0,1-1 0,18 25 0,-7-10 0,-15-24 0,1 1 0,-1-1 0,1 0 0,1 0 0,12 12 0,-17-19 0,0 1 0,0-1 0,0 0 0,1 1 0,-1-1 0,0 0 0,1 0 0,-1-1 0,1 1 0,-1 0 0,1-1 0,-1 1 0,1-1 0,-1 0 0,1 0 0,-1 0 0,1 0 0,-1-1 0,1 1 0,-1-1 0,1 1 0,-1-1 0,1 0 0,-1 0 0,0 0 0,1 0 0,2-2 0,6-4 0,-1-1 0,0 0 0,-1 0 0,0-1 0,14-17 0,17-16 0,-13 17 0,-1-2 0,-1-1 0,-1-1 0,-2-1 0,0 0 0,-3-2 0,0-1 0,22-56 0,-18 36 0,54-90 0,43-41 0,-78 133 215,-21 26-1795,-3 2-5246</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9:35.207"/>
    </inkml:context>
    <inkml:brush xml:id="br0">
      <inkml:brushProperty name="width" value="0.1" units="cm"/>
      <inkml:brushProperty name="height" value="0.1" units="cm"/>
      <inkml:brushProperty name="color" value="#33CCFF"/>
    </inkml:brush>
  </inkml:definitions>
  <inkml:trace contextRef="#ctx0" brushRef="#br0">1 1 24575</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9:37.152"/>
    </inkml:context>
    <inkml:brush xml:id="br0">
      <inkml:brushProperty name="width" value="0.1" units="cm"/>
      <inkml:brushProperty name="height" value="0.1" units="cm"/>
      <inkml:brushProperty name="color" value="#33CCFF"/>
    </inkml:brush>
  </inkml:definitions>
  <inkml:trace contextRef="#ctx0" brushRef="#br0">1026 0 24575,'-1'1'0,"0"-1"0,1 0 0,-1 0 0,1 0 0,-1 0 0,0 1 0,1-1 0,-1 0 0,1 0 0,-1 1 0,1-1 0,-1 0 0,1 1 0,-1-1 0,1 1 0,-1-1 0,1 1 0,0-1 0,-1 1 0,1-1 0,0 1 0,-1-1 0,1 1 0,0-1 0,0 1 0,-1 0 0,-4 21 0,3-13 0,-8 32 0,-26 125 0,23-96 0,-4 0 0,-3-1 0,-28 68 0,16-49 0,-37 87 0,35-94 0,-34 119 0,41-110 0,-78 169 0,28-76 0,71-167 0,-5 9 0,1 2 0,1-1 0,2 1 0,-8 54 0,11 274 0,7-183 0,-3-103 0,-1 78 0,1-142 0,-1-1 0,1 1 0,-1-1 0,0 1 0,-2 7 0,2-12 0,1 1 0,0-1 0,0 0 0,0 1 0,-1-1 0,1 0 0,0 1 0,0-1 0,-1 0 0,1 1 0,0-1 0,-1 0 0,1 1 0,0-1 0,-1 0 0,1 0 0,0 1 0,-1-1 0,1 0 0,-1 0 0,1 0 0,0 0 0,-1 0 0,1 1 0,-1-1 0,0-1 0,-1 1 0,1 0 0,0-1 0,0 1 0,0-1 0,0 1 0,0-1 0,1 1 0,-1-1 0,0 0 0,0 1 0,0-1 0,0 0 0,1 0 0,-2-1 0,-4-6 0,-1-1 0,2 0 0,-10-18 0,-5-9 0,-27-38 0,-52-86 0,75 116 0,-33-83 0,50 113 63,0-1 0,-1 1 0,-11-16-1,-4-8-1678,8 11-5210</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4:29:38.365"/>
    </inkml:context>
    <inkml:brush xml:id="br0">
      <inkml:brushProperty name="width" value="0.1" units="cm"/>
      <inkml:brushProperty name="height" value="0.1" units="cm"/>
      <inkml:brushProperty name="color" value="#33CCFF"/>
    </inkml:brush>
  </inkml:definitions>
  <inkml:trace contextRef="#ctx0" brushRef="#br0">18 888 24575,'-1'0'0,"0"0"0,1-1 0,-1 1 0,0 0 0,0-1 0,1 1 0,-1 0 0,0-1 0,1 1 0,-1-1 0,1 1 0,-1-1 0,0 1 0,1-1 0,-1 1 0,1-1 0,0 0 0,-1 1 0,1-1 0,-1 0 0,1 1 0,0-1 0,-1 0 0,1 1 0,0-1 0,0 0 0,0 0 0,0-1 0,-3-23 0,2 23 0,2-6 0,-1-1 0,1 0 0,1 0 0,0 0 0,0 0 0,0 1 0,1-1 0,1 1 0,-1 0 0,1 0 0,1 0 0,0 0 0,10-13 0,9-7 0,1 0 0,29-24 0,-40 39 0,75-66 157,148-101 0,115-45-746,-202 132-501,-127 78-5736</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16T04:29:49.324"/>
    </inkml:context>
    <inkml:brush xml:id="br0">
      <inkml:brushProperty name="width" value="0.05" units="cm"/>
      <inkml:brushProperty name="height" value="0.3" units="cm"/>
      <inkml:brushProperty name="color" value="#FFC114"/>
      <inkml:brushProperty name="ignorePressure" value="1"/>
      <inkml:brushProperty name="inkEffects" value="pencil"/>
    </inkml:brush>
  </inkml:definitions>
  <inkml:trace contextRef="#ctx0" brushRef="#br0">1 0,'3'4,"2"1</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38.644"/>
    </inkml:context>
    <inkml:brush xml:id="br0">
      <inkml:brushProperty name="width" value="0.1" units="cm"/>
      <inkml:brushProperty name="height" value="0.1" units="cm"/>
      <inkml:brushProperty name="color" value="#CC0066"/>
    </inkml:brush>
  </inkml:definitions>
  <inkml:trace contextRef="#ctx0" brushRef="#br0">58 1263 752 0 0,'-21'19'140'0'0,"18"-17"-133"0"0,1 0 1 0 0,-1 0 0 0 0,1 0-1 0 0,-1 0 1 0 0,1 1-1 0 0,0-1 1 0 0,0 1 0 0 0,0 0-1 0 0,-2 3 1 0 0,2-3 20 0 0,0 0 1 0 0,1 1-1 0 0,-1-1 0 0 0,1 1 1 0 0,0-1-1 0 0,0 1 1 0 0,0-1-1 0 0,1 1 0 0 0,-1-1 1 0 0,1 1-1 0 0,0 0 0 0 0,0-1 1 0 0,1 8-1 0 0,0-9 52 0 0,0 0 0 0 0,-1 0 0 0 0,1 0 0 0 0,1 0 0 0 0,-1 0 0 0 0,0 0 0 0 0,0-1 0 0 0,1 1 0 0 0,-1 0 0 0 0,1-1 0 0 0,-1 1 0 0 0,1-1 0 0 0,0 1 0 0 0,0-1 0 0 0,-1 0 0 0 0,1 1 0 0 0,0-1-1 0 0,0 0 1 0 0,0-1 0 0 0,0 1 0 0 0,1 0 0 0 0,-1 0 0 0 0,0-1 0 0 0,0 1 0 0 0,4-1 0 0 0,38 4 1288 0 0,-34-5-1203 0 0,0 0 0 0 0,0-1 1 0 0,0 0-1 0 0,-1-1 1 0 0,1 0-1 0 0,-1 0 1 0 0,0-1-1 0 0,0 0 1 0 0,0 0-1 0 0,0-1 0 0 0,-1-1 1 0 0,0 1-1 0 0,9-8 1 0 0,13-14 202 0 0,53-59 0 0 0,-48 46-146 0 0,150-164 457 0 0,-132 146-534 0 0,-2-2 1 0 0,-2-2-1 0 0,52-91 1 0 0,-69 96-54 0 0,-3-2 1 0 0,-2-2 0 0 0,-3 0-1 0 0,-2-2 1 0 0,-4 0 0 0 0,13-73-1 0 0,-26 109-148 0 0,-2 14-8 0 0,0-1-1 0 0,-1 0 1 0 0,-1 0 0 0 0,0 0 0 0 0,-1-17 0 0 0,-1 30 33 0 0,1-1 0 0 0,0 1 0 0 0,0 0 0 0 0,-1-1 0 0 0,1 1 0 0 0,-1 0 1 0 0,1-1-1 0 0,-1 1 0 0 0,1 0 0 0 0,-1 0 0 0 0,0-1 0 0 0,0 1 0 0 0,0 0 0 0 0,0 0 0 0 0,0 0 0 0 0,0 0 1 0 0,0 0-1 0 0,0 0 0 0 0,0 0 0 0 0,0 1 0 0 0,0-1 0 0 0,-1 0 0 0 0,1 0 0 0 0,0 1 0 0 0,0-1 1 0 0,-1 1-1 0 0,1-1 0 0 0,0 1 0 0 0,-1 0 0 0 0,1 0 0 0 0,-1-1 0 0 0,1 1 0 0 0,-3 0 0 0 0,-2 0-64 0 0,0 0-1 0 0,0 0 1 0 0,0 1-1 0 0,0-1 0 0 0,0 2 1 0 0,-7 1-1 0 0,8-1 72 0 0,0 0 0 0 0,0 1-1 0 0,0 0 1 0 0,0 0-1 0 0,1 0 1 0 0,-1 1 0 0 0,1 0-1 0 0,0 0 1 0 0,0 0-1 0 0,0 0 1 0 0,-6 9 0 0 0,-3 6-99 0 0,-17 32 0 0 0,10-9 1 0 0,2 2 1 0 0,1-1 0 0 0,-20 91-1 0 0,-9 141-370 0 0,39-210 417 0 0,3 100 0 0 0,4-113 71 0 0,0-26-1 0 0,1-1 0 0 0,2 0 1 0 0,0 0-1 0 0,1 0 0 0 0,2 0 1 0 0,14 39-1 0 0,-17-55 18 0 0,1 0 0 0 0,0 0 0 0 0,1-1 0 0 0,-1 1 0 0 0,2-1 0 0 0,-1 0 0 0 0,1-1 0 0 0,0 1 0 0 0,1-1 0 0 0,0 0 0 0 0,0-1 0 0 0,0 0 0 0 0,1 0 0 0 0,0 0 0 0 0,0-1 0 0 0,0 0 0 0 0,1-1 0 0 0,0 0 0 0 0,-1 0 0 0 0,12 3 0 0 0,-5-4 26 0 0,0-1 0 0 0,0 0 1 0 0,1-1-1 0 0,-1-1 1 0 0,0 0-1 0 0,0-1 1 0 0,0 0-1 0 0,0-2 0 0 0,0 0 1 0 0,0 0-1 0 0,-1-1 1 0 0,1-1-1 0 0,-1-1 0 0 0,19-10 1 0 0,1-2 30 0 0,-2-2-1 0 0,-1-1 1 0 0,-1-2 0 0 0,46-43 0 0 0,-45 36-4 0 0,-2-1 0 0 0,-1-1-1 0 0,-2-2 1 0 0,-1 0 0 0 0,-2-2 0 0 0,-1 0 0 0 0,-2-2 0 0 0,18-45 0 0 0,-33 71-39 0 0,-1 0 1 0 0,-1 0-1 0 0,0 0 0 0 0,0-1 0 0 0,-1 1 1 0 0,-1 0-1 0 0,0-1 0 0 0,-1-13 0 0 0,-2 11-218 0 0,-3 11 76 0 0,-1 8-68 0 0,4-3 160 0 0,0 2 1 0 0,0-1-1 0 0,0 0 0 0 0,0 0 1 0 0,0 0-1 0 0,1 1 1 0 0,-1-1-1 0 0,1 1 0 0 0,0 0 1 0 0,-1-1-1 0 0,1 1 0 0 0,1 0 1 0 0,-1-1-1 0 0,0 1 1 0 0,0 4-1 0 0,0-1-6 0 0,-10 42-79 0 0,3 0-1 0 0,1 1 1 0 0,3 0-1 0 0,4 88 1 0 0,0-127 115 0 0,2 0 0 0 0,-1 0-1 0 0,1 1 1 0 0,1-1 0 0 0,0 0 0 0 0,0-1 0 0 0,1 1 0 0 0,0 0 0 0 0,1-1 0 0 0,0 0 0 0 0,0 0 0 0 0,9 10 0 0 0,-11-15 10 0 0,-1-1 1 0 0,1 0 0 0 0,1 0 0 0 0,-1 0-1 0 0,0 0 1 0 0,0-1 0 0 0,1 1-1 0 0,0-1 1 0 0,-1 0 0 0 0,1 0 0 0 0,0 0-1 0 0,0-1 1 0 0,0 1 0 0 0,0-1-1 0 0,1 0 1 0 0,-1 0 0 0 0,0 0 0 0 0,0-1-1 0 0,0 1 1 0 0,1-1 0 0 0,-1 0-1 0 0,0-1 1 0 0,1 1 0 0 0,-1-1 0 0 0,0 1-1 0 0,0-1 1 0 0,0-1 0 0 0,1 1-1 0 0,-1 0 1 0 0,-1-1 0 0 0,1 0 0 0 0,4-2-1 0 0,5-5 21 0 0,-1 0-1 0 0,0-1 1 0 0,0 0-1 0 0,-1-1 1 0 0,20-24 0 0 0,-10 11 8 0 0,-6 6 29 0 0,0 0-1 0 0,-2-1 0 0 0,21-37 1 0 0,-18 28 2 0 0,26-36 49 0 0,-30 47-62 0 0,0 0-1 0 0,-1-1 1 0 0,-1 0 0 0 0,0 0-1 0 0,12-37 1 0 0,-21 37-153 0 0,-10 33-307 0 0,-3 19 194 0 0,1 0 0 0 0,-9 52 0 0 0,16-63 178 0 0,1 1 0 0 0,1 0 0 0 0,1 0 0 0 0,3 43 0 0 0,-1-60 24 0 0,0-1 0 0 0,0 0 0 0 0,1 0 0 0 0,0 0 0 0 0,0 0 0 0 0,0 0 0 0 0,1 0 0 0 0,0 0 0 0 0,0-1 0 0 0,0 0 0 0 0,1 1 0 0 0,-1-1 0 0 0,2 0 0 0 0,3 4 0 0 0,-4-6 14 0 0,-1 0 0 0 0,1 0 0 0 0,0-1 1 0 0,0 1-1 0 0,0-1 0 0 0,0 0 0 0 0,1 0 1 0 0,-1-1-1 0 0,0 1 0 0 0,1-1 0 0 0,-1 0 1 0 0,1 0-1 0 0,0 0 0 0 0,-1-1 0 0 0,1 1 0 0 0,-1-1 1 0 0,1-1-1 0 0,0 1 0 0 0,6-2 0 0 0,-4 1 4 0 0,0-1 0 0 0,0 0 0 0 0,0-1 0 0 0,0 0 0 0 0,-1 0 0 0 0,1 0 0 0 0,-1-1 0 0 0,0 0 0 0 0,0 0 0 0 0,0 0 0 0 0,6-8 0 0 0,6-5 53 0 0,28-39-1 0 0,-28 32-21 0 0,130-168 363 0 0,-59 74-415 0 0,-83 110-25 0 0,0 1 1 0 0,0 0-1 0 0,0 1 0 0 0,1-1 1 0 0,0 1-1 0 0,13-9 0 0 0,-15 12-4 0 0,0 1 0 0 0,1 0-1 0 0,-1 0 1 0 0,0 0 0 0 0,1 0 0 0 0,0 1-1 0 0,-1 0 1 0 0,1 0 0 0 0,0 0-1 0 0,0 1 1 0 0,-1 0 0 0 0,8 1 0 0 0,-1 1 31 0 0,0 0 0 0 0,0 1-1 0 0,0 0 1 0 0,0 1 0 0 0,-1 1 0 0 0,1 0 0 0 0,-1 0 0 0 0,14 10 0 0 0,-13-8 12 0 0,1 0 0 0 0,-1 0 0 0 0,2-2 1 0 0,-1 0-1 0 0,16 4 0 0 0,-28-8-7 0 0,1-1 1 0 0,0 1-1 0 0,-1-1 0 0 0,1 0 1 0 0,-1 0-1 0 0,1 0 0 0 0,0 1 1 0 0,-1-1-1 0 0,1-1 0 0 0,0 1 1 0 0,-1 0-1 0 0,1 0 0 0 0,0-1 1 0 0,-1 1-1 0 0,1-1 0 0 0,-1 1 1 0 0,1-1-1 0 0,-1 0 0 0 0,1 1 1 0 0,-1-1-1 0 0,1 0 0 0 0,-1 0 1 0 0,0 0-1 0 0,0 0 0 0 0,1 0 1 0 0,-1 0-1 0 0,0-1 0 0 0,0 1 1 0 0,0 0-1 0 0,0-1 0 0 0,1-1 1 0 0,0-2 10 0 0,-1 0 0 0 0,1-1 1 0 0,-1 1-1 0 0,0 0 1 0 0,0-1-1 0 0,-1 1 1 0 0,0-1-1 0 0,0-5 0 0 0,0 6-14 0 0,0 0 1 0 0,0 0-1 0 0,0 0 0 0 0,-1 0 0 0 0,0 0 0 0 0,0 0 0 0 0,-2-6 1 0 0,2 9-14 0 0,0 1 1 0 0,0-1 0 0 0,0 0 0 0 0,-1 0 0 0 0,1 1 0 0 0,0-1 0 0 0,-1 1 0 0 0,1-1 0 0 0,-1 1 0 0 0,1 0 0 0 0,-1-1 0 0 0,0 1 0 0 0,1 0 0 0 0,-1 0 0 0 0,0 0 0 0 0,0 0 0 0 0,0 0 0 0 0,0 1 0 0 0,0-1 0 0 0,-2 0 0 0 0,-4 0-10 0 0,0-1 1 0 0,-1 1 0 0 0,1 1 0 0 0,0 0-1 0 0,-1 0 1 0 0,1 1 0 0 0,-1 0 0 0 0,1 0 0 0 0,0 0-1 0 0,0 2 1 0 0,0-1 0 0 0,0 1 0 0 0,0 0-1 0 0,-8 5 1 0 0,-3 2 5 0 0,0 1 0 0 0,1 1 0 0 0,0 0 0 0 0,-22 22 0 0 0,21-15-28 0 0,0 0 0 0 0,1 2 1 0 0,1 0-1 0 0,1 1 0 0 0,1 0 0 0 0,-15 29 1 0 0,23-37 23 0 0,0 0 1 0 0,1 1 0 0 0,1 0-1 0 0,0-1 1 0 0,1 2 0 0 0,0-1-1 0 0,1 0 1 0 0,1 1 0 0 0,1 0 0 0 0,0-1-1 0 0,1 1 1 0 0,2 18 0 0 0,-1-28 17 0 0,0 1 1 0 0,1-1-1 0 0,0 1 0 0 0,0-1 1 0 0,1 1-1 0 0,-1-1 1 0 0,1 0-1 0 0,1 0 1 0 0,-1-1-1 0 0,1 1 1 0 0,0-1-1 0 0,0 1 1 0 0,8 6-1 0 0,-5-6 21 0 0,1 0 0 0 0,-1-1 0 0 0,1 0 0 0 0,0 0 0 0 0,1 0-1 0 0,-1-1 1 0 0,1 0 0 0 0,17 4 0 0 0,-8-4 25 0 0,0 0 0 0 0,0-2 0 0 0,0 0 0 0 0,1-1-1 0 0,-1 0 1 0 0,0-2 0 0 0,1 0 0 0 0,-1-1 0 0 0,27-7 0 0 0,-17 1-9 0 0,-1-2 1 0 0,0-1 0 0 0,-1-1-1 0 0,0-1 1 0 0,47-33 0 0 0,-15 4 95 0 0,62-61 0 0 0,-105 91-63 0 0,0-2 1 0 0,-1 0-1 0 0,0-1 1 0 0,-2 0-1 0 0,1-1 1 0 0,18-33-1 0 0,-30 47-65 0 0,0 0 0 0 0,0-1 0 0 0,0 1 0 0 0,0 0 0 0 0,-1 0 0 0 0,1-1-1 0 0,-1 1 1 0 0,0 0 0 0 0,0-1 0 0 0,0-2 0 0 0,-15 19-143 0 0,7 0 104 0 0,1 0-1 0 0,1 1 1 0 0,0 0-1 0 0,1 0 1 0 0,1 0-1 0 0,0 1 0 0 0,1-1 1 0 0,-1 18-1 0 0,1-11-298 0 0,1-1-1 0 0,0 1 1 0 0,2 0-1 0 0,4 44 0 0 0,-3-61 119 0 0,0 1 0 0 0,0-1 0 0 0,0 1 0 0 0,0-1 0 0 0,1 0-1 0 0,0 0 1 0 0,0 0 0 0 0,1 0 0 0 0,0 0 0 0 0,-1 0 0 0 0,2 0 0 0 0,-1-1-1 0 0,0 0 1 0 0,1 0 0 0 0,0 0 0 0 0,0 0 0 0 0,0 0 0 0 0,0-1-1 0 0,1 1 1 0 0,-1-1 0 0 0,1 0 0 0 0,0-1 0 0 0,0 1 0 0 0,0-1-1 0 0,6 2 1 0 0,35 5-717 0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39.028"/>
    </inkml:context>
    <inkml:brush xml:id="br0">
      <inkml:brushProperty name="width" value="0.1" units="cm"/>
      <inkml:brushProperty name="height" value="0.1" units="cm"/>
      <inkml:brushProperty name="color" value="#CC0066"/>
    </inkml:brush>
  </inkml:definitions>
  <inkml:trace contextRef="#ctx0" brushRef="#br0">197 182 1808 0 0,'-2'0'18'0'0,"-1"0"0"0"0,1 0 0 0 0,0 0 0 0 0,0 0 0 0 0,0 0 0 0 0,0 0-1 0 0,-1 1 1 0 0,-1 0 0 0 0,4-1-10 0 0,-1 1-1 0 0,1-1 0 0 0,0 0 1 0 0,0 1-1 0 0,0-1 0 0 0,-1 0 1 0 0,1 1-1 0 0,0-1 0 0 0,0 0 1 0 0,0 1-1 0 0,0-1 0 0 0,0 0 1 0 0,0 1-1 0 0,0-1 1 0 0,0 1-1 0 0,0-1 0 0 0,0 0 1 0 0,0 1-1 0 0,0-1 0 0 0,0 0 1 0 0,0 1-1 0 0,0-1 0 0 0,1 0 1 0 0,-1 1-1 0 0,0-1 0 0 0,0 0 1 0 0,0 1-1 0 0,0-1 0 0 0,1 0 1 0 0,-1 1-1 0 0,0-1 0 0 0,0 0 1 0 0,1 0-1 0 0,-1 1 0 0 0,0-1 1 0 0,0 0-1 0 0,1 0 1 0 0,-1 1-1 0 0,0-1 0 0 0,1 0 1 0 0,-1 0-1 0 0,0 0 0 0 0,1 0 1 0 0,-1 0-1 0 0,1 0 0 0 0,-1 1 1 0 0,0-1-1 0 0,1 0 0 0 0,-1 0 1 0 0,0 0-1 0 0,1 0 0 0 0,-1 0 1 0 0,0 0-1 0 0,1 0 0 0 0,0 0 33 0 0,0 0-1 0 0,0 0 1 0 0,0-1-1 0 0,0 1 0 0 0,0 0 1 0 0,1 0-1 0 0,-1 0 1 0 0,0-1-1 0 0,0 1 1 0 0,0 0-1 0 0,-1-1 0 0 0,1 1 1 0 0,0-1-1 0 0,0 1 1 0 0,0-1-1 0 0,0 0 0 0 0,0 1 1 0 0,0-1-1 0 0,-1 0 1 0 0,1 1-1 0 0,0-1 1 0 0,0-1-1 0 0,1-3 76 0 0,-1 0 0 0 0,1 0 0 0 0,-1 0 0 0 0,0 0 0 0 0,0 0 0 0 0,-1 0 0 0 0,0 0 0 0 0,0-1 0 0 0,-1-7 0 0 0,1 10-69 0 0,-4-35 516 0 0,3 33-489 0 0,0 0-1 0 0,-1 0 1 0 0,0 1 0 0 0,0-1-1 0 0,0 1 1 0 0,-1-1 0 0 0,1 1-1 0 0,-1 0 1 0 0,0 0 0 0 0,0 0-1 0 0,-1 0 1 0 0,1 1 0 0 0,-1-1-1 0 0,0 1 1 0 0,0 0 0 0 0,0 0-1 0 0,0 0 1 0 0,0 1 0 0 0,-7-4-1 0 0,8 5-58 0 0,-1 0-1 0 0,1 0 1 0 0,0 0 0 0 0,0 0-1 0 0,-1 0 1 0 0,1 1-1 0 0,0 0 1 0 0,0 0 0 0 0,-1 0-1 0 0,1 0 1 0 0,0 0 0 0 0,-1 1-1 0 0,1-1 1 0 0,0 1-1 0 0,-1 0 1 0 0,1 0 0 0 0,0 0-1 0 0,0 0 1 0 0,0 1-1 0 0,0-1 1 0 0,0 1 0 0 0,0 0-1 0 0,1 0 1 0 0,-1 0 0 0 0,1 0-1 0 0,-1 0 1 0 0,1 1-1 0 0,0-1 1 0 0,-4 5 0 0 0,0 2-48 0 0,0 1 0 0 0,1-1-1 0 0,0 1 1 0 0,0 0 0 0 0,1 1 0 0 0,0-1 0 0 0,1 1 0 0 0,0-1 0 0 0,1 1 0 0 0,0 0 0 0 0,1 0 0 0 0,0 0 0 0 0,1 0 0 0 0,0 1 0 0 0,2 15 0 0 0,-1-19-160 0 0,0 0 1 0 0,1 0-1 0 0,0 0 0 0 0,0 0 1 0 0,1-1-1 0 0,0 1 0 0 0,0-1 1 0 0,1 0-1 0 0,0 0 1 0 0,0 0-1 0 0,1 0 0 0 0,-1-1 1 0 0,1 0-1 0 0,1 0 1 0 0,-1 0-1 0 0,1 0 0 0 0,0-1 1 0 0,1 0-1 0 0,-1-1 0 0 0,1 1 1 0 0,0-1-1 0 0,0 0 1 0 0,8 3-1 0 0,47 12-430 0 0,-48-14-452 0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39.551"/>
    </inkml:context>
    <inkml:brush xml:id="br0">
      <inkml:brushProperty name="width" value="0.1" units="cm"/>
      <inkml:brushProperty name="height" value="0.1" units="cm"/>
      <inkml:brushProperty name="color" value="#CC0066"/>
    </inkml:brush>
  </inkml:definitions>
  <inkml:trace contextRef="#ctx0" brushRef="#br0">524 665 888 0 0,'0'-9'400'0'0,"0"-4"-353"0"0,-1-1-1 0 0,0 1 1 0 0,-1 0 0 0 0,-1-1-1 0 0,0 1 1 0 0,0 0 0 0 0,-2 0-1 0 0,-7-17 1 0 0,9 24-16 0 0,0 1 0 0 0,0 0-1 0 0,0 0 1 0 0,0 0 0 0 0,-1 0-1 0 0,0 1 1 0 0,0-1 0 0 0,0 1 0 0 0,-1 0-1 0 0,1 0 1 0 0,-1 1 0 0 0,0-1 0 0 0,0 1-1 0 0,0 0 1 0 0,0 0 0 0 0,-1 1-1 0 0,1-1 1 0 0,-1 1 0 0 0,0 1 0 0 0,1-1-1 0 0,-8 0 1 0 0,-5 0 161 0 0,0 1 1 0 0,0 0-1 0 0,1 2 1 0 0,-1 0-1 0 0,-32 7 1 0 0,36-4-73 0 0,0 0 0 0 0,0 1 0 0 0,-20 11 0 0 0,21-9-90 0 0,0 0 1 0 0,1 1 0 0 0,0 1 0 0 0,0 0-1 0 0,1 0 1 0 0,0 1 0 0 0,1 1-1 0 0,0 0 1 0 0,0 0 0 0 0,1 1 0 0 0,1 0-1 0 0,-9 16 1 0 0,13-19-38 0 0,0 0 0 0 0,1 0-1 0 0,0 0 1 0 0,0 0 0 0 0,1 0-1 0 0,0 1 1 0 0,0-1 0 0 0,1 1-1 0 0,1-1 1 0 0,0 1 0 0 0,0-1-1 0 0,1 1 1 0 0,0-1 0 0 0,0 1 0 0 0,1-1-1 0 0,0 1 1 0 0,1-1 0 0 0,0 0-1 0 0,6 11 1 0 0,-5-11 2 0 0,1-1 1 0 0,0 0-1 0 0,1 0 1 0 0,0-1-1 0 0,0 1 1 0 0,1-1-1 0 0,0-1 1 0 0,0 1-1 0 0,0-1 1 0 0,1 0-1 0 0,0-1 1 0 0,0 0-1 0 0,0 0 1 0 0,1 0-1 0 0,0-1 1 0 0,-1-1-1 0 0,18 5 1 0 0,-16-5-22 0 0,0-1 1 0 0,0 0-1 0 0,0-1 1 0 0,1 0-1 0 0,-1-1 1 0 0,0 0-1 0 0,0-1 1 0 0,0 1-1 0 0,0-2 1 0 0,1 0-1 0 0,-2 0 1 0 0,1-1-1 0 0,0 0 1 0 0,0 0-1 0 0,-1-1 1 0 0,16-9-1 0 0,-5-3-70 0 0,0 0 0 0 0,-1-1 0 0 0,-1-1 0 0 0,-1 0-1 0 0,-1-2 1 0 0,21-29 0 0 0,-12 10 8 0 0,-1 0 0 0 0,-2-2 0 0 0,26-67 0 0 0,31-130 417 0 0,-63 185 1090 0 0,-3-1-1 0 0,12-96 1 0 0,-25 122-656 0 0,0 28-753 0 0,0 0 1 0 0,0 1 0 0 0,0-1 0 0 0,0 0-1 0 0,-1 0 1 0 0,1 0 0 0 0,0 0-1 0 0,0 0 1 0 0,0 0 0 0 0,0 1 0 0 0,0-1-1 0 0,0 0 1 0 0,-1 0 0 0 0,1 0 0 0 0,0 0-1 0 0,0 0 1 0 0,0 0 0 0 0,0 0-1 0 0,0 0 1 0 0,-1 0 0 0 0,1 0 0 0 0,0 0-1 0 0,0 0 1 0 0,0 0 0 0 0,0 0 0 0 0,0 0-1 0 0,-1 0 1 0 0,1 0 0 0 0,0 0-1 0 0,0 0 1 0 0,0 0 0 0 0,0 0 0 0 0,-1 0-1 0 0,1 0 1 0 0,0 0 0 0 0,0 0 0 0 0,0 0-1 0 0,0 0 1 0 0,0 0 0 0 0,0-1-1 0 0,-1 1 1 0 0,1 0 0 0 0,0 0 0 0 0,0 0-1 0 0,0 0 1 0 0,0 0 0 0 0,0 0 0 0 0,0 0-1 0 0,0-1 1 0 0,0 1 0 0 0,-1 0-1 0 0,1 0 1 0 0,0 0 0 0 0,0 0 0 0 0,0 0-1 0 0,0-1 1 0 0,0 1 0 0 0,0 0 0 0 0,0 0-1 0 0,0 0 1 0 0,0 0 0 0 0,0-1-1 0 0,0 1 1 0 0,0 0 0 0 0,0 0 0 0 0,0 0-1 0 0,0 0 1 0 0,0 0 0 0 0,0-1 0 0 0,-17 35 988 0 0,-140 418-194 0 0,141-393-3009 0 0,3 1 0 0 0,-8 77 0 0 0,15-27-1811 0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41.561"/>
    </inkml:context>
    <inkml:brush xml:id="br0">
      <inkml:brushProperty name="width" value="0.1" units="cm"/>
      <inkml:brushProperty name="height" value="0.1" units="cm"/>
      <inkml:brushProperty name="color" value="#CC0066"/>
    </inkml:brush>
  </inkml:definitions>
  <inkml:trace contextRef="#ctx0" brushRef="#br0">35 1128 1168 0 0,'-1'0'10'0'0,"-1"0"0"0"0,1 1 1 0 0,-1-1-1 0 0,1 1 0 0 0,0-1 0 0 0,-1 1 1 0 0,1-1-1 0 0,-1 1 0 0 0,1 0 0 0 0,0-1 1 0 0,0 1-1 0 0,-1 0 0 0 0,1 0 0 0 0,0 0 1 0 0,0 0-1 0 0,0 0 0 0 0,0 0 0 0 0,0 1 0 0 0,0-1 1 0 0,0 0-1 0 0,0 0 0 0 0,1 1 0 0 0,-1-1 1 0 0,0 0-1 0 0,1 1 0 0 0,-1-1 0 0 0,0 3 1 0 0,1-1 91 0 0,-1 0 1 0 0,0 0-1 0 0,1 0 1 0 0,-1 0-1 0 0,1 0 1 0 0,0 0 0 0 0,0 0-1 0 0,0 1 1 0 0,0-1-1 0 0,1 0 1 0 0,-1 0-1 0 0,2 5 1 0 0,0-5-35 0 0,-1-1 1 0 0,1 1-1 0 0,0-1 1 0 0,0 1-1 0 0,0-1 1 0 0,0 0-1 0 0,0 0 1 0 0,0 1-1 0 0,0-2 0 0 0,1 1 1 0 0,-1 0-1 0 0,1 0 1 0 0,0-1-1 0 0,-1 0 1 0 0,1 1-1 0 0,0-1 1 0 0,0 0-1 0 0,0 0 0 0 0,0-1 1 0 0,4 2-1 0 0,3-1 10 0 0,0 0 0 0 0,1 0-1 0 0,-1-1 1 0 0,18-1 0 0 0,-14-1-29 0 0,0-1 1 0 0,-1 0 0 0 0,1 0 0 0 0,-1-1 0 0 0,0-1-1 0 0,0 0 1 0 0,-1-1 0 0 0,1-1 0 0 0,18-12 0 0 0,-19 10-1 0 0,-1-1 1 0 0,0 1-1 0 0,0-1 1 0 0,11-16 0 0 0,4-10 93 0 0,-1-1 1 0 0,25-52-1 0 0,-41 71-87 0 0,0-1 0 0 0,-2 0 0 0 0,0-1 0 0 0,-1 0 0 0 0,-1 0 0 0 0,-1 0 0 0 0,2-30 0 0 0,-3 24 112 0 0,-2 0-1 0 0,0 0 1 0 0,-2-1-1 0 0,-4-29 1 0 0,4 50-121 0 0,0-1 0 0 0,0 1 0 0 0,-1 0 1 0 0,0 0-1 0 0,-1 0 0 0 0,1 0 0 0 0,-1 0 1 0 0,0 0-1 0 0,0 0 0 0 0,-7-7 0 0 0,9 11-46 0 0,-1 0 0 0 0,0 0-1 0 0,0 1 1 0 0,0-1 0 0 0,0 0-1 0 0,0 1 1 0 0,0-1 0 0 0,-1 1-1 0 0,1 0 1 0 0,0 0-1 0 0,-1 0 1 0 0,1 0 0 0 0,-1 0-1 0 0,1 0 1 0 0,-1 1 0 0 0,0-1-1 0 0,1 1 1 0 0,-1 0 0 0 0,1-1-1 0 0,-1 1 1 0 0,0 1 0 0 0,1-1-1 0 0,-1 0 1 0 0,1 1 0 0 0,-1-1-1 0 0,-4 2 1 0 0,5-1-6 0 0,1-1 1 0 0,0 1-1 0 0,-1 0 0 0 0,1 0 1 0 0,0 0-1 0 0,-1 0 0 0 0,1 0 1 0 0,0 0-1 0 0,0 0 0 0 0,0 0 1 0 0,0 0-1 0 0,0 0 0 0 0,0 0 1 0 0,0 1-1 0 0,0-1 0 0 0,1 0 1 0 0,-1 1-1 0 0,0-1 0 0 0,1 1 0 0 0,-1 1 1 0 0,-5 33-22 0 0,5-33 22 0 0,0 11-12 0 0,0 0 0 0 0,1 0 0 0 0,1 0 0 0 0,0 0-1 0 0,1 0 1 0 0,0 0 0 0 0,1 0 0 0 0,0 0 0 0 0,10 23 0 0 0,-9-29 15 0 0,0 0 0 0 0,1 0 1 0 0,0 0-1 0 0,0-1 0 0 0,0 0 0 0 0,1 0 1 0 0,0 0-1 0 0,1-1 0 0 0,-1 1 1 0 0,1-2-1 0 0,0 1 0 0 0,1-1 1 0 0,-1 0-1 0 0,1 0 0 0 0,0-1 0 0 0,14 5 1 0 0,-12-5 9 0 0,0-1 1 0 0,0 0-1 0 0,1-1 1 0 0,-1 0-1 0 0,1 0 0 0 0,0-1 1 0 0,-1-1-1 0 0,1 0 1 0 0,0 0-1 0 0,-1-1 1 0 0,1 0-1 0 0,0-1 1 0 0,-1 0-1 0 0,0-1 1 0 0,14-5-1 0 0,-13 3 8 0 0,1-1 1 0 0,0-1-1 0 0,-1 0 0 0 0,0 0 1 0 0,-1-1-1 0 0,0 0 0 0 0,0-1 0 0 0,-1 0 1 0 0,0-1-1 0 0,0 1 0 0 0,-1-2 0 0 0,9-14 1 0 0,3-8 94 0 0,31-66 1 0 0,-44 84 26 0 0,-2-1-1 0 0,0 0 0 0 0,0-1 0 0 0,-1 1 1 0 0,-1-1-1 0 0,-1 0 0 0 0,0-18 1 0 0,-2 35-134 0 0,0-1 0 0 0,0 1 1 0 0,1-1-1 0 0,-1 1 1 0 0,0-1-1 0 0,0 1 0 0 0,0-1 1 0 0,0 1-1 0 0,0-1 1 0 0,0 1-1 0 0,0-1 0 0 0,0 1 1 0 0,0-1-1 0 0,0 1 1 0 0,-1-1-1 0 0,1 1 0 0 0,0-1 1 0 0,0 1-1 0 0,0-1 1 0 0,-1 1-1 0 0,1-1 0 0 0,0 1 1 0 0,-1 0-1 0 0,1-1 1 0 0,0 1-1 0 0,-1-1 0 0 0,1 1 1 0 0,0 0-1 0 0,-1-1 0 0 0,1 1 1 0 0,-1 0-1 0 0,1-1 1 0 0,0 1-1 0 0,-1 0 0 0 0,1 0 1 0 0,-1 0-1 0 0,1-1 1 0 0,-1 1-1 0 0,1 0 0 0 0,-1 0 1 0 0,1 0-1 0 0,-1 0 1 0 0,1 0-1 0 0,-1 0 0 0 0,1 0 1 0 0,-1 0-1 0 0,0 0 1 0 0,1 0-1 0 0,-2 0 0 0 0,0 1 12 0 0,0 1-1 0 0,-1-1 0 0 0,1 0 0 0 0,0 1 0 0 0,0-1 0 0 0,0 1 1 0 0,0-1-1 0 0,0 1 0 0 0,0 0 0 0 0,-2 2 0 0 0,-3 8 38 0 0,-1 0-1 0 0,2 0 0 0 0,0 1 1 0 0,0 0-1 0 0,1 0 1 0 0,0 0-1 0 0,-3 23 1 0 0,4-21-32 0 0,-13 55 1 0 0,3 2 0 0 0,-8 111 0 0 0,21-165-37 0 0,1 0-1 0 0,0 0 1 0 0,1-1 0 0 0,1 1-1 0 0,1-1 1 0 0,1 1 0 0 0,6 19-1 0 0,-7-30 23 0 0,-1 0 0 0 0,1 0 0 0 0,1 0 0 0 0,-1 0-1 0 0,1-1 1 0 0,0 0 0 0 0,1 0 0 0 0,0 0 0 0 0,0 0-1 0 0,0 0 1 0 0,0-1 0 0 0,1 0 0 0 0,0-1 0 0 0,0 1-1 0 0,0-1 1 0 0,1 0 0 0 0,-1 0 0 0 0,1-1 0 0 0,10 4-1 0 0,-8-4 7 0 0,0-1-1 0 0,1 0 0 0 0,-1-1 0 0 0,1 1 0 0 0,-1-2 1 0 0,1 0-1 0 0,0 0 0 0 0,-1 0 0 0 0,1-1 0 0 0,-1-1 1 0 0,1 1-1 0 0,-1-2 0 0 0,10-2 0 0 0,5-5 11 0 0,0 0-1 0 0,0-2 1 0 0,33-22-1 0 0,-16 7 59 0 0,69-58 0 0 0,-91 67-27 0 0,0 0 0 0 0,-1-2 0 0 0,-1 0 0 0 0,28-43 0 0 0,-29 33 19 0 0,-2-1 1 0 0,-1-1 0 0 0,-1 0-1 0 0,12-55 1 0 0,-18 61 40 0 0,-2 0 1 0 0,0-1-1 0 0,-2 1 1 0 0,-2-44-1 0 0,0 67-101 0 0,-1-1 0 0 0,1 0-1 0 0,-1 1 1 0 0,1 0-1 0 0,-1-1 1 0 0,0 1 0 0 0,0-1-1 0 0,-1 1 1 0 0,1 0-1 0 0,-1 0 1 0 0,1 0 0 0 0,-3-4-1 0 0,2 6-9 0 0,1 0-1 0 0,0 0 1 0 0,0 0-1 0 0,0 0 1 0 0,-1 0-1 0 0,1 0 0 0 0,0 0 1 0 0,-1 0-1 0 0,1 0 1 0 0,-1 1-1 0 0,1-1 1 0 0,-1 1-1 0 0,1-1 1 0 0,-1 1-1 0 0,1-1 1 0 0,-1 1-1 0 0,0 0 1 0 0,1 0-1 0 0,-3 0 0 0 0,0 0 2 0 0,0 1-1 0 0,-1 0 0 0 0,1 0 1 0 0,0 1-1 0 0,0-1 1 0 0,0 1-1 0 0,0 0 0 0 0,0 0 1 0 0,0 0-1 0 0,0 1 0 0 0,1-1 1 0 0,-1 1-1 0 0,1 0 0 0 0,0 0 1 0 0,0 0-1 0 0,-4 5 0 0 0,-6 10-6 0 0,0 0 0 0 0,1 0 1 0 0,2 2-1 0 0,0-1 0 0 0,0 1 0 0 0,2 1 0 0 0,-7 24 0 0 0,4-4-81 0 0,2 1-1 0 0,-7 74 1 0 0,14-95 37 0 0,1 0 1 0 0,0 0-1 0 0,6 38 1 0 0,-4-53 28 0 0,0 1-1 0 0,1-1 1 0 0,0 0 0 0 0,0 1 0 0 0,0-1 0 0 0,1 0-1 0 0,0 0 1 0 0,0-1 0 0 0,0 1 0 0 0,1-1 0 0 0,0 1-1 0 0,0-1 1 0 0,0 0 0 0 0,1-1 0 0 0,0 1 0 0 0,6 4-1 0 0,-1-2-72 0 0,0-1-1 0 0,0-1 0 0 0,1 1 0 0 0,0-2 1 0 0,0 1-1 0 0,0-2 0 0 0,0 1 0 0 0,0-2 1 0 0,1 1-1 0 0,0-2 0 0 0,-1 1 0 0 0,1-2 0 0 0,17 0 1 0 0,-12-1-70 0 0,0-1 0 0 0,-1-1 0 0 0,0 0 0 0 0,1-1 1 0 0,-1-1-1 0 0,-1-1 0 0 0,1 0 0 0 0,-1-1 0 0 0,15-8 0 0 0,3-6-97 0 0,-2-2-1 0 0,0 0 0 0 0,-1-2 0 0 0,33-37 0 0 0,94-122-157 0 0,-113 129 461 0 0,43-42 19 0 0,-86 94-72 0 0,1 1 0 0 0,1 0 0 0 0,-1 0 1 0 0,0 0-1 0 0,0 0 0 0 0,1 1 0 0 0,-1-1 0 0 0,1 1 0 0 0,-1-1 0 0 0,1 1 1 0 0,0 0-1 0 0,-1 0 0 0 0,1 0 0 0 0,3-1 0 0 0,-4 3 3 0 0,0-1 0 0 0,0 0-1 0 0,0 0 1 0 0,-1 1 0 0 0,1-1 0 0 0,0 1-1 0 0,-1 0 1 0 0,1-1 0 0 0,0 1-1 0 0,-1 0 1 0 0,1 0 0 0 0,-1 0 0 0 0,1 0-1 0 0,-1 0 1 0 0,0 0 0 0 0,1 0-1 0 0,-1 1 1 0 0,0-1 0 0 0,0 1 0 0 0,0-1-1 0 0,0 0 1 0 0,1 3 0 0 0,28 47-26 0 0,-24-40 71 0 0,-1 0 0 0 0,1-1 1 0 0,1 0-1 0 0,0 0 0 0 0,0 0 0 0 0,16 14 0 0 0,-22-23-30 0 0,0 0 1 0 0,0 0-1 0 0,-1-1 0 0 0,1 1 0 0 0,0 0 0 0 0,0 0 0 0 0,0-1 0 0 0,0 1 0 0 0,0-1 0 0 0,0 1 0 0 0,1-1 0 0 0,-1 0 0 0 0,0 1 1 0 0,0-1-1 0 0,0 0 0 0 0,0 0 0 0 0,0 1 0 0 0,1-1 0 0 0,-1 0 0 0 0,0 0 0 0 0,0 0 0 0 0,0-1 0 0 0,2 1 0 0 0,-2-1 2 0 0,0 1 0 0 0,0-1-1 0 0,0 0 1 0 0,0 0-1 0 0,0 0 1 0 0,0 0-1 0 0,0 1 1 0 0,-1-1 0 0 0,1 0-1 0 0,0-1 1 0 0,0 1-1 0 0,-1 0 1 0 0,1 0 0 0 0,-1 0-1 0 0,1 0 1 0 0,-1 0-1 0 0,1-2 1 0 0,1-5 36 0 0,-1 1 0 0 0,0-1 1 0 0,0 1-1 0 0,0-1 0 0 0,-1-10 0 0 0,-1 15-40 0 0,1 1 0 0 0,0 0 0 0 0,-1-1-1 0 0,1 1 1 0 0,-1 0 0 0 0,0 0 0 0 0,1 0-1 0 0,-1 0 1 0 0,0-1 0 0 0,0 1 0 0 0,-1 0-1 0 0,1 0 1 0 0,0 1 0 0 0,-1-1-1 0 0,1 0 1 0 0,-1 0 0 0 0,-2-1 0 0 0,1 0-2 0 0,-1 1-1 0 0,1 0 1 0 0,-1 0 0 0 0,1 0 0 0 0,-1 0 0 0 0,0 1 0 0 0,0 0 0 0 0,0-1-1 0 0,-6 0 1 0 0,-1 1 19 0 0,-1 0-1 0 0,0 0 1 0 0,0 1 0 0 0,1 1-1 0 0,-1 0 1 0 0,-21 5 0 0 0,9 0 114 0 0,0 2 1 0 0,1 1-1 0 0,0 1 1 0 0,0 0-1 0 0,1 2 1 0 0,0 1 0 0 0,1 1-1 0 0,-31 25 1 0 0,28-18-92 0 0,1 1 1 0 0,1 0 0 0 0,1 2 0 0 0,1 1-1 0 0,1 0 1 0 0,-24 44 0 0 0,34-54-67 0 0,2 0 0 0 0,0 1 0 0 0,-8 27 0 0 0,13-38 17 0 0,1 0 1 0 0,0 1 0 0 0,0-1 0 0 0,1 1 0 0 0,-1-1 0 0 0,1 1 0 0 0,0-1 0 0 0,1 0-1 0 0,-1 1 1 0 0,1-1 0 0 0,0 1 0 0 0,0-1 0 0 0,1 0 0 0 0,0 0 0 0 0,0 0-1 0 0,3 7 1 0 0,-1-7 10 0 0,1 1-1 0 0,-1-1 0 0 0,1 0 1 0 0,0 0-1 0 0,1 0 1 0 0,-1-1-1 0 0,1 0 0 0 0,0 0 1 0 0,0 0-1 0 0,0-1 0 0 0,0 0 1 0 0,1 0-1 0 0,-1 0 0 0 0,1-1 1 0 0,0 0-1 0 0,0 0 1 0 0,0-1-1 0 0,0 0 0 0 0,9 0 1 0 0,-1 0 8 0 0,1 0 0 0 0,-1-1 0 0 0,0-1 0 0 0,1-1 0 0 0,-1 0 0 0 0,0-1 0 0 0,0 0 0 0 0,18-8 0 0 0,-14 3 0 0 0,-1-1 1 0 0,0-1-1 0 0,-1-1 0 0 0,0 0 1 0 0,-1-2-1 0 0,0 0 0 0 0,26-27 0 0 0,-14 9 42 0 0,-1-1 0 0 0,40-64 0 0 0,-52 71-12 0 0,-1 0 0 0 0,20-53 0 0 0,-29 64 23 0 0,-1 0 0 0 0,0-1 1 0 0,-1 0-1 0 0,0 0 0 0 0,-2 0 0 0 0,0 0 0 0 0,-1-19 0 0 0,1 33-72 0 0,-1 1 0 0 0,0-1 0 0 0,0 0-1 0 0,0 0 1 0 0,0 0 0 0 0,0 0 0 0 0,-1 0 0 0 0,1 0-1 0 0,0 0 1 0 0,0 0 0 0 0,-1 0 0 0 0,1 0-1 0 0,0 0 1 0 0,-1 0 0 0 0,1 0 0 0 0,-1 1-1 0 0,1-1 1 0 0,-1 0 0 0 0,1 0 0 0 0,-1 1 0 0 0,0-1-1 0 0,1 0 1 0 0,-1 1 0 0 0,0-1 0 0 0,0 0-1 0 0,1 1 1 0 0,-1-1 0 0 0,0 1 0 0 0,0-1-1 0 0,0 1 1 0 0,0 0 0 0 0,0-1 0 0 0,0 1 0 0 0,0 0-1 0 0,0 0 1 0 0,0 0 0 0 0,0-1 0 0 0,1 1-1 0 0,-1 0 1 0 0,0 0 0 0 0,0 0 0 0 0,0 1 0 0 0,-1-1-1 0 0,-2 1-6 0 0,1 0-1 0 0,-1 0 0 0 0,1 1 0 0 0,-1-1 1 0 0,1 1-1 0 0,0 0 0 0 0,0 0 1 0 0,0 0-1 0 0,0 0 0 0 0,0 0 0 0 0,-2 4 1 0 0,-3 3-17 0 0,2 1 0 0 0,-1-1 0 0 0,2 2 0 0 0,-1-1 0 0 0,1 1 0 0 0,1-1 1 0 0,0 1-1 0 0,0 1 0 0 0,1-1 0 0 0,-2 13 0 0 0,2-9-36 0 0,0 0-1 0 0,1 0 1 0 0,0 1 0 0 0,1-1 0 0 0,1 0-1 0 0,4 29 1 0 0,-3-38 34 0 0,0 0-1 0 0,0 0 1 0 0,1 0 0 0 0,0 0-1 0 0,1 0 1 0 0,-1 0 0 0 0,1 0 0 0 0,0-1-1 0 0,0 0 1 0 0,1 1 0 0 0,-1-1-1 0 0,1 0 1 0 0,1-1 0 0 0,-1 1 0 0 0,1-1-1 0 0,-1 0 1 0 0,1 0 0 0 0,0 0-1 0 0,6 3 1 0 0,-2-3-4 0 0,1 0 0 0 0,0 0 1 0 0,0-1-1 0 0,0 0 0 0 0,0-1 0 0 0,0 0 1 0 0,0 0-1 0 0,1-1 0 0 0,-1 0 0 0 0,0-1 1 0 0,1-1-1 0 0,14-1 0 0 0,-10 0-43 0 0,0-1-1 0 0,0-1 0 0 0,-1 0 1 0 0,1-1-1 0 0,-1 0 1 0 0,0-1-1 0 0,25-15 0 0 0,-12 2 61 0 0,-1-1 1 0 0,-1-1-1 0 0,-1-1 0 0 0,21-25 0 0 0,75-104 145 0 0,-107 133-130 0 0,0 0 0 0 0,1 1 1 0 0,18-16-1 0 0,-28 29-10 0 0,0 1 1 0 0,0-1-1 0 0,0 1 1 0 0,0 0 0 0 0,1 1-1 0 0,-1-1 1 0 0,1 1 0 0 0,0 0-1 0 0,0 0 1 0 0,0 0-1 0 0,0 0 1 0 0,0 1 0 0 0,0 0-1 0 0,0 0 1 0 0,0 1-1 0 0,0-1 1 0 0,1 1 0 0 0,6 1-1 0 0,-7 0-2 0 0,-1 1 1 0 0,1-1-1 0 0,-1 1 0 0 0,1 0 0 0 0,-1 0 0 0 0,0 1 0 0 0,0 0 1 0 0,0-1-1 0 0,0 1 0 0 0,-1 0 0 0 0,1 1 0 0 0,5 5 0 0 0,2 5 258 0 0,19 27 1 0 0,-30-41-235 0 0,0 0 1 0 0,0 0 0 0 0,0 1-1 0 0,0-1 1 0 0,0 0 0 0 0,0 0-1 0 0,0 0 1 0 0,0 0 0 0 0,0 0 0 0 0,0 0-1 0 0,0 0 1 0 0,0 1 0 0 0,0-1-1 0 0,0 0 1 0 0,0 0 0 0 0,0 0-1 0 0,0 0 1 0 0,0 0 0 0 0,-1 0 0 0 0,1 0-1 0 0,0 0 1 0 0,0 0 0 0 0,0 0-1 0 0,0 1 1 0 0,0-1 0 0 0,0 0 0 0 0,0 0-1 0 0,0 0 1 0 0,-1 0 0 0 0,1 0-1 0 0,0 0 1 0 0,0 0 0 0 0,0 0-1 0 0,0 0 1 0 0,0 0 0 0 0,0 0 0 0 0,0 0-1 0 0,-1 0 1 0 0,1 0 0 0 0,0 0-1 0 0,0 0 1 0 0,0 0 0 0 0,0 0 0 0 0,0 0-1 0 0,0 0 1 0 0,0 0 0 0 0,-1 0-1 0 0,1 0 1 0 0,0 0 0 0 0,0 0-1 0 0,0-1 1 0 0,0 1 0 0 0,0 0 0 0 0,0 0-1 0 0,0 0 1 0 0,0 0 0 0 0,0 0-1 0 0,-1 0 1 0 0,1 0 0 0 0,0 0-1 0 0,-13-4-46 0 0,9 3 122 0 0,-2-1-66 0 0,0 1 1 0 0,0 0-1 0 0,0 1 1 0 0,0-1-1 0 0,0 1 1 0 0,0 0-1 0 0,0 1 1 0 0,0-1-1 0 0,0 1 1 0 0,1 0-1 0 0,-1 1 1 0 0,0-1-1 0 0,0 1 1 0 0,-9 5-1 0 0,1 1 54 0 0,1 0 1 0 0,0 0-1 0 0,0 1 0 0 0,-18 19 0 0 0,14-12-73 0 0,2 2-1 0 0,0-1 1 0 0,1 2-1 0 0,1 0 1 0 0,1 1-1 0 0,1 0 0 0 0,1 1 1 0 0,-13 34-1 0 0,18-42-18 0 0,0 1-1 0 0,2 0 0 0 0,-1 0 1 0 0,2 0-1 0 0,0 0 0 0 0,1 0 1 0 0,0 0-1 0 0,1 1 0 0 0,2 20 1 0 0,-1-29 11 0 0,-1 3-1 0 0,2 1 0 0 0,-1 0 0 0 0,1-1 0 0 0,7 18 0 0 0,-7-22 5 0 0,0 0 0 0 0,1 0 0 0 0,0-1 0 0 0,0 1 0 0 0,1-1 0 0 0,-1 0 0 0 0,1 0-1 0 0,0 0 1 0 0,0 0 0 0 0,0-1 0 0 0,0 1 0 0 0,10 4 0 0 0,0 0 1 0 0,1-1-1 0 0,0 0 1 0 0,0-1-1 0 0,1-1 1 0 0,0 0-1 0 0,0-1 1 0 0,0-1-1 0 0,0 0 1 0 0,0-2 0 0 0,1 0-1 0 0,-1 0 1 0 0,1-1-1 0 0,-1-2 1 0 0,1 1-1 0 0,-1-2 1 0 0,0 0-1 0 0,23-8 1 0 0,-9-1-39 0 0,-1-1 0 0 0,0-2 0 0 0,-1 0 1 0 0,40-31-1 0 0,97-91-60 0 0,-136 112 82 0 0,-1-1 1 0 0,-1-1 0 0 0,-1-2 0 0 0,-2 0 0 0 0,41-64-1 0 0,-38 38 98 0 0,-2-1-1 0 0,-3-1 1 0 0,17-65-1 0 0,28-164 304 0 0,-60 246 28 0 0,2-49 0 0 0,-9 78-230 0 0,0-25 616 0 0,0 35-765 0 0,0 0 1 0 0,-1 0-1 0 0,1 0 0 0 0,0 0 0 0 0,-1 0 0 0 0,1 0 0 0 0,0 0 1 0 0,-1 0-1 0 0,1 0 0 0 0,-1 0 0 0 0,0 0 0 0 0,1 0 0 0 0,-1 1 0 0 0,0-1 1 0 0,1 0-1 0 0,-1 0 0 0 0,0 1 0 0 0,0-1 0 0 0,0 0 0 0 0,0 1 1 0 0,0-1-1 0 0,0 1 0 0 0,0-1 0 0 0,-1 1 0 0 0,1-1-17 0 0,0 1 0 0 0,0 0-1 0 0,-1 0 1 0 0,1-1 0 0 0,0 1 0 0 0,-1 0-1 0 0,1 0 1 0 0,0 0 0 0 0,0 0-1 0 0,-1 1 1 0 0,1-1 0 0 0,0 0 0 0 0,0 0-1 0 0,-1 1 1 0 0,1-1 0 0 0,0 1-1 0 0,0-1 1 0 0,0 1 0 0 0,0 0 0 0 0,0-1-1 0 0,-1 1 1 0 0,1 0 0 0 0,0 0 0 0 0,-1 1-1 0 0,-19 26 452 0 0,11-9-47 0 0,0 0 1 0 0,1 1-1 0 0,-11 37 1 0 0,13-34-276 0 0,-117 370 590 0 0,31 10-1318 0 0,81-287-2048 0 0,11-44-4365 0 0,4-53 2476 0 0,-3-19 4460 0 0,1 0 1 0 0,-1 0-1 0 0,0 1 1 0 0,0-1-1 0 0,1 0 1 0 0,-1 1-1 0 0,0-1 1 0 0,1 0-1 0 0,-1 0 1 0 0,0 0-1 0 0,1 1 1 0 0,-1-1-1 0 0,0 0 1 0 0,1 0-1 0 0,-1 0 1 0 0,0 0-1 0 0,1 0 1 0 0,-1 0-1 0 0,0 0 1 0 0,1 0-1 0 0,-1 0 1 0 0,1 0-1 0 0,-1 0 1 0 0,0 0-1 0 0,1 0 1 0 0,0 0-1 0 0,1-5-887 0 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41.735"/>
    </inkml:context>
    <inkml:brush xml:id="br0">
      <inkml:brushProperty name="width" value="0.1" units="cm"/>
      <inkml:brushProperty name="height" value="0.1" units="cm"/>
      <inkml:brushProperty name="color" value="#CC0066"/>
    </inkml:brush>
  </inkml:definitions>
  <inkml:trace contextRef="#ctx0" brushRef="#br0">1 394 1392 0 0,'0'0'176'0'0,"0"-7"1048"0"0,0-11-584 0 0,0-4 280 0 0,23 6 1401 0 0,44-9-361 0 0,24 2-575 0 0,31-8-89 0 0,23-9 648 0 0,6-7-183 0 0,-4-2-665 0 0,-33 7-640 0 0,-23 6-352 0 0,-52 13-824 0 0,-3 8-5209 0 0</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44.668"/>
    </inkml:context>
    <inkml:brush xml:id="br0">
      <inkml:brushProperty name="width" value="0.1" units="cm"/>
      <inkml:brushProperty name="height" value="0.1" units="cm"/>
      <inkml:brushProperty name="color" value="#CC0066"/>
    </inkml:brush>
  </inkml:definitions>
  <inkml:trace contextRef="#ctx0" brushRef="#br0">123 786 984 0 0,'0'0'237'0'0,"-1"-2"-79"0"0,-26-30 2749 0 0,18 20-659 0 0,-1 0-1 0 0,-11-10 1 0 0,12 14-1208 0 0,1 0 1 0 0,-1-1 0 0 0,2 0 0 0 0,-8-11-1 0 0,9 3-270 0 0,6 16-741 0 0,0 0 0 0 0,0 0 0 0 0,0 0-1 0 0,0 0 1 0 0,0 0 0 0 0,0 0 0 0 0,0 0 0 0 0,0 0 0 0 0,0 0 0 0 0,1-1 0 0 0,-1 1 0 0 0,0 0 0 0 0,1 0 0 0 0,-1 0 0 0 0,1-1 0 0 0,1 1-11 0 0,-1-1 1 0 0,1 1-1 0 0,-1-1 1 0 0,1 1-1 0 0,-1-1 1 0 0,1 1-1 0 0,0 0 1 0 0,0 0-1 0 0,0 0 1 0 0,3-1-1 0 0,17-5 111 0 0,0 0 1 0 0,1 2-1 0 0,0 1 0 0 0,43-3 0 0 0,-57 6-108 0 0,746-39 1277 0 0,-191 16-518 0 0,-460 17-668 0 0,851-78 458 0 0,-657 43-385 0 0,-105 12 366 0 0,-183 28-446 0 0,-8 2-79 0 0,0 0-1 0 0,0 0 1 0 0,0 0-1 0 0,-1 0 1 0 0,1 0-1 0 0,0-1 1 0 0,0 1-1 0 0,0-1 1 0 0,-1 1-1 0 0,1-1 1 0 0,0 0-1 0 0,-1 0 1 0 0,1 0-1 0 0,-1 0 1 0 0,1 0 0 0 0,-1 0-1 0 0,1 0 1 0 0,-1 0-1 0 0,2-2 1 0 0,-3 2-18 0 0,0 1 0 0 0,0-1 0 0 0,0 1 0 0 0,0-1 1 0 0,0 1-1 0 0,0-1 0 0 0,0 1 0 0 0,-1-1 0 0 0,1 1 1 0 0,0 0-1 0 0,0-1 0 0 0,0 1 0 0 0,-1-1 0 0 0,1 1 1 0 0,0 0-1 0 0,0-1 0 0 0,-1 1 0 0 0,1 0 0 0 0,0-1 0 0 0,-1 1 1 0 0,1 0-1 0 0,-1-1 0 0 0,1 1 0 0 0,0 0 0 0 0,-1 0 1 0 0,1-1-1 0 0,-1 1 0 0 0,1 0 0 0 0,0 0 0 0 0,-1 0 1 0 0,1 0-1 0 0,-1 0 0 0 0,1-1 0 0 0,-1 1 0 0 0,1 0 0 0 0,-1 0 1 0 0,0 0-1 0 0,-22-3-174 0 0,18 2-17 0 0,0 1 0 0 0,0 0-1 0 0,0 0 1 0 0,0 0 0 0 0,0 1 0 0 0,0 0 0 0 0,0 0-1 0 0,0 0 1 0 0,0 0 0 0 0,0 1 0 0 0,1 0 0 0 0,-1 0-1 0 0,1 0 1 0 0,-1 1 0 0 0,1-1 0 0 0,0 1 0 0 0,-5 4 0 0 0,3-2 133 0 0,-1 0 0 0 0,1 0 0 0 0,0-1 0 0 0,-1 0 0 0 0,0 0 0 0 0,0-1 0 0 0,0 0 0 0 0,-1 0 0 0 0,1 0 0 0 0,-1-1 1 0 0,1 0-1 0 0,-1-1 0 0 0,0 0 0 0 0,0 0 0 0 0,0 0 0 0 0,1-1 0 0 0,-1 0 0 0 0,0-1 0 0 0,0 0 0 0 0,0 0 1 0 0,1-1-1 0 0,-1 0 0 0 0,0 0 0 0 0,-10-5 0 0 0,4 1 45 0 0,7 4 55 0 0,7-5-191 0 0,2 5 64 0 0,-1 0 0 0 0,1 1 0 0 0,0 0 0 0 0,-1-1 0 0 0,1 1 0 0 0,0 0 0 0 0,0 0 0 0 0,0 0 0 0 0,0 0-1 0 0,0 0 1 0 0,3 0 0 0 0,14-9-342 0 0,-15 7 393 0 0,0 0-1 0 0,0 0 1 0 0,-1-1-1 0 0,1 1 1 0 0,-1-1 0 0 0,0 0-1 0 0,0 0 1 0 0,0 0-1 0 0,-1 0 1 0 0,3-6-1 0 0,-4 7 32 0 0,0 1-1 0 0,0-1 0 0 0,0 0 1 0 0,0 1-1 0 0,-1-1 0 0 0,0 1 1 0 0,1-1-1 0 0,-1 0 0 0 0,0 1 0 0 0,0-1 1 0 0,0 0-1 0 0,-1 1 0 0 0,1-1 1 0 0,-1 0-1 0 0,1 1 0 0 0,-1-1 1 0 0,0 1-1 0 0,0-1 0 0 0,0 1 0 0 0,0-1 1 0 0,-3-3-1 0 0,-17-22-64 0 0,-1 1 0 0 0,-36-33-1 0 0,14 14 598 0 0,-21-15 1038 0 0,82 72-1413 0 0,31 16 0 0 0,38 19 409 0 0,123 47 0 0 0,-155-75-458 0 0,255 75 471 0 0,-254-86-352 0 0,-55-7-221 0 0,0 0 0 0 0,1 0 0 0 0,-1 0-1 0 0,0 0 1 0 0,1 0 0 0 0,-1 0 0 0 0,0 0-1 0 0,0 0 1 0 0,1 0 0 0 0,-1 0-1 0 0,0 0 1 0 0,1 0 0 0 0,-1 0 0 0 0,0 1-1 0 0,0-1 1 0 0,1 0 0 0 0,-1 0 0 0 0,0 0-1 0 0,0 0 1 0 0,1 0 0 0 0,-1 1 0 0 0,0-1-1 0 0,0 0 1 0 0,0 0 0 0 0,1 0 0 0 0,-1 1-1 0 0,0-1 1 0 0,0 0 0 0 0,0 0 0 0 0,0 1-1 0 0,0-1 1 0 0,1 0 0 0 0,-1 0-1 0 0,0 1 1 0 0,0-1 0 0 0,0 0 0 0 0,0 0-1 0 0,0 1 1 0 0,0-1 0 0 0,0 0 0 0 0,0 1-1 0 0,0-1 1 0 0,0 0 0 0 0,0 0 0 0 0,0 1-1 0 0,0-1 1 0 0,0 1 0 0 0,-4 4 128 0 0,1-2-115 0 0,1-1 0 0 0,-1 1 1 0 0,1-1-1 0 0,-1 0 0 0 0,0 0 0 0 0,0 0 0 0 0,-4 2 1 0 0,-11 8 16 0 0,-9 14-79 0 0,0 2 0 0 0,2 1 0 0 0,-35 52 0 0 0,36-48 30 0 0,-5 6-111 0 0,-55 80-3258 0 0,60-79-1797 0 0,6 1-3536 0 0,10-22 4631 0 0</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54.224"/>
    </inkml:context>
    <inkml:brush xml:id="br0">
      <inkml:brushProperty name="width" value="0.1" units="cm"/>
      <inkml:brushProperty name="height" value="0.1" units="cm"/>
      <inkml:brushProperty name="color" value="#CC0066"/>
    </inkml:brush>
  </inkml:definitions>
  <inkml:trace contextRef="#ctx0" brushRef="#br0">209 372 1752 0 0,'-3'-9'96'0'0,"-3"-20"463"0"0,6 28-512 0 0,0-1 0 0 0,0 1 0 0 0,0 0 1 0 0,0 0-1 0 0,0 0 0 0 0,0 0 0 0 0,0 0 0 0 0,0-1 0 0 0,1 1 1 0 0,-1 0-1 0 0,1 0 0 0 0,-1 0 0 0 0,0 0 0 0 0,1 0 1 0 0,0 0-1 0 0,-1 0 0 0 0,1 0 0 0 0,0 0 0 0 0,-1 0 0 0 0,1 0 1 0 0,0 0-1 0 0,1 0 0 0 0,4-3-36 0 0,0 1 0 0 0,0 0 0 0 0,0 0 0 0 0,0 1 0 0 0,1 0 0 0 0,-1 0 0 0 0,1 0 0 0 0,-1 1 0 0 0,1 0 0 0 0,0 0-1 0 0,0 1 1 0 0,-1-1 0 0 0,13 3 0 0 0,-4-2 11 0 0,-14 0 42 0 0,0 0 0 0 0,0 0 1 0 0,0 0-1 0 0,1 0 0 0 0,-1 0 0 0 0,0 0 1 0 0,0 1-1 0 0,0-1 0 0 0,0 0 1 0 0,0 1-1 0 0,0-1 0 0 0,0 1 0 0 0,0 0 1 0 0,0-1-1 0 0,0 1 0 0 0,0-1 1 0 0,0 1-1 0 0,0 0 0 0 0,0 0 0 0 0,-1 0 1 0 0,1 0-1 0 0,0-1 0 0 0,-1 1 1 0 0,1 0-1 0 0,0 0 0 0 0,0 2 0 0 0,0 1 397 0 0,1 0 0 0 0,-1 1-1 0 0,0-1 1 0 0,-1 0-1 0 0,1 7 1 0 0,0-4-19 0 0,44 301 5477 0 0,-3-27-3279 0 0,-24-139-1757 0 0,23 265 1420 0 0,-16-44-573 0 0,-2-21-932 0 0,-18-221-431 0 0,2 37 165 0 0,-8-95 2404 0 0,49-324-2672 0 0,-30 176-267 0 0,74-370-888 0 0,-66 316 886 0 0,-7 0-1 0 0,-6-2 0 0 0,-6-199 1 0 0,-13 270-48 0 0,-4 0 1 0 0,-37-132 0 0 0,8 40-398 0 0,29 113 362 0 0,-21-89-337 0 0,24 113 356 0 0,-1 1-1 0 0,-1-1 0 0 0,-17-32 0 0 0,23 51 48 0 0,-1 1 0 0 0,1-1 0 0 0,-1 1-1 0 0,0 0 1 0 0,-1 0 0 0 0,1 0 0 0 0,-1 1 0 0 0,0-1 0 0 0,0 1 0 0 0,0 0-1 0 0,0 1 1 0 0,-1-1 0 0 0,1 1 0 0 0,-1 0 0 0 0,0 1 0 0 0,0-1-1 0 0,-8-1 1 0 0,-13-6-215 0 0,-1-1 1 0 0,-45-27-1 0 0,71 37 232 0 0,1 1-1 0 0,-1-1 1 0 0,1 0 0 0 0,-1 1 0 0 0,0 0 0 0 0,1-1 0 0 0,-1 1 0 0 0,0 0 0 0 0,0 0 0 0 0,-2 0 0 0 0,-2-5-453 0 0,8 10 247 0 0,15 20 153 0 0,-15-22 55 0 0,0-1 0 0 0,0 1-1 0 0,0-1 1 0 0,0 1 0 0 0,0 0 0 0 0,0 0-1 0 0,-1 0 1 0 0,0 0 0 0 0,1 0-1 0 0,-1 0 1 0 0,0 0 0 0 0,-1 0 0 0 0,1 1-1 0 0,0 5 1 0 0,-1-1-209 0 0,-1 1 0 0 0,0-1 0 0 0,0 0 0 0 0,-1 1-1 0 0,0-1 1 0 0,-1 0 0 0 0,1-1 0 0 0,-8 14 0 0 0,-2 1-1092 0 0,-23 31-1 0 0,30-47 1194 0 0,3-3-29 0 0,0 1 0 0 0,1-1 1 0 0,-1 1-1 0 0,0 0 0 0 0,1-1 0 0 0,0 1 0 0 0,0 0 0 0 0,0 0 0 0 0,0 0 0 0 0,1 0 1 0 0,-1 0-1 0 0,1 0 0 0 0,1 7 0 0 0,0 2 98 0 0,1 0 0 0 0,7 22 0 0 0,-4-15 11 0 0,4 12 63 0 0,-5-20-27 0 0,-1 0 0 0 0,-1 0-1 0 0,0 0 1 0 0,0 0 0 0 0,-1 21-1 0 0,-5 126 380 0 0,-1-84 280 0 0,4 0 1 0 0,16 133 0 0 0,6-83 229 0 0,35 268 1213 0 0,-53-364-1548 0 0,13 54-1 0 0,-4-29-19 0 0,-9-39 127 0 0,-3-15-655 0 0,0 0 0 0 0,0 0 0 0 0,0 0 0 0 0,0 1 0 0 0,0-1 0 0 0,0 0 0 0 0,0 0 0 0 0,0 0 0 0 0,0 0 0 0 0,0 0 0 0 0,0 0 0 0 0,0 1 0 0 0,0-1 0 0 0,0 0 0 0 0,0 0 1 0 0,0 0-1 0 0,1 0 0 0 0,-1 0 0 0 0,0 0 0 0 0,0 0 0 0 0,0 0 0 0 0,0 1 0 0 0,0-1 0 0 0,0 0 0 0 0,0 0 0 0 0,0 0 0 0 0,1 0 0 0 0,-1 0 0 0 0,0 0 0 0 0,0 0 0 0 0,0 0 0 0 0,0 0 0 0 0,0 0 0 0 0,0 0 0 0 0,1 0 0 0 0,-1 0 0 0 0,0 0 0 0 0,0 0 0 0 0,0 0 1 0 0,0 0-1 0 0,0 0 0 0 0,0 0 0 0 0,1 0 0 0 0,-1 0 0 0 0,0 0 0 0 0,0 0 0 0 0,0 0 0 0 0,0 0 0 0 0,0 0 0 0 0,0 0 0 0 0,0 0 0 0 0,1 0 0 0 0,-1 0 0 0 0,0-1 0 0 0,0 1 0 0 0,0 0 0 0 0,0 0 0 0 0,0 0 0 0 0,0 0 0 0 0,0 0 0 0 0,0 0 0 0 0,0 0 1 0 0,0 0-1 0 0,1-1 0 0 0,-1 1 0 0 0,0 0 0 0 0,0 0 0 0 0,4-38 673 0 0,29-223-750 0 0,-6-101 401 0 0,-14 192-223 0 0,-5 48 25 0 0,25-128 1 0 0,-32 247-463 0 0,0 5 184 0 0,-1 17 125 0 0,-1 0-41 0 0,-17 671-519 0 0,0-80 640 0 0,18-570-25 0 0,-1-9 58 0 0,1-1-1 0 0,2 1 0 0 0,1 0 0 0 0,10 45 0 0 0,-8-66 243 0 0,-1-14-153 0 0,4-28 47 0 0,-8 32-231 0 0,13-112 202 0 0,-3-139-268 0 0,-4-597 437 0 0,-6 813-350 0 0,0-61 90 0 0,-20-150 1 0 0,17 226-104 0 0,1 7-7 0 0,0 0 0 0 0,0 0 0 0 0,-1 0 1 0 0,-1 1-1 0 0,0-1 0 0 0,-10-19 0 0 0,6 24-221 0 0,2 13 50 0 0,0 22-54 0 0,-2 255-94 0 0,9-184 241 0 0,-1 666-202 0 0,0-408 601 0 0,1-334-66 0 0,-1-22-256 0 0,0 0 1 0 0,0 0-1 0 0,0 0 1 0 0,0 0-1 0 0,0 0 1 0 0,0 0-1 0 0,0 0 1 0 0,0 0-1 0 0,0 0 1 0 0,0 0-1 0 0,0 0 1 0 0,0 0-1 0 0,0 0 1 0 0,0 0-1 0 0,0 0 1 0 0,1 0-1 0 0,-1 0 1 0 0,0 0-1 0 0,0 0 1 0 0,0 0-1 0 0,0 0 1 0 0,0 0-1 0 0,0 0 1 0 0,0 0-1 0 0,0 0 1 0 0,0 0-1 0 0,0 0 1 0 0,0 0-1 0 0,0 0 1 0 0,0 0-1 0 0,0 0 1 0 0,0 0-1 0 0,0 0 1 0 0,0 0-1 0 0,0 0 1 0 0,1 0-1 0 0,-1 0 1 0 0,0 0-1 0 0,0 0 1 0 0,0 0-1 0 0,0 0 1 0 0,0 0-1 0 0,0 0 1 0 0,0 0-1 0 0,0 0 1 0 0,0 0-1 0 0,0 0 1 0 0,0 0-1 0 0,0 1 1 0 0,0-1-1 0 0,0 0 1 0 0,0 0-1 0 0,0 0 1 0 0,0 0-1 0 0,0 0 1 0 0,0 0-1 0 0,0 0 0 0 0,0 0 1 0 0,0 0-1 0 0,0 0 1 0 0,0 0-1 0 0,0 0 1 0 0,4-13 168 0 0,-1-7-203 0 0,2-37-1 0 0,3-146-124 0 0,-2-720 631 0 0,-7 898-453 0 0,1 5 7 0 0,0 0 0 0 0,-2-1 1 0 0,0 1-1 0 0,-1 0 1 0 0,-11-36-1 0 0,1 30-116 0 0,8 24-221 0 0,0 9 207 0 0,-3 21 25 0 0,-22 208-141 0 0,16 17 11 0 0,7-101 83 0 0,-7 50 64 0 0,0-59 284 0 0,-6 260 724 0 0,20-444-949 0 0,10-62-1 0 0,-2 34-103 0 0,36-570-1 0 0,-44 618 109 0 0,0-415-43 0 0,-6 373 26 0 0,-2 1 0 0 0,-32-116 0 0 0,40 177 13 0 0,-6-24-12 0 0,2-1 0 0 0,-2-46 0 0 0,5-13 40 0 0,1 77-15 0 0,0 7-23 0 0,0 1-1 0 0,0 0 0 0 0,0-1 1 0 0,0 1-1 0 0,0-1 0 0 0,0 1 0 0 0,1 0 1 0 0,-1-1-1 0 0,0 1 0 0 0,0 0 1 0 0,0-1-1 0 0,0 1 0 0 0,0 0 1 0 0,1-1-1 0 0,-1 1 0 0 0,0 0 1 0 0,0-1-1 0 0,0 1 0 0 0,1 0 0 0 0,-1-1 1 0 0,0 1-1 0 0,1 0 0 0 0,-1 0 1 0 0,0 0-1 0 0,0-1 0 0 0,1 1 1 0 0,-1 0-1 0 0,0 0 0 0 0,1 0 1 0 0,-1 0-1 0 0,0-1 0 0 0,1 1 0 0 0,-1 0 1 0 0,1 0-1 0 0,-1 0 0 0 0,1 0 1 0 0,13 2-65 0 0,-10-2 66 0 0,8 2 8 0 0,0 1-1 0 0,0 0 1 0 0,0 0 0 0 0,0 1 0 0 0,18 9 0 0 0,13 4 15 0 0,207 52 28 0 0,-183-50-62 0 0,1-2 1 0 0,89 8-1 0 0,159-3 3 0 0,337-13-103 0 0,28-39 205 0 0,-94-19-29 0 0,-582 49-54 0 0,95-7 2 0 0,550-48-192 0 0,-441 37 44 0 0,-200 18 111 0 0,-7-1 32 0 0,-1 1-1 0 0,0 0 0 0 0,0 0 0 0 0,1-1 0 0 0,-1 1 0 0 0,0 0 0 0 0,1 0 1 0 0,-1 1-1 0 0,0-1 0 0 0,1 0 0 0 0,-1 0 0 0 0,0 0 0 0 0,1 1 0 0 0,-1-1 1 0 0,0 1-1 0 0,0-1 0 0 0,0 1 0 0 0,1 0 0 0 0,0 0 0 0 0,-3 4 3 0 0,-7-3 1 0 0,-12-1 5 0 0,19-1-6 0 0,-415 15 48 0 0,184-5-26 0 0,78-5 4 0 0,-638 16-86 0 0,-321 19 279 0 0,26 69-178 0 0,595-34-96 0 0,476-70 69 0 0,22-1-33 0 0,30 4 10 0 0,197 7 230 0 0,-212-15-206 0 0,319-7-4 0 0,-205 1-13 0 0,194-6 11 0 0,359-36-130 0 0,-181 9 58 0 0,-65 9 188 0 0,695-33-298 0 0,-228 28 67 0 0,-644 20 91 0 0,360-26-61 0 0,-618 41 70 0 0,633-38-424 0 0,107 48-361 0 0,-417 19 569 0 0,0-1-882 0 0,-294-26 921 0 0,0 0 0 0 0,0 3 0 0 0,59 15 0 0 0,-55-10-230 0 0,81 10 0 0 0,-61-12 208 0 0,58 11-105 0 0,-34-4 146 0 0,156 7 0 0 0,-209-21 102 0 0,35 6-1 0 0,-1 3 29 0 0,-51-8 37 0 0,2 1-33 0 0,6 0 25 0 0,0 0 1 0 0,41-1 0 0 0,-61-2 57 0 0,11 8-871 0 0,-11-6 832 0 0,-6-1 11 0 0,-9 0 17 0 0,-297 12 127 0 0,110-2 15 0 0,-244 0 400 0 0,39-1-250 0 0,-350 4-54 0 0,537-14-77 0 0,-276-2 443 0 0,44-14 43 0 0,189 5-451 0 0,-451 20 959 0 0,710-9-1168 0 0,0 0 1 0 0,0 1 0 0 0,0-1-1 0 0,0 0 1 0 0,0 0 0 0 0,0 0-1 0 0,0 0 1 0 0,0-1 0 0 0,0 1-1 0 0,0-1 1 0 0,-3 0 0 0 0,8 0-25 0 0,-1 0 0 0 0,1 0 0 0 0,-1 0 0 0 0,1 0 1 0 0,0 1-1 0 0,0-1 0 0 0,-1 1 0 0 0,1 0 0 0 0,4 0 1 0 0,177-8-141 0 0,375 7 127 0 0,-198-12-215 0 0,-219 7 131 0 0,1158-30-666 0 0,-1064 30 827 0 0,97-2-461 0 0,0-1 23 0 0,-43 1 10 0 0,-77-2 187 0 0,-169 6 120 0 0,186 1-390 0 0,-129 4 227 0 0,-141-7 260 0 0,33 4-49 0 0,1 0 0 0 0,-1 1 1 0 0,0 0-1 0 0,0 0 0 0 0,-13 1 1 0 0,-77 16-30 0 0,33-5 16 0 0,-7 0 85 0 0,-125 12 99 0 0,-274-14 472 0 0,134-5-334 0 0,-576 1 19 0 0,604-26-78 0 0,42 3-78 0 0,12 4 24 0 0,-124-17 111 0 0,213 21-354 0 0,151 8 60 0 0,12-1 12 0 0,27 1 15 0 0,198 7-172 0 0,-19 2-72 0 0,54-1 51 0 0,347 11-354 0 0,191 17-81 0 0,-485-11-108 0 0,-238-11 516 0 0,-56-6 119 0 0,-18-3 69 0 0,-8-2 36 0 0,-28 0 93 0 0,-39-5 0 0 0,25 0-29 0 0,-917-12 452 0 0,742 16-341 0 0,-1949 0 1146 0 0,1806-6-784 0 0,325 5-498 0 0,13 1 30 0 0,-51-8-1 0 0,71 6-54 0 0,21 2-50 0 0,21 1-11 0 0,101-1-20 0 0,923 0-130 0 0,-895 0 181 0 0,770 21-675 0 0,-691-2 425 0 0,-218-16 191 0 0,-28-2 51 0 0,-31-1 48 0 0,38 0-64 0 0,-473-7 480 0 0,13 8-275 0 0,402 0-206 0 0,-727 30 30 0 0,14 21 207 0 0,628-42-161 0 0,-142 14 25 0 0,414-19-112 0 0,92-3 12 0 0,82-4-109 0 0,121-15-47 0 0,-145 4 145 0 0,1010-3-548 0 0,-584 16-181 0 0,-372 0 445 0 0,-98 0 267 0 0,114 0 89 0 0,-307-1-191 0 0,47-8-1 0 0,-30 2 88 0 0,39-1-177 0 0,167 7 0 0 0,283 27-1959 0 0,-474-26 2074 0 0,-66-2 95 0 0,0 1 0 0 0,0-1 0 0 0,-1-1 0 0 0,1 1 0 0 0,8-6 0 0 0,-15 8 10 0 0,0 0 0 0 0,-1 0 0 0 0,1 0 0 0 0,0 0-1 0 0,-1-1 1 0 0,1 1 0 0 0,0 0 0 0 0,-1-1 0 0 0,1 1 0 0 0,0 0 0 0 0,-1-1 0 0 0,1 1-1 0 0,-1-1 1 0 0,1 1 0 0 0,-1-1 0 0 0,1 1 0 0 0,-1-1 0 0 0,1 1 0 0 0,-1-1 0 0 0,1 1-1 0 0,-1-1 1 0 0,1 0 0 0 0,1-2 4 0 0,0 3 15 0 0,1 0-28 0 0,0-15 195 0 0,-9 18-216 0 0,4-1 51 0 0,0 0 0 0 0,0-1 0 0 0,0 1 0 0 0,0 0 0 0 0,0 0 0 0 0,1 0 1 0 0,-1 0-1 0 0,1 0 0 0 0,-1 1 0 0 0,1-1 0 0 0,0 0 0 0 0,0 1 0 0 0,0-1 1 0 0,0 1-1 0 0,0-1 0 0 0,1 1 0 0 0,-1-1 0 0 0,1 1 0 0 0,0-1 0 0 0,-1 6 0 0 0,0 9 163 0 0,3 34-1 0 0,-2-49-179 0 0,4 32 150 0 0,1 1 0 0 0,2-1 0 0 0,1-1 0 0 0,24 63 0 0 0,-14-49 50 0 0,-3 1 0 0 0,-1 0 1 0 0,8 60-1 0 0,19 139 314 0 0,-31-194-454 0 0,5 11 141 0 0,2 0 0 0 0,3 0-1 0 0,38 79 1 0 0,-51-128-149 0 0,2-1-1 0 0,11 17 1 0 0,-12-20 47 0 0,0 0 0 0 0,-1 0 1 0 0,10 25-1 0 0,-12-27 692 0 0,-3-11-409 0 0,-2-24-264 0 0,-4-3-214 0 0,-2 0 0 0 0,0 1 0 0 0,-18-47 0 0 0,-8-31 329 0 0,-45-391-36 0 0,75 486-191 0 0,-1-19 5 0 0,-2 0 0 0 0,-1 1 1 0 0,-10-31-1 0 0,9 46-111 0 0,7 14 92 0 0,0 0 1 0 0,0 0-1 0 0,0 0 1 0 0,0-1-1 0 0,0 1 0 0 0,0 0 1 0 0,0 0-1 0 0,0 0 0 0 0,0 0 1 0 0,0 0-1 0 0,0 0 1 0 0,-1 0-1 0 0,1 0 0 0 0,0 0 1 0 0,0 0-1 0 0,0 0 0 0 0,0 0 1 0 0,0 0-1 0 0,0 0 1 0 0,0-1-1 0 0,0 1 0 0 0,0 0 1 0 0,-1 0-1 0 0,1 0 1 0 0,0 0-1 0 0,0 0 0 0 0,0 0 1 0 0,0 0-1 0 0,0 0 0 0 0,0 0 1 0 0,0 0-1 0 0,0 0 1 0 0,-1 0-1 0 0,1 0 0 0 0,0 0 1 0 0,0 1-1 0 0,0-1 0 0 0,0 0 1 0 0,0 0-1 0 0,0 0 1 0 0,0 0-1 0 0,0 0 0 0 0,0 0 1 0 0,-1 0-1 0 0,1 0 1 0 0,0 0-1 0 0,0 0 0 0 0,0 0 1 0 0,0 0-1 0 0,0 0 0 0 0,0 0 1 0 0,0 1-1 0 0,0-1 1 0 0,0 0-1 0 0,0 0 0 0 0,0 0 1 0 0,0 0-1 0 0,0 0 0 0 0,0 0 1 0 0,0 0-1 0 0,0 0 1 0 0,0 1-1 0 0,-2 4-52 0 0,1-1 0 0 0,-1 1 0 0 0,1 0 0 0 0,1 0 0 0 0,-1 1 0 0 0,1-1 0 0 0,0 8 0 0 0,0 8 15 0 0,-5 465-423 0 0,5-77 990 0 0,2-394-179 0 0,-2-14-343 0 0,0-1 0 0 0,0 0 1 0 0,1 0-1 0 0,-1 0 1 0 0,0 0-1 0 0,0 0 0 0 0,0 0 1 0 0,0-1-1 0 0,1 1 1 0 0,-1 0-1 0 0,0 0 0 0 0,0 0 1 0 0,0 0-1 0 0,0 0 1 0 0,1 0-1 0 0,-1 0 0 0 0,0 0 1 0 0,0 0-1 0 0,0 0 1 0 0,0 0-1 0 0,0-1 0 0 0,1 1 1 0 0,-1 0-1 0 0,0 0 1 0 0,0 0-1 0 0,0 0 0 0 0,0 0 1 0 0,0-1-1 0 0,0 1 1 0 0,0 0-1 0 0,0 0 0 0 0,0 0 1 0 0,0 0-1 0 0,1-1 0 0 0,-1 1 1 0 0,0 0-1 0 0,0 0 1 0 0,0 0-1 0 0,0 0 0 0 0,0-1 1 0 0,0 1-1 0 0,2-7-9 0 0,0 0-1 0 0,0-1 0 0 0,1-12 0 0 0,8-103 50 0 0,-9-202-1 0 0,-45-122 254 0 0,42 438-301 0 0,-13-75 53 0 0,11 74-66 0 0,0 1 0 0 0,0-1 1 0 0,0 1-1 0 0,-1 0 0 0 0,-9-14 0 0 0,13 23 10 0 0,-4-5-75 0 0,2 12-241 0 0,7 58 133 0 0,0-22 144 0 0,3 386-239 0 0,-10-271-16 0 0,2 45 446 0 0,-1-163 29 0 0,0-21-103 0 0,1-1 1 0 0,4 35-1 0 0,-4-52-54 0 0,0 0 0 0 0,0 0-1 0 0,0 0 1 0 0,0 0 0 0 0,0 0 0 0 0,1 0 0 0 0,-1 0 0 0 0,0 0-1 0 0,1 0 1 0 0,-1 0 0 0 0,1 0 0 0 0,-1 0 0 0 0,1-1 0 0 0,0 1-1 0 0,-1 0 1 0 0,2 1 0 0 0,-1-2-15 0 0,-1 0-1 0 0,0 0 1 0 0,1 0 0 0 0,-1 0-1 0 0,1 0 1 0 0,-1 0 0 0 0,0 0-1 0 0,1 0 1 0 0,-1 0 0 0 0,1 0-1 0 0,-1 0 1 0 0,0 0 0 0 0,1 0-1 0 0,-1-1 1 0 0,1 1 0 0 0,-1 0-1 0 0,0 0 1 0 0,1-1 0 0 0,-1 1-1 0 0,0 0 1 0 0,0 0 0 0 0,1-1-1 0 0,-1 1 1 0 0,0 0 0 0 0,1-1-1 0 0,-1 1 1 0 0,0 0 0 0 0,0-1-1 0 0,4-6-47 0 0,0 1 1 0 0,-1-1-1 0 0,0 1 0 0 0,3-11 0 0 0,5-24 60 0 0,-2 0 1 0 0,-1-1-1 0 0,2-53 0 0 0,-3-139 297 0 0,-4 95-353 0 0,2 34 54 0 0,1-11 2 0 0,-10-140 1 0 0,4 248-26 0 0,-1 0 1 0 0,0 0-1 0 0,-1 0 0 0 0,0 0 1 0 0,0 1-1 0 0,-1-1 0 0 0,1 1 1 0 0,-2-1-1 0 0,-7-12 0 0 0,11 20-4 0 0,0-1 0 0 0,0 0 0 0 0,-1 1 0 0 0,1-1 0 0 0,-1 1 0 0 0,1-1 0 0 0,0 0 0 0 0,-1 1 0 0 0,1-1 0 0 0,-1 1 0 0 0,1 0 0 0 0,-1-1 0 0 0,1 1 0 0 0,-1-1 0 0 0,0 1 0 0 0,1 0 0 0 0,-1-1 0 0 0,1 1 0 0 0,-1 0 0 0 0,0 0 0 0 0,1-1 0 0 0,-2 1 0 0 0,1 0 8 0 0,1 1 0 0 0,-1-1-1 0 0,1 0 1 0 0,-1 0 0 0 0,1 1 0 0 0,-1-1 0 0 0,1 0 0 0 0,0 1-1 0 0,-1-1 1 0 0,1 1 0 0 0,-1-1 0 0 0,1 0 0 0 0,0 1 0 0 0,-1-1-1 0 0,1 1 1 0 0,0-1 0 0 0,-1 1 0 0 0,1-1 0 0 0,0 1-1 0 0,0 0 1 0 0,-9 37-69 0 0,-5 221-119 0 0,12-153 161 0 0,-15 453-486 0 0,-5-321 800 0 0,5-57-187 0 0,17-181-92 0 0,1 26-20 0 0,-1-26 18 0 0,0 1 1 0 0,0-1-1 0 0,0 0 0 0 0,0 0 0 0 0,0 1 1 0 0,0-1-1 0 0,0 0 0 0 0,0 1 0 0 0,0-1 0 0 0,0 0 1 0 0,1 1-1 0 0,-1-1 0 0 0,0 0 0 0 0,0 0 1 0 0,0 1-1 0 0,1-1 0 0 0,-1 0 0 0 0,0 0 1 0 0,0 1-1 0 0,0-1 0 0 0,1 0 0 0 0,-1 0 0 0 0,0 0 1 0 0,0 1-1 0 0,1-1 0 0 0,-1 0 0 0 0,0 0 1 0 0,1 0-1 0 0,-1 0 0 0 0,0 0 0 0 0,1 0 0 0 0,-1 0 1 0 0,0 0-1 0 0,0 0 0 0 0,1 0 0 0 0,-1 0 1 0 0,0 0-1 0 0,1 0 0 0 0,-1 0 0 0 0,0 0 1 0 0,1 0-1 0 0,-1 0 0 0 0,0 0 0 0 0,1 0 0 0 0,-1 0 1 0 0,0 0-1 0 0,0 0 0 0 0,1-1 0 0 0,-1 1 1 0 0,0 0-1 0 0,1 0 0 0 0,-1 0 0 0 0,0 0 0 0 0,0-1 1 0 0,0 1-1 0 0,1 0 0 0 0,-1 0 0 0 0,0-1 1 0 0,0 1-1 0 0,0 0 0 0 0,1 0 0 0 0,-1-1 1 0 0,0 1-1 0 0,0 0 0 0 0,0-1 0 0 0,0 1 0 0 0,0-1 1 0 0,5-6-46 0 0,0-1-1 0 0,0 1 1 0 0,-1-1 0 0 0,5-14 0 0 0,39-115-541 0 0,19-194-125 0 0,-24-13 342 0 0,-10-171 167 0 0,-33 594-34 0 0,1 121 421 0 0,-6 477-137 0 0,-4-483 387 0 0,1 23-350 0 0,7-182 10 0 0,1-18 122 0 0,2 32 1 0 0,-2-49-205 0 0,0 1 1 0 0,0-1-1 0 0,0 1 0 0 0,0-1 1 0 0,0 0-1 0 0,0 1 1 0 0,0-1-1 0 0,0 1 1 0 0,0-1-1 0 0,0 0 0 0 0,0 1 1 0 0,0-1-1 0 0,0 1 1 0 0,1-1-1 0 0,-1 0 0 0 0,0 1 1 0 0,0-1-1 0 0,0 0 1 0 0,1 1-1 0 0,-1-1 1 0 0,0 0-1 0 0,0 1 0 0 0,1-1 1 0 0,-1 0-1 0 0,0 1 1 0 0,1-1-1 0 0,-1 0 1 0 0,0 0-1 0 0,1 1 0 0 0,-1-1 1 0 0,0 0-1 0 0,1 0 1 0 0,-1 0-1 0 0,1 0 1 0 0,0 0-4 0 0,0-1 0 0 0,0 0 0 0 0,-1-1 0 0 0,1 1 1 0 0,0 0-1 0 0,0 0 0 0 0,-1 0 0 0 0,1 0 1 0 0,-1-1-1 0 0,1 1 0 0 0,-1 0 0 0 0,0 0 0 0 0,1-3 1 0 0,34-141-133 0 0,-21 80-9 0 0,17-114-804 0 0,14-275 0 0 0,-39 98-129 0 0,-12 287 869 0 0,5 64 163 0 0,0 1 0 0 0,0 0 0 0 0,0-1 0 0 0,0 1 0 0 0,-1 0 1 0 0,0 0-1 0 0,0-1 0 0 0,0 1 0 0 0,-5-6 0 0 0,7 9 22 0 0,-1 1 0 0 0,1-1 0 0 0,-1 0 0 0 0,1 1 0 0 0,-1-1 0 0 0,0 1 0 0 0,1-1 0 0 0,-1 1 0 0 0,1-1 0 0 0,-1 1 0 0 0,0-1 0 0 0,0 1 0 0 0,1 0 0 0 0,-1-1 0 0 0,0 1 0 0 0,0 0 0 0 0,1 0 0 0 0,-1-1 0 0 0,0 1 0 0 0,0 0 0 0 0,1 0 0 0 0,-1 0 0 0 0,0 0 0 0 0,0 0 0 0 0,0 0 0 0 0,1 0 0 0 0,-2 1 0 0 0,0-1-7 0 0,0 1 0 0 0,1 0-1 0 0,-1 0 1 0 0,0 1 0 0 0,1-1 0 0 0,-1 0-1 0 0,1 0 1 0 0,0 1 0 0 0,-1-1 0 0 0,1 1-1 0 0,-2 2 1 0 0,-6 11 38 0 0,0 1 1 0 0,1-1-1 0 0,1 1 1 0 0,0 1-1 0 0,2-1 1 0 0,0 1-1 0 0,-5 28 1 0 0,-11 128 319 0 0,19-136-305 0 0,-10 200 220 0 0,8-122 339 0 0,-18 118 1 0 0,-5-20 739 0 0,28-209-617 0 0,1-11-539 0 0,6-19-161 0 0,13-70-35 0 0,-5 0 1 0 0,-3 0-1 0 0,-5-2 1 0 0,-9-188-1 0 0,-7 145-2 0 0,-45-243 0 0 0,51 369 17 0 0,-2 1 0 0 0,1-1 1 0 0,-2 1-1 0 0,0 0 0 0 0,0 0 0 0 0,-1 1 0 0 0,-1 0 1 0 0,-1 0-1 0 0,-9-14 0 0 0,17 27-1 0 0,0 0 0 0 0,0-1 1 0 0,0 1-1 0 0,-1 0 0 0 0,1-1 0 0 0,0 1 0 0 0,0 0 0 0 0,0 0 1 0 0,-1-1-1 0 0,1 1 0 0 0,0 0 0 0 0,0 0 0 0 0,-1-1 1 0 0,1 1-1 0 0,0 0 0 0 0,0 0 0 0 0,-1-1 0 0 0,1 1 1 0 0,0 0-1 0 0,-1 0 0 0 0,1 0 0 0 0,0 0 0 0 0,-1 0 0 0 0,1 0 1 0 0,0 0-1 0 0,-1 0 0 0 0,1-1 0 0 0,0 1 0 0 0,-1 0 1 0 0,1 0-1 0 0,0 0 0 0 0,-1 1 0 0 0,1-1 0 0 0,0 0 1 0 0,-1 0-1 0 0,0 2-26 0 0,1 0 1 0 0,0 0 0 0 0,-1 0-1 0 0,1 0 1 0 0,0 0 0 0 0,0 0-1 0 0,1 0 1 0 0,-1 0 0 0 0,0 0-1 0 0,1 4 1 0 0,46 185-18 0 0,-18-86 61 0 0,0 16 71 0 0,22 202 0 0 0,-29 144 589 0 0,-22-440-663 0 0,4 226 45 0 0,0-184-105 0 0,21 109 0 0 0,-6-111 64 0 0,-3-8-33 0 0,-11-17 178 0 0,-8-29 185 0 0,-4-12-192 0 0,-14-16-157 0 0,5 2-3 0 0,4 8 11 0 0,0 1 0 0 0,-1 0 1 0 0,1 1-1 0 0,-1 0 0 0 0,0 1 0 0 0,-16-1 1 0 0,-81 2-24 0 0,57 3 60 0 0,-124-4 42 0 0,-257 7 21 0 0,245 17-207 0 0,-88 32-1334 0 0,293-50 377 0 0,21 0 844 0 0,340 19-1634 0 0,-287-23 1858 0 0,1-5 0 0 0,108-18-1 0 0,-187 20 105 0 0,-12 0-75 0 0,-5 0 6 0 0,-22-2 50 0 0,0 0-1 0 0,0 2 0 0 0,-36 1 1 0 0,25 1-52 0 0,-370-1 676 0 0,348 3-546 0 0,-248 15 344 0 0,274-10-638 0 0,31-2 68 0 0,11 1-21 0 0,23 2-110 0 0,0 0-1 0 0,46 2 0 0 0,-41-5 59 0 0,596 54-1672 0 0,-389-52 1727 0 0,-184-6 169 0 0,-51 0-60 0 0,-6 0-18 0 0,1 1 1 0 0,-1-1 0 0 0,1 0 0 0 0,-1 0 0 0 0,0 0-1 0 0,1 0 1 0 0,-1-1 0 0 0,1 1 0 0 0,-1 0 0 0 0,0-1 0 0 0,1 0-1 0 0,-1 0 1 0 0,0 1 0 0 0,1-1 0 0 0,-1-1 0 0 0,0 1-1 0 0,0 0 1 0 0,0 0 0 0 0,0-1 0 0 0,2-1 0 0 0,-4 3-13 0 0,0-1 0 0 0,0 1 0 0 0,1-1 0 0 0,-1 1 0 0 0,0-1 0 0 0,0 1-1 0 0,0-1 1 0 0,0 1 0 0 0,0-1 0 0 0,1 1 0 0 0,-1-1 0 0 0,0 1 0 0 0,0 0 0 0 0,0-1 0 0 0,0 1 0 0 0,-1-1 0 0 0,1 1 0 0 0,0-1 0 0 0,0 1 0 0 0,0-1 0 0 0,0 1 0 0 0,0-1 0 0 0,-1 1 0 0 0,1-1 0 0 0,0 1 0 0 0,0 0 0 0 0,-1-1 0 0 0,1 1 0 0 0,0-1 0 0 0,-1 1 0 0 0,1 0 0 0 0,0-1 0 0 0,-1 1 0 0 0,1 0 0 0 0,-1-1 0 0 0,-16-9 151 0 0,5 5-89 0 0,0 1 0 0 0,-1 0 0 0 0,1 1 1 0 0,-1 0-1 0 0,-15-1 0 0 0,-71-2 202 0 0,69 5-187 0 0,-392 1 380 0 0,132 15-261 0 0,82-4 37 0 0,-382-3 275 0 0,557-8-484 0 0,-42-6 0 0 0,69 5-70 0 0,0 0-67 0 0,10 2 6 0 0,12-1-7 0 0,173 16-384 0 0,-87-6 140 0 0,306 26-326 0 0,-382-35 676 0 0,-22-1 18 0 0,0 0-1 0 0,1 0 0 0 0,-1 0 1 0 0,0 1-1 0 0,0 0 0 0 0,5 1 1 0 0,-13 0-27 0 0,-10 0-6 0 0,-227-2 258 0 0,-571-7 522 0 0,551 3-687 0 0,-130 5 173 0 0,82 1-122 0 0,264-2-106 0 0,-197 3-46 0 0,163 2-28 0 0,-85 16-1 0 0,-81 25-105 0 0,-49 3 189 0 0,199-37-24 0 0,-103-2 1 0 0,151-10 2 0 0,-23 1 42 0 0,-73-10 1 0 0,94 4-20 0 0,-24-2 10 0 0,-44-5 37 0 0,-180-12-24 0 0,164 17-18 0 0,-120-4 40 0 0,134 7-43 0 0,-76 1-199 0 0,-57-2 307 0 0,-746-12 1176 0 0,783 17-1267 0 0,-43 7-55 0 0,41 6 90 0 0,101-4 60 0 0,84-7-100 0 0,27-1-39 0 0,7-1-6 0 0,48 0-25 0 0,-25 0 22 0 0,274 1 1 0 0,1140-10 420 0 0,-101 1-627 0 0,-1007 8 104 0 0,701 18-192 0 0,-953-16 262 0 0,1069 7-354 0 0,-805-10 280 0 0,-152-3-42 0 0,0-1 6 0 0,-336 5 84 0 0,-224 2 20 0 0,-566-8 430 0 0,-772-41 93 0 0,349 16-680 0 0,880 19 376 0 0,-181-2 131 0 0,366 9-83 0 0,74 2-7 0 0,6-3-3 0 0,206 5-194 0 0,19-1-7 0 0,44-3 5 0 0,107-3-42 0 0,69-1-58 0 0,62-4 82 0 0,944 3 422 0 0,-803 11-548 0 0,1850 47-1075 0 0,-1791-33 891 0 0,-124-5 124 0 0,-51-7 161 0 0,-60-1 158 0 0,71-2-358 0 0,-197 0 148 0 0,-124-1 35 0 0,-8-1 50 0 0,-19-3-1 0 0,-29-1-185 0 0,-67-2 0 0 0,-846 26 576 0 0,509-1-260 0 0,-1049 1 155 0 0,8-27-638 0 0,1124 6 506 0 0,75-2 24 0 0,43 4-143 0 0,210 1-64 0 0,168 0 114 0 0,110 0 94 0 0,138 0-45 0 0,101 0-190 0 0,75 0-138 0 0,226 0-63 0 0,2358 0-521 0 0,-2838-1 723 0 0,-92-7 182 0 0,-86-5 142 0 0,-111 12-230 0 0,0-1 1 0 0,0-1-1 0 0,9-4 1 0 0,-17 7-50 0 0,1 0 0 0 0,-1-1-1 0 0,0 1 1 0 0,0 0 0 0 0,0-1 0 0 0,0 1 0 0 0,0-1-1 0 0,0 0 1 0 0,-1 1 0 0 0,1-1 0 0 0,0 0-1 0 0,0 1 1 0 0,0-1 0 0 0,-1 0 0 0 0,1 0 0 0 0,0 0-1 0 0,-1 0 1 0 0,1 0 0 0 0,0 0 0 0 0,-1 0-1 0 0,1 0 1 0 0,-1 0 0 0 0,0 0 0 0 0,1 0 0 0 0,-1 0-1 0 0,0 0 1 0 0,0 0 0 0 0,1-2 0 0 0,-2 2-20 0 0,0-1 0 0 0,1 1 0 0 0,-1 0 1 0 0,0-1-1 0 0,0 1 0 0 0,0 0 0 0 0,0 0 0 0 0,0 0 1 0 0,0 0-1 0 0,0 0 0 0 0,0 0 0 0 0,0 0 0 0 0,0 0 1 0 0,-1 0-1 0 0,1 0 0 0 0,0 1 0 0 0,-1-1 0 0 0,1 1 1 0 0,-1-1-1 0 0,1 1 0 0 0,0-1 0 0 0,-1 1 1 0 0,-2-1-1 0 0,-43-4-1482 0 0,44 4 1334 0 0,-21 1-2526 0 0,-1 0 0 0 0,1 1 1 0 0,0 1-1 0 0,0 2 0 0 0,-34 8 1 0 0,-44 24-2980 0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04.393"/>
    </inkml:context>
    <inkml:brush xml:id="br0">
      <inkml:brushProperty name="width" value="0.1" units="cm"/>
      <inkml:brushProperty name="height" value="0.1" units="cm"/>
      <inkml:brushProperty name="color" value="#CC0066"/>
    </inkml:brush>
  </inkml:definitions>
  <inkml:trace contextRef="#ctx0" brushRef="#br0">19 353 1768 0 0,'-1'-23'435'0'0,"-2"0"0"0"0,0 1 0 0 0,-8-24 1037 0 0,11 46-1440 0 0,0 12 634 0 0,2 20 133 0 0,1-22-690 0 0,0-1-1 0 0,0 1 1 0 0,1-1-1 0 0,0 0 0 0 0,1 0 1 0 0,0 0-1 0 0,1-1 0 0 0,0 0 1 0 0,0 0-1 0 0,0 0 1 0 0,1-1-1 0 0,0 0 0 0 0,1 0 1 0 0,-1-1-1 0 0,1 1 1 0 0,14 6-1 0 0,-10-6-30 0 0,1-1 1 0 0,0 0-1 0 0,25 6 0 0 0,-20-7-39 0 0,0-1-1 0 0,0-1 0 0 0,0 0 1 0 0,1-2-1 0 0,-1 0 0 0 0,0-1 0 0 0,1-1 1 0 0,-1 0-1 0 0,0-2 0 0 0,0 0 1 0 0,0-1-1 0 0,0-1 0 0 0,-1 0 0 0 0,1-2 1 0 0,-1 0-1 0 0,-1-1 0 0 0,1 0 1 0 0,-2-1-1 0 0,1-1 0 0 0,-1-1 1 0 0,-1 0-1 0 0,0-1 0 0 0,0 0 0 0 0,14-18 1 0 0,-15 14-3 0 0,-1 0-1 0 0,0-2 1 0 0,-1 1 0 0 0,-1-1 0 0 0,-1-1 0 0 0,9-26 0 0 0,-15 36-26 0 0,0-1 1 0 0,-1 1 0 0 0,0-1 0 0 0,-1 0 0 0 0,0 0 0 0 0,0-18-1 0 0,-2 22-13 0 0,0 1 0 0 0,0-1 0 0 0,0 0 0 0 0,0 0 0 0 0,-1 1 0 0 0,0-1 0 0 0,0 1 0 0 0,-1-1 0 0 0,0 1 0 0 0,0 0 0 0 0,0 0 0 0 0,-5-6 0 0 0,8 10-8 0 0,-1 0-1 0 0,0 0 0 0 0,1 0 1 0 0,-1 0-1 0 0,0 0 0 0 0,0 0 1 0 0,0 0-1 0 0,1 0 1 0 0,-1 0-1 0 0,0 1 0 0 0,0-1 1 0 0,0 0-1 0 0,-1 1 0 0 0,1-1 1 0 0,0 0-1 0 0,0 1 1 0 0,0 0-1 0 0,0-1 0 0 0,-1 1 1 0 0,1 0-1 0 0,0-1 0 0 0,0 1 1 0 0,0 0-1 0 0,-1 0 1 0 0,1 0-1 0 0,0 0 0 0 0,0 0 1 0 0,-1 0-1 0 0,1 1 0 0 0,0-1 1 0 0,0 0-1 0 0,-1 1 0 0 0,1-1 1 0 0,0 0-1 0 0,0 1 1 0 0,0 0-1 0 0,0-1 0 0 0,0 1 1 0 0,-2 1-1 0 0,0 1 2 0 0,0 0 0 0 0,0 0 0 0 0,1 1 0 0 0,-1-1 1 0 0,1 1-1 0 0,0-1 0 0 0,0 1 0 0 0,0 0 0 0 0,1 0 0 0 0,-2 5 0 0 0,-6 27 29 0 0,2 1-1 0 0,2 0 1 0 0,1 0 0 0 0,3 73-1 0 0,1-85-79 0 0,0-13-157 0 0,0-1 1 0 0,1 0-1 0 0,0 0 1 0 0,1 0-1 0 0,0 0 1 0 0,5 14-1 0 0,-6-21-25 0 0,1-1 0 0 0,0 1 0 0 0,-1-1 0 0 0,1 1 0 0 0,1-1 0 0 0,-1 0 0 0 0,0 0 0 0 0,1 0 0 0 0,-1 0 0 0 0,1 0 0 0 0,0-1 0 0 0,0 1 0 0 0,0-1 0 0 0,0 0 0 0 0,1 0 0 0 0,-1 0 0 0 0,1 0 0 0 0,-1-1 0 0 0,1 1 0 0 0,-1-1 0 0 0,7 2 0 0 0,25 0-544 0 0,-23-3-450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04.680"/>
    </inkml:context>
    <inkml:brush xml:id="br0">
      <inkml:brushProperty name="width" value="0.1" units="cm"/>
      <inkml:brushProperty name="height" value="0.1" units="cm"/>
      <inkml:brushProperty name="color" value="#CC0066"/>
    </inkml:brush>
  </inkml:definitions>
  <inkml:trace contextRef="#ctx0" brushRef="#br0">229 177 1840 0 0,'-12'0'220'0'0,"11"0"-212"0"0,-1 0 1 0 0,1 0-1 0 0,-1 0 1 0 0,1 0-1 0 0,0 1 1 0 0,-1-1-1 0 0,1 0 1 0 0,-1 1-1 0 0,1-1 1 0 0,0 1-1 0 0,-1-1 1 0 0,1 1-1 0 0,0 0 1 0 0,-1 0-1 0 0,1-1 1 0 0,0 1-1 0 0,0 0 1 0 0,-1 1-1 0 0,1-1 1 0 0,1 0 0 0 0,-1 0 0 0 0,1 0 0 0 0,-1 0 0 0 0,1 0 0 0 0,0 0 0 0 0,0 0 0 0 0,-1 0 0 0 0,1 0 0 0 0,0 0 0 0 0,0 0 0 0 0,0 0 0 0 0,0 0 0 0 0,0 0 0 0 0,0 0 0 0 0,0 0 0 0 0,1 0 0 0 0,-1 0 0 0 0,0 1 0 0 0,0-2 0 0 0,1 1-1 0 0,-1 0 1 0 0,1 0 0 0 0,-1 0 0 0 0,1 0 0 0 0,-1 0 0 0 0,1 0 0 0 0,1 1 0 0 0,-1 0 11 0 0,1 0 0 0 0,0 0 0 0 0,0 0 0 0 0,1-1-1 0 0,-1 1 1 0 0,0 0 0 0 0,1-1 0 0 0,-1 0 0 0 0,1 1 0 0 0,-1-1-1 0 0,1 0 1 0 0,0 0 0 0 0,-1-1 0 0 0,1 1 0 0 0,0 0 0 0 0,-1-1-1 0 0,1 0 1 0 0,0 0 0 0 0,0 0 0 0 0,0 0 0 0 0,-1 0-1 0 0,1 0 1 0 0,0-1 0 0 0,0 1 0 0 0,-1-1 0 0 0,1 0 0 0 0,0 0-1 0 0,-1 0 1 0 0,1 0 0 0 0,-1 0 0 0 0,1 0 0 0 0,-1-1 0 0 0,1 1-1 0 0,-1-1 1 0 0,0 0 0 0 0,0 0 0 0 0,3-2 0 0 0,-3 0 10 0 0,1 0 1 0 0,-1 1 0 0 0,0-1-1 0 0,0 0 1 0 0,0 0 0 0 0,1-5-1 0 0,-1 4 30 0 0,-1-1-1 0 0,1 0 1 0 0,-1 1-1 0 0,0-1 1 0 0,-1 0-1 0 0,1 0 1 0 0,-1 0-1 0 0,0 0 1 0 0,-1 0-1 0 0,1 0 1 0 0,-1 1-1 0 0,0-1 0 0 0,-1 0 1 0 0,1 0-1 0 0,-1 1 1 0 0,0-1-1 0 0,-1 1 1 0 0,1 0-1 0 0,-1 0 1 0 0,0-1-1 0 0,-1 2 1 0 0,1-1-1 0 0,-1 0 1 0 0,0 1-1 0 0,0 0 1 0 0,0-1-1 0 0,-1 2 1 0 0,1-1-1 0 0,-1 0 1 0 0,0 1-1 0 0,0 0 0 0 0,0 0 1 0 0,0 1-1 0 0,-1-1 1 0 0,-7-1-1 0 0,4 1 6 0 0,0 1-1 0 0,-1 0 1 0 0,1 0-1 0 0,0 1 1 0 0,-1 1-1 0 0,0-1 1 0 0,1 2-1 0 0,-1-1 1 0 0,1 1-1 0 0,-1 1 1 0 0,-12 3-1 0 0,17-4-95 0 0,-1 1-1 0 0,2-1 1 0 0,-1 1 0 0 0,0 0-1 0 0,0 1 1 0 0,1-1 0 0 0,-1 1-1 0 0,1 0 1 0 0,-1 0-1 0 0,1 0 1 0 0,0 1 0 0 0,1-1-1 0 0,-1 1 1 0 0,1 0 0 0 0,-1 0-1 0 0,1 0 1 0 0,0 1 0 0 0,1-1-1 0 0,-1 1 1 0 0,1-1 0 0 0,-4 9-1 0 0,6-8-141 0 0,-1 0 0 0 0,0-1-1 0 0,1 1 1 0 0,0 0 0 0 0,0-1-1 0 0,0 1 1 0 0,1 0 0 0 0,0 0 0 0 0,0-1-1 0 0,0 1 1 0 0,0-1 0 0 0,1 1-1 0 0,-1-1 1 0 0,4 7 0 0 0,2 2-288 0 0,1-1 0 0 0,15 21 0 0 0,-17-26 344 0 0,3 4-1074 0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06.211"/>
    </inkml:context>
    <inkml:brush xml:id="br0">
      <inkml:brushProperty name="width" value="0.1" units="cm"/>
      <inkml:brushProperty name="height" value="0.1" units="cm"/>
      <inkml:brushProperty name="color" value="#CC0066"/>
    </inkml:brush>
  </inkml:definitions>
  <inkml:trace contextRef="#ctx0" brushRef="#br0">10 861 1712 0 0,'-10'9'216'0'0,"10"-9"-207"0"0,1 0 0 0 0,-1-1 0 0 0,0 1 0 0 0,1 0 1 0 0,-1 0-1 0 0,0 0 0 0 0,0 0 0 0 0,1 0 0 0 0,-1 0 0 0 0,0 0 0 0 0,1 0 0 0 0,-1 0 0 0 0,0 0 1 0 0,0 0-1 0 0,1 0 0 0 0,-1 0 0 0 0,0 0 0 0 0,1 0 0 0 0,-1 0 0 0 0,0 0 0 0 0,1 0 0 0 0,-1 0 0 0 0,0 0 1 0 0,0 0-1 0 0,1 1 0 0 0,-1-1 0 0 0,0 0 0 0 0,0 0 0 0 0,1 0 0 0 0,-1 0 0 0 0,0 1 0 0 0,0-1 1 0 0,1 0-1 0 0,-1 0 0 0 0,0 1 0 0 0,0-1 0 0 0,0 0 0 0 0,0 0 0 0 0,1 1 0 0 0,-1-1 0 0 0,0 0 1 0 0,0 1-1 0 0,0-1 0 0 0,0 0 0 0 0,0 0 0 0 0,0 1 0 0 0,0-1 0 0 0,0 0 0 0 0,0 1 0 0 0,0-1 1 0 0,0 0-1 0 0,0 1 0 0 0,0-1 0 0 0,0 0 0 0 0,0 0 0 0 0,0 1 0 0 0,0-1 0 0 0,0 0 0 0 0,0 1 0 0 0,-1-1 1 0 0,1 0-1 0 0,0 0 0 0 0,0 1 0 0 0,0-1 0 0 0,0 0 0 0 0,-1 0 0 0 0,1 1 0 0 0,31-14-1 0 0,-11 0 3 0 0,1-1 1 0 0,28-28-1 0 0,-11 10-4 0 0,4-2 16 0 0,93-83 87 0 0,-48 36-62 0 0,46-19-28 0 0,-123 91-14 0 0,-4 3-10 0 0,1 1 0 0 0,-1-1 0 0 0,1 2 0 0 0,14-9 0 0 0,-18 12 9 0 0,-1 0-1 0 0,0 0 1 0 0,1 0-1 0 0,-1 1 1 0 0,1-1-1 0 0,-1 1 1 0 0,1 0-1 0 0,-1 0 1 0 0,1 0-1 0 0,-1 0 1 0 0,1 0-1 0 0,-1 0 1 0 0,1 0-1 0 0,-1 1 1 0 0,0 0-1 0 0,1-1 0 0 0,-1 1 1 0 0,1 0-1 0 0,-1 0 1 0 0,4 3-1 0 0,-1-2 17 0 0,0 0 0 0 0,-1 0 0 0 0,1-1 0 0 0,0 1 0 0 0,0-1 0 0 0,0 0 0 0 0,0 0 0 0 0,0-1 0 0 0,0 0 0 0 0,9 0 0 0 0,-9 0-6 0 0,-3 0 3 0 0,0 0 1 0 0,0 0-1 0 0,0-1 1 0 0,0 1 0 0 0,-1-1-1 0 0,1 1 1 0 0,0-1-1 0 0,0 0 1 0 0,0 1 0 0 0,0-1-1 0 0,-1 0 1 0 0,1 0-1 0 0,0-1 1 0 0,-1 1 0 0 0,1 0-1 0 0,2-3 1 0 0,-3 3 4 0 0,0 0 0 0 0,0 0 0 0 0,-1 0 0 0 0,1 0 0 0 0,0 0 0 0 0,-1 0 0 0 0,1 0 0 0 0,0 0 1 0 0,-1-1-1 0 0,0 1 0 0 0,1 0 0 0 0,-1 0 0 0 0,0 0 0 0 0,1-1 0 0 0,-1 1 0 0 0,0 0 0 0 0,0 0 0 0 0,0-1 0 0 0,0 1 1 0 0,0 0-1 0 0,0 0 0 0 0,-1-1 0 0 0,1 1 0 0 0,-1-2 0 0 0,1 3-9 0 0,0 0 0 0 0,-1-1 0 0 0,1 1 0 0 0,0 0 0 0 0,-1 0-1 0 0,1-1 1 0 0,0 1 0 0 0,-1 0 0 0 0,1 0 0 0 0,0 0 0 0 0,-1-1 0 0 0,1 1 0 0 0,-1 0 0 0 0,1 0 0 0 0,0 0-1 0 0,-1 0 1 0 0,1 0 0 0 0,-1 0 0 0 0,1 0 0 0 0,0 0 0 0 0,-1 0 0 0 0,1 0 0 0 0,-1 0 0 0 0,1 0 0 0 0,-1 0-1 0 0,1 0-13 0 0,-8 0 111 0 0,0 0 0 0 0,1 0-1 0 0,-1 0 1 0 0,0 1-1 0 0,0 0 1 0 0,1 1-1 0 0,-1 0 1 0 0,1 0-1 0 0,-1 0 1 0 0,1 1-1 0 0,0 0 1 0 0,0 0-1 0 0,-10 7 1 0 0,2 2 88 0 0,1 0 0 0 0,0 1 1 0 0,0 0-1 0 0,2 1 0 0 0,0 0 0 0 0,0 1 0 0 0,2 0 1 0 0,-18 32-1 0 0,17-23-61 0 0,1 0 0 0 0,0 0-1 0 0,2 1 1 0 0,1 1 0 0 0,-7 43 0 0 0,13-59-103 0 0,0 0 1 0 0,0 1-1 0 0,1-1 1 0 0,0 0-1 0 0,1 1 1 0 0,0-1-1 0 0,5 19 1 0 0,-5-24-22 0 0,1 0 0 0 0,0 0-1 0 0,0 0 1 0 0,1 0 0 0 0,0-1 0 0 0,-1 1 0 0 0,1-1-1 0 0,1 0 1 0 0,-1 0 0 0 0,0 0 0 0 0,1 0 0 0 0,0-1-1 0 0,0 0 1 0 0,0 1 0 0 0,1-1 0 0 0,8 4 0 0 0,-1-1-1 0 0,0-1 0 0 0,1-1 0 0 0,-1 0 1 0 0,1-1-1 0 0,0 0 0 0 0,0-1 0 0 0,0-1 1 0 0,1 0-1 0 0,14-1 0 0 0,1-1-47 0 0,1-2-1 0 0,-1-1 1 0 0,31-8-1 0 0,-34 5 3 0 0,0-1 0 0 0,-1-2 0 0 0,-1 0 0 0 0,1-2 0 0 0,22-14 0 0 0,-7 0 15 0 0,72-61 1 0 0,-90 66 45 0 0,0-2 0 0 0,-1 0 0 0 0,-2-2 0 0 0,21-32 0 0 0,-32 45 51 0 0,-1 0 0 0 0,0 0 0 0 0,6-15 0 0 0,-12 24-54 0 0,0-1 1 0 0,1 0 0 0 0,-2-1 0 0 0,1 1 0 0 0,0 0-1 0 0,-1 0 1 0 0,1 0 0 0 0,-1 0 0 0 0,-1-1 0 0 0,1 1-1 0 0,0 0 1 0 0,-1 0 0 0 0,-1-6 0 0 0,1 8-22 0 0,1 1 1 0 0,-1 0 0 0 0,1 0-1 0 0,-1 0 1 0 0,1 0 0 0 0,-1 0-1 0 0,0 0 1 0 0,0 0 0 0 0,1 0-1 0 0,-1 0 1 0 0,0 0-1 0 0,0 1 1 0 0,0-1 0 0 0,0 0-1 0 0,0 0 1 0 0,0 1 0 0 0,0-1-1 0 0,0 1 1 0 0,0-1 0 0 0,0 1-1 0 0,0-1 1 0 0,-1 1 0 0 0,1 0-1 0 0,0-1 1 0 0,0 1 0 0 0,0 0-1 0 0,0 0 1 0 0,-1 0 0 0 0,1 0-1 0 0,0 0 1 0 0,0 0-1 0 0,-1 0 1 0 0,1 1 0 0 0,-1-1-1 0 0,-2 1 18 0 0,0 0 0 0 0,0 0-1 0 0,0 1 1 0 0,1-1 0 0 0,-1 1-1 0 0,0 0 1 0 0,1 0-1 0 0,0 0 1 0 0,-6 5 0 0 0,3-1 8 0 0,0 0 1 0 0,0 0-1 0 0,1 1 1 0 0,0 0 0 0 0,1 0-1 0 0,0 1 1 0 0,0-1-1 0 0,0 1 1 0 0,1 0-1 0 0,-3 9 1 0 0,-1 8 89 0 0,-7 51 0 0 0,12-60-83 0 0,0 1-1 0 0,1-1 1 0 0,1 0 0 0 0,0 1-1 0 0,1-1 1 0 0,1 0 0 0 0,1 0-1 0 0,0 0 1 0 0,1 0 0 0 0,0 0-1 0 0,8 15 1 0 0,-7-21-4 0 0,0 0-1 0 0,1-1 1 0 0,0 0 0 0 0,0 0-1 0 0,1-1 1 0 0,0 1-1 0 0,1-2 1 0 0,0 1 0 0 0,0-1-1 0 0,0 0 1 0 0,1-1 0 0 0,0 1-1 0 0,1-2 1 0 0,-1 0-1 0 0,1 0 1 0 0,0 0 0 0 0,15 4-1 0 0,-8-5 2 0 0,1 1-1 0 0,-1-2 1 0 0,1 0-1 0 0,0-2 0 0 0,0 0 1 0 0,0 0-1 0 0,0-2 1 0 0,0 0-1 0 0,-1-1 0 0 0,1-1 1 0 0,0-1-1 0 0,-1 0 1 0 0,0-1-1 0 0,23-11 1 0 0,0-2 15 0 0,-1-2 0 0 0,-1-2 1 0 0,-2-1-1 0 0,59-48 0 0 0,-67 48-73 0 0,0-2 0 0 0,47-55 0 0 0,-60 61 27 0 0,-1 0 0 0 0,-2-1 1 0 0,0-1-1 0 0,-1 0 0 0 0,12-33 0 0 0,-14 31 101 0 0,-2-1-1 0 0,-1 1 1 0 0,-1-1 0 0 0,-1-1-1 0 0,-1 1 1 0 0,-1-1-1 0 0,-1 1 1 0 0,-4-44 0 0 0,2 55-89 0 0,-1 0 1 0 0,0 1 0 0 0,-1 0-1 0 0,-1-1 1 0 0,0 1 0 0 0,0 0-1 0 0,-2 1 1 0 0,1-1 0 0 0,-1 1 0 0 0,-1 0-1 0 0,0 1 1 0 0,0-1 0 0 0,-1 1-1 0 0,-1 1 1 0 0,1 0 0 0 0,-2 0 0 0 0,1 0-1 0 0,-14-8 1 0 0,8 8-14 0 0,0 1 0 0 0,0 0 0 0 0,-1 1-1 0 0,0 1 1 0 0,0 1 0 0 0,0 0 0 0 0,-1 1 0 0 0,1 1 0 0 0,-1 0-1 0 0,0 1 1 0 0,0 1 0 0 0,0 1 0 0 0,0 0 0 0 0,0 2 0 0 0,0-1 0 0 0,-22 7-1 0 0,16-3-19 0 0,0 2-1 0 0,0 1 1 0 0,1 0-1 0 0,0 2 0 0 0,1 1 1 0 0,0 0-1 0 0,0 2 1 0 0,1 0-1 0 0,1 1 0 0 0,-33 32 1 0 0,35-30-46 0 0,1 2 0 0 0,0 0 1 0 0,2 1-1 0 0,0 1 1 0 0,-19 35-1 0 0,30-48 46 0 0,-1 0-1 0 0,1 0 0 0 0,1 0 1 0 0,-1 0-1 0 0,1 1 1 0 0,1-1-1 0 0,-1 1 1 0 0,1-1-1 0 0,0 1 1 0 0,1-1-1 0 0,0 1 1 0 0,0-1-1 0 0,1 1 1 0 0,0-1-1 0 0,0 1 1 0 0,1-1-1 0 0,-1 1 0 0 0,2-1 1 0 0,-1 0-1 0 0,1 0 1 0 0,7 13-1 0 0,-6-15 25 0 0,-1 0-1 0 0,1 0 1 0 0,0-1-1 0 0,0 1 1 0 0,1-1-1 0 0,-1 0 1 0 0,1-1-1 0 0,0 1 0 0 0,9 5 1 0 0,-1-3-4 0 0,1 0 0 0 0,23 7 0 0 0,-15-7-3 0 0,0-1 0 0 0,1 0 1 0 0,0-2-1 0 0,0 0 0 0 0,0-2 0 0 0,0 0 1 0 0,-1-2-1 0 0,1 0 0 0 0,0-2 1 0 0,0 0-1 0 0,0-2 0 0 0,-1 0 1 0 0,0-2-1 0 0,0 0 0 0 0,-1-2 0 0 0,0 0 1 0 0,25-15-1 0 0,1-4-73 0 0,-1-1-1 0 0,51-44 1 0 0,-18 8 235 0 0,4 3 0 0 0,132-76-1 0 0,-201 131-157 0 0,0 0 0 0 0,1 1-1 0 0,-1 1 1 0 0,27-6-1 0 0,-36 9-22 0 0,1 1 0 0 0,-1 1-1 0 0,0-1 1 0 0,1 1-1 0 0,-1-1 1 0 0,0 2 0 0 0,1-1-1 0 0,-1 1 1 0 0,0-1 0 0 0,1 1-1 0 0,-1 1 1 0 0,0-1 0 0 0,0 1-1 0 0,0 0 1 0 0,0 0-1 0 0,0 0 1 0 0,5 4 0 0 0,-2 1 4 0 0,0 1 0 0 0,-1-1 0 0 0,0 1 1 0 0,-1 0-1 0 0,0 1 0 0 0,0 0 0 0 0,-1 0 1 0 0,0 0-1 0 0,0 0 0 0 0,-1 1 0 0 0,3 11 1 0 0,2 7-15 0 0,-2 1 0 0 0,7 47 0 0 0,-9-40 108 0 0,-2 0 1 0 0,-1 0 0 0 0,-5 56 0 0 0,0-72 89 0 0,0 0 0 0 0,-1 0 0 0 0,-1-1 0 0 0,-1 1 0 0 0,-1-1 0 0 0,0 0 0 0 0,-20 34 0 0 0,17-36 27 0 0,6-8-28 0 0,-1 0 0 0 0,-1 0-1 0 0,1 0 1 0 0,-2-1 0 0 0,1 0 0 0 0,-1 0-1 0 0,0 0 1 0 0,-10 7 0 0 0,17-15-163 0 0,0 0 1 0 0,0 1-1 0 0,0-1 0 0 0,0 0 1 0 0,0 0-1 0 0,0 0 1 0 0,-1 0-1 0 0,1 0 1 0 0,0 1-1 0 0,0-1 0 0 0,0 0 1 0 0,0 0-1 0 0,0 0 1 0 0,-1 0-1 0 0,1 0 1 0 0,0 0-1 0 0,0 0 1 0 0,0 0-1 0 0,0 0 0 0 0,-1 0 1 0 0,1 1-1 0 0,0-1 1 0 0,0 0-1 0 0,0 0 1 0 0,0 0-1 0 0,-1 0 0 0 0,1 0 1 0 0,0 0-1 0 0,0 0 1 0 0,0 0-1 0 0,-1-1 1 0 0,1 1-1 0 0,0 0 1 0 0,0 0-1 0 0,0 0 0 0 0,0 0 1 0 0,-1 0-1 0 0,1 0 1 0 0,0 0-1 0 0,0 0 1 0 0,0 0-1 0 0,0 0 0 0 0,0-1 1 0 0,-1 1-1 0 0,1 0 1 0 0,0 0-1 0 0,0 0 1 0 0,0 0-1 0 0,0 0 1 0 0,0-1-1 0 0,0 1 0 0 0,0 0 1 0 0,0 0-1 0 0,-1 0 1 0 0,1 0-1 0 0,0-1 1 0 0,0 1-1 0 0,0 0 0 0 0,0 0 1 0 0,0 0-1 0 0,0 0 1 0 0,0-1-1 0 0,0 1 1 0 0,0-4-14 0 0,1-1 1 0 0,-1 1 0 0 0,1-1 0 0 0,-1 1-1 0 0,1 0 1 0 0,1 0 0 0 0,-1-1 0 0 0,0 1-1 0 0,4-6 1 0 0,1-1-78 0 0,0 0 0 0 0,12-16 0 0 0,46-45-575 0 0,-14 14-316 0 0,70-63 0 0 0,-67 72 572 0 0,165-136-264 0 0,-191 165 576 0 0,2 1-1 0 0,0 2 0 0 0,1 1 0 0 0,0 1 0 0 0,1 2 0 0 0,41-13 1 0 0,-64 24 37 0 0,-1 0 0 0 0,1 1 1 0 0,-1 0-1 0 0,1 0 0 0 0,8 0 1 0 0,-14 1 44 0 0,0 0 0 0 0,0 0 0 0 0,0 0 0 0 0,0 1 0 0 0,0-1 0 0 0,0 1 0 0 0,0-1 0 0 0,0 1 0 0 0,0 0 0 0 0,0 0 0 0 0,-1 0 0 0 0,1 0 0 0 0,0 0 0 0 0,-1 0 1 0 0,1 0-1 0 0,0 1 0 0 0,-1-1 0 0 0,0 0 0 0 0,1 1 0 0 0,-1 0 0 0 0,0-1 0 0 0,1 1 0 0 0,0 3 0 0 0,2 3 14 0 0,-2 1 1 0 0,1 0-1 0 0,-1 0 0 0 0,0 0 1 0 0,-1 1-1 0 0,0-1 0 0 0,0 0 0 0 0,-1 0 1 0 0,-1 1-1 0 0,1-1 0 0 0,-1 0 1 0 0,-4 16-1 0 0,-71 230 633 0 0,47-170-273 0 0,23-66-265 0 0,0 0-1 0 0,2 0 1 0 0,0 0-1 0 0,1 1 1 0 0,0 32-1 0 0,3-47-76 0 0,0-1 14 0 0,0 1-1 0 0,0-1 1 0 0,0 0-1 0 0,1 0 0 0 0,-1 0 1 0 0,1 0-1 0 0,3 7 1 0 0,-3-9-15 0 0,0 0 0 0 0,0 0 0 0 0,1 0 0 0 0,-1-1 0 0 0,0 1 0 0 0,1-1 0 0 0,0 1 0 0 0,-1-1 0 0 0,1 0 0 0 0,0 1 0 0 0,0-1 0 0 0,0 0 0 0 0,-1 0 0 0 0,1 0 0 0 0,0-1 0 0 0,0 1 0 0 0,1 0 0 0 0,-1-1 0 0 0,0 1 0 0 0,2-1 0 0 0,11 3 9 0 0,-1-1 0 0 0,0-1-1 0 0,1-1 1 0 0,-1 0 0 0 0,1 0 0 0 0,-1-2 0 0 0,1 0 0 0 0,-1 0 0 0 0,0-1 0 0 0,19-7 0 0 0,-4-5 3 0 0,0-1 0 0 0,-1-1 0 0 0,-1-1-1 0 0,32-28 1 0 0,-10 8-16 0 0,-37 29-14 0 0,19-14 5 0 0,45-43 0 0 0,-59 47 21 0 0,-2 0 1 0 0,26-44-1 0 0,-34 53-16 0 0,-5 6-7 0 0,89-155 191 0 0,-80 136-165 0 0,-1 0 1 0 0,-1 0 0 0 0,-1-1 0 0 0,-1-1 0 0 0,4-32 0 0 0,-8 15 36 0 0,-2 40-72 0 0,-1 1 0 0 0,-1-1 0 0 0,1 0 0 0 0,0 1-1 0 0,0-1 1 0 0,-1 0 0 0 0,1 1 0 0 0,-1-1 0 0 0,1 1 0 0 0,-1-1-1 0 0,0 0 1 0 0,1 1 0 0 0,-1-1 0 0 0,0 1 0 0 0,0 0-1 0 0,0-1 1 0 0,-2-1 0 0 0,3 3 1 0 0,-1 0 1 0 0,1 0-1 0 0,0-1 0 0 0,-1 1 0 0 0,1 0 1 0 0,-1 0-1 0 0,1 0 0 0 0,-1-1 1 0 0,1 1-1 0 0,-1 0 0 0 0,1 0 0 0 0,0 0 1 0 0,-1 0-1 0 0,1 0 0 0 0,-1 0 0 0 0,1 0 1 0 0,-1 0-1 0 0,1 0 0 0 0,-1 0 1 0 0,1 0-1 0 0,-1 0 0 0 0,1 1 0 0 0,-1-1 1 0 0,1 0-1 0 0,0 0 0 0 0,-1 0 1 0 0,1 0-1 0 0,-1 1 0 0 0,1-1 0 0 0,0 0 1 0 0,-1 1-1 0 0,1-1 0 0 0,0 0 1 0 0,-1 1-1 0 0,1-1 0 0 0,0 0 0 0 0,-1 1 1 0 0,-2 3-12 0 0,1 0 0 0 0,0-1 0 0 0,0 1 0 0 0,0 0 0 0 0,0 0 0 0 0,1 0 0 0 0,0 0 0 0 0,-1 1 0 0 0,0 7 0 0 0,-4 49-64 0 0,7-29 91 0 0,0-1-1 0 0,2 0 1 0 0,1 0 0 0 0,2 0-1 0 0,1 0 1 0 0,1-1-1 0 0,2 0 1 0 0,25 53 0 0 0,0-10 73 0 0,35 79 331 0 0,-63-132-306 0 0,0 0 1 0 0,-1 0-1 0 0,-1 0 1 0 0,-1 1-1 0 0,2 37 1 0 0,-6-52-56 0 0,0 1 0 0 0,0-1 0 0 0,-1 1 0 0 0,0-1 0 0 0,0 1 0 0 0,-1-1 1 0 0,1 1-1 0 0,-1-1 0 0 0,-1 0 0 0 0,1 0 0 0 0,-1 0 0 0 0,0 0 0 0 0,-1 0 0 0 0,1-1 1 0 0,-1 0-1 0 0,0 1 0 0 0,-1-1 0 0 0,1-1 0 0 0,-7 7 0 0 0,1-4-4 0 0,1-1-1 0 0,-1 0 1 0 0,0-1 0 0 0,0 0-1 0 0,0 0 1 0 0,-1-1 0 0 0,0 0-1 0 0,1-1 1 0 0,-1 0-1 0 0,-23 2 1 0 0,13-3-14 0 0,-1-1-1 0 0,0 0 1 0 0,0-2 0 0 0,0-1 0 0 0,0 0-1 0 0,-22-6 1 0 0,28 4-589 0 0,0-1 0 0 0,0 0 1 0 0,0-1-1 0 0,1-1 0 0 0,0 0 0 0 0,0-1 1 0 0,1-1-1 0 0,-22-17 0 0 0,31 23-184 0 0,0-1 0 0 0,1 0 0 0 0,0 0 0 0 0,0 0 0 0 0,0-1 0 0 0,1 0 0 0 0,-1 1 0 0 0,1-1 0 0 0,0 0 0 0 0,0 0 0 0 0,1-1 0 0 0,0 1 0 0 0,-1-1 0 0 0,-1-10 0 0 0,3-1-826 0 0</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2:08.170"/>
    </inkml:context>
    <inkml:brush xml:id="br0">
      <inkml:brushProperty name="width" value="0.1" units="cm"/>
      <inkml:brushProperty name="height" value="0.1" units="cm"/>
      <inkml:brushProperty name="color" value="#CC0066"/>
    </inkml:brush>
  </inkml:definitions>
  <inkml:trace contextRef="#ctx0" brushRef="#br0">15 1140 1296 0 0,'-1'0'36'0'0,"1"0"-1"0"0,-1 0 1 0 0,1 0-1 0 0,-1 0 1 0 0,1 0-1 0 0,-1 0 1 0 0,1 0 0 0 0,-1 0-1 0 0,1 0 1 0 0,-1 0-1 0 0,1 0 1 0 0,-1 0-1 0 0,1 0 1 0 0,-1 0 0 0 0,1 0-1 0 0,-1-1 1 0 0,1 1-1 0 0,0 0 1 0 0,-1 0-1 0 0,1-1 1 0 0,-1 1 0 0 0,1 0-1 0 0,0-1 1 0 0,-1 1-1 0 0,1 0 1 0 0,0-1-1 0 0,-1 1 1 0 0,1 0 0 0 0,0-1-1 0 0,0 1 1 0 0,-1-1-1 0 0,1 1 1 0 0,0-1-1 0 0,0 1 1 0 0,0-1 0 0 0,-1 1-1 0 0,1 0 1 0 0,0-1-1 0 0,0 1 1 0 0,0-1-1 0 0,0 1 1 0 0,0-1 0 0 0,0 1-1 0 0,0-1 1 0 0,0 1-1 0 0,0-1 1 0 0,0 1-1 0 0,0-1 1 0 0,1 1-1 0 0,-1-1 1 0 0,0 1 0 0 0,1-1-1 0 0,0-3 137 0 0,1 0 0 0 0,0 1 0 0 0,0-1 0 0 0,0 1-1 0 0,5-6 1 0 0,4-3-38 0 0,1 0-1 0 0,0 1 0 0 0,20-13 1 0 0,7-6-50 0 0,41-40 152 0 0,135-155-1 0 0,-101 82-132 0 0,-3-12-54 0 0,-94 128-28 0 0,-2-1 0 0 0,0 0 0 0 0,-2-2 0 0 0,13-39 0 0 0,-21 54 44 0 0,-1 0-1 0 0,0-1 1 0 0,-1 1-1 0 0,-1 0 1 0 0,-1-1-1 0 0,0 0 0 0 0,-1 1 1 0 0,-2-27-1 0 0,1 39-35 0 0,0-1-1 0 0,1 1 1 0 0,-1 0-1 0 0,0 0 1 0 0,0 0 0 0 0,-1 0-1 0 0,1 0 1 0 0,-1 0-1 0 0,1 0 1 0 0,-1 0-1 0 0,0 0 1 0 0,0 1-1 0 0,0-1 1 0 0,-1 1-1 0 0,1 0 1 0 0,0-1-1 0 0,-1 1 1 0 0,0 0-1 0 0,1 0 1 0 0,-1 1-1 0 0,0-1 1 0 0,0 0-1 0 0,0 1 1 0 0,0 0 0 0 0,0 0-1 0 0,0 0 1 0 0,-1 0-1 0 0,1 0 1 0 0,0 1-1 0 0,0-1 1 0 0,-7 1-1 0 0,2 0 20 0 0,0 1 0 0 0,1-1-1 0 0,-1 2 1 0 0,0-1 0 0 0,1 1 0 0 0,-1 0-1 0 0,1 0 1 0 0,0 1 0 0 0,-1 0 0 0 0,1 1-1 0 0,1-1 1 0 0,-1 1 0 0 0,-8 7 0 0 0,-4 6 56 0 0,1 1-1 0 0,1 1 1 0 0,1 0 0 0 0,0 1 0 0 0,2 1 0 0 0,0 0 0 0 0,1 1 0 0 0,1 0-1 0 0,-17 47 1 0 0,-29 106 290 0 0,8 2 1 0 0,-28 187-1 0 0,28 43-170 0 0,48-374-221 0 0,1 0 0 0 0,2 0 0 0 0,1 0 0 0 0,2 0 0 0 0,10 45 0 0 0,-10-66 5 0 0,0 0 1 0 0,0-1 0 0 0,1 1 0 0 0,1-1-1 0 0,0 0 1 0 0,1 0 0 0 0,9 13 0 0 0,-10-18 20 0 0,0 1 0 0 0,0-1 0 0 0,1 0 1 0 0,0 0-1 0 0,0 0 0 0 0,0-1 0 0 0,1-1 0 0 0,0 1 1 0 0,0-1-1 0 0,0 0 0 0 0,11 3 0 0 0,-12-5 4 0 0,1 0 0 0 0,0 0 0 0 0,-1-1 0 0 0,1 1 0 0 0,0-2 0 0 0,0 1-1 0 0,0-1 1 0 0,-1-1 0 0 0,1 1 0 0 0,0-1 0 0 0,0-1 0 0 0,-1 1 0 0 0,1-1 0 0 0,8-4-1 0 0,-4 1-14 0 0,-1 0-1 0 0,0-2 1 0 0,-1 1-1 0 0,1-1 0 0 0,-1 0 1 0 0,0-1-1 0 0,-1-1 0 0 0,11-11 1 0 0,0-4-2 0 0,0-2 0 0 0,-2-1 0 0 0,-1 0 0 0 0,-1-1 1 0 0,-1-1-1 0 0,13-34 0 0 0,-11 15 72 0 0,18-75-1 0 0,-24 68 7 0 0,-2-1-1 0 0,3-102 1 0 0,-12 130-55 0 0,-1-1-1 0 0,-1 1 1 0 0,-2 0 0 0 0,-1 0 0 0 0,-1 1-1 0 0,-1-1 1 0 0,-18-42 0 0 0,20 59-42 0 0,-1 0 0 0 0,0 0 1 0 0,-1 0-1 0 0,0 0 0 0 0,-1 1 1 0 0,0 0-1 0 0,0 1 0 0 0,-13-11 1 0 0,14 15-11 0 0,0-1 1 0 0,-1 1-1 0 0,0 0 1 0 0,0 1 0 0 0,0 0-1 0 0,-1 0 1 0 0,1 1-1 0 0,-1 0 1 0 0,0 0-1 0 0,0 1 1 0 0,0 0-1 0 0,-13 0 1 0 0,16 1-3 0 0,0 1 0 0 0,1 0 0 0 0,-1 1 0 0 0,0-1 0 0 0,0 1 0 0 0,0 0 0 0 0,0 1 0 0 0,1-1 0 0 0,-1 1 1 0 0,1 1-1 0 0,-1-1 0 0 0,1 1 0 0 0,0-1 0 0 0,0 1 0 0 0,0 1 0 0 0,0-1 0 0 0,1 1 0 0 0,-1 0 0 0 0,1 0 0 0 0,0 0 0 0 0,0 1 0 0 0,-6 8 0 0 0,3-2-15 0 0,1 0 0 0 0,0 0 0 0 0,1 1 0 0 0,0-1-1 0 0,0 1 1 0 0,1 0 0 0 0,1 1 0 0 0,0-1 0 0 0,-1 18 0 0 0,3-22 21 0 0,1 0 0 0 0,-1 1 1 0 0,2-1-1 0 0,-1 0 1 0 0,1 1-1 0 0,0-1 0 0 0,1 0 1 0 0,0 0-1 0 0,0 0 1 0 0,1 0-1 0 0,0 0 0 0 0,5 8 1 0 0,-2-6 2 0 0,0-1 1 0 0,1 0-1 0 0,0 0 1 0 0,0-1-1 0 0,1 0 1 0 0,0 0-1 0 0,0-1 1 0 0,16 11-1 0 0,-10-9 10 0 0,0-1 0 0 0,1 0-1 0 0,0-1 1 0 0,0 0 0 0 0,0-2-1 0 0,1 0 1 0 0,0 0 0 0 0,0-1-1 0 0,0-1 1 0 0,0-1 0 0 0,0 0-1 0 0,26-1 1 0 0,-28-2 9 0 0,0 0-1 0 0,-1-1 1 0 0,1 0 0 0 0,-1-1-1 0 0,1 0 1 0 0,-1-1 0 0 0,0-1-1 0 0,0 0 1 0 0,-1-1 0 0 0,0 0 0 0 0,0-1-1 0 0,0 0 1 0 0,-1-1 0 0 0,0 0-1 0 0,13-13 1 0 0,-8 3 41 0 0,0-1 0 0 0,-2-1 0 0 0,0 0 0 0 0,-1-1 0 0 0,-1 0 1 0 0,11-26-1 0 0,-14 23 3 0 0,0 0 0 0 0,-2 0 1 0 0,-1-1-1 0 0,-1 1 0 0 0,4-46 1 0 0,-8 58-38 0 0,2-14 20 0 0,1-4 92 0 0,-1-1 1 0 0,-1 1 0 0 0,-6-62-1 0 0,4 88-129 0 0,-1 1-1 0 0,0-1 0 0 0,0 0 0 0 0,0 1 0 0 0,-1-1 0 0 0,1 1 1 0 0,-1-1-1 0 0,-2-2 0 0 0,4 5-5 0 0,-1 0 1 0 0,1 1-1 0 0,-1-1 1 0 0,1 0 0 0 0,-1 1-1 0 0,1-1 1 0 0,-1 1-1 0 0,0-1 1 0 0,1 1-1 0 0,-1-1 1 0 0,0 1-1 0 0,1-1 1 0 0,-1 1-1 0 0,0 0 1 0 0,0-1 0 0 0,1 1-1 0 0,-1 0 1 0 0,0-1-1 0 0,0 1 1 0 0,1 0-1 0 0,-1 0 1 0 0,0 0-1 0 0,0 0 1 0 0,0 0-1 0 0,1 0 1 0 0,-1 0-1 0 0,0 0 1 0 0,0 0 0 0 0,0 0-1 0 0,1 1 1 0 0,-1-1-1 0 0,0 0 1 0 0,0 0-1 0 0,1 1 1 0 0,-1-1-1 0 0,0 1 1 0 0,1-1-1 0 0,-1 0 1 0 0,0 1 0 0 0,1-1-1 0 0,-1 1 1 0 0,1 0-1 0 0,-1-1 1 0 0,0 1-1 0 0,1-1 1 0 0,-1 2-1 0 0,-2 2-10 0 0,0 0-1 0 0,0 1 1 0 0,0-1-1 0 0,1 1 1 0 0,0 0-1 0 0,0-1 1 0 0,0 1-1 0 0,0 0 1 0 0,1 0-1 0 0,0 1 1 0 0,0-1-1 0 0,-1 10 1 0 0,1 9-37 0 0,2 34 0 0 0,-1-45 21 0 0,1 0 4 0 0,0-1 0 0 0,1 1 0 0 0,0 0 0 0 0,1-1-1 0 0,1 0 1 0 0,0 0 0 0 0,0 0 0 0 0,1 0 0 0 0,1 0-1 0 0,0-1 1 0 0,0 0 0 0 0,12 13 0 0 0,-11-15-8 0 0,0-1 0 0 0,0 0 0 0 0,1 0 0 0 0,1-1 0 0 0,-1 0 0 0 0,1-1 0 0 0,0 0 0 0 0,1 0 0 0 0,-1-1 0 0 0,1 0 0 0 0,0-1 0 0 0,0 0 0 0 0,1 0 0 0 0,20 3 0 0 0,-24-6 2 0 0,0 0 1 0 0,0 0 0 0 0,0-1 0 0 0,1 0 0 0 0,-1 0-1 0 0,0-1 1 0 0,0 0 0 0 0,0 0 0 0 0,0-1-1 0 0,0 0 1 0 0,11-5 0 0 0,-9 3 27 0 0,0-1 0 0 0,-1 0 1 0 0,0 0-1 0 0,0-1 0 0 0,0-1 0 0 0,0 1 0 0 0,-1-1 0 0 0,8-10 1 0 0,-6 6 46 0 0,-1-1 0 0 0,-1 0 0 0 0,0 0 0 0 0,0-1 0 0 0,-2 1 1 0 0,1-1-1 0 0,-2-1 0 0 0,6-20 0 0 0,-8 22 92 0 0,0 1-1 0 0,-1-1 1 0 0,0 1 0 0 0,0-1 0 0 0,-3-19-1 0 0,1 18-14 0 0,1 9-60 0 0,0 0 0 0 0,-1-1 0 0 0,1 1 0 0 0,-1 0 0 0 0,0 0 0 0 0,0-1 0 0 0,-1 1 0 0 0,-1-4 0 0 0,2 7-52 0 0,0 0 0 0 0,1 0-1 0 0,-1 0 1 0 0,0 0 0 0 0,0 0 0 0 0,0 0-1 0 0,0 0 1 0 0,0 0 0 0 0,0 1 0 0 0,0-1-1 0 0,0 0 1 0 0,0 1 0 0 0,-1-1 0 0 0,1 0-1 0 0,0 1 1 0 0,0 0 0 0 0,-1-1 0 0 0,1 1-1 0 0,0 0 1 0 0,0-1 0 0 0,-1 1 0 0 0,1 0-1 0 0,0 0 1 0 0,-1 0 0 0 0,1 0 0 0 0,0 0-1 0 0,-1 1 1 0 0,1-1 0 0 0,-2 1 0 0 0,0-1-6 0 0,0 1 1 0 0,0 0 0 0 0,0 0-1 0 0,0 0 1 0 0,0 0 0 0 0,0 1 0 0 0,1-1-1 0 0,-1 1 1 0 0,0-1 0 0 0,-2 3-1 0 0,1 0 0 0 0,0 0 0 0 0,0 1-1 0 0,1-1 1 0 0,0 1-1 0 0,-1 0 1 0 0,2 0-1 0 0,-4 5 1 0 0,-7 17-19 0 0,2 1 0 0 0,0 0 0 0 0,-6 30 0 0 0,-14 117-65 0 0,27-150 77 0 0,-3 28-15 0 0,0 96 0 0 0,8-130 18 0 0,1 0 1 0 0,0-1-1 0 0,8 30 1 0 0,-7-39 3 0 0,0 0 1 0 0,0 0-1 0 0,1 0 0 0 0,1-1 1 0 0,-1 0-1 0 0,1 1 1 0 0,0-2-1 0 0,8 10 0 0 0,-9-12 13 0 0,0 0-1 0 0,0-1 0 0 0,1 0 1 0 0,-1 0-1 0 0,1 0 1 0 0,0 0-1 0 0,0-1 0 0 0,0 0 1 0 0,1 0-1 0 0,-1 0 0 0 0,1 0 1 0 0,-1-1-1 0 0,1 0 1 0 0,0 0-1 0 0,0-1 0 0 0,0 0 1 0 0,0 0-1 0 0,8 0 0 0 0,-6 0-1 0 0,1-1 0 0 0,0 0-1 0 0,0 0 1 0 0,-1-1-1 0 0,1-1 1 0 0,0 1 0 0 0,-1-1-1 0 0,0-1 1 0 0,1 0 0 0 0,-1 0-1 0 0,0 0 1 0 0,0-1 0 0 0,0 0-1 0 0,-1-1 1 0 0,0 0-1 0 0,0 0 1 0 0,7-7 0 0 0,11-12 28 0 0,-1-2 1 0 0,-2 0-1 0 0,20-30 1 0 0,52-97 346 0 0,-71 109-240 0 0,31-82 0 0 0,-20 11 87 0 0,-31 107-232 0 0,-1 1 0 0 0,-1-1 0 0 0,1 0 0 0 0,-1 0 0 0 0,-1 1 1 0 0,1-1-1 0 0,-1 0 0 0 0,-2-10 0 0 0,2 18-8 0 0,0 0 1 0 0,0-1-1 0 0,0 1 0 0 0,0 0 1 0 0,-1-1-1 0 0,1 1 1 0 0,0 0-1 0 0,0-1 0 0 0,0 1 1 0 0,-1 0-1 0 0,1 0 0 0 0,0-1 1 0 0,-1 1-1 0 0,1 0 1 0 0,0 0-1 0 0,0 0 0 0 0,-1-1 1 0 0,1 1-1 0 0,0 0 0 0 0,-1 0 1 0 0,1 0-1 0 0,0 0 1 0 0,-1 0-1 0 0,1 0 0 0 0,0 0 1 0 0,-1 0-1 0 0,1 0 0 0 0,-1 0 1 0 0,1 0-1 0 0,0 0 1 0 0,-1 0-1 0 0,1 0 0 0 0,0 0 1 0 0,-1 0-1 0 0,1 0 0 0 0,0 0 1 0 0,-1 0-1 0 0,1 1 1 0 0,0-1-1 0 0,-1 0 0 0 0,1 0 1 0 0,-1 1-1 0 0,-3 1-11 0 0,-1 0 0 0 0,0 0 0 0 0,1 1-1 0 0,-1 0 1 0 0,1 0 0 0 0,0 0 0 0 0,0 0 0 0 0,0 1 0 0 0,0-1-1 0 0,1 1 1 0 0,-1 0 0 0 0,1 0 0 0 0,0 1 0 0 0,-4 7 0 0 0,-4 8-66 0 0,1 1 1 0 0,-7 22-1 0 0,13-32 43 0 0,-8 21-23 0 0,2 0 0 0 0,1 0 0 0 0,1 1 0 0 0,2 0 0 0 0,2 1 0 0 0,-2 59 0 0 0,7-76 50 0 0,0 0 0 0 0,2 0 0 0 0,-1 0 0 0 0,2 0 0 0 0,0-1 0 0 0,9 22 0 0 0,-8-27 17 0 0,1 0 0 0 0,0 0 0 0 0,0 0 0 0 0,1-1 0 0 0,0 0 0 0 0,1 0 0 0 0,0-1 1 0 0,1 0-1 0 0,14 12 0 0 0,-11-11 21 0 0,0-1 1 0 0,1-1 0 0 0,0 0-1 0 0,0 0 1 0 0,1-2 0 0 0,18 7-1 0 0,-26-10 3 0 0,1-1 0 0 0,-1-1 0 0 0,1 0 0 0 0,0 1 0 0 0,0-2 0 0 0,-1 1 0 0 0,1-1 0 0 0,0 0 0 0 0,0-1 0 0 0,0 1 0 0 0,-1-1 0 0 0,1-1 0 0 0,0 1 0 0 0,-1-1 0 0 0,1-1 0 0 0,7-2 0 0 0,-2-4 20 0 0,0 1-1 0 0,0-1 1 0 0,0-1-1 0 0,-1 0 1 0 0,0-1-1 0 0,-1 0 1 0 0,-1-1-1 0 0,11-16 1 0 0,5-11 149 0 0,-3 0 1 0 0,27-66-1 0 0,-30 61-66 0 0,-3 0-1 0 0,-1-1 1 0 0,-2-1-1 0 0,-3 0 1 0 0,-1 0-1 0 0,-2-1 0 0 0,-3 0 1 0 0,-2-76-1 0 0,-2 111-111 0 0,-2 0 1 0 0,0 0-1 0 0,0 0 0 0 0,-1 1 0 0 0,0-1 0 0 0,-1 1 0 0 0,-1 0 0 0 0,1 0 0 0 0,-11-17 0 0 0,11 22-31 0 0,0 1 0 0 0,0 0-1 0 0,-1-1 1 0 0,0 2 0 0 0,0-1-1 0 0,0 0 1 0 0,0 1 0 0 0,-1 0-1 0 0,1 0 1 0 0,-1 1 0 0 0,0-1-1 0 0,0 1 1 0 0,0 1 0 0 0,-1-1-1 0 0,1 1 1 0 0,-1 0 0 0 0,1 0-1 0 0,-10 0 1 0 0,9 1-21 0 0,1 1-1 0 0,-1-1 1 0 0,0 1 0 0 0,0 1-1 0 0,1 0 1 0 0,-1 0 0 0 0,0 0 0 0 0,1 1-1 0 0,-1-1 1 0 0,1 2 0 0 0,0-1-1 0 0,-11 6 1 0 0,8-2-10 0 0,0 0-1 0 0,0 0 1 0 0,0 1-1 0 0,1 0 1 0 0,0 1-1 0 0,1 0 0 0 0,-9 11 1 0 0,1 2-10 0 0,2 0-1 0 0,0 1 1 0 0,1 1 0 0 0,1 0 0 0 0,-14 46-1 0 0,15-38-49 0 0,2 1 0 0 0,-6 55 0 0 0,12-70 63 0 0,2 1 1 0 0,0-1-1 0 0,3 28 1 0 0,-2-40 37 0 0,0-1 1 0 0,0 0-1 0 0,0 0 1 0 0,0 0-1 0 0,0 0 1 0 0,1 0-1 0 0,0 0 0 0 0,0 0 1 0 0,0 0-1 0 0,0-1 1 0 0,0 1-1 0 0,1-1 0 0 0,0 1 1 0 0,4 3-1 0 0,-4-5 16 0 0,0 0-1 0 0,0 0 0 0 0,0 0 0 0 0,0 0 1 0 0,0-1-1 0 0,0 1 0 0 0,1-1 0 0 0,-1 0 1 0 0,1 0-1 0 0,-1 0 0 0 0,1 0 1 0 0,-1-1-1 0 0,1 1 0 0 0,4-1 0 0 0,-1 0 20 0 0,1-1-1 0 0,-1 0 1 0 0,0-1-1 0 0,0 1 1 0 0,0-1-1 0 0,1-1 1 0 0,-2 1-1 0 0,1-1 0 0 0,0 0 1 0 0,-1-1-1 0 0,1 0 1 0 0,-1 0-1 0 0,0 0 1 0 0,0-1-1 0 0,8-8 1 0 0,14-20 63 0 0,34-50 0 0 0,-29 36-14 0 0,48-72 47 0 0,15-20 11 0 0,-85 125-162 0 0,1 0-1 0 0,0 0 1 0 0,18-14 0 0 0,-24 23-14 0 0,1 0 0 0 0,0 0 0 0 0,1 0 1 0 0,-1 1-1 0 0,1 0 0 0 0,-1 1 0 0 0,1 0 0 0 0,13-4 1 0 0,-18 6 21 0 0,-1 1 1 0 0,0-1 0 0 0,1 1 0 0 0,0 0 0 0 0,-1 0-1 0 0,1 0 1 0 0,-1 0 0 0 0,1 0 0 0 0,-1 1 0 0 0,1-1-1 0 0,-1 1 1 0 0,0-1 0 0 0,1 1 0 0 0,-1 0 0 0 0,1 0-1 0 0,-1 0 1 0 0,0 0 0 0 0,0 1 0 0 0,0-1 0 0 0,0 0-1 0 0,0 1 1 0 0,0 0 0 0 0,0-1 0 0 0,0 1 0 0 0,0 0-1 0 0,2 3 1 0 0,0 2-6 0 0,0 0-1 0 0,0 1 1 0 0,0-1 0 0 0,-1 1-1 0 0,0 0 1 0 0,4 16 0 0 0,-1 5-9 0 0,-2 2 0 0 0,0-1 1 0 0,-2 0-1 0 0,-3 48 0 0 0,-3-20 155 0 0,-16 79-1 0 0,6-79 565 0 0,-2 0 0 0 0,-31 73 0 0 0,95-194 1002 0 0,227-303-3633 0 0,-267 355 1876 0 0,6-7-78 0 0,0 0 0 0 0,19-18 0 0 0,-28 32 93 0 0,0-1 0 0 0,0 1 0 0 0,1 1 0 0 0,-1-1 0 0 0,1 1 0 0 0,0 0 0 0 0,-1 0-1 0 0,1 1 1 0 0,1-1 0 0 0,-1 1 0 0 0,10-1 0 0 0,-14 2 36 0 0,-1 1 1 0 0,1 0-1 0 0,-1-1 1 0 0,1 1-1 0 0,0 0 1 0 0,-1 0-1 0 0,1 0 1 0 0,-1 0-1 0 0,1 1 0 0 0,-1-1 1 0 0,1 0-1 0 0,0 1 1 0 0,-1-1-1 0 0,1 1 1 0 0,-1-1-1 0 0,1 1 1 0 0,1 1-1 0 0,-2-1 0 0 0,1 1-1 0 0,-1 0 1 0 0,1 0 0 0 0,-1-1-1 0 0,0 1 1 0 0,0 0 0 0 0,0 0-1 0 0,0 0 1 0 0,0 0 0 0 0,0 0-1 0 0,-1 1 1 0 0,2 3 0 0 0,2 15-11 0 0,-1 0 1 0 0,-1 0-1 0 0,0 0 1 0 0,-2 0-1 0 0,-1 21 1 0 0,-19 110 41 0 0,1-13-81 0 0,19-134 72 0 0,-1 1 0 0 0,1-1 1 0 0,0 0-1 0 0,0 0 0 0 0,1 1 0 0 0,1 7 0 0 0,-2-11-2 0 0,1-1 0 0 0,0 0 1 0 0,-1 0-1 0 0,1 1 0 0 0,0-1 1 0 0,0 0-1 0 0,0 0 0 0 0,0 0 0 0 0,0 0 1 0 0,0 0-1 0 0,0 0 0 0 0,0 0 0 0 0,0 0 1 0 0,0-1-1 0 0,1 1 0 0 0,-1 0 1 0 0,0-1-1 0 0,0 1 0 0 0,1-1 0 0 0,-1 1 1 0 0,0-1-1 0 0,1 0 0 0 0,-1 1 1 0 0,1-1-1 0 0,-1 0 0 0 0,0 0 0 0 0,2 0 1 0 0,2 0-32 0 0,-1 0 1 0 0,1 0-1 0 0,-1-1 1 0 0,0 1-1 0 0,1-1 1 0 0,-1 0-1 0 0,0 0 1 0 0,1 0 0 0 0,-1-1-1 0 0,0 0 1 0 0,4-1-1 0 0,3-4-217 0 0,0 0 0 0 0,17-15 0 0 0,45-44-814 0 0,64-77 0 0 0,-101 104 1058 0 0,6-7 66 0 0,-18 18 217 0 0,1 1 0 0 0,31-25-1 0 0,-56 51-255 0 0,1 1 0 0 0,-1 0-1 0 0,0-1 1 0 0,1 1 0 0 0,-1-1 0 0 0,1 1 0 0 0,-1 0-1 0 0,1-1 1 0 0,-1 1 0 0 0,1 0 0 0 0,-1-1-1 0 0,1 1 1 0 0,-1 0 0 0 0,1 0 0 0 0,-1 0-1 0 0,1-1 1 0 0,-1 1 0 0 0,1 0 0 0 0,-1 0-1 0 0,1 0 1 0 0,0 0 0 0 0,-1 0 0 0 0,1 0 0 0 0,0 0-1 0 0,1 15 830 0 0,-6 60-637 0 0,-17 94 0 0 0,6-69-3536 0 0,7-7-4808 0 0,7-41 3165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22.468"/>
    </inkml:context>
    <inkml:brush xml:id="br0">
      <inkml:brushProperty name="width" value="0.1" units="cm"/>
      <inkml:brushProperty name="height" value="0.1" units="cm"/>
      <inkml:brushProperty name="color" value="#CC0066"/>
    </inkml:brush>
  </inkml:definitions>
  <inkml:trace contextRef="#ctx0" brushRef="#br0">1292 21 1712 0 0,'0'-1'155'0'0,"-4"-3"-150"0"0,-27 1 446 0 0,1 0 2492 0 0,15 0-1875 0 0,7 1-700 0 0,0 0 0 0 0,-1 1 0 0 0,1 0-1 0 0,0 1 1 0 0,-15 1 0 0 0,-20 1 801 0 0,-83 16 0 0 0,47-5 41 0 0,47-8-743 0 0,-126 22 1363 0 0,139-22-1580 0 0,-1 1-1 0 0,1 1 1 0 0,0 0 0 0 0,0 2 0 0 0,-31 19-1 0 0,19-7 120 0 0,0 1 0 0 0,1 2 0 0 0,-38 39 0 0 0,49-40-28 0 0,1 0 1 0 0,1 1-1 0 0,-24 44 0 0 0,-30 86 1050 0 0,51-107-911 0 0,3 1 1 0 0,2 0-1 0 0,2 2 0 0 0,-13 90 0 0 0,19-93 742 0 0,-27 87-1 0 0,11-48-601 0 0,-34 133 369 0 0,48-178-876 0 0,2 1 0 0 0,2 1-1 0 0,1-1 1 0 0,4 52 0 0 0,0-59 28 0 0,2 0 1 0 0,2 0-1 0 0,1-1 1 0 0,16 59-1 0 0,-16-76-115 0 0,1-1 1 0 0,0 1-1 0 0,1-1 0 0 0,1-1 1 0 0,1 1-1 0 0,0-1 1 0 0,1-1-1 0 0,0 0 0 0 0,1 0 1 0 0,1-1-1 0 0,20 18 1 0 0,5 1 139 0 0,-19-16-34 0 0,1-1-1 0 0,25 16 1 0 0,16 8-116 0 0,21 10 168 0 0,-24-18-94 0 0,84 31 0 0 0,115 41 29 0 0,-65-27 730 0 0,-150-62-871 0 0,1-2 1 0 0,0-2-1 0 0,1-1 0 0 0,63 4 1 0 0,178-5-109 0 0,-235-8 17 0 0,211-13 1550 0 0,-153 1-1661 0 0,171-43-1 0 0,-246 45 253 0 0,0-1-1 0 0,0-2 0 0 0,53-29 1 0 0,83-64-352 0 0,-128 79 286 0 0,-22 14 92 0 0,-1-1 1 0 0,-1 0-1 0 0,0-1 0 0 0,-1-1 0 0 0,-1 0 0 0 0,0-1 0 0 0,-1-1 0 0 0,-1 0 0 0 0,10-20 0 0 0,-9 13 84 0 0,-1 0-1 0 0,-2-1 1 0 0,0 0 0 0 0,-2-1-1 0 0,-1 1 1 0 0,6-49-1 0 0,-10 45-128 0 0,-1-1 0 0 0,-2 1 1 0 0,-1-1-1 0 0,-2 1 0 0 0,-1 0 0 0 0,-1-1 0 0 0,-1 1 0 0 0,-2 1 0 0 0,-16-40 0 0 0,-8-3-23 0 0,21 49-13 0 0,0 0 0 0 0,2-1 0 0 0,1 0 0 0 0,0 0 0 0 0,-4-29 0 0 0,12 50 27 0 0,-7-48 24 0 0,2 0 1 0 0,3-101-1 0 0,5 120 70 0 0,-3-49-1 0 0,-1 67-88 0 0,0 1 0 0 0,-2 0 0 0 0,1 0 1 0 0,-2 0-1 0 0,1 0 0 0 0,-8-15 0 0 0,-35-71-123 0 0,-41-97-253 0 0,78 177 383 0 0,-1 1 0 0 0,-1-1 0 0 0,-1 2 0 0 0,-1-1 0 0 0,0 2 0 0 0,-1-1 0 0 0,-27-23 0 0 0,39 38-9 0 0,-17-17 195 0 0,-1-1 0 0 0,0 2 1 0 0,-2 1-1 0 0,-42-26 0 0 0,17 19-215 0 0,0 2 1 0 0,-1 3-1 0 0,-71-20 1 0 0,38 20-362 0 0,-1 3 1 0 0,-129-9 0 0 0,-9-4 149 0 0,61 6 190 0 0,116 19 130 0 0,-169-16 12 0 0,166 18-260 0 0,1 2 0 0 0,-76 10 0 0 0,118-9-360 0 0,-1 0-1 0 0,0 0 1 0 0,1 0-1 0 0,-1 0 0 0 0,1 1 1 0 0,-4 1-1 0 0,1 1-1662 0 0,1 0-1 0 0,0 0 1 0 0,-23 27-8718 0 0,7 0 1829 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39.338"/>
    </inkml:context>
    <inkml:brush xml:id="br0">
      <inkml:brushProperty name="width" value="0.1" units="cm"/>
      <inkml:brushProperty name="height" value="0.1" units="cm"/>
      <inkml:brushProperty name="color" value="#CC0066"/>
    </inkml:brush>
  </inkml:definitions>
  <inkml:trace contextRef="#ctx0" brushRef="#br0">112 42 904 0 0,'-24'-23'580'0'0,"-4"4"7610"0"0,25 53-939 0 0,-6 12-4617 0 0,4-28-2459 0 0,2 1 1 0 0,-3 25-1 0 0,2 15 432 0 0,-11 276 2743 0 0,23-186-2441 0 0,-4-101-806 0 0,-1 1 0 0 0,-5 49 0 0 0,-1-13 284 0 0,8 107-1 0 0,1-61-270 0 0,-4-6-105 0 0,-5 64 123 0 0,-1-33-55 0 0,4 82 391 0 0,1-75-431 0 0,0-141 12 0 0,1-1 1 0 0,8 41-1 0 0,-54-151-27079 0 0</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41.118"/>
    </inkml:context>
    <inkml:brush xml:id="br0">
      <inkml:brushProperty name="width" value="0.1" units="cm"/>
      <inkml:brushProperty name="height" value="0.1" units="cm"/>
      <inkml:brushProperty name="color" value="#CC0066"/>
    </inkml:brush>
  </inkml:definitions>
  <inkml:trace contextRef="#ctx0" brushRef="#br0">111 1 1048 0 0,'-6'0'54'0'0,"0"0"-1"0"0,1 0 1 0 0,-1 0-1 0 0,0 1 1 0 0,0-1 0 0 0,0 2-1 0 0,1-1 1 0 0,-1 1-1 0 0,0-1 1 0 0,1 2 0 0 0,-1-1-1 0 0,1 0 1 0 0,-6 5-1 0 0,-14 12 10657 0 0,36-7-10852 0 0,-10-10 653 0 0,4 1-282 0 0,-1 0 0 0 0,1-1 0 0 0,0 1 0 0 0,0-1 0 0 0,0 0 0 0 0,1 0 0 0 0,-1-1 0 0 0,0 0 0 0 0,1 0 0 0 0,9 1 0 0 0,0 1 25 0 0,164 24 1955 0 0,-75-13-1387 0 0,131 2 32 0 0,-139-13-882 0 0,301 0 1340 0 0,-291-9-259 0 0,24 0 83 0 0,244 12 1492 0 0,-3-1-2770 0 0,-276-3-96 0 0,-10-1 13 0 0,91-9-1 0 0,220-25 471 0 0,-377 32-221 0 0,370 0 1111 0 0,-65 27-1198 0 0,-194-10-260 0 0,-69-7 48 0 0,1-3-1 0 0,77-1 1 0 0,210-23-132 0 0,307 8 1130 0 0,-269 28-1622 0 0,-212-5 857 0 0,383 0 352 0 0,-297-27 384 0 0,-83 4-505 0 0,313-33 708 0 0,-337 11-1213 0 0,-88 16-121 0 0,-30 4-1989 0 0,-21 1-2706 0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48.243"/>
    </inkml:context>
    <inkml:brush xml:id="br0">
      <inkml:brushProperty name="width" value="0.1" units="cm"/>
      <inkml:brushProperty name="height" value="0.1" units="cm"/>
      <inkml:brushProperty name="color" value="#CC0066"/>
    </inkml:brush>
  </inkml:definitions>
  <inkml:trace contextRef="#ctx0" brushRef="#br0">9 33 1112 0 0,'-9'0'944'0'0,"21"-1"732"0"0,17-2 128 0 0,-14-1-1330 0 0,0 0 1 0 0,1 2-1 0 0,-1 0 1 0 0,18 0 0 0 0,-10 2 13 0 0,74-2 1877 0 0,26-3-581 0 0,88-3 297 0 0,16 8-474 0 0,-146 3-1163 0 0,-7 3-79 0 0,-1 2 1 0 0,80 22-1 0 0,75 9 171 0 0,210-10 151 0 0,-206-16-476 0 0,-123-3 38 0 0,81 2 75 0 0,249-24 1042 0 0,291 7-1117 0 0,-89 1-896 0 0,-202-11 1395 0 0,-276 7-225 0 0,0 3 306 0 0,-156 5-771 0 0,-1-1 0 0 0,0 0 0 0 0,1 0 0 0 0,-1-1 1 0 0,11-3-1 0 0,-10 2 17 0 0,0 1 1 0 0,-1 0 0 0 0,15-1 0 0 0,-15 1-53 0 0,0 1 0 0 0,0-1 0 0 0,0 0 0 0 0,0 0 1 0 0,0 0-1 0 0,8-6 0 0 0,-7 4-5 0 0,0 1 0 0 0,0 0-1 0 0,13-4 1 0 0,1 3 10 0 0,0 1 0 0 0,0 0-1 0 0,24 1 1 0 0,-30 0-56 0 0,-14 2 22 0 0,0 0 0 0 0,0-1-1 0 0,0 1 1 0 0,0 0 0 0 0,0-1-1 0 0,0 1 1 0 0,1 0 0 0 0,-1 0 0 0 0,0 0-1 0 0,0 0 1 0 0,0 0 0 0 0,0 0 0 0 0,0 0-1 0 0,0 0 1 0 0,0 0 0 0 0,0 1-1 0 0,0-1 1 0 0,0 0 0 0 0,0 1 0 0 0,0-1-1 0 0,0 1 1 0 0,0-1 0 0 0,0 1 0 0 0,0-1-1 0 0,0 1 1 0 0,0 0 0 0 0,0 0-1 0 0,-1-1 1 0 0,1 1 0 0 0,0 0 0 0 0,0 0-1 0 0,-1 0 1 0 0,1 0 0 0 0,-1 0 0 0 0,1 0-1 0 0,0 1 1 0 0,10 15-114 0 0,-9-15 105 0 0,-1 0-1 0 0,1 0 0 0 0,0 1 0 0 0,-1-1 0 0 0,0 1 0 0 0,1-1 1 0 0,0 4-1 0 0,4 18-107 0 0,-2-1 1 0 0,4 48-1 0 0,-2-4-35 0 0,-1-20 146 0 0,-4 93-1 0 0,-2-63 240 0 0,1-35-170 0 0,-12 306-13 0 0,9-317-55 0 0,-1-3-9 0 0,1 1-1 0 0,2 1 0 0 0,3 44 1 0 0,-1-67 17 0 0,1-1 0 0 0,0 1 0 0 0,0-1 0 0 0,0 1 0 0 0,1-1 0 0 0,0 0 0 0 0,0 0 0 0 0,0 0 0 0 0,1-1 0 0 0,0 1 0 0 0,0-1 1 0 0,6 6-1 0 0,-4-4-1 0 0,0-1 0 0 0,-1 1-1 0 0,0 0 1 0 0,-1 0 0 0 0,1 1 0 0 0,-2-1 0 0 0,1 1 0 0 0,3 11 0 0 0,26 126-524 0 0,-32-139 482 0 0,1 0 0 0 0,0 0 0 0 0,0 0 0 0 0,0 0 1 0 0,1 0-1 0 0,0 0 0 0 0,0-1 0 0 0,0 1 0 0 0,1-1 0 0 0,-1 0 0 0 0,8 7 0 0 0,-7-7 19 0 0,-1 1 0 0 0,1-1 0 0 0,-1 1 0 0 0,0 0 0 0 0,-1 0 0 0 0,1 0 0 0 0,-1 0 0 0 0,0 0 0 0 0,1 11-1 0 0,0 3-83 0 0,-1 36-1 0 0,-2-37 63 0 0,1 1 1 0 0,5 26-1 0 0,10 75 90 0 0,-13-88 95 0 0,1 0 0 0 0,14 55-1 0 0,8 13 395 0 0,3 14 380 0 0,-29-114-934 0 0,0-1 0 0 0,0 0-1 0 0,0 1 1 0 0,0-1 0 0 0,0 1 0 0 0,0-1-1 0 0,0 0 1 0 0,0 1 0 0 0,0-1-1 0 0,0 1 1 0 0,0-1 0 0 0,0 0-1 0 0,0 1 1 0 0,0-1 0 0 0,-1 1 0 0 0,1-1-1 0 0,0 0 1 0 0,0 1 0 0 0,-1-1-1 0 0,1 0 1 0 0,0 1 0 0 0,0-1 0 0 0,-1 0-1 0 0,1 1 1 0 0,0-1 0 0 0,-1 0-1 0 0,1 0 1 0 0,0 0 0 0 0,-1 1-1 0 0,1-1 1 0 0,-1 0 0 0 0,1 0 0 0 0,0 0-1 0 0,-1 0 1 0 0,1 1 0 0 0,-1-1-1 0 0,1 0 1 0 0,0 0 0 0 0,-1 0-1 0 0,1 0 1 0 0,-1 0 0 0 0,1 0 0 0 0,0 0-1 0 0,-1 0 1 0 0,1-1 0 0 0,-1 1-1 0 0,1 0 1 0 0,0 0 0 0 0,-1 0 0 0 0,1 0-1 0 0,-1 0 1 0 0,1-1 0 0 0,-1 1-1 0 0,-19-6-1704 0 0</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1:50.787"/>
    </inkml:context>
    <inkml:brush xml:id="br0">
      <inkml:brushProperty name="width" value="0.1" units="cm"/>
      <inkml:brushProperty name="height" value="0.1" units="cm"/>
      <inkml:brushProperty name="color" value="#CC0066"/>
    </inkml:brush>
  </inkml:definitions>
  <inkml:trace contextRef="#ctx0" brushRef="#br0">1 552 864 0 0,'18'10'4654'0'0,"-17"-9"-4473"0"0,0 1 0 0 0,1-1 1 0 0,-1 0-1 0 0,1 0 0 0 0,-1 0 0 0 0,1 0 0 0 0,-1 0 0 0 0,1-1 0 0 0,0 1 1 0 0,-1 0-1 0 0,1-1 0 0 0,0 0 0 0 0,3 1 0 0 0,5 2 377 0 0,22 9 294 0 0,0-1 1 0 0,0-1-1 0 0,49 7 1 0 0,34 10 251 0 0,-5 8 34 0 0,-41-12-102 0 0,128 25 0 0 0,230-9 1161 0 0,1-33-1057 0 0,-424-6-1142 0 0,217 4 621 0 0,104-2 246 0 0,-230-8-710 0 0,26-2-93 0 0,157 19 85 0 0,-34 0-73 0 0,-165-12-66 0 0,84-9 0 0 0,-39-7 91 0 0,205-15 221 0 0,-141 24-333 0 0,-46 0 47 0 0,473 8-139 0 0,-444 0 134 0 0,0 0-87 0 0,23 1 258 0 0,-63 0-162 0 0,459-16 21 0 0,-384 1 12 0 0,228-10 221 0 0,-120 15-38 0 0,1200-49 312 0 0,-1233 48-544 0 0,204-3-174 0 0,-47 4 740 0 0,103-9-276 0 0,-287 6-388 0 0,130-11 1 0 0,-120 16-107 0 0,-85 5-94 0 0,-84-2 184 0 0,445 2 361 0 0,-214 15 18 0 0,-216-4-305 0 0,129 5-426 0 0,-238-14 426 0 0,2-1 14 0 0,0 1 1 0 0,0 0-1 0 0,0-1 1 0 0,0 0 0 0 0,0 0-1 0 0,0 0 1 0 0,0 0-1 0 0,-1 0 1 0 0,6-3-1 0 0,12-5-49 0 0,-17 9 37 0 0,1-1 1 0 0,-1 0 0 0 0,0 0-1 0 0,0 0 1 0 0,0-1 0 0 0,0 1-1 0 0,0-1 1 0 0,0 0 0 0 0,0 0-1 0 0,0 0 1 0 0,-1 0 0 0 0,1 0-1 0 0,-1 0 1 0 0,1-1 0 0 0,-1 1-1 0 0,0-1 1 0 0,0 0 0 0 0,0 0 0 0 0,-1 0-1 0 0,1 1 1 0 0,-1-2 0 0 0,1 1-1 0 0,-1 0 1 0 0,0 0 0 0 0,1-4-1 0 0,1-12-26 0 0,0 0 0 0 0,-1 0 0 0 0,-1 0 0 0 0,-1 0 0 0 0,-1 0 0 0 0,0 0 0 0 0,-2 0 0 0 0,0 0 0 0 0,-1 0 0 0 0,-7-20 0 0 0,5 23 1 0 0,-1 1 1 0 0,-16-28 0 0 0,18 35 22 0 0,0 0-1 0 0,0-1 1 0 0,1 1 0 0 0,0-1 0 0 0,1 0-1 0 0,0 0 1 0 0,0 0 0 0 0,1-1 0 0 0,0 1 0 0 0,-1-17-1 0 0,3-37-510 0 0,-1 120-1374 0 0,-2-20 253 0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02.671"/>
    </inkml:context>
    <inkml:brush xml:id="br0">
      <inkml:brushProperty name="width" value="0.1" units="cm"/>
      <inkml:brushProperty name="height" value="0.1" units="cm"/>
    </inkml:brush>
  </inkml:definitions>
  <inkml:trace contextRef="#ctx0" brushRef="#br0">582 66 640 0 0,'7'0'36'0'0,"0"-1"1"0"0,0-1-1 0 0,0 1 0 0 0,0-1 0 0 0,-1 0 1 0 0,1-1-1 0 0,0 0 0 0 0,-1 0 0 0 0,0 0 1 0 0,0-1-1 0 0,0 0 0 0 0,0 0 0 0 0,-1 0 1 0 0,1-1-1 0 0,6-7 0 0 0,-11 12 4 0 0,-1 0 0 0 0,0 0-1 0 0,0-1 1 0 0,0 1 0 0 0,1 0 0 0 0,-1 0 0 0 0,0 0 0 0 0,0 0-1 0 0,0 0 1 0 0,0 0 0 0 0,1-1 0 0 0,-1 1 0 0 0,0 0-1 0 0,0 0 1 0 0,0 0 0 0 0,0 0 0 0 0,0-1 0 0 0,1 1-1 0 0,-1 0 1 0 0,0 0 0 0 0,0 0 0 0 0,0-1 0 0 0,0 1 0 0 0,0 0-1 0 0,0 0 1 0 0,0 0 0 0 0,0-1 0 0 0,0 1 0 0 0,0 0-1 0 0,0 0 1 0 0,0 0 0 0 0,0-1 0 0 0,0 1 0 0 0,0 0-1 0 0,0 0 1 0 0,0-1 0 0 0,0 1 0 0 0,0 0 0 0 0,0 0 0 0 0,-1 0-1 0 0,1-1 1 0 0,0 1 0 0 0,0 0 0 0 0,0 0 0 0 0,0 0-1 0 0,0 0 1 0 0,0-1 0 0 0,-1 1 0 0 0,1 0 0 0 0,0 0 0 0 0,0 0-1 0 0,0 0 1 0 0,0 0 0 0 0,-1 0 0 0 0,1-1 0 0 0,0 1-1 0 0,0 0 1 0 0,0 0 0 0 0,-1 0 0 0 0,1 0 0 0 0,0 0-1 0 0,-11-2 775 0 0,-38 4-397 0 0,24 0-246 0 0,-34-4 0 0 0,-4-1 209 0 0,-113 9 1 0 0,22 1 1966 0 0,144-7-2135 0 0,6 0-147 0 0,0-1 0 0 0,-1 1 0 0 0,1 0 0 0 0,0 1 0 0 0,-1-1 0 0 0,1 1 0 0 0,0-1 0 0 0,0 1-1 0 0,0 1 1 0 0,0-1 0 0 0,-1 1 0 0 0,2-1 0 0 0,-7 4 0 0 0,-8 9 136 0 0,14-12-121 0 0,1-1 0 0 0,0 1 1 0 0,0 1-1 0 0,0-1 0 0 0,0 0 0 0 0,1 1 0 0 0,-1-1 0 0 0,1 1 0 0 0,-1 0 0 0 0,1 0 0 0 0,0 0 0 0 0,0 0 0 0 0,0 0 0 0 0,1 1 0 0 0,-1-1 0 0 0,1 0 0 0 0,0 1 0 0 0,0-1 1 0 0,0 1-1 0 0,-1 3 0 0 0,-7 137 2333 0 0,8-102-1904 0 0,-3 260 2535 0 0,6-278-2695 0 0,1 1 0 0 0,7 25 1 0 0,-5-26 445 0 0,4 46 0 0 0,27 425 2747 0 0,-35-476-3473 0 0,13 305 997 0 0,-14-142-198 0 0,0-182-833 0 0,25 0 142 0 0,84 4-157 0 0,52-2-1 0 0,412-6 874 0 0,-300 7-630 0 0,70-16-71 0 0,-168 3-75 0 0,1 0-53 0 0,576 6 888 0 0,-630 4-904 0 0,313-5-56 0 0,-254 3 59 0 0,35-1 159 0 0,-154 0-172 0 0,123-12-68 0 0,-104 5 80 0 0,106-1 0 0 0,106 0 21 0 0,-277 10-80 0 0,41-4-33 0 0,27-1 52 0 0,430-5-70 0 0,-452 8 137 0 0,152-13 315 0 0,-127 6-371 0 0,125 3 1 0 0,-48-2 130 0 0,-73 2-168 0 0,424-11 2 0 0,-55 8 433 0 0,-330 9-423 0 0,26-1-20 0 0,156 20 0 0 0,-172-11-10 0 0,-56-6 59 0 0,464 7 25 0 0,-24-1 165 0 0,-8 3-247 0 0,-395-9 21 0 0,514-2 574 0 0,-198-2-671 0 0,-267 4 46 0 0,318-5-572 0 0,-403 1 649 0 0,614-40 91 0 0,-551 35-13 0 0,-108 7-67 0 0,130-8 93 0 0,70 0 129 0 0,-224 8-812 0 0,-46 3-1996 0 0,-22 4-388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03.723"/>
    </inkml:context>
    <inkml:brush xml:id="br0">
      <inkml:brushProperty name="width" value="0.1" units="cm"/>
      <inkml:brushProperty name="height" value="0.1" units="cm"/>
    </inkml:brush>
  </inkml:definitions>
  <inkml:trace contextRef="#ctx0" brushRef="#br0">0 174 992 0 0,'1'-6'30'0'0,"-1"1"-1"0"0,1-1 1 0 0,1 0 0 0 0,-1 0 0 0 0,4-8-1 0 0,-3 8 718 0 0,0 1 0 0 0,-1-1 0 0 0,1 0 0 0 0,-1 1 0 0 0,0-11-1 0 0,-1 14-393 0 0,2-11 1186 0 0,15-12 932 0 0,7-16 1327 0 0,-24 40-3754 0 0,0 1 0 0 0,0 0 0 0 0,0 0 0 0 0,0-1 0 0 0,0 1 0 0 0,0 0 0 0 0,0 0 0 0 0,0 0 1 0 0,0-1-1 0 0,0 1 0 0 0,0 0 0 0 0,1 0 0 0 0,-1 0 0 0 0,0-1 0 0 0,0 1 0 0 0,0 0 1 0 0,0 0-1 0 0,0 0 0 0 0,1 0 0 0 0,-1 0 0 0 0,0-1 0 0 0,0 1 0 0 0,0 0 0 0 0,0 0 1 0 0,1 0-1 0 0,-1 0 0 0 0,0 0 0 0 0,0 0 0 0 0,0 0 0 0 0,1 0 0 0 0,-1 0 0 0 0,0 0 1 0 0,0 0-1 0 0,1 0 0 0 0,-1 0 0 0 0,0 0 0 0 0,0 0 0 0 0,0 0 0 0 0,1 0 0 0 0,-1 0 1 0 0,0 0-1 0 0,4 12 1112 0 0,-3 32 66 0 0,-1-23-508 0 0,9 578 6553 0 0,-10-502-6741 0 0,-21 145 1089 0 0,1-26-654 0 0,20-178-848 0 0,-13 198 734 0 0,5-50-378 0 0,3-34 567 0 0,7-134-1002 0 0,-1-15-51 0 0,0 0 0 0 0,1-1-1 0 0,-1 1 1 0 0,0 0 0 0 0,0 0 0 0 0,-1-1-1 0 0,1 1 1 0 0,0 0 0 0 0,-2 3 0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06.046"/>
    </inkml:context>
    <inkml:brush xml:id="br0">
      <inkml:brushProperty name="width" value="0.1" units="cm"/>
      <inkml:brushProperty name="height" value="0.1" units="cm"/>
    </inkml:brush>
  </inkml:definitions>
  <inkml:trace contextRef="#ctx0" brushRef="#br0">193 296 648 0 0,'-41'-15'117'0'0,"38"14"-114"0"0,0 0-1 0 0,0 0 0 0 0,0 0 0 0 0,0-1 0 0 0,0 1 1 0 0,0-1-1 0 0,1 0 0 0 0,-1 0 0 0 0,1 0 1 0 0,-1 0-1 0 0,1-1 0 0 0,0 1 0 0 0,-1-1 0 0 0,1 1 1 0 0,1-1-1 0 0,-1 0 0 0 0,-3-5 0 0 0,-14-18 16 0 0,17 25-8 0 0,-1 0 0 0 0,1 1 1 0 0,0-1-1 0 0,-1 0 0 0 0,1 1 1 0 0,-1-1-1 0 0,1 1 0 0 0,0 0 1 0 0,-1 0-1 0 0,-3 0 0 0 0,4 0-11 0 0,-12 0 77 0 0,10-1 52 0 0,-1 0 0 0 0,1 1 0 0 0,-1 0 0 0 0,1 0 0 0 0,-12 3 5364 0 0,27-2-3839 0 0,1 0-1102 0 0,343 6 7119 0 0,-2 17-4430 0 0,260 17-576 0 0,-376-26-2031 0 0,-45-2 21 0 0,-109-8-452 0 0,109 2 197 0 0,584 3 1088 0 0,327-10 219 0 0,-974-7-1578 0 0,-6 0-48 0 0,0-1 14 0 0,-82 4-52 0 0,239-32 81 0 0,257 25 33 0 0,-354 12-162 0 0,234-14 82 0 0,496-11 236 0 0,-722 24-310 0 0,36-4-24 0 0,112 2-118 0 0,329-4 546 0 0,-484-10-441 0 0,652-54 116 0 0,-522 58 881 0 0,0-1-1088 0 0,274-22 46 0 0,-521 32 117 0 0,306-15-604 0 0,-124-4 267 0 0,159-1 515 0 0,-137 22 135 0 0,-189 1-255 0 0,-109 5-3247 0 0,2-1 1432 0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14.485"/>
    </inkml:context>
    <inkml:brush xml:id="br0">
      <inkml:brushProperty name="width" value="0.1" units="cm"/>
      <inkml:brushProperty name="height" value="0.1" units="cm"/>
    </inkml:brush>
  </inkml:definitions>
  <inkml:trace contextRef="#ctx0" brushRef="#br0">167 218 776 0 0,'-1'0'3'0'0,"0"-1"-1"0"0,0 1 1 0 0,1 0-1 0 0,-1-1 1 0 0,0 1 0 0 0,0 0-1 0 0,1-1 1 0 0,-1 1-1 0 0,0-1 1 0 0,1 1 0 0 0,-1-1-1 0 0,0 1 1 0 0,1-1-1 0 0,-1 0 1 0 0,1 1 0 0 0,-1-1-1 0 0,1 0 1 0 0,-1 1-1 0 0,1-1 1 0 0,-1 0 0 0 0,1 0-1 0 0,0 1 1 0 0,0-1-1 0 0,-1 0 1 0 0,1 0 0 0 0,0 0-1 0 0,0 1 1 0 0,0-1-1 0 0,0 0 1 0 0,0 0-1 0 0,0 0 1 0 0,0-1 0 0 0,0-34 64 0 0,0 27 12 0 0,1-16 1071 0 0,-3-14 3145 0 0,2 37-3904 0 0,-1-1 0 0 0,1 1 0 0 0,-1-1-1 0 0,0 1 1 0 0,0 0 0 0 0,0-1-1 0 0,0 1 1 0 0,0 0 0 0 0,-1 0 0 0 0,-2-3-1 0 0,-5-7 966 0 0,9 11-1287 0 0,0 1-1 0 0,0 0 1 0 0,0 0-1 0 0,-1 0 1 0 0,1-1-1 0 0,0 1 0 0 0,0 0 1 0 0,-1 0-1 0 0,1 0 1 0 0,0 0-1 0 0,0 0 1 0 0,0-1-1 0 0,-1 1 1 0 0,1 0-1 0 0,0 0 1 0 0,-1 0-1 0 0,1 0 0 0 0,0 0 1 0 0,0 0-1 0 0,-1 0 1 0 0,1 0-1 0 0,0 0 1 0 0,0 0-1 0 0,-1 0 1 0 0,1 0-1 0 0,0 0 1 0 0,0 0-1 0 0,-1 0 0 0 0,1 1 1 0 0,0-1-1 0 0,0 0 1 0 0,-1 0-1 0 0,1 0 1 0 0,0 0-1 0 0,0 0 1 0 0,-1 1-1 0 0,-7 11 844 0 0,0 15 171 0 0,5-6-271 0 0,3-11-515 0 0,-2-1 1 0 0,1 1-1 0 0,-1-1 1 0 0,0 1-1 0 0,-1-1 1 0 0,-4 10-1 0 0,3-10-76 0 0,0 0 0 0 0,1 1 0 0 0,0-1-1 0 0,0 1 1 0 0,1 0 0 0 0,-2 14 0 0 0,-6 81 948 0 0,-6 44 304 0 0,-10 41 1167 0 0,21-144-1974 0 0,2 1-1 0 0,2-1 1 0 0,7 64-1 0 0,0 26 265 0 0,-7-34-655 0 0,3 121 132 0 0,18-62-143 0 0,-13-64-52 0 0,4 167 200 0 0,-9-234-358 0 0,6 39 0 0 0,-4-40 79 0 0,1 39 1 0 0,-4-66 71 0 0,0-1-187 0 0,-1-1-1 0 0,1 1 1 0 0,-1-1 0 0 0,1 1-1 0 0,-1 0 1 0 0,1-1-1 0 0,-1 1 1 0 0,1-1-1 0 0,-1 1 1 0 0,0 0-1 0 0,1 0 1 0 0,-1-1-1 0 0,0 1 1 0 0,0 0-1 0 0,1-1 1 0 0,-1 1 0 0 0,0 0-1 0 0,0 0 1 0 0,0-1-1 0 0,0 1 1 0 0,0 0-1 0 0,0 0 1 0 0,0 1-1 0 0,2 12-48 0 0,-1-10 29 0 0,0 1-1 0 0,1-1 1 0 0,0 0 0 0 0,0 0 0 0 0,1 1 0 0 0,-1-1 0 0 0,1-1 0 0 0,0 1-1 0 0,-1 0 1 0 0,2-1 0 0 0,-1 1 0 0 0,0-1 0 0 0,1 0 0 0 0,0 0 0 0 0,-1-1-1 0 0,1 1 1 0 0,0-1 0 0 0,0 1 0 0 0,1-1 0 0 0,-1-1 0 0 0,0 1 0 0 0,7 1 0 0 0,7 1 20 0 0,0-1 0 0 0,1-1 0 0 0,-1 0 0 0 0,26-2 1 0 0,-33 0 0 0 0,183-17 42 0 0,-99 5-65 0 0,24-3-30 0 0,62-4 23 0 0,11 4-32 0 0,82-3 284 0 0,-190 19-281 0 0,-15 0 34 0 0,76-8-1 0 0,62-2 2 0 0,-54 5 10 0 0,-73-1-103 0 0,54-5-188 0 0,-79 5 357 0 0,-1 2 0 0 0,69 5 0 0 0,-22 0-41 0 0,102 11-150 0 0,-50-5 244 0 0,-29-1-5 0 0,1 1-41 0 0,147 0-78 0 0,21-13 0 0 0,-264 4 0 0 0,20-2 0 0 0,115-9 0 0 0,93 2 0 0 0,-69 7 0 0 0,-77 0 0 0 0,11-1 0 0 0,137-1 0 0 0,-12 1 0 0 0,118-10 0 0 0,-203 6 0 0 0,-131 6 0 0 0,91-5 0 0 0,-55 3 0 0 0,116 7 0 0 0,-54 1 0 0 0,35-9 0 0 0,71 2 0 0 0,-81 5 0 0 0,-127-2 0 0 0,173 5 0 0 0,-24-3 0 0 0,-102-3 0 0 0,114-11 0 0 0,-121 5 0 0 0,83 2 0 0 0,62 9 0 0 0,68 4 0 0 0,-125-7 0 0 0,11 0 0 0 0,48 6 0 0 0,21 1 0 0 0,48-2 0 0 0,-11-1 0 0 0,-20-3 0 0 0,-140-3 0 0 0,149-13 0 0 0,-106 5 0 0 0,5-2 0 0 0,-41 5 0 0 0,-9 2 0 0 0,-28 3 0 0 0,183 0 0 0 0,-103 4 0 0 0,-163-4 0 0 0,0-1 0 0 0,0 1 0 0 0,0 0 0 0 0,0-1 0 0 0,0 1 0 0 0,0-1 0 0 0,1 1 0 0 0,-1-1 0 0 0,0 1 0 0 0,1-1 0 0 0,0 1 0 0 0,-1-1 0 0 0,1 0 0 0 0,0 1 0 0 0,0-1 0 0 0,-1-2 0 0 0,-2-32 0 0 0,-6-108 0 0 0,16-105 0 0 0,-1 5 0 0 0,1 69 0 0 0,1 2 0 0 0,11-110 0 0 0,1-4 0 0 0,-6-25 0 0 0,-11 259 0 0 0,-2-19 0 0 0,-1 71-15 0 0,1 1-1 0 0,-1 0 1 0 0,0 0 0 0 0,0 0-1 0 0,0 0 1 0 0,0-1 0 0 0,0 1-1 0 0,0 0 1 0 0,0 0 0 0 0,0 0-1 0 0,0 0 1 0 0,0-1 0 0 0,0 1-1 0 0,0 0 1 0 0,-1 0 0 0 0,1 0-1 0 0,0 0 1 0 0,0-1 0 0 0,0 1-1 0 0,0 0 1 0 0,0 0 0 0 0,0 0-1 0 0,0 0 1 0 0,0 0 0 0 0,0-1-1 0 0,-1 1 1 0 0,1 0 0 0 0,0 0-1 0 0,0 0 1 0 0,0 0 0 0 0,0 0 0 0 0,0 0-1 0 0,0 0 1 0 0,-1-1 0 0 0,1 1-1 0 0,0 0 1 0 0,0 0 0 0 0,0 0-1 0 0,0 0 1 0 0,-1 0 0 0 0,1 0-1 0 0,0 0 1 0 0,0 0 0 0 0,0 0-1 0 0,0 0 1 0 0,-1 0 0 0 0,1 0-1 0 0,0 0 1 0 0,-1 0 0 0 0,-9 7-1776 0 0,-8 12-1811 0 0,7-8 2351 0 0</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18.056"/>
    </inkml:context>
    <inkml:brush xml:id="br0">
      <inkml:brushProperty name="width" value="0.1" units="cm"/>
      <inkml:brushProperty name="height" value="0.1" units="cm"/>
    </inkml:brush>
  </inkml:definitions>
  <inkml:trace contextRef="#ctx0" brushRef="#br0">10 9 888 0 0,'-10'-9'11593'0'0,"11"16"-10259"0"0,-1 0 0 0 0,1-1 0 0 0,1 1-1 0 0,3 11 1 0 0,4 24 481 0 0,-8 290 3597 0 0,-5-142-4180 0 0,-4 144 696 0 0,5-148-1571 0 0,4-116-256 0 0,-1-19-7 0 0,3 0 0 0 0,17 98 0 0 0,-17-110 397 0 0,0 2-474 0 0,0-27-20 0 0,0 0 1 0 0,-1 17-1 0 0,-2-22 31 0 0,1 0 0 0 0,0 0 0 0 0,0 0 0 0 0,1 0 1 0 0,0 0-1 0 0,0-1 0 0 0,1 1 0 0 0,5 10 0 0 0,0-3-72 0 0,-6-13 47 0 0,0 1 0 0 0,-1-1 1 0 0,1 0-1 0 0,1 1 0 0 0,-1-1 0 0 0,0 0 0 0 0,1 0 0 0 0,-1 0 0 0 0,1-1 0 0 0,0 1 0 0 0,0 0 0 0 0,0-1 0 0 0,0 0 0 0 0,1 0 0 0 0,5 3 0 0 0,4 0 43 0 0,0 0 0 0 0,1-1-1 0 0,-1-1 1 0 0,1 0 0 0 0,25 1-1 0 0,73-2-57 0 0,-62-3 50 0 0,158-6 203 0 0,-108 3-175 0 0,72-5 32 0 0,87-1 127 0 0,7-4-148 0 0,-2 0-82 0 0,-55 9-37 0 0,151 5 208 0 0,-78 12 98 0 0,28 2-32 0 0,134-2-179 0 0,-95-7 4 0 0,-68-2-57 0 0,-165-4 0 0 0,176-5 0 0 0,488-7 0 0 0,-455 3 0 0 0,-1 1 0 0 0,117 4 0 0 0,-14-16 0 0 0,-190 4 0 0 0,-77 6 0 0 0,70-2 0 0 0,612 3 0 0 0,-574-7 0 0 0,-76 1 0 0 0,-23 12 0 0 0,139-11 0 0 0,-199 2 0 0 0,-108 13 0 0 0,1 0 0 0 0,-1-1 0 0 0,0 1 0 0 0,0 0 0 0 0,0-1 0 0 0,1 1 0 0 0,-1-1 0 0 0,0 1 0 0 0,0-1 0 0 0,0 1 0 0 0,0-1 0 0 0,0 0 0 0 0,0 1 0 0 0,0-1 0 0 0,0 0 0 0 0,0 0 0 0 0,-1 0 0 0 0,1 0 0 0 0,0 0 0 0 0,0 0 0 0 0,-1 0 0 0 0,1 0 0 0 0,0 0 0 0 0,-1 0 0 0 0,1 0 0 0 0,-1 0 0 0 0,1-3 0 0 0,-1 0 0 0 0,1-1 0 0 0,-1 0 0 0 0,-1 0 0 0 0,1 0 0 0 0,-2-9 0 0 0,1 10 0 0 0,-34-190 0 0 0,-15-15 0 0 0,7 38 0 0 0,32 91 0 0 0,3 0 0 0 0,3-107 0 0 0,3 60 0 0 0,1-90 0 0 0,1 119 0 0 0,0 88 0 0 0,-1 1 0 0 0,-1-1 0 0 0,-3-14 0 0 0,2 15 0 0 0,1-1 0 0 0,0 1 0 0 0,0-16 0 0 0,2 2 0 0 0</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19.518"/>
    </inkml:context>
    <inkml:brush xml:id="br0">
      <inkml:brushProperty name="width" value="0.1" units="cm"/>
      <inkml:brushProperty name="height" value="0.1" units="cm"/>
    </inkml:brush>
  </inkml:definitions>
  <inkml:trace contextRef="#ctx0" brushRef="#br0">295 19 664 0 0,'0'0'132'0'0,"-3"0"0"0"0,2 0-9 0 0,-2-12 373 0 0,2 11-339 0 0,0 0 1 0 0,-1 1-1 0 0,1-1 1 0 0,0 0-1 0 0,0 1 1 0 0,0-1-1 0 0,-1 1 1 0 0,1-1-1 0 0,0 1 1 0 0,-1 0-1 0 0,1 0 1 0 0,0-1-1 0 0,-1 1 1 0 0,1 0-1 0 0,0 0 1 0 0,-1 0-1 0 0,1 0 1 0 0,-1 1-1 0 0,1-1 1 0 0,0 0 0 0 0,0 0-1 0 0,-1 1 1 0 0,1-1-1 0 0,0 1 1 0 0,-1-1-1 0 0,1 1 1 0 0,-2 1-1 0 0,-1 0 63 0 0,-1 0-16 0 0,0 1 0 0 0,-1-1 1 0 0,1 1-1 0 0,0 0 0 0 0,-5 5 0 0 0,-7 4 680 0 0,-34 17-1 0 0,13-8-597 0 0,33-18-271 0 0,-1-1 0 0 0,1 0 1 0 0,0 0-1 0 0,-1 0 0 0 0,0-1 0 0 0,-8 2 0 0 0,-22 6 83 0 0,35-8 27 0 0,0 1-1 0 0,-1 0 1 0 0,1-1-1 0 0,0 1 0 0 0,0 0 1 0 0,0 0-1 0 0,0 0 0 0 0,1 0 1 0 0,-1 0-1 0 0,0 0 1 0 0,1 0-1 0 0,-1 0 0 0 0,1 0 1 0 0,0 0-1 0 0,0 0 1 0 0,-1 3-1 0 0,-2 56 908 0 0,0-28-462 0 0,1 1 0 0 0,2-1 0 0 0,2 1 0 0 0,8 53 0 0 0,1-41 28 0 0,0-2 260 0 0,-2 1-1 0 0,4 58 1 0 0,-9 18 126 0 0,14 154 722 0 0,34 92 782 0 0,-23-225-2040 0 0,-7-42 51 0 0,-20-58-342 0 0,-2-25-1165 0 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28.230"/>
    </inkml:context>
    <inkml:brush xml:id="br0">
      <inkml:brushProperty name="width" value="0.1" units="cm"/>
      <inkml:brushProperty name="height" value="0.1" units="cm"/>
    </inkml:brush>
  </inkml:definitions>
  <inkml:trace contextRef="#ctx0" brushRef="#br0">83 144 1352 0 0,'-1'-22'355'0'0,"1"21"-362"0"0,0 1 1 0 0,0-1 0 0 0,0 0 0 0 0,0 1 0 0 0,-1-1-1 0 0,1 0 1 0 0,0 0 0 0 0,-1 1 0 0 0,1-1 0 0 0,0 0-1 0 0,-1 1 1 0 0,1-1 0 0 0,-1 1 0 0 0,1-1 0 0 0,-1 1-1 0 0,1-1 1 0 0,-1 1 0 0 0,0-1 0 0 0,1 1-1 0 0,-1-1 1 0 0,0 1 0 0 0,1-1 0 0 0,-1 1 0 0 0,0 0-1 0 0,-9-8 850 0 0,3-14 6910 0 0,3 12-6447 0 0,4 7-983 0 0,-1 0-1 0 0,1-1 1 0 0,-1 1 0 0 0,1 0 0 0 0,-1 0 0 0 0,0-1 0 0 0,0 1-1 0 0,0 0 1 0 0,-1 0 0 0 0,1 0 0 0 0,-1 0 0 0 0,1 0 0 0 0,-1 1 0 0 0,0-1-1 0 0,0 0 1 0 0,0 1 0 0 0,-1 0 0 0 0,1-1 0 0 0,-1 1 0 0 0,-4-3 0 0 0,7 4-149 0 0,-1 1 1 0 0,1 0 0 0 0,-1-1-1 0 0,1 1 1 0 0,-1-1 0 0 0,1 1 0 0 0,-1 0-1 0 0,0-1 1 0 0,1 1 0 0 0,-1 0 0 0 0,0 0-1 0 0,1 0 1 0 0,-1-1 0 0 0,0 1 0 0 0,1 0-1 0 0,-1 0 1 0 0,0 0 0 0 0,0 0 0 0 0,0 0-1 0 0,-1 13 3530 0 0,3-1-3925 0 0,7 93 2098 0 0,1-12-1004 0 0,16 325 2835 0 0,-7-170-2665 0 0,-8-142-982 0 0,11 53-59 0 0,-8-67-9 0 0,-4-26 7 0 0,14 92 0 0 0,2 32 0 0 0,-20-156 0 0 0,2 1 0 0 0,13 41 0 0 0,-19-75-21 0 0,-1-1 1 0 0,0 0-1 0 0,0 0 1 0 0,0 1-1 0 0,0-1 1 0 0,0 0-1 0 0,0 0 1 0 0,0 1-1 0 0,0-1 1 0 0,0 0-1 0 0,0 0 1 0 0,0 1-1 0 0,0-1 1 0 0,0 0-1 0 0,0 0 1 0 0,0 1-1 0 0,0-1 0 0 0,0 0 1 0 0,0 0-1 0 0,0 1 1 0 0,0-1-1 0 0,-1 0 1 0 0,1 0-1 0 0,0 0 1 0 0,0 1-1 0 0,0-1 1 0 0,0 0-1 0 0,0 0 1 0 0,-1 0-1 0 0,1 1 1 0 0,0-1-1 0 0,0 0 1 0 0,0 0-1 0 0,-1 0 0 0 0,1 0 1 0 0,0 0-1 0 0,0 0 1 0 0,0 1-1 0 0,-1-1 1 0 0,1 0-1 0 0,0 0 1 0 0,0 0-1 0 0,-1 0 1 0 0,1 0-1 0 0,0 0 1 0 0,0 0-1 0 0,-1 0 1 0 0,1 0-1 0 0,0 0 1 0 0,0 0-1 0 0,-1 0 1 0 0,1 0-1 0 0,0 0 0 0 0,0 0 1 0 0,-1 0-1 0 0,1 0 1 0 0,0-1-1 0 0,0 1 1 0 0,-1 0-1 0 0,1 0 1 0 0,0 0-1 0 0,-5 0-1730 0 0,-45 0-11382 0 0,1 2 4738 0 0,23-1 3974 0 0,7 0 635 0 0</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30.765"/>
    </inkml:context>
    <inkml:brush xml:id="br0">
      <inkml:brushProperty name="width" value="0.1" units="cm"/>
      <inkml:brushProperty name="height" value="0.1" units="cm"/>
    </inkml:brush>
  </inkml:definitions>
  <inkml:trace contextRef="#ctx0" brushRef="#br0">25 1 744 0 0,'-20'0'32'0'0,"16"0"-800"0"0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32.775"/>
    </inkml:context>
    <inkml:brush xml:id="br0">
      <inkml:brushProperty name="width" value="0.1" units="cm"/>
      <inkml:brushProperty name="height" value="0.1" units="cm"/>
    </inkml:brush>
  </inkml:definitions>
  <inkml:trace contextRef="#ctx0" brushRef="#br0">247 110 720 0 0,'-1'-1'7'0'0,"0"0"0"0"0,0 0 0 0 0,0 0 0 0 0,0 0 0 0 0,-1 0 0 0 0,1 0 0 0 0,0 0 0 0 0,-1 1 0 0 0,1-1 1 0 0,0 0-1 0 0,-1 1 0 0 0,1-1 0 0 0,-1 1 0 0 0,1 0 0 0 0,-1-1 0 0 0,1 1 0 0 0,-1 0 0 0 0,1 0 0 0 0,-1 0 0 0 0,1 0 0 0 0,-1 0 0 0 0,0 0 0 0 0,1 0 0 0 0,-3 1 0 0 0,-25 0 81 0 0,-78-9-959 0 0,66 4 3033 0 0,9 3 6961 0 0,172 9-4391 0 0,-16-1-2952 0 0,665-5 3005 0 0,-511-2-3394 0 0,41-1-259 0 0,921-18 1340 0 0,-982 6-2015 0 0,274-2-283 0 0,-70 36 308 0 0,-40 13-370 0 0,-354-30-69 0 0,582 15-18 0 0,339 17 78 0 0,-950-34-108 0 0,201 10 125 0 0,-131-10 18 0 0,200-21 1 0 0,-107 2-158 0 0,107-13 65 0 0,-238 24-128 0 0,15-3 105 0 0,-59 4 1 0 0,93-18-22 0 0,182-11 0 0 0,162 9 33 0 0,-372 21 0 0 0,71-1-52 0 0,410-4-217 0 0,24 13 1352 0 0,-461 0-1323 0 0,59 3 199 0 0,74 1-1 0 0,27-1 28 0 0,-196 2-124 0 0,10-1-670 0 0,107-2 656 0 0,-216-6 124 0 0,0 0 0 0 0,0 0 1 0 0,0 0-1 0 0,-1 0 0 0 0,1-1 1 0 0,0 1-1 0 0,0 0 1 0 0,0 0-1 0 0,0-1 0 0 0,0 1 1 0 0,-1 0-1 0 0,1-1 0 0 0,0 1 1 0 0,0-1-1 0 0,1 0 0 0 0,-2 1-6 0 0,0 0-1 0 0,0 0-1 0 0,0 0 0 0 0,0 0 1 0 0,-1 0-1 0 0,1 0 0 0 0,0 0 0 0 0,0 0 1 0 0,0 0-1 0 0,0 0 0 0 0,0 0 1 0 0,0 0-1 0 0,0 0 0 0 0,0 0 1 0 0,0 0-1 0 0,0 0 0 0 0,0 0 1 0 0,0-1-1 0 0,0 1 0 0 0,-1 0 0 0 0,1 0 1 0 0,0 0-1 0 0,0 0 0 0 0,0 0 1 0 0,0 0-1 0 0,0 0 0 0 0,0 0 1 0 0,0 0-1 0 0,0 0 0 0 0,0 0 1 0 0,0 0-1 0 0,0 0 0 0 0,0 0 0 0 0,0-1 1 0 0,0 1-1 0 0,0 0 0 0 0,0 0 1 0 0,0 0-1 0 0,0 0 0 0 0,0 0 1 0 0,0 0-1 0 0,0 0 0 0 0,0 0 1 0 0,0 0-1 0 0,0 0 0 0 0,0-1 0 0 0,-4 1-65 0 0,-19-2-1021 0 0,-45 2-1 0 0,48 0 581 0 0,-70 4-1783 0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34.334"/>
    </inkml:context>
    <inkml:brush xml:id="br0">
      <inkml:brushProperty name="width" value="0.1" units="cm"/>
      <inkml:brushProperty name="height" value="0.1" units="cm"/>
    </inkml:brush>
  </inkml:definitions>
  <inkml:trace contextRef="#ctx0" brushRef="#br0">0 122 848 0 0,'10'0'60'0'0,"-5"0"-39"0"0,-1-1-1 0 0,0 1 1 0 0,0-1-1 0 0,1 0 1 0 0,-1 0-1 0 0,0 0 1 0 0,0-1-1 0 0,0 0 1 0 0,0 1 0 0 0,-1-1-1 0 0,7-4 1 0 0,-6 4 121 0 0,0 1-1 0 0,0 0 1 0 0,0 0 0 0 0,1 0 0 0 0,-1 0 0 0 0,0 1 0 0 0,0 0 0 0 0,6 0 0 0 0,-5 0-13 0 0,0 0 0 0 0,-1 0-1 0 0,1-1 1 0 0,-1 1 0 0 0,9-3 0 0 0,-6 0-69 0 0,0 0 0 0 0,-1-1-1 0 0,1 0 1 0 0,-1 0-1 0 0,0 0 1 0 0,0 0 0 0 0,0-1-1 0 0,0 0 1 0 0,-1 0 0 0 0,0-1-1 0 0,0 0 1 0 0,0 0 0 0 0,8-27 10758 0 0,-13 521-2635 0 0,4-406-7201 0 0,4 1 1 0 0,32 141-1 0 0,-26-108-459 0 0,-4-23-231 0 0,-3-45 31 0 0,1 74 0 0 0,-3-30-44 0 0,8 112 606 0 0,-10-138-709 0 0,-2-31 81 0 0,1-1-1 0 0,8 38 0 0 0,-9-56-290 0 0,0-4 511 0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42.649"/>
    </inkml:context>
    <inkml:brush xml:id="br0">
      <inkml:brushProperty name="width" value="0.1" units="cm"/>
      <inkml:brushProperty name="height" value="0.1" units="cm"/>
    </inkml:brush>
  </inkml:definitions>
  <inkml:trace contextRef="#ctx0" brushRef="#br0">2122 265 880 0 0,'3'-7'12'0'0,"-1"4"-16"0"0,1 1-1 0 0,-1-1 1 0 0,1 0-1 0 0,-1 1 1 0 0,1 0 0 0 0,0-1-1 0 0,0 1 1 0 0,0 0-1 0 0,0 1 1 0 0,0-1 0 0 0,7-2-1 0 0,-6 2 7 0 0,1 0 0 0 0,-1-1 0 0 0,0 1 0 0 0,1-1 0 0 0,4-4 0 0 0,2-8 826 0 0,2-10 2136 0 0,-5 13-2690 0 0,1 1-1 0 0,0 0 0 0 0,1 1 0 0 0,11-10 0 0 0,4-4 632 0 0,-23 21-554 0 0,0 1 0 0 0,0-1-1 0 0,0 0 1 0 0,-1 1 0 0 0,1-1 0 0 0,-1 0-1 0 0,0 0 1 0 0,0 0 0 0 0,0 0-1 0 0,0-1 1 0 0,1-4 0 0 0,-2 6-135 0 0,0 0 1 0 0,1-1-1 0 0,-1 1 0 0 0,1 0 1 0 0,-1 0-1 0 0,1 0 1 0 0,0 0-1 0 0,0 0 0 0 0,0 0 1 0 0,0 0-1 0 0,0 0 1 0 0,0 0-1 0 0,0 1 0 0 0,1-1 1 0 0,-1 0-1 0 0,1 1 0 0 0,-1-1 1 0 0,1 1-1 0 0,0 0 1 0 0,3-3-1 0 0,-2 4 836 0 0,-2 9 323 0 0,0 5-1175 0 0,0-1 0 0 0,1 0 0 0 0,5 19 0 0 0,2 12-161 0 0,55 271 2015 0 0,-11-65 757 0 0,-46-196-1779 0 0,1 97 0 0 0,-1-12-233 0 0,7 81-155 0 0,-10-138-564 0 0,-3-40-63 0 0,-1-22-37 0 0,1 0 0 0 0,6 38 0 0 0,-2-25-27 0 0,-1 0 0 0 0,-2 0 0 0 0,-2 49 0 0 0,-1-34-34 0 0,0-54 109 0 0,0 0-1 0 0,0 0 1 0 0,-1 0-1 0 0,0 1 1 0 0,0-1 0 0 0,-5-8-1 0 0,1 0 0 0 0,-13-23 48 0 0,-43-64 1 0 0,28 50-2 0 0,22 33-45 0 0,-15-24 85 0 0,2 0 0 0 0,-21-50 0 0 0,-23-91 451 0 0,64 167-521 0 0,-4-10 129 0 0,-10-53-1 0 0,-32-244 354 0 0,28-14-1229 0 0,23 318 569 0 0,0 5-69 0 0,0 0 1 0 0,1-1-1 0 0,3-17 0 0 0,-4 31 184 0 0,0 1 0 0 0,0 0 1 0 0,0 0-1 0 0,0-1 0 0 0,0 1 0 0 0,0 0 0 0 0,0 0 1 0 0,0-1-1 0 0,0 1 0 0 0,0 0 0 0 0,0 0 1 0 0,0-1-1 0 0,0 1 0 0 0,0 0 0 0 0,0 0 0 0 0,1-1 1 0 0,-1 1-1 0 0,0 0 0 0 0,0 0 0 0 0,0-1 0 0 0,0 1 1 0 0,0 0-1 0 0,1 0 0 0 0,-1 0 0 0 0,0 0 1 0 0,0-1-1 0 0,0 1 0 0 0,1 0 0 0 0,-1 0 0 0 0,0 0 1 0 0,0 0-1 0 0,1 0 0 0 0,-1-1 0 0 0,0 1 0 0 0,0 0 1 0 0,1 0-1 0 0,-1 0 0 0 0,0 0 0 0 0,0 0 1 0 0,1 0-1 0 0,-1 0 0 0 0,0 0 0 0 0,0 0 0 0 0,1 0 1 0 0,-1 0-1 0 0,0 0 0 0 0,0 0 0 0 0,1 0 0 0 0,-1 0 1 0 0,0 1-1 0 0,8 7-88 0 0,-7-8 68 0 0,4 9-11 0 0,0 0 0 0 0,0 1 0 0 0,-1-1 0 0 0,0 1 0 0 0,4 20 0 0 0,45 228 120 0 0,-43-199-5 0 0,4 39-43 0 0,-5 1 1 0 0,-4-1 0 0 0,-4 1-1 0 0,-16 129 1 0 0,4-40-293 0 0,9-73-156 0 0,14-398 999 0 0,-12 282-570 0 0,38-411 831 0 0,-35 333-730 0 0,-4-1-1 0 0,-3 1 1 0 0,-16-90-1 0 0,17 152-105 0 0,2 6-6 0 0,-1 0-1 0 0,0 1 1 0 0,-1-1 0 0 0,-1 1-1 0 0,-4-11 1 0 0,4 14-21 0 0,0 8-31 0 0,3 30-136 0 0,15 195 273 0 0,0 12 75 0 0,-15 71-242 0 0,-1-95-775 0 0,14-423 1139 0 0,-1 51-5 0 0,-7 30 12 0 0,-19-211-1 0 0,-23 62-518 0 0,19 199-642 0 0,25 216 879 0 0,26 140 1 0 0,2 29 293 0 0,-23-50-341 0 0,-9-88-471 0 0,-1-321 748 0 0,-21-446 647 0 0,-45 205-1250 0 0,54 356 123 0 0,11 36 232 0 0,-4-8-165 0 0,2 10 56 0 0,1 8-58 0 0,3 135-89 0 0,42 265 652 0 0,-40-372-341 0 0,11 82 82 0 0,21 141-98 0 0,-31-217-48 0 0,-1-117 249 0 0,1-5-54 0 0,-5-34 119 0 0,-19-157 1 0 0,-31-151-734 0 0,46 382 159 0 0,3 101-542 0 0,26 189 755 0 0,1 36 315 0 0,-20 81-267 0 0,-5-341-17 0 0,1-16-3 0 0,-2 0 1 0 0,1 0-1 0 0,-2-1 0 0 0,1 1 1 0 0,-2 0-1 0 0,-3 18 1 0 0,1-54-6 0 0,0-315 628 0 0,4 321-550 0 0,1-40 139 0 0,-4 0-1 0 0,-14-94 1 0 0,14 135-109 0 0,2 12-17 0 0,2 29-36 0 0,7 313 9 0 0,-6-161-193 0 0,-2-158 145 0 0,6 97-237 0 0,-4-101 163 0 0,0 0-1 0 0,0-1 1 0 0,1 1-1 0 0,1-1 1 0 0,0 0-1 0 0,10 20 0 0 0,-9-51-83 0 0,4-26 184 0 0,3-12 97 0 0,4-72 1 0 0,-9 20 231 0 0,-10-131-1 0 0,2 223-283 0 0,-1-20 61 0 0,-1 0 0 0 0,-14-59 0 0 0,8 69-15 0 0,6 22-29 0 0,6 20-17 0 0,10 67 9 0 0,-3 1 1 0 0,-2 148-1 0 0,-23-17-247 0 0,1 68-448 0 0,22-48-1249 0 0,-8-233 1853 0 0,-16 7-205 0 0,7-4 249 0 0,0 0 1 0 0,0-1-1 0 0,0 0 1 0 0,-1 0-1 0 0,1-1 1 0 0,-1 0-1 0 0,0-1 1 0 0,-15 1-1 0 0,-9-2 52 0 0,-38-4 0 0 0,-52-13 175 0 0,-39-2 169 0 0,-72 7 339 0 0,-615-18 700 0 0,714 29-1480 0 0,-286 11-1187 0 0,407-8 875 0 0,31 1 29 0 0,-5-1 373 0 0,80 7-16 0 0,113-3 0 0 0,-100-5 90 0 0,930 5 1172 0 0,-784-6-1364 0 0,-197 0-32 0 0,-31-1-37 0 0,-18-1 93 0 0,-11 0 5 0 0,-16-1 46 0 0,-1 0 1 0 0,0 2-1 0 0,-23 2 1 0 0,7-1 33 0 0,-414 15 630 0 0,266-7-520 0 0,-750 54-725 0 0,757-36-65 0 0,152-19 343 0 0,29-7 299 0 0,1 0 0 0 0,-1 0 0 0 0,0 0 0 0 0,0 0 0 0 0,0 0-1 0 0,0 1 1 0 0,0-1 0 0 0,1 0 0 0 0,-1 0 0 0 0,0 0 0 0 0,0 0 0 0 0,0 0 0 0 0,0 0 0 0 0,0 0 0 0 0,0 0 0 0 0,0 0 0 0 0,1 1-1 0 0,-1-1 1 0 0,0 0 0 0 0,0 0 0 0 0,0 0 0 0 0,0 0 0 0 0,0 0 0 0 0,0 0 0 0 0,0 1 0 0 0,0-1 0 0 0,0 0 0 0 0,0 0 0 0 0,0 0-1 0 0,0 0 1 0 0,0 0 0 0 0,0 1 0 0 0,0-1 0 0 0,0 0 0 0 0,0 0 0 0 0,0 0 0 0 0,0 0 0 0 0,0 0 0 0 0,0 1 0 0 0,0-1-1 0 0,0 0 1 0 0,0 0 0 0 0,0 0 0 0 0,0 0 0 0 0,0 0 0 0 0,0 0 0 0 0,0 1 0 0 0,-1-1 0 0 0,1 0 0 0 0,0 0 0 0 0,0 0 0 0 0,0 0-1 0 0,0 0 1 0 0,19 5-75 0 0,0-2-1 0 0,0 0 1 0 0,27 0-1 0 0,-5 0 37 0 0,265 12 69 0 0,150-6 395 0 0,181 8 315 0 0,-479-9-658 0 0,77 1-377 0 0,-256-10 311 0 0,1-1 1 0 0,-27-6-1 0 0,3 1 44 0 0,-174-7 321 0 0,174 13-309 0 0,-453-9 465 0 0,4 31-513 0 0,487-21-27 0 0,-10 2-56 0 0,-1 0 0 0 0,-17 4 0 0 0,73 3-91 0 0,406 15 343 0 0,-341-22-129 0 0,283 1 232 0 0,-113-2-273 0 0,-157 3-253 0 0,-98-6 153 0 0,-19 2 80 0 0,0 0 0 0 0,0 0 0 0 0,1 0 0 0 0,-1 0 0 0 0,0 0 0 0 0,0 0 0 0 0,0 0 0 0 0,1 0 0 0 0,-1 0 0 0 0,0 0 0 0 0,0 0 0 0 0,0 0 0 0 0,0-1 0 0 0,1 1 1 0 0,-1 0-1 0 0,0 0 0 0 0,0 0 0 0 0,0 0 0 0 0,0 0 0 0 0,0-1 0 0 0,0 1 0 0 0,1 0 0 0 0,-1 0 0 0 0,0 0 0 0 0,0 0 0 0 0,0-1 0 0 0,0 1 0 0 0,0 0 0 0 0,0 0 0 0 0,0 0 0 0 0,0-1 0 0 0,0 1 0 0 0,0 0 0 0 0,0 0 0 0 0,0 0 0 0 0,0-1 0 0 0,0 1 0 0 0,0 0 0 0 0,0 0 0 0 0,0-1 0 0 0,-2-1-3 0 0,-1-1 0 0 0,1 1-1 0 0,-1-1 1 0 0,1 1 0 0 0,-1 0 0 0 0,0 0-1 0 0,0 0 1 0 0,0 0 0 0 0,-3-1-1 0 0,-30-17 54 0 0,-1 3-1 0 0,-1 1 1 0 0,0 2-1 0 0,-1 1 0 0 0,0 2 1 0 0,-1 2-1 0 0,-61-7 1 0 0,-290 1 277 0 0,330 15-292 0 0,-175 5 32 0 0,227-5-69 0 0,0 1 1 0 0,0 0-1 0 0,-12 3 0 0 0,21-4 4 0 0,-1 0-1 0 0,1 0 1 0 0,-1 0-1 0 0,1 0 1 0 0,-1 0-1 0 0,1 0 1 0 0,-1 0-1 0 0,1 0 1 0 0,0 0-1 0 0,-1 0 1 0 0,1 1-1 0 0,-1-1 1 0 0,1 0-1 0 0,-1 0 1 0 0,1 0-1 0 0,0 1 1 0 0,-1-1-1 0 0,1 0 1 0 0,0 1-1 0 0,-1-1 1 0 0,1 0-1 0 0,0 1 1 0 0,-1-1-1 0 0,1 0 1 0 0,0 1-1 0 0,0-1 1 0 0,-1 1-1 0 0,1-1 1 0 0,0 0-1 0 0,0 1 1 0 0,0-1-1 0 0,0 1 1 0 0,0-1-1 0 0,-1 1 1 0 0,1-1-1 0 0,0 1 1 0 0,0-1-1 0 0,0 1 1 0 0,0-1-1 0 0,0 0 1 0 0,0 1-1 0 0,1-1 1 0 0,-1 1-1 0 0,0-1 0 0 0,0 1 1 0 0,0-1-1 0 0,0 1 1 0 0,0-1-1 0 0,1 0 1 0 0,-1 1-1 0 0,0-1 1 0 0,0 1-1 0 0,1-1 1 0 0,-1 0-1 0 0,0 1 1 0 0,1-1-1 0 0,-1 0 1 0 0,1 1-1 0 0,2 2 1 0 0,0-1 0 0 0,0 0-1 0 0,0 0 1 0 0,0 0 0 0 0,1 0 0 0 0,5 2-1 0 0,12 2 12 0 0,-1-1 0 0 0,1-1 0 0 0,0-1 0 0 0,39 1 0 0 0,-22-2 6 0 0,700 28 209 0 0,-595-26-362 0 0,225 0-728 0 0,-320-5 596 0 0,-47 1 262 0 0,-1 0 0 0 0,1 0 0 0 0,-1 0 0 0 0,1 0 1 0 0,-1 0-1 0 0,1 0 0 0 0,-1 0 0 0 0,1 0 0 0 0,-1 0 0 0 0,1 0 1 0 0,-1 0-1 0 0,1-1 0 0 0,-1 1 0 0 0,1 0 0 0 0,-1 0 0 0 0,1-1 1 0 0,-1 1-1 0 0,1 0 0 0 0,-1 0 0 0 0,0-1 0 0 0,1 1 0 0 0,-1 0 1 0 0,0-1-1 0 0,1 1 0 0 0,-1-1 0 0 0,0 1 0 0 0,1-1 1 0 0,-1 1-1 0 0,0 0 0 0 0,0-1 0 0 0,1 1 0 0 0,-1-1 0 0 0,0 1 1 0 0,0-1-1 0 0,0 1 0 0 0,0-1 0 0 0,0 1 0 0 0,0-1 0 0 0,0 1 1 0 0,0-1-1 0 0,0 0 0 0 0,0-1-3 0 0,-1 0 1 0 0,0 1-1 0 0,0-1 1 0 0,0 0-1 0 0,0 1 1 0 0,0-1-1 0 0,0 0 1 0 0,0 1-1 0 0,0 0 1 0 0,-3-3-1 0 0,-3-2-1 0 0,-1 1 1 0 0,1 0-1 0 0,-1 0 1 0 0,0 1-1 0 0,-1 0 1 0 0,1 0-1 0 0,0 1 1 0 0,-1 0-1 0 0,0 1 1 0 0,-10-2-1 0 0,-20-3 28 0 0,-41-1-1 0 0,64 7-4 0 0,-979-26 1360 0 0,920 30-1224 0 0,47 2-31 0 0,28-5-117 0 0,0 0 1 0 0,0 0-1 0 0,-1 0 1 0 0,1 0-1 0 0,0 0 1 0 0,0 0-1 0 0,0 0 1 0 0,0 0-1 0 0,-1 0 1 0 0,1 0 0 0 0,0 0-1 0 0,0 0 1 0 0,0 1-1 0 0,0-1 1 0 0,0 0-1 0 0,0 0 1 0 0,-1 0-1 0 0,1 0 1 0 0,0 0-1 0 0,0 1 1 0 0,0-1-1 0 0,0 0 1 0 0,0 0-1 0 0,0 0 1 0 0,0 0 0 0 0,0 1-1 0 0,0-1 1 0 0,0 0-1 0 0,0 0 1 0 0,0 0-1 0 0,0 0 1 0 0,0 1-1 0 0,0-1 1 0 0,0 0-1 0 0,0 0 1 0 0,0 0-1 0 0,0 0 1 0 0,0 1-1 0 0,0-1 1 0 0,0 0 0 0 0,0 0-1 0 0,0 0 1 0 0,0 0-1 0 0,0 1 1 0 0,0-1-1 0 0,0 0 1 0 0,0 0-1 0 0,1 0 1 0 0,-1 0-1 0 0,0 0 1 0 0,0 1-1 0 0,0-1 1 0 0,0 0-1 0 0,0 0 1 0 0,1 0 0 0 0,-1 0-1 0 0,0 0 1 0 0,0 0-1 0 0,0 0 1 0 0,0 0-1 0 0,0 0 1 0 0,1 1-1 0 0,-1-1 1 0 0,0 0-1 0 0,0 0 1 0 0,1 0-1 0 0,4 3 14 0 0,0 0 1 0 0,1 0-1 0 0,0 0 0 0 0,0 0 0 0 0,6 1 0 0 0,20 5 22 0 0,-1-1-1 0 0,1-1 1 0 0,45 3-1 0 0,110-1 94 0 0,-151-8-105 0 0,244 2 44 0 0,192 9-814 0 0,-460-11 704 0 0,-1 0-20 0 0,-1 0 0 0 0,0-1 0 0 0,12 0 0 0 0,-21 0 53 0 0,0-1-1 0 0,0 1 1 0 0,-1 0 0 0 0,1 0-1 0 0,0 0 1 0 0,0-1 0 0 0,0 1 0 0 0,0 0-1 0 0,0-1 1 0 0,-1 1 0 0 0,1-1-1 0 0,0 1 1 0 0,0-1 0 0 0,-1 1-1 0 0,1-1 1 0 0,0 0 0 0 0,-1 1-1 0 0,1-1 1 0 0,-1 0 0 0 0,1 1-1 0 0,0-1 1 0 0,-1 0 0 0 0,0 0 0 0 0,1 1-1 0 0,-1-1 1 0 0,1 0 0 0 0,-1 0-1 0 0,0 0 1 0 0,0 0 0 0 0,0 0-1 0 0,1 0 1 0 0,-1 1 0 0 0,0-1-1 0 0,0 0 1 0 0,0 0 0 0 0,0 0 0 0 0,0 0-1 0 0,-1 0 1 0 0,1 0 0 0 0,0 0-1 0 0,0 0 1 0 0,-1 1 0 0 0,1-1-1 0 0,0 0 1 0 0,-1 0 0 0 0,1 0-1 0 0,-1 1 1 0 0,1-1 0 0 0,-1 0-1 0 0,1 0 1 0 0,-1 1 0 0 0,1-1 0 0 0,-1 0-1 0 0,0 1 1 0 0,0-1 0 0 0,-6-3-10 0 0,1 1 0 0 0,0 0 0 0 0,-1 0 0 0 0,0 1-1 0 0,0 0 1 0 0,0 0 0 0 0,0 0 0 0 0,0 1 0 0 0,0 0 0 0 0,0 1 0 0 0,-9-1 0 0 0,1 0 5 0 0,-578-18 793 0 0,508 20-536 0 0,82-1-221 0 0,-1 1 0 0 0,0-1 0 0 0,1 1 0 0 0,-1-1 0 0 0,0 1 0 0 0,1 0 0 0 0,-1 1 0 0 0,1-1 0 0 0,-1 1-1 0 0,1-1 1 0 0,-5 4 0 0 0,8-5-17 0 0,-1 1 1 0 0,1-1-1 0 0,0 0 0 0 0,-1 1 0 0 0,1-1 1 0 0,-1 1-1 0 0,1-1 0 0 0,0 1 0 0 0,-1-1 0 0 0,1 1 1 0 0,0-1-1 0 0,0 1 0 0 0,0 0 0 0 0,-1-1 1 0 0,1 1-1 0 0,0-1 0 0 0,0 1 0 0 0,0-1 0 0 0,0 1 1 0 0,0 0-1 0 0,0-1 0 0 0,0 1 0 0 0,0-1 1 0 0,0 1-1 0 0,0 0 0 0 0,1 0 0 0 0,-1 1 6 0 0,1-1 0 0 0,0 1 1 0 0,0 0-1 0 0,0-1 0 0 0,1 1 0 0 0,-1-1 0 0 0,0 0 0 0 0,1 1 0 0 0,-1-1 0 0 0,1 0 0 0 0,-1 0 0 0 0,4 2 0 0 0,5 3 15 0 0,2 0 1 0 0,-1-1-1 0 0,1 0 0 0 0,0-1 0 0 0,0 0 0 0 0,0 0 0 0 0,16 1 0 0 0,99 8 31 0 0,-91-11-67 0 0,617 18-1711 0 0,-699-35 1269 0 0,46 15 451 0 0,-19-3-19 0 0,0 0 1 0 0,0-2 0 0 0,1-1 0 0 0,0 0 0 0 0,-30-14 0 0 0,18 1 0 0 0,19 16-160 0 0,9 9-501 0 0,11 11-966 0 0,8-1-516 0 0,-11-14 1186 0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2:48.765"/>
    </inkml:context>
    <inkml:brush xml:id="br0">
      <inkml:brushProperty name="width" value="0.1" units="cm"/>
      <inkml:brushProperty name="height" value="0.1" units="cm"/>
    </inkml:brush>
  </inkml:definitions>
  <inkml:trace contextRef="#ctx0" brushRef="#br0">101 1 232 0 0,'-18'10'121'0'0,"2"-9"-23"0"0,13-1-83 0 0,0 0 0 0 0,1 0 1 0 0,-1 1-1 0 0,0-1 0 0 0,0 0 1 0 0,0 1-1 0 0,1 0 0 0 0,-1 0 1 0 0,-3 1-1 0 0,3 1 63 0 0,-17 1 691 0 0,20-4-623 0 0,-1 0 0 0 0,1-1 1 0 0,-1 1-1 0 0,0 0 1 0 0,1 0-1 0 0,-1 1 1 0 0,1-1-1 0 0,-1 0 0 0 0,1 0 1 0 0,-1 0-1 0 0,1 0 1 0 0,-1 0-1 0 0,1 0 0 0 0,-1 1 1 0 0,1-1-1 0 0,0 0 1 0 0,-1 0-1 0 0,1 1 0 0 0,-1-1 1 0 0,1 0-1 0 0,-1 1 1 0 0,1-1-1 0 0,0 0 0 0 0,-1 1 1 0 0,0 0-1 0 0,8 8 2203 0 0,16 6-581 0 0,0-6-1224 0 0,-1-1-1 0 0,2-1 1 0 0,-1-1 0 0 0,0-2 0 0 0,1 0-1 0 0,0-1 1 0 0,32-1 0 0 0,170-18 739 0 0,-79 1-599 0 0,278-24 679 0 0,-177 15 157 0 0,-4 27-441 0 0,-154 1-873 0 0,85 8 404 0 0,544-7 813 0 0,-201 6-951 0 0,-1-1-97 0 0,-466-10-345 0 0,81 0 76 0 0,134 17 0 0 0,-16-5 24 0 0,-66-6-97 0 0,198 3 13 0 0,-132-6 55 0 0,-100-5-132 0 0,-42 0 14 0 0,-38-1 114 0 0,73-13 1 0 0,-28 2 73 0 0,238 7-95 0 0,-211 8-97 0 0,200 4 151 0 0,-188-12-132 0 0,4-1 42 0 0,355-1 82 0 0,-460 9-158 0 0,181 7 75 0 0,-62 5-4 0 0,16 1 6 0 0,-33-6-63 0 0,-43-3 67 0 0,166-2-89 0 0,-137-4 37 0 0,-91 2 33 0 0,292-9 72 0 0,-47 4-76 0 0,-165 7 51 0 0,-31 0-115 0 0,87-3 146 0 0,-131-2-155 0 0,-33 3 56 0 0,1-2 0 0 0,22-4 0 0 0,-14 2 51 0 0,-1 1-1 0 0,60 3 1 0 0,7-1 143 0 0,-36-1-244 0 0,1 3 0 0 0,65 9 0 0 0,14 1 148 0 0,320-12 138 0 0,271-4-753 0 0,-397 8 1155 0 0,34-9 383 0 0,-98 22 0 0 0,-76-1-638 0 0,237-6-654 0 0,-144-8-336 0 0,-107 8-114 0 0,-165-9 770 0 0,-7 0-340 0 0,-63 3-3192 0 0,5-2 1972 0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3:20.116"/>
    </inkml:context>
    <inkml:brush xml:id="br0">
      <inkml:brushProperty name="width" value="0.1" units="cm"/>
      <inkml:brushProperty name="height" value="0.1" units="cm"/>
      <inkml:brushProperty name="color" value="#33CCFF"/>
    </inkml:brush>
  </inkml:definitions>
  <inkml:trace contextRef="#ctx0" brushRef="#br0">0 24 280 0 0,'4'0'31'0'0,"-3"0"-14"0"0,-1 1-13 0 0,0 3 83 0 0,-1-2 75 0 0,0-1 62 0 0,1 1 51 0 0,0 0 273 0 0,2-1-268 0 0,0 0-1 0 0,1 0 1 0 0,-1 0-1 0 0,0-1 1 0 0,0 1-1 0 0,0-1 1 0 0,1 0 0 0 0,-1 1-1 0 0,4-1 1 0 0,-5 0-104 0 0,252-1 3522 0 0,-95-4-2438 0 0,-89 5-743 0 0,407-16 2031 0 0,-74-4-700 0 0,-136 29-1125 0 0,183-1 839 0 0,-185-7-488 0 0,-85 0-561 0 0,207 12 489 0 0,-112 10-699 0 0,124 5 128 0 0,-289-22-429 0 0,103 21 212 0 0,-25-2 4 0 0,268 6 504 0 0,-197-24-72 0 0,49 4-468 0 0,278 5 640 0 0,-233-13-335 0 0,-87 27-487 0 0,-120-9-94 0 0,-35-5 238 0 0,19 2-277 0 0,77 12 421 0 0,-54-1-5 0 0,-93-16-143 0 0,408 112 555 0 0,-137-33-425 0 0,-74-22-158 0 0,-12 14-68 0 0,-165-53 60 0 0,183 69 148 0 0,-20-14-19 0 0,-57-26-27 0 0,146 59 82 0 0,-287-101-224 0 0,56 14 0 0 0,30 11-39 0 0,-96-30-18 0 0,-8-3 17 0 0,0 0-1 0 0,43 26 0 0 0,-41-18 23 0 0,1-1-1 0 0,0-1 0 0 0,1-2 1 0 0,0-1-1 0 0,39 10 0 0 0,-37-10 87 0 0,-27-10-91 0 0,0-1 0 0 0,0 1 0 0 0,1-1 0 0 0,-1-1 0 0 0,1 1 0 0 0,-1-1 0 0 0,11 2 0 0 0,-16-3-31 0 0,0 0 0 0 0,1 0 0 0 0,-1 0-1 0 0,0 0 1 0 0,0 0 0 0 0,0 0 0 0 0,0 0-1 0 0,0 0 1 0 0,1 0 0 0 0,-1 0 0 0 0,0 0-1 0 0,0 0 1 0 0,0 0 0 0 0,0 0 0 0 0,0 0-1 0 0,1 0 1 0 0,-1 0 0 0 0,0 0 0 0 0,0 0-1 0 0,0 0 1 0 0,0 0 0 0 0,0 0 0 0 0,0 0-1 0 0,1-1 1 0 0,-1 1 0 0 0,0 0 0 0 0,0 0-1 0 0,0 0 1 0 0,0 0 0 0 0,0 0 0 0 0,0 0-1 0 0,0 0 1 0 0,1 0 0 0 0,-1-1 0 0 0,0 1-1 0 0,0 0 1 0 0,0 0 0 0 0,0 0-1 0 0,0 0 1 0 0,0 0 0 0 0,0 0 0 0 0,0-1-1 0 0,0 1 1 0 0,0 0 0 0 0,0 0 0 0 0,0 0-1 0 0,0 0 1 0 0,0 0 0 0 0,0-1 0 0 0,0 1-1 0 0,0 0 1 0 0,0 0 0 0 0,0 0 0 0 0,0 0-1 0 0,0 0 1 0 0,0-1 0 0 0,0 1 0 0 0,0 0-1 0 0,0 0 1 0 0,0 0 0 0 0,-1 0 0 0 0,1 0-1 0 0,0-1 1 0 0,0 1 70 0 0,-6-11-50 0 0,1 0 0 0 0,-2 0-1 0 0,0 1 1 0 0,0 0-1 0 0,0 1 1 0 0,-1 0-1 0 0,-1 0 1 0 0,-16-14 0 0 0,-7-7-79 0 0,4-1 8 0 0,-84-82 188 0 0,68 71-111 0 0,23 21-33 0 0,-41-31-1 0 0,62 51-1 0 0,-40-26-5 0 0,-56-51 1 0 0,68 56 88 0 0,36 30-191 0 0,-1-1 1 0 0,-1 1-1 0 0,8 10 1 0 0,13 16 125 0 0,51 49-42 0 0,37 41 1 0 0,-60-67-27 0 0,-35-37 64 0 0,24 28 0 0 0,-22-22-35 0 0,-16-20 10 0 0,-1 0 1 0 0,0 0 0 0 0,1 1 0 0 0,-2 0 0 0 0,1 0 0 0 0,5 12 0 0 0,-10-18 9 0 0,0 0 0 0 0,1 0 0 0 0,-1 0 0 0 0,0 1 0 0 0,0-1 1 0 0,-1 0-1 0 0,1 0 0 0 0,0 0 0 0 0,0 0 0 0 0,0 0 0 0 0,-1 0 0 0 0,1 0 0 0 0,0 1 0 0 0,-1-1 0 0 0,1 0 0 0 0,-1 0 0 0 0,0 0 1 0 0,1-1-1 0 0,-1 1 0 0 0,0 0 0 0 0,1 0 0 0 0,-1 0 0 0 0,0 0 0 0 0,0-1 0 0 0,0 1 0 0 0,0 0 0 0 0,0-1 0 0 0,0 1 0 0 0,0-1 1 0 0,0 1-1 0 0,-1 0 0 0 0,-1 1 5 0 0,-14 9 34 0 0,0-1 1 0 0,-1 0-1 0 0,-1-2 0 0 0,-22 8 0 0 0,-85 22 4 0 0,34-12-171 0 0,-134 46-199 0 0,122-38-2288 0 0,87-27 58 0 0,1 1-1 0 0,0 0 0 0 0,-26 18 0 0 0,23-12-4813 0 0,-23 24-1 0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5:30.038"/>
    </inkml:context>
    <inkml:brush xml:id="br0">
      <inkml:brushProperty name="width" value="0.1" units="cm"/>
      <inkml:brushProperty name="height" value="0.1" units="cm"/>
    </inkml:brush>
  </inkml:definitions>
  <inkml:trace contextRef="#ctx0" brushRef="#br0">98 32 1104 0 0,'-9'-3'104'0'0,"-20"-21"-48"0"0,9 24-40 0 0,3-4 0 0 0,9 4-24 0 0,-5 0 16 0 0,12 0 0 0 0,7 0-1304 0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5:56.909"/>
    </inkml:context>
    <inkml:brush xml:id="br0">
      <inkml:brushProperty name="width" value="0.1" units="cm"/>
      <inkml:brushProperty name="height" value="0.1" units="cm"/>
      <inkml:brushProperty name="color" value="#CC0066"/>
    </inkml:brush>
  </inkml:definitions>
  <inkml:trace contextRef="#ctx0" brushRef="#br0">41 1115 1432 0 0,'-30'-29'1336'0'0,"23"19"446"0"0,6 8-1233 0 0,0-1 0 0 0,1 0 0 0 0,-1 1 0 0 0,1-1 0 0 0,0 0 0 0 0,0 0 0 0 0,0 1 0 0 0,0-1 0 0 0,1-3 1 0 0,0-10 555 0 0,-1-9-558 0 0,2 0-1 0 0,2 1 1 0 0,0-1 0 0 0,1 1 0 0 0,1 0 0 0 0,1 0-1 0 0,2 1 1 0 0,0 0 0 0 0,15-27 0 0 0,23-24 281 0 0,-22 35-577 0 0,2 2 1 0 0,1 1-1 0 0,2 1 1 0 0,59-54-1 0 0,-61 67-136 0 0,1 2-1 0 0,1 0 0 0 0,1 2 1 0 0,55-24-1 0 0,-73 36-88 0 0,248-104 563 0 0,-218 95-500 0 0,1 3 0 0 0,0 2-1 0 0,1 2 1 0 0,67-4-1 0 0,-91 10-59 0 0,33-1 82 0 0,1 2 0 0 0,-1 2 1 0 0,68 10-1 0 0,-71 0 4 0 0,0 2 0 0 0,-1 3 0 0 0,-1 2 0 0 0,0 2 0 0 0,71 40 0 0 0,-99-47-15 0 0,0 1-1 0 0,-1 2 0 0 0,0 0 1 0 0,-1 0-1 0 0,-1 2 0 0 0,26 32 1 0 0,-7 1 475 0 0,39 72 0 0 0,-67-108-456 0 0,-2-3 28 0 0,-6-8-24 0 0,1-1-1 0 0,0 1 0 0 0,1-1 0 0 0,-1 0 0 0 0,0 0 0 0 0,1 0 0 0 0,4 5 0 0 0,-7-8-97 0 0,1 0-1 0 0,-1 0 1 0 0,0 0-1 0 0,0 1 0 0 0,0-1 1 0 0,0 0-1 0 0,1 0 1 0 0,-1 0-1 0 0,0 0 1 0 0,0 0-1 0 0,0 0 0 0 0,1 1 1 0 0,-1-1-1 0 0,0 0 1 0 0,0 0-1 0 0,0 0 0 0 0,1 0 1 0 0,-1 0-1 0 0,0 0 1 0 0,0 0-1 0 0,1 0 1 0 0,-1 0-1 0 0,0 0 0 0 0,0 0 1 0 0,1 0-1 0 0,-1 0 1 0 0,0 0-1 0 0,0 0 1 0 0,0 0-1 0 0,1 0 0 0 0,-1 0 1 0 0,0-1-1 0 0,0 1 1 0 0,0 0-1 0 0,1 0 0 0 0,-1 0 1 0 0,0 0-1 0 0,4-4 178 0 0,0 0-1 0 0,-1 0 1 0 0,0 0 0 0 0,0 0-1 0 0,0 0 1 0 0,0-1-1 0 0,4-8 1 0 0,7-14-96 0 0,-14 26-106 0 0,90-132-68 0 0,-72 111 75 0 0,1 1 1 0 0,1 1-1 0 0,1 0 1 0 0,24-16-1 0 0,19-9 6 0 0,2 4 0 0 0,121-57 0 0 0,-122 70-25 0 0,2 4-1 0 0,1 3 1 0 0,1 2-1 0 0,0 4 1 0 0,1 2 0 0 0,93-3-1 0 0,-124 14-14 0 0,-1 1-1 0 0,1 2 0 0 0,0 2 1 0 0,0 2-1 0 0,-1 1 1 0 0,64 19-1 0 0,-77-17 51 0 0,0 1 0 0 0,-1 1 0 0 0,0 1 0 0 0,42 27 0 0 0,68 67 269 0 0,-109-84-252 0 0,-4-3 21 0 0,-1 2 0 0 0,-1 0 0 0 0,-1 1 0 0 0,-1 1 1 0 0,0 0-1 0 0,18 36 0 0 0,-34-57-36 0 0,-1 0 0 0 0,0-1 0 0 0,1 1 0 0 0,-1 0 0 0 0,1-1 0 0 0,-1 1 0 0 0,1-1 0 0 0,-1 1 0 0 0,1 0 0 0 0,-1-1 0 0 0,1 1 0 0 0,0-1 0 0 0,-1 1 0 0 0,1-1 0 0 0,0 0 1 0 0,-1 1-1 0 0,1-1 0 0 0,0 0 0 0 0,-1 1 0 0 0,1-1 0 0 0,0 0 0 0 0,0 0 0 0 0,-1 0 0 0 0,1 0 0 0 0,0 0 0 0 0,0 1 0 0 0,0-1 0 0 0,-1-1 0 0 0,1 1 0 0 0,0 0 0 0 0,0 0 0 0 0,-1 0 0 0 0,1 0 0 0 0,0 0 0 0 0,0-1 0 0 0,-1 1 0 0 0,1 0 1 0 0,0-1-1 0 0,0 1 0 0 0,-1-1 0 0 0,1 0 0 0 0,5-2 91 0 0,-1-1 0 0 0,0-1 0 0 0,0 1 0 0 0,5-7 0 0 0,-4 4-95 0 0,47-43 79 0 0,75-56 0 0 0,-93 78-100 0 0,0 2 0 0 0,2 2 1 0 0,1 1-1 0 0,1 1 1 0 0,1 3-1 0 0,54-20 0 0 0,2 14-51 0 0,1 3 0 0 0,0 4 0 0 0,1 5 0 0 0,173-1-1 0 0,-184 15 108 0 0,140 19-1 0 0,-187-14 97 0 0,0 2 1 0 0,0 2-1 0 0,-1 2 0 0 0,-1 1 0 0 0,62 31 0 0 0,-53-15-122 0 0,-1 2-1 0 0,-1 2 0 0 0,57 53 1 0 0,-79-65 2 0 0,0 2 0 0 0,-2 0 1 0 0,26 35-1 0 0,4 4 185 0 0,-51-61-179 0 0,1 0-30 0 0,-1-1 0 0 0,0 0 1 0 0,0 1-1 0 0,0-1 0 0 0,0 1 0 0 0,0-1 0 0 0,1 0 0 0 0,-1 1 0 0 0,0-1 1 0 0,0 1-1 0 0,1-1 0 0 0,-1 0 0 0 0,0 0 0 0 0,1 1 0 0 0,-1-1 0 0 0,0 0 0 0 0,1 1 1 0 0,-1-1-1 0 0,0 0 0 0 0,1 0 0 0 0,-1 0 0 0 0,0 1 0 0 0,1-1 0 0 0,-1 0 0 0 0,1 0 1 0 0,-1 0-1 0 0,1 0 0 0 0,-1 0 0 0 0,0 0 0 0 0,1 0 0 0 0,-1 0 0 0 0,1 0 0 0 0,-1 0 1 0 0,1 0-1 0 0,-1 0 0 0 0,0 0 0 0 0,1 0 0 0 0,-1 0 0 0 0,1 0 0 0 0,-1 0 0 0 0,0-1 1 0 0,1 1-1 0 0,-1 0 0 0 0,1 0 0 0 0,-1 0 0 0 0,0-1 0 0 0,1 1 0 0 0,30-25 302 0 0,-28 23-313 0 0,149-131-240 0 0,-108 98 176 0 0,79-47 0 0 0,-71 53 49 0 0,1 2 0 0 0,1 3 0 0 0,1 2 0 0 0,1 2 0 0 0,1 3 0 0 0,106-17 0 0 0,-93 23-28 0 0,-1 3 0 0 0,2 4-1 0 0,-1 2 1 0 0,84 9 0 0 0,-114-2-20 0 0,-1 2 1 0 0,0 1 0 0 0,-1 1-1 0 0,0 3 1 0 0,0 1-1 0 0,-1 2 1 0 0,-1 1 0 0 0,61 38-1 0 0,-72-37 15 0 0,-2 1 0 0 0,0 1 0 0 0,-1 2 0 0 0,0 0 0 0 0,30 39 0 0 0,73 130-27 0 0,-125-190 78 0 0,3 5 33 0 0,-1-2-1 0 0,0 1 0 0 0,1 0 1 0 0,0 0-1 0 0,0-1 0 0 0,7 7 1 0 0,-8-9-17 0 0,0 0 1 0 0,0 0-1 0 0,0 0 0 0 0,1 0 1 0 0,-1 0-1 0 0,0-1 1 0 0,1 1-1 0 0,-1-1 1 0 0,0 1-1 0 0,1-1 1 0 0,-1 0-1 0 0,0 0 0 0 0,1 0 1 0 0,-1 0-1 0 0,5-1 1 0 0,16-4 19 0 0,-1 0 0 0 0,0-1 0 0 0,34-15 0 0 0,-5 2-12 0 0,43-11 63 0 0,102-19 0 0 0,-73 26 79 0 0,199-11-1 0 0,-289 32-151 0 0,1 1 0 0 0,-1 2 1 0 0,0 1-1 0 0,0 2 0 0 0,0 1 0 0 0,0 1 1 0 0,-1 2-1 0 0,34 13 0 0 0,-18-1-38 0 0,0 3 0 0 0,-1 1 0 0 0,-1 2 0 0 0,55 42 0 0 0,-82-52 45 0 0,-1 0-1 0 0,0 1 1 0 0,-2 1-1 0 0,0 0 1 0 0,-1 1 0 0 0,-1 1-1 0 0,0 0 1 0 0,-2 1-1 0 0,0 0 1 0 0,-2 1-1 0 0,9 25 1 0 0,1 16-62 0 0,-3 1 1 0 0,16 116-1 0 0,-14-84-106 0 0,-16-85 109 0 0,0-1 0 0 0,1 1 0 0 0,0-1 0 0 0,1 0 0 0 0,0 0 0 0 0,12 15 0 0 0,-13-20 17 0 0,-1-2-1 0 0,1 1 1 0 0,0 0-1 0 0,0-1 1 0 0,1 1 0 0 0,-1-1-1 0 0,1 0 1 0 0,-1-1 0 0 0,1 1-1 0 0,0-1 1 0 0,0 0-1 0 0,6 2 1 0 0,5 0-54 0 0,1 0 0 0 0,23 1-1 0 0,-30-4 39 0 0,150 13-402 0 0,-85-10 106 0 0,88 18-1 0 0,-109-11-6 0 0,-1 2-1 0 0,0 3 1 0 0,-1 2-1 0 0,60 30 1 0 0,-108-46 265 0 0,-2-2-61 0 0,0 1 1 0 0,-1 0-1 0 0,1-1 0 0 0,0 1 0 0 0,-1 0 1 0 0,1 0-1 0 0,0 0 0 0 0,-1 0 0 0 0,1 0 1 0 0,-1 0-1 0 0,0 0 0 0 0,1 1 0 0 0,-1-1 1 0 0,0 1-1 0 0,0-1 0 0 0,0 1 1 0 0,0-1-1 0 0,0 1 0 0 0,0-1 0 0 0,0 1 1 0 0,0 0-1 0 0,-1-1 0 0 0,1 1 0 0 0,-1 0 1 0 0,1 3-1 0 0,-1 8-1409 0 0</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00.303"/>
    </inkml:context>
    <inkml:brush xml:id="br0">
      <inkml:brushProperty name="width" value="0.1" units="cm"/>
      <inkml:brushProperty name="height" value="0.1" units="cm"/>
      <inkml:brushProperty name="color" value="#CC0066"/>
    </inkml:brush>
  </inkml:definitions>
  <inkml:trace contextRef="#ctx0" brushRef="#br0">1102 88 1128 0 0,'2'-1'13'0'0,"1"0"0"0"0,-1 0 0 0 0,0 0 0 0 0,0 0 0 0 0,0 0 0 0 0,0 0 0 0 0,0 0 0 0 0,0-1 0 0 0,0 1 0 0 0,0-1 0 0 0,-1 1 0 0 0,1-1 0 0 0,0 0 0 0 0,-1 0 0 0 0,1 0-1 0 0,-1 0 1 0 0,2-3 0 0 0,-1 1 0 0 0,0 1-1 0 0,0-1 0 0 0,-1 0 0 0 0,1 0 1 0 0,-1 0-1 0 0,0 0 0 0 0,0 0 0 0 0,0 0 1 0 0,0-5-1 0 0,-1 8 30 0 0,0 1 1 0 0,-1-1-1 0 0,1 0 1 0 0,0 0-1 0 0,-1 1 0 0 0,1-1 1 0 0,-1 0-1 0 0,1 1 0 0 0,-1-1 1 0 0,1 0-1 0 0,-1 1 1 0 0,1-1-1 0 0,-1 0 0 0 0,0 1 1 0 0,1-1-1 0 0,-1 1 1 0 0,0 0-1 0 0,0-1 0 0 0,1 1 1 0 0,-1-1-1 0 0,0 1 1 0 0,0 0-1 0 0,1 0 0 0 0,-1-1 1 0 0,0 1-1 0 0,0 0 0 0 0,0 0 1 0 0,0 0-1 0 0,0 0 1 0 0,1 0-1 0 0,-3 0 0 0 0,-35 1 2399 0 0,26-1-2164 0 0,4 0-94 0 0,0 0 0 0 0,-1 1 0 0 0,1 0 0 0 0,0 0-1 0 0,0 1 1 0 0,0 0 0 0 0,0 0 0 0 0,0 1 0 0 0,-14 6-1 0 0,-2 1 141 0 0,0-2 0 0 0,-1 0 0 0 0,-37 5 0 0 0,21-4 58 0 0,10-3-16 0 0,1 2 0 0 0,1 1 0 0 0,-1 1 0 0 0,2 2 0 0 0,-34 18 0 0 0,38-16-112 0 0,0 1 1 0 0,2 1-1 0 0,-1 0 1 0 0,2 2-1 0 0,1 1 1 0 0,-24 27-1 0 0,24-23 11 0 0,2 1 1 0 0,0 1-1 0 0,2 0 0 0 0,1 1 0 0 0,1 0 0 0 0,-16 45 0 0 0,-71 186 1540 0 0,18-53-5 0 0,63-149-1200 0 0,-20 102 0 0 0,32-115-433 0 0,-16 122 634 0 0,12 96 413 0 0,20-84-636 0 0,-3-87-322 0 0,-5-69-191 0 0,1 0-1 0 0,0 0 1 0 0,2 1-1 0 0,0-2 1 0 0,1 1 0 0 0,11 31-1 0 0,-14-47-41 0 0,1-1 0 0 0,0 1-1 0 0,0-1 1 0 0,0 0-1 0 0,1 0 1 0 0,-1 0 0 0 0,1 0-1 0 0,0 0 1 0 0,0 0-1 0 0,0-1 1 0 0,0 1 0 0 0,0-1-1 0 0,0 0 1 0 0,1 0-1 0 0,-1 0 1 0 0,1 0 0 0 0,5 1-1 0 0,-8-2-11 0 0,0-1 0 0 0,1 1-1 0 0,-1-1 1 0 0,0 1 0 0 0,0-1 0 0 0,0 1-1 0 0,0 0 1 0 0,0 0 0 0 0,0-1 0 0 0,-1 1-1 0 0,1 0 1 0 0,0 0 0 0 0,0 0 0 0 0,-1 0-1 0 0,1 0 1 0 0,0 0 0 0 0,-1 0 0 0 0,1 0-1 0 0,-1 0 1 0 0,1 0 0 0 0,-1 0 0 0 0,1 2-1 0 0,1 27 246 0 0,-3-20-231 0 0,-8 174 61 0 0,0 177-163 0 0,14-294 89 0 0,3-1 1 0 0,20 84-1 0 0,-26-139-15 0 0,29 119 41 0 0,10 59-7 0 0,16 86 46 0 0,-48-239-66 0 0,-5-24 47 0 0,-1 0-1 0 0,0 1 1 0 0,-1-1-1 0 0,0 1 1 0 0,0 17-1 0 0,-3-25-2 0 0,-1 1 0 0 0,0 0 1 0 0,1-1-1 0 0,-2 0 0 0 0,1 1 0 0 0,-1-1 0 0 0,0 0 0 0 0,0 0 0 0 0,0 0 0 0 0,-1-1 0 0 0,-6 8 0 0 0,3-3 7 0 0,5-7-50 0 0,-14 17 40 0 0,1 0 0 0 0,1 0-1 0 0,1 1 1 0 0,0 1 0 0 0,2 0 0 0 0,-13 31-1 0 0,9-6 118 0 0,3 1-1 0 0,1 0 0 0 0,2 1 1 0 0,-5 96-1 0 0,14-114-108 0 0,1 0-1 0 0,1 0 1 0 0,1 0-1 0 0,2 0 0 0 0,1 0 1 0 0,2-1-1 0 0,0 0 1 0 0,2-1-1 0 0,15 31 1 0 0,-18-47-18 0 0,1 1 0 0 0,0-1 0 0 0,1-1 0 0 0,1 0 1 0 0,-1 0-1 0 0,2-1 0 0 0,-1 0 0 0 0,2 0 0 0 0,-1-1 0 0 0,1-1 1 0 0,0 0-1 0 0,1-1 0 0 0,0 0 0 0 0,0-1 0 0 0,1-1 0 0 0,20 7 1 0 0,-32-11-36 0 0,-1 0-1 0 0,1 0 1 0 0,0 0 0 0 0,-1 1 0 0 0,1-1 0 0 0,-1 0 0 0 0,0 1 0 0 0,1-1 0 0 0,-1 1 0 0 0,0 0 0 0 0,0 0 0 0 0,0-1 0 0 0,0 1-1 0 0,0 0 1 0 0,0 0 0 0 0,0 0 0 0 0,-1 0 0 0 0,1 0 0 0 0,-1 0 0 0 0,0 0 0 0 0,1 4 0 0 0,2 47 61 0 0,-3-51-64 0 0,0 27 13 0 0,0 1 1 0 0,2-1-1 0 0,1 1 1 0 0,2-1-1 0 0,0 0 1 0 0,14 38-1 0 0,16 15 59 0 0,3-3 0 0 0,4-1 1 0 0,3-2-1 0 0,4-2 0 0 0,104 122 0 0 0,-137-177-62 0 0,0-1 0 0 0,1-1 0 0 0,1-1 0 0 0,0 0 0 0 0,22 13 0 0 0,-32-24 0 0 0,0 0 1 0 0,0-1 0 0 0,0-1-1 0 0,1 1 1 0 0,-1-1-1 0 0,1-1 1 0 0,0 0 0 0 0,0 0-1 0 0,0 0 1 0 0,0-1-1 0 0,0-1 1 0 0,0 1 0 0 0,0-2-1 0 0,0 1 1 0 0,0-1-1 0 0,0 0 1 0 0,9-3 0 0 0,-5-1 3 0 0,-1-1 1 0 0,1 0 0 0 0,-1 0-1 0 0,-1-1 1 0 0,0-1 0 0 0,0 0 0 0 0,0 0-1 0 0,16-17 1 0 0,19-15-40 0 0,-40 36 51 0 0,7-7-10 0 0,1 1-1 0 0,-1 1 0 0 0,1 0 0 0 0,26-11 1 0 0,-36 18-23 0 0,0 1 1 0 0,-1 0 0 0 0,2-1 0 0 0,-1 1-1 0 0,0 1 1 0 0,0-1 0 0 0,0 1 0 0 0,0 0 0 0 0,0 0-1 0 0,0 0 1 0 0,1 0 0 0 0,-1 0 0 0 0,0 1-1 0 0,0 0 1 0 0,0 0 0 0 0,0 0 0 0 0,0 1 0 0 0,0-1-1 0 0,0 1 1 0 0,-1 0 0 0 0,1 0 0 0 0,-1 0-1 0 0,1 1 1 0 0,4 3 0 0 0,26 23 3 0 0,1-1 1 0 0,1-2-1 0 0,1-1 0 0 0,65 31 0 0 0,-33-27 38 0 0,1-4 0 0 0,1-2-1 0 0,144 25 1 0 0,-111-34 25 0 0,0-4 0 0 0,130-5 0 0 0,-185-6-57 0 0,0-3-1 0 0,0-1 0 0 0,-1-3 1 0 0,0-2-1 0 0,69-23 0 0 0,-41 2 55 0 0,31-11-143 0 0,-95 39 93 0 0,1 0-1 0 0,-1 0 1 0 0,1 1 0 0 0,0 1-1 0 0,0 0 1 0 0,22 2-1 0 0,-28 0-22 0 0,0 1-1 0 0,0 0 0 0 0,0 0 0 0 0,-1 1 0 0 0,1 0 1 0 0,-1 0-1 0 0,1 0 0 0 0,-1 1 0 0 0,0 0 1 0 0,-1 0-1 0 0,1 1 0 0 0,5 6 0 0 0,8 3 40 0 0,-4-2-8 0 0,153 110 109 0 0,-144-107-98 0 0,0-2 0 0 0,1 0 0 0 0,1-2 0 0 0,0 0 0 0 0,39 9 0 0 0,3-7 58 0 0,0-2 0 0 0,1-4 0 0 0,-1-2 0 0 0,123-9 1 0 0,-139-1-101 0 0,-1-3 0 0 0,0-2 0 0 0,-1-2 0 0 0,0-2 0 0 0,-1-3 1 0 0,71-33-1 0 0,7-15 4 0 0,129-89 0 0 0,-243 146 6 0 0,14-11 6 0 0,51-23 1 0 0,-74 41-6 0 0,0-1 0 0 0,0 1 1 0 0,0 0-1 0 0,0 0 0 0 0,0 0 1 0 0,1 0-1 0 0,-1 1 1 0 0,0 0-1 0 0,0 0 0 0 0,1 0 1 0 0,-1 0-1 0 0,0 1 0 0 0,0 0 1 0 0,1-1-1 0 0,-1 1 0 0 0,0 1 1 0 0,7 2-1 0 0,1 2 7 0 0,0 1 1 0 0,-1 1-1 0 0,0-1 0 0 0,12 12 0 0 0,-5-4-56 0 0,5 1 59 0 0,1 0 0 0 0,1-1 1 0 0,0-2-1 0 0,1 0 0 0 0,49 16 0 0 0,5-3 70 0 0,1-4-1 0 0,0-3 0 0 0,2-3 1 0 0,0-5-1 0 0,0-2 0 0 0,111-5 1 0 0,-139-6-76 0 0,0-3 1 0 0,64-14-1 0 0,103-34-151 0 0,-145 33 128 0 0,172-52 64 0 0,-91 24-27 0 0,-137 42-18 0 0,1 1 0 0 0,-1 0 1 0 0,1 2-1 0 0,29-1 1 0 0,-46 4-8 0 0,1 1 0 0 0,-1-1 0 0 0,0 1 0 0 0,0 1 1 0 0,-1-1-1 0 0,1 0 0 0 0,0 1 0 0 0,0 0 0 0 0,-1 0 1 0 0,1 1-1 0 0,-1-1 0 0 0,1 1 0 0 0,-1 0 0 0 0,7 6 1 0 0,7 5 42 0 0,200 130-110 0 0,-161-109 134 0 0,2-3 0 0 0,1-2 0 0 0,1-3 0 0 0,84 24 0 0 0,-87-35-88 0 0,2-3 1 0 0,0-3-1 0 0,62 3 1 0 0,-35-9-78 0 0,115-10 1 0 0,-164 2 37 0 0,-1-1 0 0 0,0-2 0 0 0,0-2 0 0 0,0-2 1 0 0,-1-1-1 0 0,-1-1 0 0 0,0-2 0 0 0,41-25 0 0 0,-55 27-25 0 0,0 0 1 0 0,-1-1-1 0 0,-1-1 1 0 0,30-31-1 0 0,-41 37 24 0 0,1 1 1 0 0,-1 0-1 0 0,1 1 0 0 0,1 0 0 0 0,14-8 1 0 0,-17 12 22 0 0,0 0 0 0 0,0 0 1 0 0,0 1-1 0 0,0 0 0 0 0,1 0 0 0 0,-1 1 1 0 0,1 0-1 0 0,0 1 0 0 0,-1-1 1 0 0,10 2-1 0 0,28 3-104 0 0,78 20-1 0 0,-31-6 47 0 0,-25-9-9 0 0,134-1 0 0 0,-196-8 110 0 0,42 0-33 0 0,-1-3-1 0 0,0-1 1 0 0,0-3-1 0 0,85-23 0 0 0,-58 5-19 0 0,0-4-1 0 0,77-43 1 0 0,-135 65 47 0 0,46-25-36 0 0,-1-2 0 0 0,-2-2 1 0 0,-1-3-1 0 0,56-51 1 0 0,-68 56 7 0 0,-29 23 11 0 0,-2 0 0 0 0,1-1-1 0 0,-1 0 1 0 0,-1-1 0 0 0,19-24-1 0 0,-31 36 26 0 0,-1 1 0 0 0,1 0 0 0 0,-1 0 0 0 0,1-1 0 0 0,-1 1-1 0 0,1 0 1 0 0,-1 0 0 0 0,1 0 0 0 0,-1 0 0 0 0,1 0 0 0 0,-1 0-1 0 0,1-1 1 0 0,-1 1 0 0 0,1 0 0 0 0,0 0 0 0 0,-1 1 0 0 0,1-1-1 0 0,-1 0 1 0 0,1 0 0 0 0,-1 0 0 0 0,1 0 0 0 0,-1 0 0 0 0,1 1 0 0 0,-1-1-1 0 0,2 1 1 0 0,0 0-7 0 0,45 9-28 0 0,0-2-1 0 0,1-2 1 0 0,94-1-1 0 0,-116-6 27 0 0,-1-2 0 0 0,1-1 0 0 0,-1 0 0 0 0,0-2-1 0 0,-1-1 1 0 0,1-1 0 0 0,-1-1 0 0 0,-1-1 0 0 0,28-16 0 0 0,-31 14 0 0 0,0-1-1 0 0,-1-1 1 0 0,0 0 0 0 0,-1-2 0 0 0,-1 0 0 0 0,0-1 0 0 0,-1-1 0 0 0,-1 0 0 0 0,-1-1 0 0 0,0-1-1 0 0,-2 0 1 0 0,0-1 0 0 0,-1 0 0 0 0,-1-1 0 0 0,-2 0 0 0 0,0 0 0 0 0,10-47 0 0 0,-10 28 2 0 0,-1 0 1 0 0,-2 0-1 0 0,-1-53 0 0 0,-5 66 8 0 0,-1 0-1 0 0,-1 0 0 0 0,-1 0 1 0 0,-2 0-1 0 0,-17-50 1 0 0,5 33 1 0 0,-2 2 1 0 0,-2 1 0 0 0,-51-73-1 0 0,22 47 13 0 0,-74-76 0 0 0,109 127-18 0 0,-3-2-4 0 0,-16-24 0 0 0,34 42 6 0 0,0-1 0 0 0,0 1 0 0 0,0-1 0 0 0,0 1 0 0 0,0-1 0 0 0,1 1 0 0 0,-1-1 0 0 0,1 0 0 0 0,-1 1 0 0 0,1-1 0 0 0,-1 0 0 0 0,1 0 0 0 0,0 1 1 0 0,0-1-1 0 0,0 0 0 0 0,0 0 0 0 0,0 1 0 0 0,0-1 0 0 0,1 0 0 0 0,-1 1 0 0 0,1-1 0 0 0,-1 0 0 0 0,1 1 0 0 0,-1-1 0 0 0,1 0 0 0 0,0 1 0 0 0,0-1 0 0 0,1-1 0 0 0,4-4-9 0 0,0 0-1 0 0,-1 1 1 0 0,2 0-1 0 0,11-9 1 0 0,-8 7 0 0 0,7-5-9 0 0,-1-1 1 0 0,-1-1-1 0 0,0 0 0 0 0,-1-1 1 0 0,22-31-1 0 0,-3-7-29 0 0,-3-1 1 0 0,-2-2-1 0 0,-2-1 0 0 0,-3-1 0 0 0,16-64 1 0 0,-21 54-107 0 0,-4-1 0 0 0,-3 0 0 0 0,-3-2-1 0 0,-1-97 1 0 0,-11 74-251 0 0,-5 1 0 0 0,-4-1 0 0 0,-4 2 0 0 0,-4 0 0 0 0,-55-151 0 0 0,68 220 176 0 0,-1 2-1 0 0,-1-1 1 0 0,-1 2-1 0 0,-20-31 1 0 0,21 40 9 0 0,8 10 144 0 0,1 0 0 0 0,-1 0-1 0 0,1 0 1 0 0,-1-1 0 0 0,1 1 0 0 0,0 0 0 0 0,0 0 0 0 0,-1-4-1 0 0,3 4-8 0 0,1 1 0 0 0,0-1-1 0 0,0 1 1 0 0,1 0 0 0 0,-1 0-1 0 0,0 0 1 0 0,0 0-1 0 0,0 0 1 0 0,5-1 0 0 0,12-5-104 0 0,9-6 12 0 0,-3 2 22 0 0,-1-1-1 0 0,0-1 1 0 0,39-28-1 0 0,-40 22 94 0 0,0 0 0 0 0,-1-2 0 0 0,-1 0 0 0 0,-1-2 0 0 0,-1 0 0 0 0,-1-1 0 0 0,29-51 0 0 0,-42 62 61 0 0,0 1 0 0 0,-1-1 0 0 0,-1-1 0 0 0,0 1 1 0 0,-1 0-1 0 0,0-1 0 0 0,-1 1 0 0 0,-1-1 0 0 0,0 1 0 0 0,0-1 0 0 0,-2 1 0 0 0,-3-21 0 0 0,-2 5 93 0 0,-2 1 1 0 0,0-1 0 0 0,-2 1-1 0 0,-18-34 1 0 0,15 37 4 0 0,-1 0-1 0 0,-1 1 1 0 0,-1 1-1 0 0,-1 0 1 0 0,-29-28-1 0 0,-6 3 195 0 0,-58-41 0 0 0,64 54-41 0 0,-1 2 0 0 0,-2 2-1 0 0,0 3 1 0 0,-2 1 0 0 0,-1 3 0 0 0,-72-22 0 0 0,104 40-90 0 0,-1 1 1 0 0,-1 1-1 0 0,1 1 1 0 0,0 1-1 0 0,-1 1 1 0 0,-37 3-1 0 0,51 0-119 0 0,0-1 1 0 0,1 2-1 0 0,-1-1 0 0 0,1 1 0 0 0,-1 1 1 0 0,1-1-1 0 0,0 1 0 0 0,0 1 0 0 0,1 0 1 0 0,0 0-1 0 0,-1 0 0 0 0,2 1 0 0 0,-11 10 1 0 0,-7 9-1566 0 0,-39 54 1 0 0,63-79 1513 0 0,-16 22-1316 0 0</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7:44:32.821"/>
    </inkml:context>
    <inkml:brush xml:id="br0">
      <inkml:brushProperty name="width" value="0.1" units="cm"/>
      <inkml:brushProperty name="height" value="0.1" units="cm"/>
      <inkml:brushProperty name="color" value="#CC0066"/>
    </inkml:brush>
  </inkml:definitions>
  <inkml:trace contextRef="#ctx0" brushRef="#br0">166 94 24575,'-14'303'0,"-10"-63"0,18-162 0,3 109 0,4-132 0,-2-52 0,2 0 0,-1 0 0,0 0 0,1 0 0,-1 0 0,1 0 0,0 0 0,0 0 0,0 0 0,0 0 0,1 0 0,-1 0 0,1-1 0,0 1 0,3 4 0,-1-3 0,0-1 0,0 0 0,0 0 0,0 0 0,1-1 0,-1 0 0,1 1 0,0-1 0,7 1 0,11 3 0,0-2 0,1-1 0,-1-1 0,1-1 0,44-3 0,-18 1 0,12 0 0,0-2 0,71-13 0,-113 12 0,285-48 0,-220 42 0,143 1 0,360 11 0,-329-3 0,-212 3 0,0 1 0,1 2 0,83 21 0,62 23 0,-172-45 0,0-1 0,1-1 0,0-1 0,-1-1 0,32-3 0,-49 3 0,0-1 0,-1 0 0,1 1 0,0-1 0,0 0 0,-1-1 0,1 1 0,0-1 0,-1 0 0,0 0 0,1 0 0,-1 0 0,0 0 0,0-1 0,4-3 0,-3 1 0,-1 1 0,1-1 0,-1 0 0,0 0 0,-1-1 0,1 1 0,-1-1 0,0 1 0,1-8 0,1-10 0,-1 0 0,-1 0 0,-1 0 0,-2-27 0,1 37 0,0 5 0,-6-79 0,4 77 0,0-1 0,-1 1 0,0 0 0,0 0 0,-1 0 0,-7-12 0,-34-52 0,23 39 0,-34-72 0,51 96 0,-1-5 0,0 0 0,-1 1 0,-1 0 0,0 1 0,-21-27 0,26 38 0,0 0 0,0 0 0,-1 1 0,1 0 0,-1 0 0,0 0 0,0 0 0,1 0 0,-8-1 0,-41-8 0,21 5 0,-42-11 0,-200-50 0,105 29 0,47 12 0,63 6 0,45 14 0,0 1 0,0 1 0,-20-4 0,-61-13 0,56 12 0,-49-6 0,-251 9 0,202 9 0,-282-3 0,379 1 0,0 2 0,-67 14 0,-71 30 0,83-16 267,-80 20-1899,141-44-5194</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7:44:32.836"/>
    </inkml:context>
    <inkml:brush xml:id="br0">
      <inkml:brushProperty name="width" value="0.1" units="cm"/>
      <inkml:brushProperty name="height" value="0.1" units="cm"/>
      <inkml:brushProperty name="color" value="#CC0066"/>
    </inkml:brush>
  </inkml:definitions>
  <inkml:trace contextRef="#ctx0" brushRef="#br0">0 477 24575,'52'0'0,"76"-10"0,-112 8 0,1-1 0,0-1 0,-1-1 0,0 0 0,0-1 0,0-1 0,-1-1 0,21-13 0,-5-3 0,-2-2 0,0-1 0,-2-2 0,25-33 0,19-20 0,-38 44 0,-14 17 0,21-21 0,-34 37 0,0-1 0,1 1 0,0 0 0,0 1 0,0 0 0,1 0 0,14-6 0,-11 7 0,0 1 0,-1 0 0,1 0 0,0 1 0,0 0 0,0 1 0,0 0 0,0 0 0,15 4 0,-11-1 0,0 1 0,-1 1 0,0 0 0,0 1 0,0 1 0,13 8 0,13 12 0,-1 2 0,-2 2 0,44 47 0,-26-25 0,-24-24-1365,-6-6-5461</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7:44:32.837"/>
    </inkml:context>
    <inkml:brush xml:id="br0">
      <inkml:brushProperty name="width" value="0.1" units="cm"/>
      <inkml:brushProperty name="height" value="0.1" units="cm"/>
      <inkml:brushProperty name="color" value="#CC0066"/>
    </inkml:brush>
  </inkml:definitions>
  <inkml:trace contextRef="#ctx0" brushRef="#br0">532 1 24575,'-2'0'0,"-1"0"0,1 0 0,0 0 0,0 0 0,0 1 0,-1-1 0,1 1 0,0 0 0,0 0 0,0-1 0,0 1 0,0 0 0,0 1 0,0-1 0,0 0 0,1 1 0,-1-1 0,0 1 0,1-1 0,-1 1 0,1 0 0,0-1 0,-1 1 0,1 0 0,0 0 0,-1 2 0,-1 6 0,0-1 0,0 0 0,1 1 0,-2 18 0,-1 2 0,2-15 0,-2-1 0,0 0 0,0 0 0,-2 0 0,1-1 0,-14 20 0,-59 67 0,47-61 0,26-32 0,1 1 0,0-1 0,0 1 0,1 1 0,0-1 0,0 0 0,1 1 0,1 0 0,-1 0 0,1 0 0,0 0 0,1 0 0,0 0 0,1 0 0,1 18 0,-2 2 0,-2-1 0,-1 0 0,-1 0 0,-1 0 0,-17 45 0,-10 51 0,0-4 0,10-46 0,11-21 0,5-25 0,-14 44 0,9-42 0,1 0 0,2 0 0,1 1 0,-5 44 0,-8 74 0,17-127-1365,-1-3-5461</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27.179"/>
    </inkml:context>
    <inkml:brush xml:id="br0">
      <inkml:brushProperty name="width" value="0.1" units="cm"/>
      <inkml:brushProperty name="height" value="0.1" units="cm"/>
      <inkml:brushProperty name="color" value="#CC0066"/>
    </inkml:brush>
  </inkml:definitions>
  <inkml:trace contextRef="#ctx0" brushRef="#br0">0 0 24518,'321'1098'0,"1783"-1098"0,-2426-1098 0,-1781 1098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29.694"/>
    </inkml:context>
    <inkml:brush xml:id="br0">
      <inkml:brushProperty name="width" value="0.1" units="cm"/>
      <inkml:brushProperty name="height" value="0.1" units="cm"/>
      <inkml:brushProperty name="color" value="#CC0066"/>
    </inkml:brush>
  </inkml:definitions>
  <inkml:trace contextRef="#ctx0" brushRef="#br0">845 0 24575,'-13'0'0,"-18"0"0,-31 4 0,51-2 0,-1 0 0,1 1 0,0 0 0,0 1 0,0 0 0,-11 6 0,-62 39 0,-101 76 0,139-93 0,-63 40 0,58-40 0,2 1 0,-46 42 0,94-74 0,-3 2 0,1 0 0,-1 0 0,1 1 0,0 0 0,0-1 0,-4 8 0,6-10 0,1 0 0,0 0 0,0-1 0,-1 1 0,1 0 0,0 0 0,0-1 0,0 1 0,0 0 0,0 0 0,0 0 0,0-1 0,0 1 0,0 0 0,0 0 0,0 0 0,1-1 0,-1 1 0,1 1 0,-1-1 0,1 0 0,0 0 0,0 0 0,1 0 0,-1 1 0,0-1 0,0-1 0,0 1 0,1 0 0,-1 0 0,0 0 0,1-1 0,1 2 0,77 28 0,34 15 0,-49-16 0,8 2 0,-2 4 0,85 54 0,34 35 259,-78-53-1883,-79-49-5202</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34.008"/>
    </inkml:context>
    <inkml:brush xml:id="br0">
      <inkml:brushProperty name="width" value="0.1" units="cm"/>
      <inkml:brushProperty name="height" value="0.1" units="cm"/>
      <inkml:brushProperty name="color" value="#CC0066"/>
    </inkml:brush>
  </inkml:definitions>
  <inkml:trace contextRef="#ctx0" brushRef="#br0">0 1088 23212,'17259'-1088'0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5:51.094"/>
    </inkml:context>
    <inkml:brush xml:id="br0">
      <inkml:brushProperty name="width" value="0.1" units="cm"/>
      <inkml:brushProperty name="height" value="0.1" units="cm"/>
      <inkml:brushProperty name="color" value="#CC0066"/>
    </inkml:brush>
  </inkml:definitions>
  <inkml:trace contextRef="#ctx0" brushRef="#br0">0 0 24575,'0'0'-8191</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6:46.852"/>
    </inkml:context>
    <inkml:brush xml:id="br0">
      <inkml:brushProperty name="width" value="0.1" units="cm"/>
      <inkml:brushProperty name="height" value="0.1" units="cm"/>
      <inkml:brushProperty name="color" value="#CC0066"/>
    </inkml:brush>
  </inkml:definitions>
  <inkml:trace contextRef="#ctx0" brushRef="#br0">13790 0 24173,'-13790'4027'0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6:55.740"/>
    </inkml:context>
    <inkml:brush xml:id="br0">
      <inkml:brushProperty name="width" value="0.1" units="cm"/>
      <inkml:brushProperty name="height" value="0.1" units="cm"/>
      <inkml:brushProperty name="color" value="#CC0066"/>
    </inkml:brush>
  </inkml:definitions>
  <inkml:trace contextRef="#ctx0" brushRef="#br0">0 0 24575,'0'709'0,"2"-676"0,1-1 0,15 63 0,3 29 0,-20-49 0,-2-53 0,4 44 0,-2-61 0,0 0 0,0-1 0,1 1 0,-1 0 0,1-1 0,0 1 0,0-1 0,1 1 0,-1-1 0,1 0 0,0 0 0,0 0 0,1 0 0,-1-1 0,1 1 0,3 2 0,7 3 0,-1 0 0,1-1 0,24 10 0,-10-5 0,-4-3 0,-1-1 0,2-1 0,-1-1 0,1-1 0,0-1 0,1-1 0,32 0 0,-28 0 0,-1 1 0,0 2 0,-1 1 0,38 15 0,56 16 0,13 4 0,-33-9 0,125 29 0,-49-9-1365,-149-46-5461</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00.925"/>
    </inkml:context>
    <inkml:brush xml:id="br0">
      <inkml:brushProperty name="width" value="0.1" units="cm"/>
      <inkml:brushProperty name="height" value="0.1" units="cm"/>
      <inkml:brushProperty name="color" value="#CC0066"/>
    </inkml:brush>
  </inkml:definitions>
  <inkml:trace contextRef="#ctx0" brushRef="#br0">1 0 24575</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22.106"/>
    </inkml:context>
    <inkml:brush xml:id="br0">
      <inkml:brushProperty name="width" value="0.1" units="cm"/>
      <inkml:brushProperty name="height" value="0.1" units="cm"/>
      <inkml:brushProperty name="color" value="#CC0066"/>
    </inkml:brush>
  </inkml:definitions>
  <inkml:trace contextRef="#ctx0" brushRef="#br0">1 0 24483,'15965'3833'0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34.760"/>
    </inkml:context>
    <inkml:brush xml:id="br0">
      <inkml:brushProperty name="width" value="0.1" units="cm"/>
      <inkml:brushProperty name="height" value="0.1" units="cm"/>
      <inkml:brushProperty name="color" value="#CC0066"/>
    </inkml:brush>
  </inkml:definitions>
  <inkml:trace contextRef="#ctx0" brushRef="#br0">0 0 24512,'0'1065'0,"1142"-1065"0,-1142-1065 0,-1142 1065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42.163"/>
    </inkml:context>
    <inkml:brush xml:id="br0">
      <inkml:brushProperty name="width" value="0.1" units="cm"/>
      <inkml:brushProperty name="height" value="0.1" units="cm"/>
      <inkml:brushProperty name="color" value="#CC0066"/>
    </inkml:brush>
  </inkml:definitions>
  <inkml:trace contextRef="#ctx0" brushRef="#br0">0 0 24512,'15853'2881'0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48.973"/>
    </inkml:context>
    <inkml:brush xml:id="br0">
      <inkml:brushProperty name="width" value="0.1" units="cm"/>
      <inkml:brushProperty name="height" value="0.1" units="cm"/>
      <inkml:brushProperty name="color" value="#CC0066"/>
    </inkml:brush>
  </inkml:definitions>
  <inkml:trace contextRef="#ctx0" brushRef="#br0">364 1368 24499,'1809'0'0,"-1809"-861"0,-2173 355 0,2537 1873 0</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8:56.324"/>
    </inkml:context>
    <inkml:brush xml:id="br0">
      <inkml:brushProperty name="width" value="0.1" units="cm"/>
      <inkml:brushProperty name="height" value="0.1" units="cm"/>
      <inkml:brushProperty name="color" value="#CC0066"/>
    </inkml:brush>
  </inkml:definitions>
  <inkml:trace contextRef="#ctx0" brushRef="#br0">1 0 24104,'15330'1021'0</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9:10.392"/>
    </inkml:context>
    <inkml:brush xml:id="br0">
      <inkml:brushProperty name="width" value="0.1" units="cm"/>
      <inkml:brushProperty name="height" value="0.1" units="cm"/>
      <inkml:brushProperty name="color" value="#CC0066"/>
    </inkml:brush>
  </inkml:definitions>
  <inkml:trace contextRef="#ctx0" brushRef="#br0">6163 1228 24527,'-2'49'0,"-5"-1"0,-5 0 0,-5-1 0,-4 1 0,-5-1 0,-5 0 0,-4-1 0,-4-1 0,-6 0 0,-3-1 0,-5 0 0,-4-2 0,-4 0 0,-4-2 0,-4 0 0,-5-2 0,-2 0 0,-5-2 0,-3-2 0,-3 0 0,-3-2 0,-4-2 0,-2 0 0,-3-3 0,-3-1 0,-3-2 0,-1-1 0,-3-2 0,-2-1 0,-2-3 0,-1-1 0,-2-2 0,-1-2 0,-1-2 0,-1-1 0,-1-3 0,-1-1 0,1-2 0,-1-2 0,0-2 0,0-2 0,0-2 0,2-1 0,0-3 0,0-1 0,2-2 0,1-2 0,2-2 0,1-1 0,3-3 0,1-1 0,2-2 0,3-1 0,2-2 0,3-1 0,2-3 0,4 0 0,2-2 0,4-2 0,3 0 0,4-2 0,3-2 0,4 0 0,4-2 0,3 0 0,5-2 0,4 0 0,4-2 0,5 0 0,4-1 0,4 0 0,5-1 0,4-1 0,6 0 0,3-1 0,6 1 0,4-1 0,5 0 0,4-1 0,6 1 0,4 0 0,5 0 0,4 0 0,6 1 0,3 0 0,6 0 0,4 1 0,5 0 0,4 2 0,4-1 0,5 2 0,4 0 0,4 2 0,5 0 0,3 2 0,4 0 0,4 2 0,3 1 0,4 1 0,3 2 0,4 1 0,2 1 0,4 2 0,2 2 0,3 1 0,2 1 0,3 2 0,2 2 0,1 2 0,3 2 0,1 1 0,2 2 0,1 2 0,2 1 0,0 3 0,0 1 0,2 2 0,0 3 0,0 1 0,0 2 0,-1 1 0,1 3 0,-1 2 0,-1 1 0,-1 3 0,-1 1 0,-1 2 0,-2 2 0,-1 1 0,-2 2 0,-2 2 0,-3 2 0,-1 2 0,-3 1 0,-3 1 0,-3 2 0,-2 2 0,-4 1 0,-3 1 0,-3 2 0,-3 1 0,-5 1 0,-2 2 0,-5 0 0,-4 2 0,-4 0 0,-4 2 0,-4 0 0,-5 2 0,-3-1 0,-6 2 0,-4 0 0,-4 1 0,-5 0 0,-5 0 0,-4 1 0,-5 0 0,-5 0 0,-5 0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9:15.008"/>
    </inkml:context>
    <inkml:brush xml:id="br0">
      <inkml:brushProperty name="width" value="0.1" units="cm"/>
      <inkml:brushProperty name="height" value="0.1" units="cm"/>
      <inkml:brushProperty name="color" value="#CC0066"/>
    </inkml:brush>
  </inkml:definitions>
  <inkml:trace contextRef="#ctx0" brushRef="#br0">1 7 24221,'11251'0'0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8:09:30.464"/>
    </inkml:context>
    <inkml:brush xml:id="br0">
      <inkml:brushProperty name="width" value="0.1" units="cm"/>
      <inkml:brushProperty name="height" value="0.1" units="cm"/>
      <inkml:brushProperty name="color" value="#CC0066"/>
    </inkml:brush>
  </inkml:definitions>
  <inkml:trace contextRef="#ctx0" brushRef="#br0">0 1 24374,'0'14533'0,"14533"-14533"0,-14533-14533 0,-14533 14533 0</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7:34.635"/>
    </inkml:context>
    <inkml:brush xml:id="br0">
      <inkml:brushProperty name="width" value="0.05" units="cm"/>
      <inkml:brushProperty name="height" value="0.05" units="cm"/>
      <inkml:brushProperty name="color" value="#CC0066"/>
    </inkml:brush>
  </inkml:definitions>
  <inkml:trace contextRef="#ctx0" brushRef="#br0">139 151 2152 0 0,'-3'-30'0'0'0,"-25"-80"384"0"0,-16 100-504 0 0,-5 39-176 0 0,35 17-1816 0 0</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36.427"/>
    </inkml:context>
    <inkml:brush xml:id="br0">
      <inkml:brushProperty name="width" value="0.1" units="cm"/>
      <inkml:brushProperty name="height" value="0.1" units="cm"/>
      <inkml:brushProperty name="color" value="#CC0066"/>
    </inkml:brush>
  </inkml:definitions>
  <inkml:trace contextRef="#ctx0" brushRef="#br0">176 517 1496 0 0,'-48'-1'144'0'0,"5"0"3526"0"0,65 8 743 0 0,-9-2-3817 0 0,23 3 968 0 0,1-1 0 0 0,56 1 0 0 0,76-6-116 0 0,-64-2-848 0 0,492-2 1912 0 0,-405 2-2143 0 0,53-2-132 0 0,-214 0-121 0 0,-1-1 0 0 0,-1-2 0 0 0,1-2 0 0 0,-1 0 0 0 0,46-18 0 0 0,-63 19-50 0 0,-1 0-1 0 0,18-11 1 0 0,-17 8-30 0 0,1-1 1 0 0,-2 0 0 0 0,1 0-1 0 0,10-14 1 0 0,-15 15-27 0 0,1 0 0 0 0,-1-1 0 0 0,0 0 0 0 0,-1-1 0 0 0,-1 1 0 0 0,1-1 1 0 0,-2 0-1 0 0,1-1 0 0 0,-1 1 0 0 0,3-21 0 0 0,-6 25-6 0 0,-1 0 1 0 0,1 1-1 0 0,-2-1 1 0 0,1 0-1 0 0,-1 0 0 0 0,0 0 1 0 0,0 1-1 0 0,-1-1 0 0 0,0 1 1 0 0,0-1-1 0 0,0 1 0 0 0,-1 0 1 0 0,0-1-1 0 0,0 1 1 0 0,-1 1-1 0 0,1-1 0 0 0,-6-6 1 0 0,2 5-9 0 0,0-1 1 0 0,0 1 0 0 0,0 1-1 0 0,-1-1 1 0 0,0 1-1 0 0,-1 1 1 0 0,1-1 0 0 0,-1 1-1 0 0,0 1 1 0 0,-18-7-1 0 0,-12 0-252 0 0,-73-10 0 0 0,-2 0-5 0 0,64 12 264 0 0,-1 2 1 0 0,0 2-1 0 0,-90 4 1 0 0,19 0-10 0 0,-221 0 141 0 0,166 3-127 0 0,-66 10-187 0 0,-19 34 380 0 0,246-43-199 0 0,1 1 0 0 0,0 0 0 0 0,-17 8 0 0 0,28-10-18 0 0,-1 0 1 0 0,1 1-1 0 0,0-1 1 0 0,0 1 0 0 0,0 0-1 0 0,0 0 1 0 0,0 0-1 0 0,0 1 1 0 0,1-1-1 0 0,0 1 1 0 0,0 0 0 0 0,0 0-1 0 0,0 0 1 0 0,-3 6-1 0 0,2 1 19 0 0,-1 0-1 0 0,2 1 0 0 0,0-1 1 0 0,0 1-1 0 0,1 0 1 0 0,0 0-1 0 0,1-1 0 0 0,1 1 1 0 0,0 0-1 0 0,0 0 0 0 0,1 0 1 0 0,3 15-1 0 0,-1-13 77 0 0,1 0-1 0 0,0 0 1 0 0,1 0 0 0 0,0-1-1 0 0,1 0 1 0 0,1 0 0 0 0,0 0-1 0 0,1-1 1 0 0,17 22 0 0 0,-19-28 26 0 0,1 0 1 0 0,0 0-1 0 0,0-1 0 0 0,0 0 1 0 0,0 0-1 0 0,1-1 1 0 0,0 0-1 0 0,0 0 1 0 0,0-1-1 0 0,0 0 1 0 0,1-1-1 0 0,16 4 1 0 0,4-2 256 0 0,0 0 1 0 0,44-2-1 0 0</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38.193"/>
    </inkml:context>
    <inkml:brush xml:id="br0">
      <inkml:brushProperty name="width" value="0.1" units="cm"/>
      <inkml:brushProperty name="height" value="0.1" units="cm"/>
      <inkml:brushProperty name="color" value="#CC0066"/>
    </inkml:brush>
  </inkml:definitions>
  <inkml:trace contextRef="#ctx0" brushRef="#br0">1885 120 1456 0 0,'7'-14'3308'0'0,"-19"12"-1500"0"0,-34 0-172 0 0,-161-2 1242 0 0,6 0-1771 0 0,16-2-315 0 0,27-2 68 0 0,-11 0 5 0 0,59 6-212 0 0,-80-9 234 0 0,3 0 618 0 0,75 15-353 0 0,65 1-633 0 0,-67 14 0 0 0,106-17-512 0 0,0 0-1 0 0,0 0 1 0 0,0 1 0 0 0,0 0-1 0 0,1 1 1 0 0,-1 0-1 0 0,1 0 1 0 0,0 0 0 0 0,-13 11-1 0 0,15-10-6 0 0,1-1 1 0 0,0 1-1 0 0,0 1 0 0 0,0-1 0 0 0,0 1 1 0 0,1-1-1 0 0,0 1 0 0 0,0 0 1 0 0,1 1-1 0 0,-1-1 0 0 0,1 0 0 0 0,-2 13 1 0 0,4-19-1 0 0,-14 76 21 0 0,11-54-14 0 0,1-1-1 0 0,1 1 1 0 0,2 31 0 0 0,2-24 56 0 0,8 65 716 0 0,-9-83-682 0 0,1 1 0 0 0,1 0 0 0 0,0-1 0 0 0,0 0 0 0 0,1 0 0 0 0,7 11 0 0 0,-3-9 82 0 0,0 0-1 0 0,0 0 1 0 0,19 17-1 0 0,-19-21-40 0 0,0-1 0 0 0,1-1-1 0 0,0 1 1 0 0,0-2 0 0 0,0 1 0 0 0,1-1 0 0 0,0-1-1 0 0,21 7 1 0 0,27 5 176 0 0,0-3 0 0 0,1-3 0 0 0,86 6 0 0 0,186-9 281 0 0,-311-8-567 0 0,400-16 799 0 0,-179 4-611 0 0,-188 9-174 0 0,0-1 0 0 0,0-3 0 0 0,81-20 1 0 0,-113 20 7 0 0,0-1 1 0 0,-1 0 0 0 0,0-2 0 0 0,0 0-1 0 0,35-24 1 0 0,-43 24-6 0 0,0-1-1 0 0,-1 1 1 0 0,-1-2 0 0 0,1 0-1 0 0,12-19 1 0 0,-18 22-55 0 0,0-1 0 0 0,-1 0-1 0 0,-1-1 1 0 0,0 1 0 0 0,0-1 0 0 0,-1 0 0 0 0,0 0-1 0 0,-1 0 1 0 0,0 0 0 0 0,-1 0 0 0 0,0-19 0 0 0,-1 16 0 0 0,0 1 1 0 0,-2-1-1 0 0,1 0 1 0 0,-2 1-1 0 0,0 0 1 0 0,0-1-1 0 0,-1 1 1 0 0,-1 0-1 0 0,-8-16 1 0 0,2 11 17 0 0,-1 1 0 0 0,-1 0 0 0 0,0 1 0 0 0,-1 0 0 0 0,0 1 0 0 0,-2 0 0 0 0,0 2 1 0 0,0 0-1 0 0,-34-20 0 0 0,16 13 17 0 0,-1 3 0 0 0,-1 1 0 0 0,-1 1 0 0 0,-51-13 0 0 0,69 23-22 0 0,-1 0 0 0 0,-36-3 0 0 0,50 7-56 0 0,0 1 1 0 0,0 0 0 0 0,0 0-1 0 0,1 1 1 0 0,-1 0-1 0 0,0 0 1 0 0,0 0 0 0 0,0 1-1 0 0,1-1 1 0 0,-1 1 0 0 0,0 1-1 0 0,1-1 1 0 0,0 1-1 0 0,-8 5 1 0 0,6-1-288 0 0,0 0-1 0 0,1 0 1 0 0,0 0-1 0 0,0 0 1 0 0,0 1-1 0 0,1 0 1 0 0,1 0-1 0 0,-1 1 1 0 0,-4 14-1 0 0,4-9-663 0 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39.948"/>
    </inkml:context>
    <inkml:brush xml:id="br0">
      <inkml:brushProperty name="width" value="0.1" units="cm"/>
      <inkml:brushProperty name="height" value="0.1" units="cm"/>
      <inkml:brushProperty name="color" value="#CC0066"/>
    </inkml:brush>
  </inkml:definitions>
  <inkml:trace contextRef="#ctx0" brushRef="#br0">1865 116 1800 0 0,'0'0'5'0'0,"0"-1"-1"0"0,0 1 1 0 0,0-1-1 0 0,0 1 1 0 0,0-1 0 0 0,0 1-1 0 0,0-1 1 0 0,0 1-1 0 0,0-1 1 0 0,0 1-1 0 0,0-1 1 0 0,0 1 0 0 0,-1 0-1 0 0,1-1 1 0 0,0 1-1 0 0,0-1 1 0 0,0 1 0 0 0,-1-1-1 0 0,1 1 1 0 0,0 0-1 0 0,0-1 1 0 0,-1 1 0 0 0,1 0-1 0 0,0-1 1 0 0,-1 1-1 0 0,1 0 1 0 0,-1-1-1 0 0,1 1 1 0 0,0 0 0 0 0,-1 0-1 0 0,1 0 1 0 0,-1-1-1 0 0,1 1 1 0 0,-1 0 0 0 0,1 0-1 0 0,0 0 1 0 0,-2 0-1 0 0,-4-3 49 0 0,-10-2 409 0 0,0 0 1 0 0,0 1-1 0 0,0 1 1 0 0,0 1 0 0 0,-21-1-1 0 0,-45-3 1075 0 0,-105-3 642 0 0,-281 0 2021 0 0,342 0-3238 0 0,-8 1 56 0 0,-135 17 486 0 0,128 4-742 0 0,74-6-648 0 0,45-4-35 0 0,0 0 1 0 0,0 2-1 0 0,-39 13 1 0 0,49-14-74 0 0,1 0 1 0 0,1 1 0 0 0,-1 1 0 0 0,1 0-1 0 0,0 0 1 0 0,0 1 0 0 0,1 0 0 0 0,-17 16-1 0 0,24-19-9 0 0,-1 1 0 0 0,0-1 0 0 0,1 1 0 0 0,0-1-1 0 0,0 1 1 0 0,0 0 0 0 0,1-1 0 0 0,0 1 0 0 0,-1 0-1 0 0,2 0 1 0 0,-1 0 0 0 0,1 0 0 0 0,-1 0 0 0 0,1 0-1 0 0,1 0 1 0 0,0 7 0 0 0,1 5 5 0 0,1 0 0 0 0,1 0 0 0 0,7 22 0 0 0,-7-30 39 0 0,-1-1 1 0 0,1 0 0 0 0,1 0 0 0 0,0 0 0 0 0,0-1 0 0 0,0 1-1 0 0,9 8 1 0 0,52 46 429 0 0,-23-24-184 0 0,-35-30-214 0 0,1 0-1 0 0,0-1 1 0 0,0-1 0 0 0,0 1 0 0 0,1-2 0 0 0,0 1 0 0 0,19 6-1 0 0,-11-6 125 0 0,0-1 0 0 0,0 0-1 0 0,37 3 1 0 0,423 14 1569 0 0,-4-33-983 0 0,56-35 160 0 0,-498 40-826 0 0,0 0 0 0 0,40-15 0 0 0,-53 14-21 0 0,-1 0 1 0 0,-1-1-1 0 0,0-1 0 0 0,0 0 0 0 0,18-14 1 0 0,-27 17-40 0 0,-1 0-1 0 0,0-1 1 0 0,0 0 0 0 0,0 0 0 0 0,-1-1 0 0 0,0 0 0 0 0,-1 0 0 0 0,0 0 0 0 0,0-1 0 0 0,0 0-1 0 0,-1 0 1 0 0,-1 0 0 0 0,1 0 0 0 0,-2-1 0 0 0,1 1 0 0 0,-1-1 0 0 0,1-17 0 0 0,-2 18-37 0 0,-2 1 1 0 0,1-1-1 0 0,-1 1 1 0 0,0 0-1 0 0,-1-1 1 0 0,0 1-1 0 0,0 0 0 0 0,0 0 1 0 0,-1 0-1 0 0,-1 0 1 0 0,1 1-1 0 0,-1-1 1 0 0,-1 1-1 0 0,1 0 1 0 0,-1 0-1 0 0,0 1 1 0 0,-1-1-1 0 0,0 1 1 0 0,0 0-1 0 0,0 1 1 0 0,-9-7-1 0 0,-10-4-3 0 0,0 0-1 0 0,-1 2 0 0 0,-1 1 0 0 0,0 1 1 0 0,-1 2-1 0 0,-48-13 0 0 0,36 15-26 0 0,1 1 0 0 0,-1 1-1 0 0,0 3 1 0 0,-62 2 0 0 0,92 1-37 0 0,1 1 0 0 0,0 0 0 0 0,0 1-1 0 0,0 0 1 0 0,0 0 0 0 0,0 1 0 0 0,-16 7 0 0 0,23-8-97 0 0,0-1 0 0 0,0 1 1 0 0,0 0-1 0 0,0-1 0 0 0,0 1 1 0 0,0 0-1 0 0,0 0 1 0 0,0 0-1 0 0,1 0 0 0 0,-1 1 1 0 0,1-1-1 0 0,0 0 0 0 0,0 1 1 0 0,-1-1-1 0 0,2 0 0 0 0,-1 1 1 0 0,0 0-1 0 0,0-1 0 0 0,0 5 1 0 0,-1 9-1384 0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42.642"/>
    </inkml:context>
    <inkml:brush xml:id="br0">
      <inkml:brushProperty name="width" value="0.1" units="cm"/>
      <inkml:brushProperty name="height" value="0.1" units="cm"/>
      <inkml:brushProperty name="color" value="#CC0066"/>
    </inkml:brush>
  </inkml:definitions>
  <inkml:trace contextRef="#ctx0" brushRef="#br0">203 625 1280 0 0,'-5'0'165'0'0,"-26"2"-38"0"0,31-2-97 0 0,-1 0 1 0 0,1 0 0 0 0,-1 0 0 0 0,1 0 0 0 0,-1 0 0 0 0,1 1 0 0 0,-1-1 0 0 0,1 0 0 0 0,-1 0-1 0 0,1 1 1 0 0,0-1 0 0 0,-1 0 0 0 0,1 1 0 0 0,-1-1 0 0 0,1 0 0 0 0,0 1 0 0 0,-1-1 0 0 0,1 1-1 0 0,0-1 1 0 0,-1 0 0 0 0,1 1 0 0 0,0-1 0 0 0,0 1 0 0 0,-1-1 0 0 0,1 1 0 0 0,0-1 0 0 0,0 1 0 0 0,0-1-1 0 0,0 1 1 0 0,0-1 0 0 0,0 1 0 0 0,0-1 0 0 0,0 1 0 0 0,0-1 0 0 0,0 1 0 0 0,0 0 0 0 0,0-1-1 0 0,0 1 1 0 0,0-1 0 0 0,0 1 0 0 0,0-1 0 0 0,1 1 0 0 0,-1-1 0 0 0,0 0 0 0 0,0 1 0 0 0,1-1-1 0 0,-1 1 1 0 0,0-1 0 0 0,1 1 0 0 0,2 3 436 0 0,1-1-1 0 0,0 0 1 0 0,-1 0-1 0 0,1-1 1 0 0,0 1-1 0 0,0-1 1 0 0,1 1-1 0 0,-1-1 1 0 0,0-1-1 0 0,1 1 1 0 0,-1-1-1 0 0,7 2 1 0 0,-6-1-137 0 0,23 5 1190 0 0,41 6-1 0 0,-7-5-485 0 0,47-2 206 0 0,191-15 1 0 0,-204 3-766 0 0,-5 0 195 0 0,112-21-1 0 0,-154 16-457 0 0,-1-1 0 0 0,0-3 1 0 0,85-37-1 0 0,-114 43-162 0 0,9-4-49 0 0,0-1 0 0 0,0-2 0 0 0,-2 0 0 0 0,36-29 0 0 0,-53 37 15 0 0,13-11-8 0 0,-1 0 0 0 0,0-1 1 0 0,26-36-1 0 0,-44 52-6 0 0,-1 0 1 0 0,1-1-1 0 0,-1 0 1 0 0,0 1-1 0 0,0-1 1 0 0,-1 0-1 0 0,1 0 1 0 0,-1 0-1 0 0,0 0 1 0 0,-1 0-1 0 0,1-1 1 0 0,-1 1-1 0 0,0 0 1 0 0,0 0-1 0 0,-1 0 1 0 0,1 0-1 0 0,-1 0 1 0 0,0-1-1 0 0,0 1 1 0 0,-1 1-1 0 0,0-1 1 0 0,0 0-1 0 0,0 0 1 0 0,0 1-1 0 0,-6-8 1 0 0,3 3-29 0 0,-2 0 0 0 0,1 1 0 0 0,-1 0 0 0 0,0 0 0 0 0,-1 0 0 0 0,0 1 0 0 0,0 1 0 0 0,-1-1 1 0 0,0 1-1 0 0,0 1 0 0 0,-18-9 0 0 0,-14-1-76 0 0,-2 1 1 0 0,1 2-1 0 0,-56-7 0 0 0,-135-8-442 0 0,192 23 469 0 0,-434-18-843 0 0,353 24 844 0 0,-94 4 1 0 0,177-2-9 0 0,1 1 0 0 0,0 2 0 0 0,-58 19 0 0 0,88-23 69 0 0,0-1 0 0 0,1 2 0 0 0,-1-1-1 0 0,1 1 1 0 0,0 0 0 0 0,0 0 0 0 0,1 1 0 0 0,-1 0 0 0 0,1 0 0 0 0,0 1 0 0 0,0 0-1 0 0,1 0 1 0 0,0 0 0 0 0,0 0 0 0 0,0 1 0 0 0,1 0 0 0 0,0 0 0 0 0,0 0-1 0 0,1 1 1 0 0,0-1 0 0 0,0 1 0 0 0,0 0 0 0 0,1-1 0 0 0,1 1 0 0 0,-1 0-1 0 0,0 15 1 0 0,1-11 113 0 0,0 1-1 0 0,1-1 1 0 0,0 0-1 0 0,1 1 1 0 0,0-1-1 0 0,1 0 1 0 0,0 0-1 0 0,1 0 1 0 0,1 0-1 0 0,0 0 0 0 0,0 0 1 0 0,1-1-1 0 0,0 0 1 0 0,13 18-1 0 0,-1-6 150 0 0,1-2 0 0 0,1 0 0 0 0,1-2 0 0 0,0 0 0 0 0,2-1 0 0 0,0-1 0 0 0,1-1 0 0 0,0-1 0 0 0,1-1 0 0 0,1-1 0 0 0,1-1 0 0 0,37 12 0 0 0,-27-13-2 0 0,0-1 1 0 0,1-2-1 0 0,0-1 1 0 0,0-2-1 0 0,1-1 1 0 0,-1-2-1 0 0,1-2 1 0 0,70-9-1 0 0,-79 6 25 0 0,-1-2 1 0 0,1-2-1 0 0,-2 0 1 0 0,1-2-1 0 0,45-20 0 0 0,-70 27-254 0 0,1 0 0 0 0,-1 0-1 0 0,1 0 1 0 0,-1-1 0 0 0,0 1 0 0 0,0-1-1 0 0,0 0 1 0 0,0 0 0 0 0,-1 0-1 0 0,4-4 1 0 0</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44.044"/>
    </inkml:context>
    <inkml:brush xml:id="br0">
      <inkml:brushProperty name="width" value="0.1" units="cm"/>
      <inkml:brushProperty name="height" value="0.1" units="cm"/>
      <inkml:brushProperty name="color" value="#CC0066"/>
    </inkml:brush>
  </inkml:definitions>
  <inkml:trace contextRef="#ctx0" brushRef="#br0">2202 262 1256 0 0,'1'-3'107'0'0,"0"0"-1"0"0,0 0 1 0 0,0 0-1 0 0,-1 0 1 0 0,0 0-1 0 0,1 0 1 0 0,-1 0 0 0 0,0 0-1 0 0,0 0 1 0 0,-1 0-1 0 0,1 0 1 0 0,-1 0-1 0 0,0 0 1 0 0,1 0 0 0 0,-1 0-1 0 0,0 0 1 0 0,-1 0-1 0 0,1 0 1 0 0,-1 1-1 0 0,1-1 1 0 0,-1 0 0 0 0,0 1-1 0 0,0-1 1 0 0,0 1-1 0 0,0 0 1 0 0,0 0-1 0 0,0 0 1 0 0,-1 0 0 0 0,1 0-1 0 0,-1 0 1 0 0,1 1-1 0 0,-6-3 1 0 0,-3-2 257 0 0,-1 1 0 0 0,0 0 1 0 0,0 1-1 0 0,-1 1 0 0 0,1 0 0 0 0,-1 0 0 0 0,-23-1 1 0 0,33 4-327 0 0,-67-7 519 0 0,-877-25 4011 0 0,859 36-4121 0 0,1 3-1 0 0,-144 31 1 0 0,108 2 119 0 0,36-11-128 0 0,53-17-307 0 0,1 2 0 0 0,1 2 0 0 0,0 0 0 0 0,1 2 0 0 0,-54 42 0 0 0,65-44 30 0 0,1 0-1 0 0,0 2 0 0 0,-29 35 1 0 0,43-45-149 0 0,0 0 1 0 0,0 0 0 0 0,1 1 0 0 0,0 0 0 0 0,1-1-1 0 0,0 1 1 0 0,-2 10 0 0 0,-11 68 300 0 0,14-76-250 0 0,1-2 41 0 0,1 0-1 0 0,-1 0 1 0 0,1 0-1 0 0,1 1 0 0 0,0-1 1 0 0,0-1-1 0 0,1 1 0 0 0,0 0 1 0 0,0 0-1 0 0,8 16 1 0 0,-6-17 17 0 0,0 0 1 0 0,0-1 0 0 0,1 1 0 0 0,0-1 0 0 0,1 0-1 0 0,-1 0 1 0 0,8 6 0 0 0,-3-4 50 0 0,0 1 83 0 0,0-2-1 0 0,15 12 1 0 0,-4-8-85 0 0,0 0 1 0 0,1-1-1 0 0,0-2 1 0 0,1 0-1 0 0,-1-1 0 0 0,2-1 1 0 0,32 5-1 0 0,178 14 459 0 0,453-10 19 0 0,-627-16-479 0 0,198-15 574 0 0,-209 8-597 0 0,-1-1 0 0 0,0-3 0 0 0,-1-1 0 0 0,0-3 0 0 0,79-37 0 0 0,-111 45-67 0 0,0-1 0 0 0,0 0 0 0 0,-1-1 0 0 0,0-1 0 0 0,-1 0 1 0 0,0-1-1 0 0,0 0 0 0 0,-1-1 0 0 0,-1 0 0 0 0,0-1 0 0 0,-1-1 0 0 0,0 0 1 0 0,11-19-1 0 0,-14 18-37 0 0,1 0 1 0 0,-2 0-1 0 0,0 0 1 0 0,0 0 0 0 0,-2-1-1 0 0,0 0 1 0 0,-1 0-1 0 0,0 0 1 0 0,-1-1-1 0 0,-1 1 1 0 0,-1 0 0 0 0,0-1-1 0 0,-1 1 1 0 0,-4-21-1 0 0,-1 9-79 0 0,-1-1 0 0 0,-2 1 0 0 0,-1 1 0 0 0,-26-53 0 0 0,24 59 14 0 0,-1-1-1 0 0,0 2 0 0 0,-2 0 1 0 0,0 0-1 0 0,-1 2 0 0 0,-29-26 1 0 0,33 35 98 0 0,0 0-1 0 0,-1 0 1 0 0,0 1 0 0 0,-1 1 0 0 0,0 0 0 0 0,0 1 0 0 0,0 1 0 0 0,-21-6 0 0 0,29 10-278 0 0,0 0 1 0 0,0 0 0 0 0,-1 0-1 0 0,1 1 1 0 0,0 0-1 0 0,-1 0 1 0 0,1 1-1 0 0,0-1 1 0 0,-1 1 0 0 0,-6 3-1 0 0,9-3-358 0 0,0 1-1 0 0,1-1 1 0 0,-1 1-1 0 0,0 0 1 0 0,1 0 0 0 0,0 1-1 0 0,-1-1 1 0 0,1 1-1 0 0,0 0 1 0 0,0 0-1 0 0,0 0 1 0 0,1 0-1 0 0,-1 0 1 0 0,1 1 0 0 0,0-1-1 0 0,-4 8 1 0 0,2-2-1931 0 0,1-1 1 0 0,0 1-1 0 0,-2 11 0 0 0,1 12-2408 0 0</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51.259"/>
    </inkml:context>
    <inkml:brush xml:id="br0">
      <inkml:brushProperty name="width" value="0.1" units="cm"/>
      <inkml:brushProperty name="height" value="0.1" units="cm"/>
      <inkml:brushProperty name="color" value="#CC0066"/>
    </inkml:brush>
  </inkml:definitions>
  <inkml:trace contextRef="#ctx0" brushRef="#br0">421 1046 1256 0 0,'-2'-2'21'0'0,"0"0"-1"0"0,0 1 1 0 0,-1-1-1 0 0,1 1 1 0 0,-1-1-1 0 0,1 1 1 0 0,-1 0-1 0 0,1 0 1 0 0,-1 0-1 0 0,0 0 1 0 0,1 1-1 0 0,-1-1 1 0 0,0 1-1 0 0,-4-1 1 0 0,-16-3 412 0 0,40 1 2744 0 0,338 3 2832 0 0,-255 0-5374 0 0,585-17 2534 0 0,-27-50-1430 0 0,-581 57-1404 0 0,113-30 0 0 0,-158 31-236 0 0,0-1 0 0 0,0-2 0 0 0,-2-2 0 0 0,1 0 0 0 0,-2-2 1 0 0,32-22-1 0 0,-53 31-95 0 0,0 0 0 0 0,0 0 0 0 0,-1-1 1 0 0,0 0-1 0 0,0-1 0 0 0,-1 1 1 0 0,-1-1-1 0 0,1 0 0 0 0,-1-1 0 0 0,5-12 1 0 0,-6 10 22 0 0,0 0 0 0 0,0 0 0 0 0,-1 0 1 0 0,0-1-1 0 0,-1 1 0 0 0,-1-1 0 0 0,0 0 0 0 0,-1-16 1 0 0,-1 18-43 0 0,-1 0 1 0 0,-1 1-1 0 0,0-1 0 0 0,0 0 1 0 0,-1 1-1 0 0,0 0 1 0 0,-1 0-1 0 0,-1 0 1 0 0,1 0-1 0 0,-1 1 1 0 0,-8-9-1 0 0,-1-1-24 0 0,-2 0 1 0 0,0 1-1 0 0,-1 1 0 0 0,-23-16 1 0 0,13 13-3 0 0,-1 2 1 0 0,-1 1-1 0 0,-47-20 1 0 0,-105-32 5 0 0,129 51-7 0 0,-32-10-43 0 0,-132-25 0 0 0,17 24-101 0 0,-78 13-74 0 0,268 16 256 0 0,-550 7-348 0 0,445 1 307 0 0,-201 40 1 0 0,288-42 9 0 0,0 1 0 0 0,0 1 0 0 0,1 2 0 0 0,1 1 0 0 0,-1 0 0 0 0,2 3 0 0 0,0 0 0 0 0,1 1 0 0 0,0 1 0 0 0,1 2 0 0 0,-35 33 0 0 0,50-43 28 0 0,0 0 1 0 0,1 1 0 0 0,0 0-1 0 0,1 0 1 0 0,0 1 0 0 0,-6 12-1 0 0,5-5-1 0 0,0 1 0 0 0,2 0 1 0 0,-4 19-1 0 0,3-9 46 0 0,2-1 1 0 0,1 1-1 0 0,1 0 1 0 0,3 32-1 0 0,-1-45 5 0 0,2-1 0 0 0,-1 1-1 0 0,2-1 1 0 0,0 0 0 0 0,1 1 0 0 0,0-1-1 0 0,1-1 1 0 0,1 1 0 0 0,0-1 0 0 0,8 13-1 0 0,-3-11 70 0 0,0-1-1 0 0,1 0 1 0 0,0 0-1 0 0,1-1 0 0 0,0-1 1 0 0,1 0-1 0 0,1-1 0 0 0,0 0 1 0 0,0-1-1 0 0,19 8 1 0 0,3 1 17 0 0,1-1 0 0 0,1-2 0 0 0,0-2 1 0 0,1-2-1 0 0,49 9 0 0 0,-4-8 30 0 0,0-4 1 0 0,0-3-1 0 0,1-4 0 0 0,0-4 0 0 0,-1-3 0 0 0,1-4 0 0 0,108-27 1 0 0,-180 32-635 0 0,0 0-4261 0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52.171"/>
    </inkml:context>
    <inkml:brush xml:id="br0">
      <inkml:brushProperty name="width" value="0.1" units="cm"/>
      <inkml:brushProperty name="height" value="0.1" units="cm"/>
      <inkml:brushProperty name="color" value="#CC0066"/>
    </inkml:brush>
  </inkml:definitions>
  <inkml:trace contextRef="#ctx0" brushRef="#br0">2150 237 1504 0 0,'-12'-11'27'0'0,"0"1"0"0"0,-1 0 1 0 0,0 1-1 0 0,0 0 0 0 0,-1 1 0 0 0,0 1 1 0 0,0 0-1 0 0,-1 0 0 0 0,-23-5 0 0 0,-12-1 129 0 0,-80-10-1 0 0,121 22-133 0 0,-161-15 572 0 0,72 14-376 0 0,-123-3-103 0 0,-239 0 2184 0 0,337 10-1198 0 0,-208 35 0 0 0,290-32-957 0 0,1 1 1 0 0,0 3-1 0 0,1 1 1 0 0,1 2-1 0 0,-47 24 1 0 0,77-34-112 0 0,1 0 0 0 0,0 0 1 0 0,0 1-1 0 0,0-1 0 0 0,1 2 1 0 0,0-1-1 0 0,0 1 0 0 0,0-1 1 0 0,1 2-1 0 0,0-1 1 0 0,1 1-1 0 0,0-1 0 0 0,0 1 1 0 0,-4 11-1 0 0,2 0 20 0 0,0 0 0 0 0,2 0-1 0 0,0 0 1 0 0,1 0 0 0 0,-1 27 0 0 0,4-38 21 0 0,1 1 0 0 0,-1-1 0 0 0,1 1-1 0 0,1-1 1 0 0,0 0 0 0 0,0 1 0 0 0,0-1 0 0 0,1 0 0 0 0,0-1 0 0 0,1 1 0 0 0,0 0-1 0 0,0-1 1 0 0,9 12 0 0 0,2 0 313 0 0,2 0 0 0 0,0-2 0 0 0,27 23 0 0 0,-19-21-85 0 0,1-1-1 0 0,0-1 1 0 0,1-1-1 0 0,1-1 1 0 0,1-2-1 0 0,32 11 1 0 0,-8-6-32 0 0,1-3-1 0 0,81 12 1 0 0,-31-14-107 0 0,-1-5 1 0 0,1-4-1 0 0,144-14 1 0 0,-127-3 59 0 0,-1-6 1 0 0,184-52-1 0 0,-254 56-143 0 0,153-50 311 0 0,-175 54-301 0 0,-1-2 0 0 0,0 0 0 0 0,0-2 0 0 0,46-34 0 0 0,-61 38-41 0 0,-1-1 0 0 0,0 0 0 0 0,-1 0 0 0 0,0-1-1 0 0,-1-1 1 0 0,0 1 0 0 0,-1-2 0 0 0,0 1 0 0 0,-2-1 0 0 0,0 0-1 0 0,0 0 1 0 0,5-24 0 0 0,-8 20 33 0 0,0 1 1 0 0,-1-1-1 0 0,-1 0 1 0 0,-1 0-1 0 0,0 0 1 0 0,-2 0-1 0 0,0 0 1 0 0,-1 0-1 0 0,-1 1 0 0 0,-9-28 1 0 0,9 36-55 0 0,-1-1 0 0 0,0 1 0 0 0,0 0 0 0 0,-1 1-1 0 0,0-1 1 0 0,-1 1 0 0 0,0 0 0 0 0,0 0 0 0 0,-1 1 0 0 0,0 0 0 0 0,0 1 0 0 0,-1 0 0 0 0,0 0 0 0 0,-1 0 0 0 0,1 1 0 0 0,-1 1-1 0 0,0 0 1 0 0,-1 0 0 0 0,1 1 0 0 0,-1 0 0 0 0,0 1 0 0 0,0 0 0 0 0,-19-2 0 0 0,-5 5-2592 0 0,30 1 1592 0 0,1 0 0 0 0,0 0 0 0 0,-1 0-1 0 0,1 1 1 0 0,0-1 0 0 0,0 1 0 0 0,0 0 0 0 0,-7 4-1 0 0,7-2-598 0 0,-1 0-1 0 0,1 0 0 0 0,0 0 1 0 0,-7 9-1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56.335"/>
    </inkml:context>
    <inkml:brush xml:id="br0">
      <inkml:brushProperty name="width" value="0.1" units="cm"/>
      <inkml:brushProperty name="height" value="0.1" units="cm"/>
      <inkml:brushProperty name="color" value="#CC0066"/>
    </inkml:brush>
  </inkml:definitions>
  <inkml:trace contextRef="#ctx0" brushRef="#br0">2520 258 552 0 0,'0'-1'1'0'0,"0"0"0"0"0,0 1-1 0 0,0-1 1 0 0,0 0 0 0 0,1 1 0 0 0,-1-1 0 0 0,0 1-1 0 0,0-1 1 0 0,0 0 0 0 0,1 1 0 0 0,-1-1 0 0 0,0 1-1 0 0,1-1 1 0 0,-1 0 0 0 0,0 1 0 0 0,1-1 0 0 0,0 0-1 0 0,3-9 26 0 0,-7 8 51 0 0,-1 0 1 0 0,1 1-1 0 0,-1-1 0 0 0,1 1 0 0 0,-1 0 1 0 0,0 0-1 0 0,-6 0 0 0 0,2-1 45 0 0,-50-14 601 0 0,19 4-120 0 0,-56-8-1 0 0,19 11-505 0 0,-143-9-484 0 0,-116 1 594 0 0,25-1 802 0 0,75 3 127 0 0,143 9 3 0 0,0-4 0 0 0,-95-22 0 0 0,112 15-178 0 0,1 4 1 0 0,-131-5-1 0 0,192 18-911 0 0,1 1 1 0 0,-1 0-1 0 0,1 1 0 0 0,0 1 0 0 0,-1 0 0 0 0,1 1 0 0 0,0 0 1 0 0,1 1-1 0 0,-1 0 0 0 0,1 0 0 0 0,0 2 0 0 0,0-1 0 0 0,1 1 0 0 0,0 1 1 0 0,0 0-1 0 0,1 0 0 0 0,0 1 0 0 0,0 0 0 0 0,1 1 0 0 0,0 0 1 0 0,1 0-1 0 0,0 0 0 0 0,0 1 0 0 0,1 0 0 0 0,-5 14 0 0 0,-2 14 159 0 0,3 1 1 0 0,0-1-1 0 0,-4 60 0 0 0,12-90-161 0 0,-36 301 838 0 0,-1 145 328 0 0,39-446-1187 0 0,-1 19 156 0 0,1 0 1 0 0,2 0-1 0 0,1 0 0 0 0,10 43 0 0 0,-12-67-143 0 0,0-1 1 0 0,1 0-1 0 0,-1 0 0 0 0,1 0 0 0 0,0 0 1 0 0,0 0-1 0 0,0 0 0 0 0,0 0 1 0 0,0-1-1 0 0,1 1 0 0 0,-1-1 0 0 0,1 1 1 0 0,0-1-1 0 0,0 0 0 0 0,0 0 1 0 0,0 0-1 0 0,0-1 0 0 0,0 1 0 0 0,6 1 1 0 0,5 2 76 0 0,1-1 0 0 0,0 0 1 0 0,19 1-1 0 0,-22-3-89 0 0,320 27 130 0 0,-251-25-248 0 0,213 9-293 0 0,138 9-20 0 0,427 15 379 0 0,-717-36 138 0 0,159-3-146 0 0,-292 2 102 0 0,-1-1 0 0 0,1 0 0 0 0,-1 0 0 0 0,0-1 0 0 0,14-5 0 0 0,-19 6-21 0 0,-1 1 0 0 0,0-2 0 0 0,0 1-1 0 0,0 0 1 0 0,0 0 0 0 0,1-1 0 0 0,-2 1 0 0 0,1-1 0 0 0,0 1 0 0 0,0-1 0 0 0,0 0 0 0 0,-1 0 0 0 0,1 0 0 0 0,-1 0 0 0 0,0 0 0 0 0,1 0 0 0 0,-1 0 0 0 0,0 0 0 0 0,0-1 0 0 0,0 1 0 0 0,-1 0-1 0 0,1-1 1 0 0,0 1 0 0 0,-1-4 0 0 0,3-54 449 0 0,-9-95 1 0 0,0 31-569 0 0,11-234 469 0 0,-6 316-360 0 0,0 1 1 0 0,-3-1 0 0 0,-12-54 0 0 0,0 28-181 0 0,-31-81 1 0 0,-66-127-953 0 0,84 230 929 0 0,27 44 127 0 0,0-1-1 0 0,0 1 1 0 0,0-1 0 0 0,0 1 0 0 0,-1 0 0 0 0,1 0 0 0 0,-1 0 0 0 0,0 1-1 0 0,1-1 1 0 0,-6-2 0 0 0,8 4 30 0 0,-1 0 0 0 0,1 0 0 0 0,0 0 0 0 0,0 0 0 0 0,0 0 0 0 0,0 0-1 0 0,-1 0 1 0 0,1-1 0 0 0,0 1 0 0 0,0 0 0 0 0,0 0 0 0 0,0 0 0 0 0,0 0 0 0 0,-1 0 0 0 0,1 0-1 0 0,0 0 1 0 0,0 0 0 0 0,0 0 0 0 0,0 0 0 0 0,-1 0 0 0 0,1 1 0 0 0,0-1 0 0 0,0 0 0 0 0,0 0-1 0 0,0 0 1 0 0,-1 0 0 0 0,1 0 0 0 0,0 0 0 0 0,0 0 0 0 0,0 0 0 0 0,0 0 0 0 0,0 0 0 0 0,0 1-1 0 0,-1-1 1 0 0,1 0 0 0 0,0 0 0 0 0,0 0 0 0 0,0 0 0 0 0,0 0 0 0 0,0 1 0 0 0,0-1 0 0 0,-1 11-612 0 0,1-6 191 0 0,1 17-3724 0 0,0 0 1 0 0,9 43-1 0 0,10-3-719 0 0</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57.608"/>
    </inkml:context>
    <inkml:brush xml:id="br0">
      <inkml:brushProperty name="width" value="0.1" units="cm"/>
      <inkml:brushProperty name="height" value="0.1" units="cm"/>
      <inkml:brushProperty name="color" value="#CC0066"/>
    </inkml:brush>
  </inkml:definitions>
  <inkml:trace contextRef="#ctx0" brushRef="#br0">3255 339 312 0 0,'-14'-18'96'0'0,"7"11"-70"0"0,0 0 0 0 0,0 1 0 0 0,-1 0 0 0 0,0 0 0 0 0,0 1 0 0 0,0 0 1 0 0,-1 1-1 0 0,1-1 0 0 0,-1 2 0 0 0,0-1 0 0 0,-14-2 0 0 0,-21-6 649 0 0,-52-5 0 0 0,68 13-69 0 0,-34-4 413 0 0,0 3 0 0 0,-66 3-1 0 0,44 1-426 0 0,-251 0 816 0 0,137 5-924 0 0,-403 9 1506 0 0,86-10-104 0 0,168-21-556 0 0,312 15-1196 0 0,-131-9 366 0 0,-188-26 111 0 0,325 28-412 0 0,26 9-213 0 0,0-1 0 0 0,-1 1 1 0 0,1-1-1 0 0,0 1 1 0 0,-1 0-1 0 0,1 1 0 0 0,-1-1 1 0 0,-5 0-1 0 0,9 1 7 0 0,-1 1 0 0 0,1-1 0 0 0,-1 0 0 0 0,1 0 0 0 0,-1 1-1 0 0,1-1 1 0 0,-1 0 0 0 0,1 1 0 0 0,-1-1 0 0 0,1 1 0 0 0,-1-1 0 0 0,1 1-1 0 0,0-1 1 0 0,-1 1 0 0 0,1-1 0 0 0,0 1 0 0 0,-1-1 0 0 0,1 1 0 0 0,0-1 0 0 0,0 1-1 0 0,0-1 1 0 0,-1 1 0 0 0,1 0 0 0 0,0-1 0 0 0,0 1 0 0 0,0-1 0 0 0,0 1-1 0 0,0 0 1 0 0,0 0 0 0 0,-1 24 17 0 0,1-20-20 0 0,1 106 520 0 0,16 121 1 0 0,-1-77 230 0 0,37 257 990 0 0,-5-183-974 0 0,33 99 234 0 0,-62-242-502 0 0,-19-85-456 0 0,0-1 0 0 0,1 1 0 0 0,-1 0 0 0 0,0-1 0 0 0,1 1 0 0 0,-1 0 0 0 0,0-1-1 0 0,1 1 1 0 0,-1 0 0 0 0,1-1 0 0 0,-1 1 0 0 0,1-1 0 0 0,-1 1 0 0 0,1-1 0 0 0,-1 1 0 0 0,1-1 0 0 0,0 0 0 0 0,-1 1 0 0 0,1-1 0 0 0,0 0 0 0 0,-1 1 0 0 0,1-1 0 0 0,0 0-1 0 0,-1 0 1 0 0,1 1 0 0 0,0-1 0 0 0,0 0 0 0 0,-1 0 0 0 0,1 0 0 0 0,0 0 0 0 0,1 0 0 0 0,25-6 232 0 0,-17 3-265 0 0,135-23 18 0 0,254-14-1 0 0,150 33 59 0 0,-392 7-98 0 0,1178-51-371 0 0,-1319 50 482 0 0,0 0 1 0 0,0-1 0 0 0,0-1-1 0 0,0 0 1 0 0,18-7-1 0 0,-29 9-60 0 0,-1-1 0 0 0,1 0 0 0 0,-1-1 0 0 0,0 1 0 0 0,0-1 0 0 0,0 0 0 0 0,0 0 0 0 0,0 0 0 0 0,-1-1 0 0 0,1 1 0 0 0,-1-1 0 0 0,0 0 0 0 0,0 0 0 0 0,0 0 0 0 0,0 0 0 0 0,-1-1 0 0 0,0 1 0 0 0,0 0-1 0 0,0-1 1 0 0,0 0 0 0 0,1-7 0 0 0,3-19 9 0 0,-1-1 0 0 0,-2 1-1 0 0,-1-34 1 0 0,-8-96-56 0 0,6 151 5 0 0,-42-492-1268 0 0,36 440 1260 0 0,-29-193 12 0 0,-4-48 220 0 0,38 294-457 0 0,1-26-1594 0 0,5 21-2879 0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6:58.932"/>
    </inkml:context>
    <inkml:brush xml:id="br0">
      <inkml:brushProperty name="width" value="0.1" units="cm"/>
      <inkml:brushProperty name="height" value="0.1" units="cm"/>
      <inkml:brushProperty name="color" value="#CC0066"/>
    </inkml:brush>
  </inkml:definitions>
  <inkml:trace contextRef="#ctx0" brushRef="#br0">99 191 920 0 0,'-3'-4'85'0'0,"0"1"0"0"0,0-1-1 0 0,0 1 1 0 0,0-1 0 0 0,-1 1 0 0 0,1 0-1 0 0,-1 0 1 0 0,0 1 0 0 0,1-1 0 0 0,-1 1-1 0 0,-1 0 1 0 0,1 0 0 0 0,0 0 0 0 0,0 0 0 0 0,-1 1-1 0 0,1 0 1 0 0,-1 0 0 0 0,-8-1 0 0 0,13 2-62 0 0,-1 0 0 0 0,1 0 0 0 0,-1 1 0 0 0,0-1 0 0 0,1 0 0 0 0,-1 0 0 0 0,1 1 0 0 0,-1-1 0 0 0,1 0 0 0 0,-1 1 0 0 0,1-1 0 0 0,-1 0 0 0 0,1 1 1 0 0,-1-1-1 0 0,1 1 0 0 0,-1-1 0 0 0,1 1 0 0 0,0-1 0 0 0,-1 1 0 0 0,1-1 0 0 0,0 1 0 0 0,-1-1 0 0 0,1 1 0 0 0,0-1 0 0 0,0 1 0 0 0,0 0 0 0 0,0-1 0 0 0,-1 1 0 0 0,1-1 1 0 0,0 2-1 0 0,-2 24 851 0 0,2-20-599 0 0,0 44 1392 0 0,-1 15 43 0 0,-2 114 1241 0 0,4 282 381 0 0,10 361 1300 0 0,-12-846-4486 0 0,0-26-34 0 0,1 47-118 0 0,1-1 1 0 0,-1 1 0 0 0,1-1-1 0 0,-1 1 1 0 0,1 0-1 0 0,0-1 1 0 0,1 1 0 0 0,-1 0-1 0 0,0 0 1 0 0,1 0-1 0 0,3-5 1 0 0,3-1-33 0 0,0 0 1 0 0,1 0-1 0 0,1 1 0 0 0,0 0 1 0 0,0 0-1 0 0,19-10 0 0 0,-1 0 46 0 0,-21 13-4 0 0,0 0 1 0 0,0 1-1 0 0,1 0 0 0 0,-1 0 0 0 0,1 1 0 0 0,16-6 1 0 0,59-5 11 0 0,1 4 0 0 0,103 0 1 0 0,-86 6-10 0 0,471-5 745 0 0,34-2 267 0 0,-569 9-920 0 0,485-18 1566 0 0,-464 20-1617 0 0,6 2 17 0 0,-1-4-1 0 0,81-12 1 0 0,-139 14-29 0 0,0-1 1 0 0,-1 0 0 0 0,1 0 0 0 0,-1-1-1 0 0,0 1 1 0 0,1-1 0 0 0,-1 0 0 0 0,0 0-1 0 0,0 0 1 0 0,0-1 0 0 0,5-4 0 0 0,-6 4-1 0 0,-1 0 0 0 0,1-1 0 0 0,-1 1 0 0 0,0-1 0 0 0,0 1 0 0 0,0-1 0 0 0,-1 0 0 0 0,1 1 0 0 0,-1-1 1 0 0,0 0-1 0 0,0 0 0 0 0,1-8 0 0 0,5-57 7 0 0,-3 0-1 0 0,-5-83 1 0 0,0 100-67 0 0,-9-202 124 0 0,-48-279 0 0 0,52 492-75 0 0,2-1 0 0 0,2-47 0 0 0,2 85-61 0 0,1-1 1 0 0,-1 0 0 0 0,1 0 0 0 0,0 1-1 0 0,1-1 1 0 0,3-9 0 0 0,-5 14-21 0 0,0-1 1 0 0,0 0 0 0 0,0 1 0 0 0,1-1 0 0 0,-1 1 0 0 0,0-1-1 0 0,1 0 1 0 0,-1 1 0 0 0,0-1 0 0 0,1 1 0 0 0,-1-1 0 0 0,1 1-1 0 0,-1-1 1 0 0,1 1 0 0 0,-1-1 0 0 0,1 1 0 0 0,-1 0-1 0 0,1-1 1 0 0,-1 1 0 0 0,1 0 0 0 0,0-1 0 0 0,-1 1 0 0 0,1 0-1 0 0,0 0 1 0 0,-1 0 0 0 0,1-1 0 0 0,0 1 0 0 0,-1 0-1 0 0,1 0 1 0 0,0 0 0 0 0,-1 0 0 0 0,1 0 0 0 0,0 0 0 0 0,-1 0-1 0 0,1 1 1 0 0,0-1 0 0 0,-1 0 0 0 0,1 0 0 0 0,-1 0 0 0 0,1 1-1 0 0,0-1 1 0 0,-1 0 0 0 0,1 1 0 0 0,-1-1 0 0 0,1 0-1 0 0,0 1 1 0 0,-1-1 0 0 0,1 1 0 0 0,-1-1 0 0 0,0 1 0 0 0,1-1-1 0 0,-1 1 1 0 0,1-1 0 0 0,-1 1 0 0 0,1 0 0 0 0,9 18-1348 0 0</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7:02.855"/>
    </inkml:context>
    <inkml:brush xml:id="br0">
      <inkml:brushProperty name="width" value="0.1" units="cm"/>
      <inkml:brushProperty name="height" value="0.1" units="cm"/>
      <inkml:brushProperty name="color" value="#CC0066"/>
    </inkml:brush>
  </inkml:definitions>
  <inkml:trace contextRef="#ctx0" brushRef="#br0">74 342 1040 0 0,'-9'-29'50'0'0,"5"19"-35"0"0,1-1-1 0 0,0 0 1 0 0,0 0 0 0 0,1 0 0 0 0,0-11 0 0 0,1 6 74 0 0,0 1 0 0 0,-5-23 0 0 0,1 15 229 0 0,4 14-65 0 0,-1 1 1 0 0,2 0-1 0 0,-1-17 1 0 0,1 4 265 0 0,-1 1 57 0 0,1 14-4 0 0,0-1 1 0 0,0 1-1 0 0,-1-1 1 0 0,1 1 0 0 0,-2-1-1 0 0,-1-7 1 0 0,2 40 1465 0 0,0-1-1330 0 0,10 175 1809 0 0,1-13-717 0 0,-10-140-758 0 0,-12 92-1 0 0,-14 76 427 0 0,24-176-1195 0 0,2-1 0 0 0,1 1 0 0 0,10 60 0 0 0,3-26 147 0 0,5 98 0 0 0,23 305 1641 0 0,-1 83-213 0 0,-41-550-1835 0 0,3 250 253 0 0,22-2 141 0 0,-12-174-180 0 0,8 34 500 0 0,4 131 1 0 0,-25 89-20 0 0,-2-141-440 0 0,2 485 793 0 0,3-483-923 0 0,1 37-68 0 0,-7 142-191 0 0,2 185 109 0 0,1-558 9 0 0,-6 138-63 0 0,3-105-8 0 0,-3 195 117 0 0,5-101 592 0 0,-9-3-479 0 0,1 20 308 0 0,9-141-479 0 0,0 1-1 0 0,1-1 1 0 0,0 1-1 0 0,0-1 0 0 0,0 0 1 0 0,1 1-1 0 0,3 7 1 0 0,-3-11 25 0 0,-1-1 1 0 0,1 0 0 0 0,0 0 0 0 0,0-1 0 0 0,0 1 0 0 0,0 0 0 0 0,0 0-1 0 0,0-1 1 0 0,1 0 0 0 0,-1 1 0 0 0,1-1 0 0 0,0 0 0 0 0,0 0 0 0 0,0 0-1 0 0,-1-1 1 0 0,2 1 0 0 0,4 1 0 0 0,7 2 23 0 0,1-2 1 0 0,0 0-1 0 0,0-1 1 0 0,19 1-1 0 0,36 5 70 0 0,0 5 114 0 0,0-4 0 0 0,88 0-1 0 0,166-16-424 0 0,3-28 378 0 0,-186 15-290 0 0,221-19-124 0 0,-67 36 548 0 0,72-3-265 0 0,-174-13-94 0 0,-52 3 259 0 0,130-20-214 0 0,-25 3-170 0 0,-215 31 165 0 0,-1 2 1 0 0,48 6-1 0 0,-49-3 21 0 0,0-1 0 0 0,56-4 0 0 0,-34 2 87 0 0,-50-1-95 0 0,-1 1 0 0 0,1-1 0 0 0,-1 1-1 0 0,1-1 1 0 0,-1 0 0 0 0,1 1 0 0 0,-1-1-1 0 0,0 0 1 0 0,1 0 0 0 0,-1 0 0 0 0,0 0-1 0 0,0 0 1 0 0,0 0 0 0 0,0 0 0 0 0,0-1-1 0 0,0 1 1 0 0,0 0 0 0 0,0 0 0 0 0,0-1-1 0 0,-1 1 1 0 0,1-1 0 0 0,0 1 0 0 0,-1-1-1 0 0,1-2 1 0 0,10-38-160 0 0,-9 10 247 0 0,-3-1-5823 0 0,1-25-10527 0 0,6 13 9323 0 0,-3 7 5042 0 0</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7:04.334"/>
    </inkml:context>
    <inkml:brush xml:id="br0">
      <inkml:brushProperty name="width" value="0.1" units="cm"/>
      <inkml:brushProperty name="height" value="0.1" units="cm"/>
      <inkml:brushProperty name="color" value="#CC0066"/>
    </inkml:brush>
  </inkml:definitions>
  <inkml:trace contextRef="#ctx0" brushRef="#br0">68 23 1584 0 0,'-4'-1'21'0'0,"-4"-2"18"0"0,-1 0 0 0 0,0 1-1 0 0,0-1 1 0 0,0 2 0 0 0,-10-2-1 0 0,153 3 745 0 0,-52-4-151 0 0,330 2 1825 0 0,-393 4-2323 0 0,0 1 1 0 0,0 1-1 0 0,0 1 0 0 0,0 1 0 0 0,-1 1 1 0 0,27 13-1 0 0,36 12 143 0 0,-62-26-207 0 0,-4-2 88 0 0,-1 1 0 0 0,26 12 0 0 0,-35-14-74 0 0,0 0 0 0 0,0 0 0 0 0,0 1 0 0 0,0 0 0 0 0,-1 0 0 0 0,1 0 0 0 0,-1 0 0 0 0,0 0 0 0 0,-1 1 0 0 0,1 0 0 0 0,4 9 0 0 0,8 21-10 0 0,-1 0-1 0 0,17 68 0 0 0,8 19 813 0 0,-2-8 305 0 0,10 22 221 0 0,-12-39-385 0 0,1 13 687 0 0,-6 1 0 0 0,20 133 1 0 0,2 72-25 0 0,34 284 162 0 0,-53 151 839 0 0,-49-306-819 0 0,-1 4-1189 0 0,42 712-108 0 0,0-594-249 0 0,-10-103-58 0 0,1 42 865 0 0,-17-484-1077 0 0,0-1-14 0 0,0-20 208 0 0,4 20-407 0 0,-4 9 152 0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7:06.581"/>
    </inkml:context>
    <inkml:brush xml:id="br0">
      <inkml:brushProperty name="width" value="0.1" units="cm"/>
      <inkml:brushProperty name="height" value="0.1" units="cm"/>
      <inkml:brushProperty name="color" value="#CC0066"/>
    </inkml:brush>
  </inkml:definitions>
  <inkml:trace contextRef="#ctx0" brushRef="#br0">282 2775 1152 0 0,'-26'0'82'0'0,"17"-1"-79"0"0,0 0 1 0 0,0 1-1 0 0,0 1 1 0 0,0 0 0 0 0,0 0-1 0 0,0 0 1 0 0,-11 5 0 0 0,19-6 6 0 0,1 0 0 0 0,-1 0 0 0 0,1 0 0 0 0,0 0 0 0 0,-1 0 1 0 0,1 0-1 0 0,-1 1 0 0 0,1-1 0 0 0,-1 0 0 0 0,1 0 0 0 0,0 1 0 0 0,-1-1 1 0 0,1 0-1 0 0,-1 0 0 0 0,1 1 0 0 0,0-1 0 0 0,-1 1 0 0 0,1-1 0 0 0,0 0 1 0 0,0 1-1 0 0,-1-1 0 0 0,1 0 0 0 0,0 1 0 0 0,0-1 0 0 0,-1 2 0 0 0,2-2 34 0 0,-1 1-1 0 0,1-1 0 0 0,0 1 0 0 0,-1-1 0 0 0,1 0 0 0 0,-1 1 1 0 0,1-1-1 0 0,0 0 0 0 0,-1 1 0 0 0,1-1 0 0 0,0 0 0 0 0,-1 0 1 0 0,1 0-1 0 0,0 0 0 0 0,0 0 0 0 0,-1 0 0 0 0,1 1 0 0 0,1-2 1 0 0,147 5 2720 0 0,-116-5-2233 0 0,78-3 1072 0 0,462-58 2715 0 0,-388 39-3458 0 0,520-48 2399 0 0,-263 39-1818 0 0,-421 30-1404 0 0,395-22 385 0 0,-53 13 94 0 0,-243 9-264 0 0,-34-1-99 0 0,-35 0 851 0 0,97 8 0 0 0,-126-4 831 0 0,-10-7-1963 0 0,-7 2 303 0 0,0 0-211 0 0,0-1 0 0 0,0 1 0 0 0,0-1 0 0 0,5-8 0 0 0,7-8-313 0 0,-12 16 360 0 0,-1 0-1 0 0,0-1 1 0 0,0 0-1 0 0,0 0 1 0 0,-1-1 0 0 0,1 1-1 0 0,-2-1 1 0 0,1 1 0 0 0,-1-1-1 0 0,0 0 1 0 0,0 0-1 0 0,1-12 1 0 0,-1-7 6 0 0,0 0-1 0 0,-4-30 1 0 0,1 13-4 0 0,-2-22 54 0 0,-3 0 0 0 0,-19-83 0 0 0,19 119-78 0 0,-7-58 4 0 0,-3-110 1 0 0,13-89-46 0 0,3 188-45 0 0,0 97 86 0 0,-1 0-1 0 0,1 0 0 0 0,-1 0 1 0 0,0 0-1 0 0,1 0 0 0 0,-1 0 1 0 0,0 0-1 0 0,1 0 1 0 0,-1 0-1 0 0,0 1 0 0 0,0-1 1 0 0,0 0-1 0 0,0 0 0 0 0,0 1 1 0 0,0-1-1 0 0,0 0 0 0 0,0 1 1 0 0,0-1-1 0 0,-1 1 0 0 0,1 0 1 0 0,0-1-1 0 0,0 1 0 0 0,0 0 1 0 0,0 0-1 0 0,-1 0 0 0 0,0 0 1 0 0,-12-5-67 0 0,9 2 76 0 0,1 1 0 0 0,-1 0-1 0 0,0 0 1 0 0,1 1-1 0 0,-1-1 1 0 0,0 1 0 0 0,0 0-1 0 0,-7 0 1 0 0,-40-1-57 0 0,51 2 59 0 0,-810 11 0 0 0,671-6-51 0 0,-242-23 0 0 0,-318-43 728 0 0,509 50-725 0 0,-97 1-48 0 0,15 24 233 0 0,-74 24-194 0 0,238-22 5 0 0,26-2 98 0 0,46-7-12 0 0,-1-1 1 0 0,-55 1-1 0 0,93-8-32 0 0,0 1 0 0 0,0 0 0 0 0,0 0-1 0 0,0 0 1 0 0,-1 0 0 0 0,1 0 0 0 0,0 0-1 0 0,0 0 1 0 0,0 0 0 0 0,0 0 0 0 0,0-1-1 0 0,0 1 1 0 0,0 0 0 0 0,0 0 0 0 0,0 0 0 0 0,0 0-1 0 0,0 0 1 0 0,0 0 0 0 0,0-1 0 0 0,0 1-1 0 0,0 0 1 0 0,0 0 0 0 0,0 0 0 0 0,0 0-1 0 0,0 0 1 0 0,0 0 0 0 0,0-1 0 0 0,0 1-1 0 0,0 0 1 0 0,0 0 0 0 0,0 0 0 0 0,0 0-1 0 0,0 0 1 0 0,0 0 0 0 0,0-1 0 0 0,0 1 0 0 0,0 0-1 0 0,0 0 1 0 0,0 0 0 0 0,1 0 0 0 0,-1 0-1 0 0,0 0 1 0 0,0 0 0 0 0,0 0 0 0 0,0 0-1 0 0,0-1 1 0 0,0 1 0 0 0,0 0 0 0 0,1 0-1 0 0,-1 0 1 0 0,0 0 0 0 0,0 0 0 0 0,0 0-1 0 0,7-7 15 0 0,-7 7-9 0 0,3-2-2 0 0,-1-1 0 0 0,1 0 0 0 0,-1 0 0 0 0,0 0 1 0 0,1 0-1 0 0,-1 0 0 0 0,-1-1 0 0 0,1 1 0 0 0,0-1 0 0 0,-1 1 1 0 0,0-1-1 0 0,0 0 0 0 0,2-6 0 0 0,-1-6-12 0 0,1-33-1 0 0,-1 12-29 0 0,18-103 28 0 0,-8 63-4 0 0,3-84 0 0 0,-15 101 36 0 0,-2 0-1 0 0,-17-98 1 0 0,10 94 16 0 0,5 33-31 0 0,-10-40 1 0 0,7 49-9 0 0,4 14 1 0 0,1 0-1 0 0,-1-1 1 0 0,1 1 0 0 0,1-1-1 0 0,-1 1 1 0 0,2-1 0 0 0,-1 0-1 0 0,1 1 1 0 0,1-11 0 0 0,1 14-15 0 0,1 1 0 0 0,-1 1-1 0 0,1-1 1 0 0,0 0 0 0 0,0 1 0 0 0,0-1 0 0 0,0 1 0 0 0,0 0 0 0 0,1 0 0 0 0,6-4 0 0 0,-7 5-26 0 0,8-5 14 0 0,0 1 0 0 0,0 1 1 0 0,0 0-1 0 0,0 1 0 0 0,1 0 0 0 0,-1 1 0 0 0,1 0 0 0 0,18-2 1 0 0,0-1-11 0 0,30-5 82 0 0,0 3-1 0 0,73-1 1 0 0,126 12 272 0 0,-89 0-197 0 0,466-8 67 0 0,306 5-492 0 0,-256 12 193 0 0,-548-15 79 0 0,-48-2-4 0 0,-60 3 2 0 0,-10 0-61 0 0,0-1 0 0 0,30-8 1 0 0,-43 9 70 0 0,1 1 0 0 0,-1 1 1 0 0,0-1-1 0 0,0 1 0 0 0,8 1 1 0 0,-7 0-290 0 0,-1-1 1 0 0,1 0 0 0 0,-1 0-1 0 0,0-1 1 0 0,10-1 0 0 0,8-7-1450 0 0,-10 0 516 0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7:07.292"/>
    </inkml:context>
    <inkml:brush xml:id="br0">
      <inkml:brushProperty name="width" value="0.1" units="cm"/>
      <inkml:brushProperty name="height" value="0.1" units="cm"/>
      <inkml:brushProperty name="color" value="#CC0066"/>
    </inkml:brush>
  </inkml:definitions>
  <inkml:trace contextRef="#ctx0" brushRef="#br0">228 76 792 0 0,'-25'0'127'0'0,"-1"0"0"0"0,0-2 0 0 0,0 0 0 0 0,1-2 1 0 0,-29-8-1 0 0,14 0 258 0 0,35 11-36 0 0,6 0-261 0 0,9 1-60 0 0,33-1 46 0 0,139-12 192 0 0,-27 1 85 0 0,-150 12-339 0 0,366-15 1523 0 0,384 26-196 0 0,-256 2-1345 0 0,-139-13 56 0 0,214 3 217 0 0,-264 26 137 0 0,-1 23 298 0 0,-240-40-495 0 0,36 6 339 0 0,-100-17-413 0 0</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9:15:46.276"/>
    </inkml:context>
    <inkml:brush xml:id="br0">
      <inkml:brushProperty name="width" value="0.1" units="cm"/>
      <inkml:brushProperty name="height" value="0.1" units="cm"/>
      <inkml:brushProperty name="color" value="#CC0066"/>
      <inkml:brushProperty name="transparency" value="153"/>
    </inkml:brush>
  </inkml:definitions>
  <inkml:trace contextRef="#ctx0" brushRef="#br0">6163 865 24527,'-2'35'0,"-5"-1"0,-5-1 0,-5 0 0,-4 1 0,-5-1 0,-5 0 0,-4 0 0,-4-1 0,-6-1 0,-3 0 0,-5 0 0,-4-1 0,-4-1 0,-4 0 0,-4-1 0,-5-1 0,-2-1 0,-5 0 0,-3-2 0,-3 0 0,-3-2 0,-4-1 0,-2 0 0,-3-2 0,-3 0 0,-3-2 0,-1-1 0,-3-1 0,-2-1 0,-2-2 0,-1-1 0,-2-1 0,-1-2 0,-1-1 0,-1 0 0,-1-3 0,-1-1 0,1-1 0,-1-1 0,0-2 0,0-1 0,0-1 0,2-1 0,0-3 0,0 0 0,2-1 0,1-2 0,2-1 0,1-1 0,3-2 0,1-1 0,2-1 0,3-1 0,2-2 0,3 0 0,2-2 0,4 0 0,2-1 0,4-2 0,3 0 0,4-2 0,3 0 0,4-1 0,4-1 0,3-1 0,5 0 0,4-1 0,4-1 0,5 0 0,4 0 0,4-1 0,5-1 0,4 0 0,6 0 0,3-1 0,6 1 0,4 0 0,5-1 0,4-1 0,6 1 0,4 1 0,5-1 0,4 0 0,6 1 0,3 0 0,6 0 0,4 0 0,5 1 0,4 1 0,4-1 0,5 2 0,4 0 0,4 1 0,5 0 0,3 1 0,4 1 0,4 1 0,3 1 0,4 0 0,3 2 0,4 0 0,2 1 0,4 2 0,2 1 0,3 0 0,2 2 0,3 1 0,2 1 0,1 2 0,3 1 0,1 0 0,2 2 0,1 2 0,2 0 0,0 3 0,0 0 0,2 1 0,0 3 0,0 0 0,0 2 0,-1 0 0,1 3 0,-1 1 0,-1 0 0,-1 3 0,-1 0 0,-1 2 0,-2 2 0,-1 0 0,-2 1 0,-2 2 0,-3 1 0,-1 1 0,-3 2 0,-3 0 0,-3 1 0,-2 2 0,-4 1 0,-3 0 0,-3 2 0,-3 0 0,-5 1 0,-2 1 0,-5 1 0,-4 1 0,-4 0 0,-4 1 0,-4 0 0,-5 2 0,-3-1 0,-6 1 0,-4 1 0,-4 0 0,-5 0 0,-5 0 0,-4 1 0,-5 0 0,-5-1 0,-5 1 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7:24.292"/>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1277 545 240 0 0,'-23'-5'60'0'0,"14"3"-37"0"0,0 0 1 0 0,-1 0-1 0 0,1 1 1 0 0,0 0 0 0 0,-1 1-1 0 0,1 0 1 0 0,0 0-1 0 0,-11 3 1 0 0,19-3-26 0 0,-1 1 0 0 0,0-1-1 0 0,1 1 1 0 0,-1 0 0 0 0,0 0 0 0 0,1-1 0 0 0,-1 1-1 0 0,1 0 1 0 0,-1 1 0 0 0,1-1 0 0 0,0 0-1 0 0,-1 0 1 0 0,1 1 0 0 0,0-1 0 0 0,0 0 0 0 0,0 1-1 0 0,0-1 1 0 0,0 1 0 0 0,0 0 0 0 0,0-1 0 0 0,1 1-1 0 0,-1 0 1 0 0,0-1 0 0 0,1 1 0 0 0,-1 0 0 0 0,1 0-1 0 0,0-1 1 0 0,0 1 0 0 0,0 0 0 0 0,0 0-1 0 0,0 0 1 0 0,0 0 0 0 0,0-1 0 0 0,0 1 0 0 0,2 3-1 0 0,-1 1-6 0 0,1 1-1 0 0,0-1 1 0 0,0 1-1 0 0,0-1 1 0 0,1 0-1 0 0,0 0 1 0 0,1 0-1 0 0,5 8 1 0 0,-1-5 7 0 0,0 0 0 0 0,1 0-1 0 0,0-1 1 0 0,1 0 0 0 0,0 0 0 0 0,15 8 0 0 0,7 1 9 0 0,36 15-1 0 0,-21-13-3 0 0,1-2-1 0 0,1-3 1 0 0,96 16-1 0 0,162 0-37 0 0,-303-30 35 0 0,267 12-3 0 0,20-17-1 0 0,-117-8-13 0 0,0-9 0 0 0,-1-6 0 0 0,301-92 0 0 0,-341 75 19 0 0,-112 37 3 0 0,0-1-1 0 0,-1-1 0 0 0,32-21 0 0 0,-48 28-2 0 0,0 1 0 0 0,0-1 0 0 0,-1-1 0 0 0,1 1 1 0 0,-1-1-1 0 0,1 1 0 0 0,2-5 0 0 0,-5 7-2 0 0,-1 0 1 0 0,1 0-1 0 0,-1 0 1 0 0,0 0-1 0 0,1-1 0 0 0,-1 1 1 0 0,0 0-1 0 0,0 0 1 0 0,0 0-1 0 0,0 0 0 0 0,1 0 1 0 0,-2 0-1 0 0,1 0 1 0 0,0 0-1 0 0,0 0 0 0 0,0-1 1 0 0,0 1-1 0 0,-1 0 1 0 0,1 0-1 0 0,0 0 0 0 0,-1 0 1 0 0,1 0-1 0 0,-1 0 1 0 0,1 0-1 0 0,-1 0 1 0 0,0 0-1 0 0,1 1 0 0 0,-1-1 1 0 0,0 0-1 0 0,0 0 1 0 0,1 0-1 0 0,-1 1 0 0 0,0-1 1 0 0,0 1-1 0 0,0-1 1 0 0,-2 0-1 0 0,-8-7-15 0 0,-1 2 0 0 0,0-1 0 0 0,-1 2 0 0 0,1 0 1 0 0,-26-7-1 0 0,0 3-17 0 0,-48-6 0 0 0,15 8 17 0 0,-1 3 0 0 0,-143 11 0 0 0,103 6 48 0 0,-151 39 0 0 0,-279 94 297 0 0,214-28 263 0 0,125-24 87 0 0,161-71-350 0 0,-60 42 1 0 0,93-58-291 0 0,0 0 0 0 0,1 0 0 0 0,0 0 0 0 0,0 1 0 0 0,1 0 0 0 0,-1 1 0 0 0,2 0 0 0 0,-1 0 0 0 0,2 0 0 0 0,-8 15 0 0 0,12-20-34 0 0,-1-1-1 0 0,1 1 1 0 0,0 0-1 0 0,1-1 1 0 0,-1 1-1 0 0,1 0 1 0 0,0 0-1 0 0,0 0 1 0 0,0 0-1 0 0,0 0 1 0 0,0-1-1 0 0,1 1 1 0 0,1 4-1 0 0,0-3-2 0 0,0-1-1 0 0,0 1 1 0 0,0-1-1 0 0,0 0 1 0 0,1 0 0 0 0,0 0-1 0 0,0 0 1 0 0,0 0-1 0 0,0 0 1 0 0,1-1 0 0 0,0 0-1 0 0,5 4 1 0 0,8 5 20 0 0,0 0 0 0 0,2-2 0 0 0,-1 0 0 0 0,33 12 0 0 0,-9-8-2 0 0,65 15-1 0 0,-48-18 2 0 0,0-3 1 0 0,0-2 0 0 0,1-2-1 0 0,-1-4 1 0 0,79-8 0 0 0,-34-9 32 0 0,-1-5 1 0 0,157-54-1 0 0,-189 51-27 0 0,112-57 0 0 0,-149 63-4 0 0,-2 0 1 0 0,0-3-1 0 0,-1 0 0 0 0,53-52 1 0 0,-76 66-14 0 0,0 0 0 0 0,0-1 0 0 0,-1 0 0 0 0,-1 0 1 0 0,1-1-1 0 0,-2 0 0 0 0,1 0 0 0 0,-1 0 0 0 0,-1-1 1 0 0,0 0-1 0 0,5-20 0 0 0,-8 22-23 0 0,0 1 1 0 0,-1-1-1 0 0,0 0 1 0 0,0 1-1 0 0,-1-1 0 0 0,0 1 1 0 0,0-1-1 0 0,-1 1 1 0 0,-1-1-1 0 0,1 1 1 0 0,-1 0-1 0 0,0 0 0 0 0,-1 0 1 0 0,0 1-1 0 0,0-1 1 0 0,-8-9-1 0 0,-1-1-60 0 0,-1 1 1 0 0,0 1-1 0 0,-2 0 0 0 0,1 1 1 0 0,-2 1-1 0 0,-32-22 0 0 0,21 19-7 0 0,1 2 0 0 0,-2 1-1 0 0,0 1 1 0 0,-35-10 0 0 0,2 6 5 0 0,-1 2 0 0 0,-1 4 0 0 0,0 2 0 0 0,-73 0 0 0 0,51 7 213 0 0,0 4 0 0 0,0 4 1 0 0,0 4-1 0 0,1 3 0 0 0,0 4 0 0 0,2 4 0 0 0,-83 31 0 0 0,-52 37 603 0 0,175-69-491 0 0,-57 38 0 0 0,86-48-222 0 0,0 0 1 0 0,1 0-1 0 0,0 1 0 0 0,1 1 1 0 0,0 0-1 0 0,-13 18 0 0 0,22-26-31 0 0,0 0-1 0 0,0 1 1 0 0,1-1-1 0 0,0 1 0 0 0,-1-1 1 0 0,2 1-1 0 0,-1 0 0 0 0,0 0 1 0 0,1 0-1 0 0,0 0 1 0 0,0 0-1 0 0,0 0 0 0 0,1 0 1 0 0,0 1-1 0 0,0-1 1 0 0,0 0-1 0 0,1 0 0 0 0,-1 0 1 0 0,1 0-1 0 0,0 0 1 0 0,1 0-1 0 0,-1 0 0 0 0,1 0 1 0 0,0 0-1 0 0,0-1 1 0 0,6 10-1 0 0,0-4 6 0 0,1 1 0 0 0,-1-1 0 0 0,2 0 1 0 0,-1-1-1 0 0,2 0 0 0 0,-1 0 0 0 0,1-1 0 0 0,0-1 0 0 0,21 11 1 0 0,4-2-16 0 0,0-1-1 0 0,1-2 1 0 0,0-2 0 0 0,1-1 0 0 0,0-2 0 0 0,67 5 0 0 0,-12-7-93 0 0,157-11 0 0 0,-144-6 36 0 0,-1-5 0 0 0,0-5-1 0 0,160-52 1 0 0,-166 40 19 0 0,-2-4 0 0 0,169-91-1 0 0,-131 42 47 0 0,-121 76 16 0 0,0-2-1 0 0,-1 0 1 0 0,0 0 0 0 0,-1-1 0 0 0,0-1 0 0 0,12-20 0 0 0,-20 29-16 0 0,-1 0-1 0 0,0 0 1 0 0,0 0 0 0 0,-1 0-1 0 0,0-1 1 0 0,1 1 0 0 0,-2-1-1 0 0,1 0 1 0 0,-1 0 0 0 0,0 1-1 0 0,0-1 1 0 0,-1 0 0 0 0,1 0-1 0 0,-1 0 1 0 0,0 0 0 0 0,-1 0-1 0 0,0 0 1 0 0,0 0 0 0 0,0 1 0 0 0,-1-1-1 0 0,1 0 1 0 0,-1 1 0 0 0,-1-1-1 0 0,1 1 1 0 0,-5-7 0 0 0,0 2-37 0 0,-1 0 0 0 0,0 1 0 0 0,0 0 1 0 0,-1 1-1 0 0,-1 0 0 0 0,1 0 0 0 0,-1 1 1 0 0,0 0-1 0 0,-1 0 0 0 0,0 1 0 0 0,-13-5 1 0 0,-4 0-39 0 0,0 1 0 0 0,-1 1 1 0 0,0 2-1 0 0,-31-4 0 0 0,3 3-19 0 0,0 3-1 0 0,-65 3 0 0 0,12 8 96 0 0,1 5 0 0 0,-147 34 0 0 0,-215 85 699 0 0,195-32 259 0 0,-105 70 260 0 0,362-157-1184 0 0,0 0 0 0 0,-34 26-1 0 0,34-16-83 0 0,19-20 49 0 0,0 0 1 0 0,-1-1-1 0 0,1 1 0 0 0,0 0 0 0 0,-1 0 1 0 0,1 0-1 0 0,0-1 0 0 0,0 1 0 0 0,0 0 1 0 0,-1 0-1 0 0,1 0 0 0 0,0 0 1 0 0,0-1-1 0 0,0 1 0 0 0,1 0 0 0 0,-1 0 1 0 0,0 0-1 0 0,0 1 0 0 0,2 0-2 0 0,0 0 0 0 0,-1 0 0 0 0,1 0 0 0 0,0 0 1 0 0,0 0-1 0 0,0 0 0 0 0,0 0 0 0 0,1-1 0 0 0,-1 1 0 0 0,0-1 0 0 0,1 0 0 0 0,-1 0 0 0 0,1 1 0 0 0,4 0 0 0 0,15 6 13 0 0,0-1-1 0 0,0-2 1 0 0,34 6-1 0 0,76 0-49 0 0,-62-10-115 0 0,-1-3 1 0 0,1-4 0 0 0,-1-2-1 0 0,70-19 1 0 0,13-8-214 0 0,-2-8 1 0 0,231-97-1 0 0,-195 53 223 0 0,-166 76 128 0 0,0-1 1 0 0,-1 0-1 0 0,20-17 0 0 0,-33 24 15 0 0,-1 0 1 0 0,0-1 0 0 0,0 1-1 0 0,0-1 1 0 0,-1 0 0 0 0,0 0-1 0 0,0-1 1 0 0,0 1-1 0 0,-1-1 1 0 0,0 0 0 0 0,3-9-1 0 0,-5 13-2 0 0,0 0-1 0 0,-1-1 1 0 0,1 1-1 0 0,-1 0 0 0 0,1-1 1 0 0,-1 1-1 0 0,0 0 1 0 0,0-1-1 0 0,0 1 0 0 0,-1 0 1 0 0,1-1-1 0 0,-1 1 1 0 0,0 0-1 0 0,0 0 1 0 0,0-1-1 0 0,0 1 0 0 0,0 0 1 0 0,-1 0-1 0 0,0 0 1 0 0,1 0-1 0 0,-4-4 0 0 0,-2 1-20 0 0,1 0 0 0 0,-1 0-1 0 0,0 0 1 0 0,-1 1-1 0 0,1 0 1 0 0,-1 0-1 0 0,-10-4 1 0 0,-2-1-24 0 0,-1 2 1 0 0,1 0-1 0 0,-2 2 1 0 0,1 0-1 0 0,-41-5 1 0 0,-116 1-55 0 0,68 10 228 0 0,0 5 0 0 0,-149 26 1 0 0,68 8 864 0 0,-258 89 1 0 0,327-82-662 0 0,112-42-313 0 0,0 0 1 0 0,0 1-1 0 0,1 0 1 0 0,-14 9 0 0 0,22-14-18 0 0,0 1 0 0 0,1 0 1 0 0,-1-1-1 0 0,0 1 1 0 0,0-1-1 0 0,1 1 0 0 0,-1 0 1 0 0,1-1-1 0 0,-1 1 0 0 0,0 0 1 0 0,1 0-1 0 0,-1 0 0 0 0,1-1 1 0 0,0 1-1 0 0,-1 0 1 0 0,1 0-1 0 0,0 0 0 0 0,-1 0 1 0 0,1 0-1 0 0,0 0 0 0 0,0 0 1 0 0,0 0-1 0 0,0 0 0 0 0,0 0 1 0 0,0-1-1 0 0,0 1 1 0 0,0 0-1 0 0,0 0 0 0 0,0 0 1 0 0,1 0-1 0 0,-1 0 0 0 0,0 0 1 0 0,1 0-1 0 0,-1 0 1 0 0,0-1-1 0 0,1 1 0 0 0,-1 0 1 0 0,1 0-1 0 0,0 0 0 0 0,-1-1 1 0 0,1 1-1 0 0,-1 0 0 0 0,1-1 1 0 0,0 1-1 0 0,0 0 1 0 0,1 0-1 0 0,5 4-9 0 0,1 0 1 0 0,0-1 0 0 0,0 0-1 0 0,11 4 1 0 0,-18-7 11 0 0,46 17-31 0 0,1-3 0 0 0,0-1 0 0 0,82 12 0 0 0,161-1-446 0 0,-129-23 202 0 0,1-7 0 0 0,206-32 0 0 0,-162 2 308 0 0,277-87 0 0 0,-299 65 51 0 0,-161 49-50 0 0,0-1 0 0 0,29-16 1 0 0,-52 25-29 0 0,1-1 1 0 0,0 0 0 0 0,0 0 0 0 0,-1 0 0 0 0,1 0 0 0 0,0 0-1 0 0,-1 0 1 0 0,1 0 0 0 0,-1-1 0 0 0,0 1 0 0 0,1 0 0 0 0,-1-1-1 0 0,0 1 1 0 0,0-1 0 0 0,0 1 0 0 0,0-1 0 0 0,0 0 0 0 0,0 0-1 0 0,0 1 1 0 0,-1-1 0 0 0,1 0 0 0 0,0-2 0 0 0,-2 1-8 0 0,1 1 1 0 0,-1 0 0 0 0,0 0 0 0 0,0 0-1 0 0,0 0 1 0 0,0 0 0 0 0,-1 0-1 0 0,1 0 1 0 0,0 0 0 0 0,-1 1-1 0 0,1-1 1 0 0,-1 0 0 0 0,0 1 0 0 0,0 0-1 0 0,1-1 1 0 0,-1 1 0 0 0,-4-2-1 0 0,-4-3-34 0 0,0 0-1 0 0,-1 0 0 0 0,0 2 0 0 0,0-1 1 0 0,0 1-1 0 0,-20-4 0 0 0,-29-4-122 0 0,-65-5 0 0 0,-122-1-148 0 0,-486 11 385 0 0,44 67 1846 0 0,278-1-446 0 0,272-38-1192 0 0,53-9-122 0 0,-129 25 163 0 0,211-36-328 0 0,-24 8-20 0 0,28-9 20 0 0,0 0-1 0 0,0 0 1 0 0,0 0 0 0 0,0 0-1 0 0,0 0 1 0 0,0 0-1 0 0,-1 0 1 0 0,1 0 0 0 0,0 1-1 0 0,0-1 1 0 0,0 0-1 0 0,0 0 1 0 0,0 0 0 0 0,0 0-1 0 0,0 0 1 0 0,0 0 0 0 0,0 0-1 0 0,0 0 1 0 0,0 1-1 0 0,0-1 1 0 0,0 0 0 0 0,-1 0-1 0 0,1 0 1 0 0,0 0-1 0 0,0 0 1 0 0,0 0 0 0 0,0 1-1 0 0,0-1 1 0 0,0 0 0 0 0,0 0-1 0 0,0 0 1 0 0,0 0-1 0 0,0 0 1 0 0,1 0 0 0 0,-1 0-1 0 0,0 1 1 0 0,0-1 0 0 0,0 0-1 0 0,0 0 1 0 0,0 0-1 0 0,0 0 1 0 0,0 0 0 0 0,0 0-1 0 0,0 0 1 0 0,0 1-1 0 0,0-1 1 0 0,0 0 0 0 0,0 0-1 0 0,1 0 1 0 0,-1 0 0 0 0,0 0-1 0 0,0 0 1 0 0,18 6-155 0 0,61 7 193 0 0,94 2 1 0 0,-161-14-29 0 0,521 7-273 0 0,437-78-1808 0 0,-645 31 1991 0 0,-77 1 114 0 0,-55 2 74 0 0,-67 13-43 0 0,-118 21-51 0 0,-1 0 0 0 0,0 0 1 0 0,0 0-1 0 0,0-1 0 0 0,13-7 1 0 0,-20 10-13 0 0,1 0 0 0 0,-1-1 0 0 0,0 1 1 0 0,1 0-1 0 0,-1 0 0 0 0,1 0 1 0 0,-1-1-1 0 0,0 1 0 0 0,1 0 0 0 0,-1 0 1 0 0,0-1-1 0 0,1 1 0 0 0,-1 0 0 0 0,0-1 1 0 0,0 1-1 0 0,1 0 0 0 0,-1-1 0 0 0,0 1 1 0 0,0 0-1 0 0,0-1 0 0 0,1 1 0 0 0,-1 0 1 0 0,0-1-1 0 0,0 1 0 0 0,0-1 1 0 0,0 1-1 0 0,0-1 0 0 0,0 1 0 0 0,0 0 1 0 0,0-1-1 0 0,0 1 0 0 0,0-1 0 0 0,0 1 1 0 0,0 0-1 0 0,0-1 0 0 0,0 1 0 0 0,0-1 1 0 0,0 1-1 0 0,0-1 0 0 0,-1 1 1 0 0,1 0-1 0 0,0-1 0 0 0,0 1 0 0 0,0 0 1 0 0,-1-1-1 0 0,1 1 0 0 0,0 0 0 0 0,-1-1 1 0 0,1 1-1 0 0,0 0 0 0 0,-1 0 0 0 0,1-1 1 0 0,0 1-1 0 0,-1 0 0 0 0,1 0 0 0 0,0-1 1 0 0,-1 1-1 0 0,-9-5-24 0 0,0 0 0 0 0,0 1-1 0 0,0 0 1 0 0,-14-3 0 0 0,-115-26-276 0 0,-71 1-16 0 0,-365-18 97 0 0,276 44 573 0 0,-69 14 530 0 0,-442 60 1298 0 0,744-61-2158 0 0,1 3 1 0 0,-74 22 0 0 0,102-18-141 0 0,37-14 112 0 0,0 0 1 0 0,0 0-1 0 0,0 0 0 0 0,0 0 0 0 0,0 1 0 0 0,-1-1 0 0 0,1 0 0 0 0,0 0 0 0 0,0 0 0 0 0,0 0 0 0 0,0 0 0 0 0,0 0 1 0 0,0 0-1 0 0,0 0 0 0 0,0 0 0 0 0,0 1 0 0 0,-1-1 0 0 0,1 0 0 0 0,0 0 0 0 0,0 0 0 0 0,0 0 0 0 0,0 0 1 0 0,0 0-1 0 0,0 0 0 0 0,0 1 0 0 0,0-1 0 0 0,0 0 0 0 0,0 0 0 0 0,0 0 0 0 0,0 0 0 0 0,0 0 0 0 0,0 1 0 0 0,0-1 1 0 0,0 0-1 0 0,0 0 0 0 0,0 0 0 0 0,0 0 0 0 0,0 0 0 0 0,0 0 0 0 0,1 0 0 0 0,-1 1 0 0 0,0-1 0 0 0,0 0 0 0 0,0 0 1 0 0,0 0-1 0 0,13 6-109 0 0,43 10 153 0 0,0-3 1 0 0,74 8-1 0 0,100 1 12 0 0,1804-3-2206 0 0,-1859-25 2334 0 0,375-26 474 0 0,-508 28-592 0 0,-15 2 33 0 0,0-2 0 0 0,51-12 0 0 0,-78 16-92 0 0,0 0 0 0 0,0 0 0 0 0,1 0 1 0 0,-1 0-1 0 0,0-1 0 0 0,0 1 0 0 0,1 0 1 0 0,-1 0-1 0 0,0 0 0 0 0,0 0 0 0 0,1 0 0 0 0,-1 0 1 0 0,0 0-1 0 0,0 0 0 0 0,0 0 0 0 0,1 0 1 0 0,-1-1-1 0 0,0 1 0 0 0,0 0 0 0 0,0 0 1 0 0,1 0-1 0 0,-1-1 0 0 0,0 1 0 0 0,0 0 0 0 0,0 0 1 0 0,0 0-1 0 0,0-1 0 0 0,1 1 0 0 0,-1 0 1 0 0,0 0-1 0 0,0 0 0 0 0,0-1 0 0 0,0 1 0 0 0,0 0 1 0 0,0 0-1 0 0,0-1 0 0 0,-8-6 11 0 0,-25-5-116 0 0,-26-2-106 0 0,0 4 1 0 0,-68-4-1 0 0,116 12 185 0 0,-949-56-1281 0 0,-74 94 2688 0 0,540-6 925 0 0,482-29-2256 0 0,-2-1-16 0 0,1 0 1 0 0,-1 1-1 0 0,1 1 0 0 0,0 0 1 0 0,-1 1-1 0 0,1 0 1 0 0,-17 8-1 0 0,23-9 23 0 0,0-1 0 0 0,0 1 1 0 0,0-1-1 0 0,0 0 0 0 0,-1-1 0 0 0,1 1 1 0 0,0-2-1 0 0,-12 0 0 0 0,-6 0 30 0 0,18 1-75 0 0,-1 0 68 0 0,0 0 0 0 0,-1 0 0 0 0,1-1 0 0 0,0 0 0 0 0,0 0 0 0 0,0-1 0 0 0,0 0 0 0 0,-11-4 0 0 0,17 5 136 0 0,43-14-18 0 0,4 7-187 0 0,91-6 1 0 0,51 13-206 0 0,-112 1-9 0 0,1027 46-2272 0 0,-969-38 2652 0 0,168 17 209 0 0,-63-4 227 0 0,59 6 243 0 0,108 7 405 0 0,57-20 277 0 0,-406-12-1412 0 0,143 2 288 0 0,275 10 175 0 0,1 22 346 0 0,-21 0-555 0 0,-428-35-315 0 0,-8 1-51 0 0,-1-2 0 0 0,1 0 0 0 0,-1-1 0 0 0,1 0 0 0 0,-1-2 0 0 0,24-5 0 0 0,-40 7-13 0 0,0 1 1 0 0,-1 0 0 0 0,1 0-1 0 0,0-1 1 0 0,0 1-1 0 0,-1 0 1 0 0,1-1 0 0 0,0 1-1 0 0,0-1 1 0 0,-1 1-1 0 0,1-1 1 0 0,0 1 0 0 0,-1-1-1 0 0,1 0 1 0 0,-1 1 0 0 0,1-2-1 0 0,0 2-1 0 0,-1-1-1 0 0,0 1 0 0 0,0-1 1 0 0,0 1-1 0 0,0 0 0 0 0,0-1 1 0 0,0 1-1 0 0,0-1 0 0 0,0 1 1 0 0,-1 0-1 0 0,1-1 1 0 0,0 1-1 0 0,0-1 0 0 0,0 1 1 0 0,0 0-1 0 0,0-1 0 0 0,-1 1 1 0 0,1 0-1 0 0,0-1 1 0 0,0 1-1 0 0,-1 0 0 0 0,1-1 1 0 0,0 1-1 0 0,-1-1 0 0 0,-29-18 54 0 0,25 16-68 0 0,-47-23-91 0 0,0 2 1 0 0,-2 3-1 0 0,-67-18 1 0 0,-205-29-366 0 0,283 60 400 0 0,-539-80-840 0 0,-216 29-832 0 0,1 43-60 0 0,6 25 882 0 0,8 42 2289 0 0,541-23-182 0 0,-42 1-86 0 0,251-23-1070 0 0,33-6-35 0 0,0 0 1 0 0,0 0 0 0 0,1 0-1 0 0,-1 0 1 0 0,0 0-1 0 0,0 0 1 0 0,0 0-1 0 0,0 1 1 0 0,0-1-1 0 0,0 0 1 0 0,0 0 0 0 0,0 0-1 0 0,0 0 1 0 0,0 0-1 0 0,0 0 1 0 0,0 0-1 0 0,0 0 1 0 0,0 0-1 0 0,0 0 1 0 0,0 0-1 0 0,0 1 1 0 0,0-1 0 0 0,0 0-1 0 0,0 0 1 0 0,0 0-1 0 0,0 0 1 0 0,0 0-1 0 0,0 0 1 0 0,0 0-1 0 0,0 0 1 0 0,0 0 0 0 0,0 0-1 0 0,0 1 1 0 0,0-1-1 0 0,0 0 1 0 0,0 0-1 0 0,0 0 1 0 0,0 0-1 0 0,-1 0 1 0 0,1 0 0 0 0,0 0-1 0 0,0 0 1 0 0,0 0-1 0 0,0 0 1 0 0,0 0-1 0 0,0 0 1 0 0,0 0-1 0 0,0 0 1 0 0,0 0 0 0 0,0 0-1 0 0,0 0 1 0 0,0 0-1 0 0,-1 0 1 0 0,1 0-1 0 0,0 0 1 0 0,0 0-1 0 0,0 0 1 0 0,0 0 0 0 0,0 0-1 0 0,0 0 1 0 0,0 0-1 0 0,0 0 1 0 0,0 0-1 0 0,0 0 1 0 0,-1 0-1 0 0,20 3-71 0 0,471 13-1606 0 0,-144-11 518 0 0,23 3 610 0 0,1142 17 2376 0 0,-1080-26-814 0 0,-63-12-206 0 0,-55 0-508 0 0,-70 0 44 0 0,-169 8-249 0 0,107-4 175 0 0,-176 8-156 0 0,-15-2-102 0 0,-35-4-61 0 0,-291-28-398 0 0,293 32 386 0 0,-544-30-854 0 0,-341 22-1258 0 0,88 17 774 0 0,10 27 1892 0 0,577-11 579 0 0,203-17-794 0 0,8-2 111 0 0,1 2-1 0 0,-79 21 0 0 0,116-25-373 0 0,1-1-14 0 0,0 1 0 0 0,1 0 0 0 0,-1 0 0 0 0,0 0 0 0 0,1 0 0 0 0,-1 0 0 0 0,0 0 0 0 0,1 1 0 0 0,-1 0 0 0 0,-2 2 0 0 0,5-4-2 0 0,0 0-1 0 0,0 1 0 0 0,-1-1 0 0 0,1 1 0 0 0,0-1 0 0 0,0 0 1 0 0,0 1-1 0 0,0-1 0 0 0,0 1 0 0 0,0-1 0 0 0,0 1 0 0 0,-1-1 1 0 0,1 1-1 0 0,0-1 0 0 0,1 1 0 0 0,-1-1 0 0 0,0 0 0 0 0,0 1 1 0 0,0-1-1 0 0,0 1 0 0 0,0-1 0 0 0,0 1 0 0 0,1-1 0 0 0,-1 0 0 0 0,0 1 1 0 0,0-1-1 0 0,1 1 0 0 0,19 18-172 0 0,79 36-238 0 0,-56-34 94 0 0,82 29-1 0 0,129 10-499 0 0,72-14 379 0 0,375 1 955 0 0,-582-41-318 0 0,1425 36 2425 0 0,-1499-41-2587 0 0,232 5-50 0 0,-59 2 119 0 0,-209-8-94 0 0,224 19 356 0 0,-194-11-361 0 0,-39-8-3 0 0,0 0-1 0 0,0 0 0 0 0,-1 1 0 0 0,1-1 1 0 0,0 0-1 0 0,0 0 0 0 0,0 0 0 0 0,0 0 1 0 0,0 0-1 0 0,0 0 0 0 0,0 0 1 0 0,0 0-1 0 0,0 1 0 0 0,-1-1 0 0 0,1 0 1 0 0,0 0-1 0 0,0 0 0 0 0,0 0 0 0 0,0 0 1 0 0,0 1-1 0 0,0-1 0 0 0,0 0 0 0 0,0 0 1 0 0,0 0-1 0 0,0 0 0 0 0,0 0 1 0 0,0 0-1 0 0,0 1 0 0 0,0-1 0 0 0,0 0 1 0 0,0 0-1 0 0,0 0 0 0 0,0 0 0 0 0,0 0 1 0 0,0 1-1 0 0,1-1 0 0 0,-1 0 0 0 0,0 0 1 0 0,0 0-1 0 0,0 0 0 0 0,0 0 1 0 0,0 0-1 0 0,0 0 0 0 0,0 1 0 0 0,-19 2 19 0 0,0-1 0 0 0,-34-1 0 0 0,-7 0-76 0 0,-1007 7-845 0 0,509-13 63 0 0,4 21-73 0 0,-375 89 809 0 0,863-91 149 0 0,59-12-56 0 0,-8 3-46 0 0,16-4 54 0 0,0 0 1 0 0,0 0-1 0 0,0-1 0 0 0,0 1 1 0 0,0 0-1 0 0,0 0 1 0 0,0 0-1 0 0,0-1 0 0 0,0 1 1 0 0,0-1-1 0 0,0 1 1 0 0,1-1-1 0 0,-1 1 0 0 0,0-1 1 0 0,0 0-1 0 0,0 1 1 0 0,3-1-1 0 0,51 17 71 0 0,106 17 0 0 0,84-5 218 0 0,861 49 1127 0 0,19-56-790 0 0,-402-38-92 0 0,-9 0 403 0 0,-695 15-926 0 0,-15 0-8 0 0,0 1 0 0 0,0 0-1 0 0,-1 0 1 0 0,1 0 0 0 0,0 0 0 0 0,0 0 0 0 0,0 1-1 0 0,-1-1 1 0 0,1 1 0 0 0,5 2 0 0 0,-9-1 81 0 0,6 0-4 0 0,-4-2-57 0 0,0 0 1 0 0,0 0-1 0 0,0 0 0 0 0,0 0 1 0 0,-1-1-1 0 0,1 1 1 0 0,0-1-1 0 0,0 0 1 0 0,0 1-1 0 0,0-1 0 0 0,0 0 1 0 0,0 0-1 0 0,-1 0 1 0 0,1 0-1 0 0,-1 0 1 0 0,1-1-1 0 0,0 1 0 0 0,-1-1 1 0 0,0 1-1 0 0,1-1 1 0 0,-1 1-1 0 0,1-3 1 0 0,2-3-17 0 0,0 0 0 0 0,-1 0 1 0 0,0 0-1 0 0,3-12 0 0 0,-1 2-15 0 0,1-4 5 0 0,0 0-1 0 0,-2 0 1 0 0,0-1-1 0 0,1-43 1 0 0,-5 27 7 0 0,-2-1 0 0 0,-8-38 0 0 0,4 22-28 0 0,5 35 33 0 0,-1 0 0 0 0,-1 1 0 0 0,-11-38 0 0 0,13 55-20 0 0,0 0-1 0 0,0 0 0 0 0,0 0 1 0 0,0 1-1 0 0,0-1 1 0 0,0 0-1 0 0,0 1 0 0 0,-1-1 1 0 0,1 1-1 0 0,-1-1 0 0 0,1 1 1 0 0,-1-1-1 0 0,0 1 1 0 0,0 0-1 0 0,1 0 0 0 0,-1 0 1 0 0,0 0-1 0 0,0 0 0 0 0,0 0 1 0 0,0 1-1 0 0,0-1 0 0 0,0 1 1 0 0,0-1-1 0 0,0 1 1 0 0,0 0-1 0 0,0 0 0 0 0,0 0 1 0 0,-1 0-1 0 0,1 0 0 0 0,0 0 1 0 0,0 0-1 0 0,0 1 1 0 0,0-1-1 0 0,0 1 0 0 0,0 0 1 0 0,0-1-1 0 0,0 1 0 0 0,0 0 1 0 0,0 0-1 0 0,1 0 1 0 0,-1 1-1 0 0,0-1 0 0 0,1 0 1 0 0,-3 2-1 0 0,1 3-6 0 0,-1 1 0 0 0,1-1-1 0 0,0 0 1 0 0,1 1 0 0 0,0-1 0 0 0,0 1-1 0 0,0 0 1 0 0,1 0 0 0 0,0 0 0 0 0,0-1 0 0 0,1 15-1 0 0,-1 15 46 0 0,2 0 1 0 0,1-1-1 0 0,2 1 0 0 0,1-1 0 0 0,2 0 0 0 0,1 0 0 0 0,2-1 0 0 0,2 0 0 0 0,1 0 0 0 0,24 45 0 0 0,-5-31 63 0 0,-29-44-83 0 0,0 1 0 0 0,1-1 0 0 0,-1-1 0 0 0,1 1 0 0 0,0 0 0 0 0,1-1-1 0 0,-1 0 1 0 0,7 4 0 0 0,-10-7 6 0 0,-1 1 0 0 0,0-1-1 0 0,0 0 1 0 0,0 0-1 0 0,1 0 1 0 0,-1 0-1 0 0,0 0 1 0 0,0 0 0 0 0,1 0-1 0 0,-1 0 1 0 0,0 0-1 0 0,0 1 1 0 0,1-1 0 0 0,-1 0-1 0 0,0 0 1 0 0,0 0-1 0 0,1 0 1 0 0,-1 0 0 0 0,0-1-1 0 0,0 1 1 0 0,1 0-1 0 0,-1 0 1 0 0,0 0 0 0 0,0 0-1 0 0,1 0 1 0 0,-1 0-1 0 0,0 0 1 0 0,0 0 0 0 0,0 0-1 0 0,1-1 1 0 0,-1 1-1 0 0,0 0 1 0 0,0 0 0 0 0,0 0-1 0 0,0 0 1 0 0,1-1-1 0 0,-1 1 1 0 0,0 0-1 0 0,0 0 1 0 0,0-1 0 0 0,0 1-1 0 0,0 0 1 0 0,0 0-1 0 0,1 0 1 0 0,-1-1 0 0 0,0 1-1 0 0,0 0 1 0 0,0-1-1 0 0,0-17 140 0 0,-1 9-36 0 0,-2-35-92 0 0,-3 0 1 0 0,-1 1-1 0 0,-2 1 1 0 0,-17-50-1 0 0,36 96-597 0 0,19 6 583 0 0,1-1 0 0 0,0-1 0 0 0,0-1 0 0 0,1-2 0 0 0,-1-2-1 0 0,1 0 1 0 0,40-3 0 0 0,-71 0 5 0 0,0-1 1 0 0,0 0-1 0 0,-1 0 0 0 0,1 0 0 0 0,0 1 1 0 0,0-1-1 0 0,0 0 0 0 0,-1 0 0 0 0,1 1 1 0 0,0-1-1 0 0,-1 0 0 0 0,1 0 0 0 0,-1 1 1 0 0,1-1-1 0 0,-1 0 0 0 0,1 1 0 0 0,-2-2 1 0 0,-91-113-46 0 0,73 93-18 0 0,-30-27 0 0 0,17 17-57 0 0,-4-1-53 0 0,-2 1 0 0 0,-59-37 0 0 0,80 55 152 0 0,0-1 1 0 0,1-1-1 0 0,1-1 1 0 0,0 0-1 0 0,-21-31 1 0 0,13 17 7 0 0,19 26 0 0 0,22 12-840 0 0,140 81 727 0 0,-16-7 238 0 0,-92-59-38 0 0,-25-12-31 0 0,34 20 0 0 0,-53-27-50 0 0,0 1 0 0 0,0-1 0 0 0,0 1-1 0 0,0 0 1 0 0,-1 1 0 0 0,1-1 0 0 0,-1 1 0 0 0,0 0 0 0 0,-1 0 0 0 0,1 0-1 0 0,4 8 1 0 0,-7-10-2 0 0,0 0-1 0 0,0-1 0 0 0,0 1 1 0 0,-1 0-1 0 0,1 0 0 0 0,0 0 1 0 0,-1 0-1 0 0,0 0 0 0 0,0-1 0 0 0,0 1 1 0 0,0 0-1 0 0,0 0 0 0 0,-1 0 1 0 0,1 0-1 0 0,-1 0 0 0 0,-1 3 1 0 0,0-1 7 0 0,0-1 0 0 0,0 0 0 0 0,0 0 0 0 0,-1 0 1 0 0,0 0-1 0 0,0-1 0 0 0,0 1 0 0 0,0-1 0 0 0,-5 5 0 0 0,-3 0 16 0 0,0 0-1 0 0,0-1 1 0 0,-1 0-1 0 0,0-1 0 0 0,-25 10 1 0 0,-50 11-117 0 0,-136 24 1 0 0,138-34-19 0 0,-378 72-341 0 0,-827 48 1 0 0,86-87-420 0 0,-205-37 832 0 0,1143-19 411 0 0,-90-1-494 0 0,-295-1-478 0 0,566 4 574 0 0,54 2-272 0 0,462-18 686 0 0,-39-3 101 0 0,-1 23-558 0 0,148-5-556 0 0,166-43 374 0 0,-275-14 360 0 0,-344 46-60 0 0,-66 12-43 0 0,173-36 163 0 0,-181 37-173 0 0,16-5-40 0 0,-27 8 44 0 0,0-1-1 0 0,0 1 1 0 0,0-1-1 0 0,0 1 1 0 0,0-1-1 0 0,0 1 1 0 0,0-1-1 0 0,0 0 1 0 0,0 1-1 0 0,-1-1 1 0 0,1 0-1 0 0,0 0 1 0 0,0 0-1 0 0,-1 0 1 0 0,1 1-1 0 0,0-1 1 0 0,0-2-1 0 0,-1 2 0 0 0,0 1 0 0 0,0 0-1 0 0,0-1 1 0 0,-1 1 0 0 0,1-1 0 0 0,0 1-1 0 0,0-1 1 0 0,0 1 0 0 0,-1 0 0 0 0,1-1-1 0 0,0 1 1 0 0,0-1 0 0 0,-1 1 0 0 0,1 0-1 0 0,0 0 1 0 0,-1-1 0 0 0,1 1 0 0 0,0 0-1 0 0,-1-1 1 0 0,1 1 0 0 0,-1 0 0 0 0,1 0-1 0 0,-1 0 1 0 0,1-1 0 0 0,0 1 0 0 0,-1 0-1 0 0,1 0 1 0 0,-1 0 0 0 0,1 0 0 0 0,-1 0-1 0 0,0 0 1 0 0,-57-23-319 0 0,-103-26 0 0 0,108 34 139 0 0,-272-50-653 0 0,311 63 798 0 0,-591-49-763 0 0,2 63 1781 0 0,-27 54 817 0 0,548-53-1868 0 0,-136 40 1 0 0,198-47-9 0 0,-37 17-1 0 0,51-20 53 0 0,-1 1-1 0 0,1 0 0 0 0,1 0 0 0 0,-1 0 1 0 0,0 1-1 0 0,-6 7 0 0 0,11-11 20 0 0,0 0-1 0 0,0-1 1 0 0,0 1-1 0 0,1 0 1 0 0,-1 0-1 0 0,0-1 1 0 0,1 1-1 0 0,-1 0 1 0 0,1 0-1 0 0,-1 0 1 0 0,1 0-1 0 0,-1 0 1 0 0,1 0-1 0 0,-1 0 1 0 0,1 0-1 0 0,0 0 1 0 0,0 0-1 0 0,-1 0 1 0 0,1 0-1 0 0,0 0 1 0 0,0 0-1 0 0,0 1 1 0 0,0-1 0 0 0,0 0-1 0 0,1 0 1 0 0,-1 0-1 0 0,0 0 1 0 0,0 0-1 0 0,1 0 1 0 0,-1 0-1 0 0,1 1 1 0 0,2 1 5 0 0,0 0 1 0 0,0 0-1 0 0,0 0 0 0 0,1-1 1 0 0,-1 1-1 0 0,1-1 1 0 0,0 0-1 0 0,4 2 1 0 0,27 13 79 0 0,1-2 0 0 0,0-2 0 0 0,1-1 0 0 0,0-2 0 0 0,1-2 0 0 0,77 7 0 0 0,245-6 103 0 0,-343-10-191 0 0,123-3-475 0 0,214-34 1 0 0,378-104-440 0 0,-609 111 787 0 0,-106 26 122 0 0,0-1 0 0 0,0 0 0 0 0,25-14 1 0 0,-41 20 10 0 0,0-1 1 0 0,0 1-1 0 0,0 0 1 0 0,0-1 0 0 0,0 1-1 0 0,0-1 1 0 0,-1 0-1 0 0,1 1 1 0 0,0-1-1 0 0,0 0 1 0 0,0 1-1 0 0,-1-1 1 0 0,1 0 0 0 0,0 0-1 0 0,-1 0 1 0 0,1 1-1 0 0,0-1 1 0 0,-1 0-1 0 0,1 0 1 0 0,-1 0 0 0 0,0 0-1 0 0,1 0 1 0 0,-1 0-1 0 0,0 0 1 0 0,0 0-1 0 0,1 0 1 0 0,-1 0 0 0 0,0-1-1 0 0,0 1 1 0 0,0 0-1 0 0,0 0 1 0 0,-1 0-1 0 0,1 0 1 0 0,0-1 0 0 0,-2-1-6 0 0,1 1 1 0 0,-1 0 0 0 0,0-1 0 0 0,0 1 0 0 0,0 0 0 0 0,0 0 0 0 0,0 0 0 0 0,0 1 0 0 0,-1-1-1 0 0,-3-2 1 0 0,-5-3-45 0 0,-1 0-1 0 0,-1 1 0 0 0,0 0 0 0 0,1 1 0 0 0,-20-4 1 0 0,-81-13-178 0 0,101 20 207 0 0,-465-48-257 0 0,-9 38 1369 0 0,11 35 434 0 0,-57 39-1664 0 0,509-58 100 0 0,0 0 0 0 0,1 1 0 0 0,-26 10 0 0 0,90-32 116 0 0,44-26 0 0 0,-41 20-5 0 0,-45 23-68 0 0,1-1 0 0 0,-1 1 0 0 0,1 0 0 0 0,-1 0 0 0 0,0-1 0 0 0,1 1 0 0 0,-1 0 0 0 0,0-1 1 0 0,1 1-1 0 0,-1 0 0 0 0,0-1 0 0 0,0 1 0 0 0,1 0 0 0 0,-1-1 0 0 0,0 1 0 0 0,0-1 0 0 0,1 1 0 0 0,-1-1 0 0 0,0 1 0 0 0,0 0 0 0 0,0-1 0 0 0,0 1 0 0 0,0-1 0 0 0,0 1 0 0 0,0-1 0 0 0,0 1 1 0 0,0-1-1 0 0,0 1 0 0 0,0-1 0 0 0,0 1 0 0 0,0 0 0 0 0,0-1 0 0 0,0 0 0 0 0,-7-11 24 0 0,0 5-13 0 0,0 1 0 0 0,0 0 0 0 0,-17-10 0 0 0,2 2-81 0 0,7 4 34 0 0,-19-12 71 0 0,33 21-37 0 0,0 1 0 0 0,0-1-1 0 0,0 0 1 0 0,0 0-1 0 0,0 0 1 0 0,0 1 0 0 0,0-1-1 0 0,0 0 1 0 0,1 0-1 0 0,-1 0 1 0 0,0-1 0 0 0,1 1-1 0 0,-1 0 1 0 0,1 0 0 0 0,-1 0-1 0 0,1 0 1 0 0,-1-1-1 0 0,1 1 1 0 0,0 0 0 0 0,0 0-1 0 0,0 0 1 0 0,0-1-1 0 0,0-1 1 0 0,0 2-1 0 0,0 1 1 0 0,1-1-1 0 0,-1 0 0 0 0,0 0 1 0 0,1 1-1 0 0,-1-1 0 0 0,1 0 1 0 0,-1 1-1 0 0,1-1 0 0 0,-1 0 1 0 0,1 1-1 0 0,0-1 0 0 0,-1 1 1 0 0,1-1-1 0 0,0 1 0 0 0,-1 0 1 0 0,1-1-1 0 0,0 1 0 0 0,1-1 1 0 0,13-5 13 0 0,1 0 1 0 0,0 1 0 0 0,0 1-1 0 0,0 0 1 0 0,27-2 0 0 0,-9 1 17 0 0,471-47-175 0 0,12 44-1579 0 0,198 48 431 0 0,-476-23 1463 0 0,759 29 1654 0 0,95-50 204 0 0,-891 9-1550 0 0,300 44-1 0 0,-391-39-388 0 0,-49-7 147 0 0,-70-3-221 0 0,-1-2 0 0 0,1 1 0 0 0,-1-1 0 0 0,-8-4 0 0 0,-13-3-30 0 0,-517-118-725 0 0,215 83 388 0 0,227 32 220 0 0,-147-17-397 0 0,-1107-77-2767 0 0,1003 92 2862 0 0,-37 3 426 0 0,-533 30 3005 0 0,666-6-2431 0 0,-159-9-498 0 0,396-6-70 0 0,18 0 2 0 0,10-1 4 0 0,32-3-42 0 0,0 1 1 0 0,40 0-1 0 0,-38 3 67 0 0,153-8 35 0 0,1943 6-3208 0 0,-1237 25 5117 0 0,307 13 349 0 0,-513 40-1631 0 0,-506-34-558 0 0,-173-36-145 0 0,-13-4 12 0 0,0 0 0 0 0,0 0-1 0 0,0 0 1 0 0,0 0 0 0 0,0 0-1 0 0,0 0 1 0 0,0 0 0 0 0,0 0-1 0 0,0 0 1 0 0,-1 0 0 0 0,1 1-1 0 0,0-1 1 0 0,0 0 0 0 0,0 0-1 0 0,0 0 1 0 0,0 0 0 0 0,0 0 0 0 0,0 0-1 0 0,0 0 1 0 0,0 0 0 0 0,0 0-1 0 0,0 0 1 0 0,0 0 0 0 0,0 1-1 0 0,0-1 1 0 0,0 0 0 0 0,0 0-1 0 0,0 0 1 0 0,0 0 0 0 0,0 0-1 0 0,0 0 1 0 0,0 0 0 0 0,0 0-1 0 0,0 0 1 0 0,0 0 0 0 0,0 0-1 0 0,0 0 1 0 0,0 1 0 0 0,1-1-1 0 0,-12-2 76 0 0,-495-108-471 0 0,14 56-337 0 0,-7 36-113 0 0,160 17 100 0 0,-533 11-1378 0 0,92-1 943 0 0,-306 5 3085 0 0,510-5-203 0 0,274-7-1728 0 0,215 5-205 0 0,304-2 275 0 0,-2-3 50 0 0,96-3-521 0 0,308 4-1967 0 0,-47 11 1685 0 0,-253-5 906 0 0,200 2 572 0 0,-53-5 173 0 0,-329-4-543 0 0,868 34 1655 0 0,-942-32-1977 0 0,429 38 518 0 0,-7 34-214 0 0,-431-64-313 0 0,-1 2 0 0 0,0 3 0 0 0,65 29 0 0 0,-40-4-114 0 0,-8-5 223 0 0,-46-24-167 0 0,-2 1 0 0 0,0 1 0 0 0,27 24 0 0 0,-8-7 49 0 0,-22-17-42 0 0,6 3 76 0 0,23 24 1 0 0,-41-36-93 0 0,0 1-1 0 0,-1 0 1 0 0,0 1 0 0 0,-1 0 0 0 0,0 0 0 0 0,0 0 0 0 0,6 15 0 0 0,-10-22-4 0 0,-1 1 0 0 0,1 0 1 0 0,-1-1-1 0 0,1 1 0 0 0,-1 0 1 0 0,0-1-1 0 0,0 1 0 0 0,0 0 1 0 0,0-1-1 0 0,0 1 0 0 0,0 0 0 0 0,-1 0 1 0 0,1-1-1 0 0,0 1 0 0 0,-1-1 1 0 0,0 1-1 0 0,1 0 0 0 0,-1-1 1 0 0,0 1-1 0 0,0-1 0 0 0,1 1 1 0 0,-1-1-1 0 0,0 0 0 0 0,-1 1 1 0 0,1-1-1 0 0,-2 2 0 0 0,-3 2 2 0 0,0 0 0 0 0,-1 0 0 0 0,1 0 1 0 0,-10 4-1 0 0,9-5-7 0 0,-58 30-78 0 0,-1-2-1 0 0,-1-4 0 0 0,-111 32 1 0 0,-225 34-330 0 0,277-67 270 0 0,0-6 4 0 0,-133 6 0 0 0,185-20 79 0 0,-217 16-43 0 0,-370-18-1 0 0,-44-54-27 0 0,111 10-354 0 0,-92-5 6 0 0,-288-17 1015 0 0,218 23-963 0 0,616 45 238 0 0,-253 46 0 0 0,304-32 175 0 0,89-21 14 0 0,0 0-1 0 0,-1 0 0 0 0,1 0 0 0 0,0 0 1 0 0,-1 0-1 0 0,1 0 0 0 0,-1 0 0 0 0,1 0 0 0 0,0 0 1 0 0,-1 0-1 0 0,1 0 0 0 0,0 0 0 0 0,-1 0 1 0 0,1 0-1 0 0,0 1 0 0 0,-1-1 0 0 0,1 0 1 0 0,0 0-1 0 0,-1 0 0 0 0,1 1 0 0 0,0-1 1 0 0,0 0-1 0 0,-1 0 0 0 0,1 1 0 0 0,0-1 1 0 0,0 0-1 0 0,-1 1 0 0 0,1-1 0 0 0,0 0 0 0 0,0 1 1 0 0,0-1-1 0 0,0 0 0 0 0,0 1 0 0 0,-1 0 1 0 0,26 8-44 0 0,34 6 171 0 0,1-2 0 0 0,1-3 1 0 0,88 3-1 0 0,452 4 619 0 0,-340-13-399 0 0,-237-4-340 0 0,898 15 1 0 0,4-28 170 0 0,219-41 312 0 0,-815 44-528 0 0,444-21 494 0 0,-370 1-84 0 0,-12-13 82 0 0,-378 42-432 0 0,0-1 1 0 0,1-1-1 0 0,-1-1 0 0 0,-1 0 1 0 0,18-7-1 0 0,-30 10-17 0 0,0 0 0 0 0,0 1-1 0 0,0-1 1 0 0,0 0 0 0 0,0 0 0 0 0,0 0-1 0 0,0 0 1 0 0,0 0 0 0 0,0 0-1 0 0,0 0 1 0 0,0 0 0 0 0,-1 0 0 0 0,1 0-1 0 0,0 0 1 0 0,-1 0 0 0 0,1-1-1 0 0,-1 1 1 0 0,1 0 0 0 0,-1 0 0 0 0,0-1-1 0 0,0 1 1 0 0,1 0 0 0 0,-1-1-1 0 0,0 1 1 0 0,0 0 0 0 0,0-1-1 0 0,0 1 1 0 0,-1 0 0 0 0,1-1 0 0 0,-1-1-1 0 0,-1-5-48 0 0,0 0-1 0 0,-1 0 1 0 0,-7-14-1 0 0,4 10 40 0 0,-89-171-338 0 0,80 157 269 0 0,-1 1 1 0 0,-1 1-1 0 0,-2 1 0 0 0,0 0 0 0 0,-1 2 0 0 0,-1 0 0 0 0,-1 1 0 0 0,-1 1 0 0 0,-1 2 0 0 0,-1 0 1 0 0,-39-21-1 0 0,22 17 25 0 0,0 1 0 0 0,-1 2-1 0 0,-1 1 1 0 0,-66-14 0 0 0,-22 4-287 0 0,-146-12-1 0 0,-222-13-376 0 0,-60-4-643 0 0,256 31 496 0 0,-1069 14-1054 0 0,1072 19 2093 0 0,-567 6 3340 0 0,490-8-2783 0 0,194 13-836 0 0,166-15 85 0 0,1 2-1 0 0,1 0 1 0 0,-1 1-1 0 0,1 0 1 0 0,0 2-1 0 0,1-1 1 0 0,-17 13 0 0 0,-23 13-15 0 0,-18 10-258 0 0,71-43 109 0 0,0 1 0 0 0,0-1 0 0 0,0 0 0 0 0,0 1 0 0 0,0 0 0 0 0,0-1 0 0 0,0 1-1 0 0,0 0 1 0 0,1 0 0 0 0,-1 0 0 0 0,1 0 0 0 0,-1 0 0 0 0,1 0 0 0 0,0 0 0 0 0,0 1 0 0 0,0-1 0 0 0,0 0 0 0 0,-1 5 0 0 0,-1 58-8372 0 0,3-30 7395 0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9:46.249"/>
    </inkml:context>
    <inkml:brush xml:id="br0">
      <inkml:brushProperty name="width" value="0.1" units="cm"/>
      <inkml:brushProperty name="height" value="0.1" units="cm"/>
      <inkml:brushProperty name="color" value="#CC0066"/>
    </inkml:brush>
  </inkml:definitions>
  <inkml:trace contextRef="#ctx0" brushRef="#br0">779 794 600 0 0,'-47'-7'497'0'0,"8"-3"4126"0"0,45 11-4522 0 0,22-3 156 0 0,-1 0-1 0 0,37-9 1 0 0,-37 5-38 0 0,1 1 0 0 0,39 0 0 0 0,61 6 611 0 0,149-4 209 0 0,-113 1-184 0 0,-83 3-153 0 0,-70 0-650 0 0,0 0 1 0 0,0 0-1 0 0,0 1 1 0 0,0 1-1 0 0,0 0 1 0 0,10 4-1 0 0,-7-2 18 0 0,-1-1 0 0 0,18 3 0 0 0,-22-6-43 0 0,30 6 198 0 0,66 1 1 0 0,32 1 362 0 0,-16 0-404 0 0,5 1-94 0 0,-37-12-61 0 0,55 2 126 0 0,92 24 68 0 0,-112-8-166 0 0,9 5 4 0 0,-110-17-123 0 0,96 24 3 0 0,-84-25 115 0 0,1 0 0 0 0,46-4 0 0 0,-17-1-64 0 0,22 1 49 0 0,-17-1 13 0 0,94 11-1 0 0,-82-2-69 0 0,0-4 0 0 0,0-3 0 0 0,127-16 0 0 0,-162 9 98 0 0,61-18-1 0 0,-100 22-51 0 0,0 0 0 0 0,-1-1 0 0 0,1 0 0 0 0,-1-1 0 0 0,0 1 0 0 0,10-10 0 0 0,-2 1 61 0 0,-1 0 1 0 0,12-15 0 0 0,-22 24-71 0 0,0-1-1 0 0,0 1 1 0 0,-1-1-1 0 0,0 0 0 0 0,0 0 1 0 0,0 0-1 0 0,-1-1 0 0 0,4-10 1 0 0,21-63 203 0 0,-24 64-209 0 0,12-60 65 0 0,-10 43-71 0 0,2-17-16 0 0,-7 34 18 0 0,0 0 1 0 0,-2-1-1 0 0,1 1 0 0 0,-2 0 0 0 0,0 0 0 0 0,-1 1 0 0 0,0-1 0 0 0,-9-18 0 0 0,-6-19 153 0 0,14 35-115 0 0,-1 1 1 0 0,-14-28-1 0 0,17 39-53 0 0,0 0 0 0 0,0 1 0 0 0,-1-1 0 0 0,0 0 0 0 0,0 1 0 0 0,0 0 0 0 0,0 0 0 0 0,-1 0 0 0 0,1 1 0 0 0,-1-1 0 0 0,0 1 0 0 0,-6-3 0 0 0,-5 0-38 0 0,-1 1 1 0 0,1 0-1 0 0,-1 1 0 0 0,0 1 0 0 0,0 1 0 0 0,-28-1 0 0 0,-34-5 122 0 0,-35-5-59 0 0,24 4 54 0 0,-108-1-38 0 0,54 6 22 0 0,88 0-77 0 0,4 2 21 0 0,0-3 1 0 0,-88-20-1 0 0,85 14 151 0 0,35 7-200 0 0,-37-11 1 0 0,41 11 47 0 0,-1 1 1 0 0,1 1-1 0 0,-1 0 0 0 0,0 2 1 0 0,0-1-1 0 0,0 2 1 0 0,-18 3-1 0 0,-37-1-65 0 0,41-1 42 0 0,-38 6 0 0 0,35-3 30 0 0,-41 1 1 0 0,72-6-28 0 0,-1 0-1 0 0,0 1 1 0 0,0 0 0 0 0,0 0-1 0 0,1 0 1 0 0,-1 0 0 0 0,1 0-1 0 0,-1 1 1 0 0,-5 3 0 0 0,5-3-2 0 0,1 0 0 0 0,-1-1 1 0 0,1 1-1 0 0,-1-1 0 0 0,0 0 1 0 0,1 0-1 0 0,-1 0 0 0 0,0 0 1 0 0,-7 0-1 0 0,-5 0 107 0 0,-32 6 1 0 0,16 1-205 0 0,22-4 108 0 0,-1-2 0 0 0,-21 3 0 0 0,-153 19 209 0 0,99-4-133 0 0,54-11-128 0 0,0-2 0 0 0,-61 6 0 0 0,-148 7-145 0 0,120-13 5 0 0,23 2-51 0 0,2 1 208 0 0,-32-10 63 0 0,-100 4-140 0 0,-59-2 114 0 0,-53 4-25 0 0,329-5 17 0 0,-12 0 17 0 0,1 1 0 0 0,-1 1 0 0 0,-33 10 0 0 0,-201 85-20 0 0,249-95-15 0 0,1 0 1 0 0,0 1-1 0 0,0 1 0 0 0,0-1 1 0 0,1 1-1 0 0,0 0 1 0 0,0 0-1 0 0,0 1 1 0 0,0 0-1 0 0,1 0 1 0 0,0 0-1 0 0,0 0 0 0 0,1 1 1 0 0,0 0-1 0 0,0 0 1 0 0,-3 8-1 0 0,1 0 13 0 0,1 0 0 0 0,1 1 0 0 0,0-1 0 0 0,1 1-1 0 0,1-1 1 0 0,1 1 0 0 0,0 21 0 0 0,0-28-2 0 0,1 0-1 0 0,1 0 1 0 0,0 0-1 0 0,0 0 1 0 0,0-1 0 0 0,1 1-1 0 0,1 0 1 0 0,-1-1-1 0 0,7 14 1 0 0,-4-13 26 0 0,1 0-1 0 0,0-1 1 0 0,0 1 0 0 0,1-1-1 0 0,0 0 1 0 0,0-1 0 0 0,1 0-1 0 0,0 0 1 0 0,0 0 0 0 0,1-1-1 0 0,-1 0 1 0 0,1-1 0 0 0,1 0-1 0 0,-1-1 1 0 0,1 1 0 0 0,0-2-1 0 0,0 1 1 0 0,0-2 0 0 0,18 4-1 0 0,49 4 67 0 0,93 0 0 0 0,-44-4-24 0 0,-3 6-62 0 0,-7-4 33 0 0,16-3 32 0 0,-79-5-49 0 0,-1 0 27 0 0,0 2 1 0 0,85 14-1 0 0,-14-1 17 0 0,-84-10 42 0 0,0-2 0 0 0,65-2 0 0 0,-46-2 60 0 0,-26-3-130 0 0,-27 3-322 0 0,0 0 0 0 0,0 0 0 0 0,0 0 0 0 0,1 1 0 0 0,-1 0 0 0 0,0 0 0 0 0,0 0 0 0 0,1 1-1 0 0,9 2 1 0 0,-6 0-791 0 0,1 0 0 0 0,0 0 0 0 0,-1 1 0 0 0,1 0 0 0 0,9 7 0 0 0,-8-2 134 0 0,0 0 1 0 0,0 0-1 0 0,15 18 1 0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19:54.475"/>
    </inkml:context>
    <inkml:brush xml:id="br0">
      <inkml:brushProperty name="width" value="0.1" units="cm"/>
      <inkml:brushProperty name="height" value="0.1" units="cm"/>
      <inkml:brushProperty name="color" value="#CC0066"/>
    </inkml:brush>
  </inkml:definitions>
  <inkml:trace contextRef="#ctx0" brushRef="#br0">208 1 912 0 0,'-4'0'2'0'0,"0"1"0"0"0,-1-1-1 0 0,1 1 1 0 0,0 0 0 0 0,0 0 0 0 0,0 1 0 0 0,0-1-1 0 0,0 1 1 0 0,0 0 0 0 0,0 0 0 0 0,1 0 0 0 0,-1 1-1 0 0,1-1 1 0 0,0 1 0 0 0,-1 0 0 0 0,1 0 0 0 0,0 0-1 0 0,1 0 1 0 0,-5 6 0 0 0,6-8 8 0 0,1 0 0 0 0,-1 0 0 0 0,1 0 0 0 0,-1 0 0 0 0,0 0 0 0 0,0-1 0 0 0,1 1 0 0 0,-1 0 1 0 0,0-1-1 0 0,0 1 0 0 0,0 0 0 0 0,0-1 0 0 0,1 1 0 0 0,-1-1 0 0 0,0 0 0 0 0,0 1 0 0 0,0-1 0 0 0,0 0 0 0 0,0 1 0 0 0,-2-1 0 0 0,-18-6 192 0 0,17 4-180 0 0,-1 0 0 0 0,1 0 1 0 0,-1 1-1 0 0,0 0 1 0 0,0 0-1 0 0,0 0 1 0 0,-9 0-1 0 0,5 1-11 0 0,7 1-4 0 0,-1-1 1 0 0,1 0-1 0 0,0 0 0 0 0,0 0 0 0 0,0 0 0 0 0,0 0 0 0 0,0 0 1 0 0,-1 0-1 0 0,1-1 0 0 0,0 1 0 0 0,-3-2 0 0 0,0-4 88 0 0,4 5 18 0 0,1 1-199 0 0,0 4 104 0 0,0 36 172 0 0,1-39-138 0 0,-1 0 0 0 0,1 0 0 0 0,0 0 0 0 0,-1-1 0 0 0,1 1 0 0 0,0 0 0 0 0,0 0 0 0 0,-1-1-1 0 0,1 1 1 0 0,0-1 0 0 0,0 1 0 0 0,0-1 0 0 0,0 1 0 0 0,0-1 0 0 0,0 1 0 0 0,0-1 0 0 0,1 1 0 0 0,23 6 149 0 0,197 17 517 0 0,0-1-176 0 0,-71 9-184 0 0,21 3 115 0 0,-142-31-248 0 0,-1-1-1 0 0,1-2 1 0 0,53-3 0 0 0,-22-8 459 0 0,82-22 0 0 0,-59 12-417 0 0,-21 5-65 0 0,139-27 226 0 0,-152 33-238 0 0,97-2 0 0 0,-110 11-75 0 0,-20 1-22 0 0,1-1 1 0 0,-1-1-1 0 0,0-1 0 0 0,26-5 1 0 0,10 0 66 0 0,-38 5-95 0 0,0 0 0 0 0,16-4 0 0 0,-19 2 0 0 0,0 1-1 0 0,0 1 0 0 0,0 0 0 0 0,20-1 1 0 0,-21 3 16 0 0,-9 1-39 0 0,1-1 0 0 0,0 0 0 0 0,-1 0 0 0 0,1-1 0 0 0,-1 1 1 0 0,1-1-1 0 0,-1 1 0 0 0,1-1 0 0 0,-1 0 0 0 0,1 1 0 0 0,2-3 0 0 0,6 2-410 0 0,-2 1-937 0 0,0 1-1 0 0,0-1 0 0 0,0 2 1 0 0,0 0-1 0 0,16 5 1 0 0,9 12-1069 0 0</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00.833"/>
    </inkml:context>
    <inkml:brush xml:id="br0">
      <inkml:brushProperty name="width" value="0.1" units="cm"/>
      <inkml:brushProperty name="height" value="0.1" units="cm"/>
      <inkml:brushProperty name="color" value="#CC0066"/>
    </inkml:brush>
  </inkml:definitions>
  <inkml:trace contextRef="#ctx0" brushRef="#br0">924 1960 1216 0 0,'0'-13'195'0'0,"0"22"-135"0"0,0 22 345 0 0,0-29 228 0 0,0-2-583 0 0,0 0 0 0 0,0 0 1 0 0,0 1-1 0 0,0-1 0 0 0,0 0 0 0 0,0 0 1 0 0,0 0-1 0 0,0 1 0 0 0,0-1 0 0 0,0 0 1 0 0,0 0-1 0 0,0 0 0 0 0,0 0 0 0 0,0 1 1 0 0,0-1-1 0 0,-1 0 0 0 0,1 0 0 0 0,0 0 1 0 0,0 0-1 0 0,0 1 0 0 0,0-1 0 0 0,0 0 1 0 0,0 0-1 0 0,-1 0 0 0 0,1 0 1 0 0,0 0-1 0 0,0 0 0 0 0,0 1 0 0 0,0-1 1 0 0,-1 0-1 0 0,1 0 0 0 0,0 0 0 0 0,0 0 1 0 0,0 0-1 0 0,-1 0 0 0 0,1 0 0 0 0,0 0 1 0 0,0 0-1 0 0,0 0 0 0 0,-1 0 0 0 0,1 0 1 0 0,0 0-1 0 0,0 0 0 0 0,0 0 0 0 0,0 0 1 0 0,-1 0-1 0 0,1 0 0 0 0,0 0 1 0 0,0 0-1 0 0,0 0 0 0 0,-1 0 0 0 0,1-1 1 0 0,0 1-1 0 0,0 0 0 0 0,0 0 0 0 0,0 0 1 0 0,-1 0-1 0 0,-15-1 1450 0 0,-44 2-1130 0 0,-130-6 203 0 0,166 2-433 0 0,0 0-1 0 0,-1-2 0 0 0,2 0 1 0 0,-1-2-1 0 0,-39-17 1 0 0,33 11 6 0 0,0-1 1 0 0,2-2 0 0 0,0 0-1 0 0,1-3 1 0 0,-28-23-1 0 0,26 14 78 0 0,-41-50 0 0 0,62 66-176 0 0,0 1 0 0 0,1-1 0 0 0,0-1 0 0 0,1 0 0 0 0,0 0 1 0 0,1 0-1 0 0,0 0 0 0 0,2-1 0 0 0,-4-16 0 0 0,1-15 12 0 0,-2-69 0 0 0,8 108-59 0 0,-2-90 30 0 0,3-1 0 0 0,27-177 0 0 0,-24 256-34 0 0,0 0 0 0 0,1 1 0 0 0,1-1 0 0 0,0 1 0 0 0,1 1 0 0 0,1-1 0 0 0,1 1 0 0 0,0 1 0 0 0,1 0 0 0 0,1 0 0 0 0,24-25 0 0 0,-3 8-26 0 0,3 2-1 0 0,0 1 1 0 0,2 2-1 0 0,1 1 1 0 0,0 2-1 0 0,2 2 1 0 0,1 2-1 0 0,1 1 1 0 0,49-14-1 0 0,17 0-49 0 0,150-27 0 0 0,-216 53 57 0 0,0 2 1 0 0,0 2 0 0 0,0 2-1 0 0,0 1 1 0 0,0 3 0 0 0,77 14-1 0 0,-93-9 15 0 0,0 1-1 0 0,-1 1 0 0 0,1 1 0 0 0,-2 2 1 0 0,0 0-1 0 0,30 23 0 0 0,-23-16-18 0 0,-18-13 84 0 0,-7-3 93 0 0,0 0 0 0 0,1 1 0 0 0,-1-1 0 0 0,10 12 247 0 0,-11-17 1328 0 0,61-32-1562 0 0,0 2 0 0 0,2 3 0 0 0,73-18 0 0 0,-28 13-290 0 0,1 5 0 0 0,177-19 0 0 0,45 20-158 0 0,-318 26 260 0 0,1 0-1 0 0,-1 2 1 0 0,0 0-1 0 0,1 2 1 0 0,32 8-1 0 0,-43-9 11 0 0,-1 0 0 0 0,0 1-1 0 0,0 1 1 0 0,0-1-1 0 0,0 1 1 0 0,0 0 0 0 0,-1 0-1 0 0,0 1 1 0 0,0 0-1 0 0,0 0 1 0 0,0 1 0 0 0,-1-1-1 0 0,0 1 1 0 0,0 0-1 0 0,6 11 1 0 0,-9-12 63 0 0,0-1 1 0 0,0 1-1 0 0,0 0 0 0 0,-1-1 0 0 0,0 1 1 0 0,0 0-1 0 0,0 0 0 0 0,0 0 1 0 0,-1 0-1 0 0,0 0 0 0 0,0 0 0 0 0,-1 5 1 0 0,1 1 1161 0 0,9-12-553 0 0,1-1-695 0 0,-1-1 0 0 0,1 0 0 0 0,13-7 0 0 0,18-7-56 0 0,47-8-119 0 0,0 3 0 0 0,159-17 0 0 0,181 16-128 0 0,-397 22 351 0 0,-1 2 0 0 0,1 0 0 0 0,0 3 0 0 0,-1 0 0 0 0,0 2 0 0 0,0 1 0 0 0,29 11 0 0 0,-48-13-20 0 0,0 0 0 0 0,-1 1 0 0 0,0-1-1 0 0,0 2 1 0 0,0 0 0 0 0,-1 0 0 0 0,0 0-1 0 0,0 2 1 0 0,-1-1 0 0 0,0 1 0 0 0,0 0 0 0 0,11 17-1 0 0,-10-12 35 0 0,1 0 0 0 0,6 17-1 0 0,-13-26-10 0 0,-1 0 0 0 0,0 0 0 0 0,-1 1 0 0 0,1-1 0 0 0,-1 1 0 0 0,0 0 0 0 0,-1-1 0 0 0,1 8 0 0 0,-1-13 11 0 0,0 0-1 0 0,-1 1 0 0 0,1-1 0 0 0,0 0 1 0 0,0 0-1 0 0,0 0 0 0 0,0 1 0 0 0,0-1 1 0 0,0 0-1 0 0,0 0 0 0 0,0 0 0 0 0,0 0 0 0 0,0 1 1 0 0,0-1-1 0 0,0 0 0 0 0,0 0 0 0 0,0 0 1 0 0,0 1-1 0 0,0-1 0 0 0,1 0 0 0 0,-1 0 1 0 0,0 0-1 0 0,0 0 0 0 0,0 1 0 0 0,0-1 1 0 0,0 0-1 0 0,0 0 0 0 0,0 0 0 0 0,0 0 1 0 0,1 0-1 0 0,-1 1 0 0 0,0-1 0 0 0,0 0 1 0 0,0 0-1 0 0,0 0 0 0 0,0 0 0 0 0,1 0 1 0 0,-1 0-1 0 0,0 0 0 0 0,0 0 0 0 0,0 0 0 0 0,1 0 1 0 0,-1 0-1 0 0,0 0 0 0 0,0 0 0 0 0,0 0 1 0 0,0 0-1 0 0,1 0 0 0 0,-1 0 0 0 0,0 0 1 0 0,0 0-1 0 0,0 0 0 0 0,1 0 0 0 0,-1 0 1 0 0,0 0-1 0 0,0 0 0 0 0,0 0 0 0 0,0 0 1 0 0,1 0-1 0 0,-1 0 0 0 0,0 0 0 0 0,0 0 1 0 0,0-1-1 0 0,0 1 0 0 0,0 0 0 0 0,1 0 1 0 0,10-11 95 0 0,1-4-184 0 0,1 1 0 0 0,0 1 0 0 0,1 0 0 0 0,1 1 0 0 0,0 1-1 0 0,30-18 1 0 0,-18 15-66 0 0,0 1 0 0 0,1 1 0 0 0,48-13 0 0 0,11 6-400 0 0,173-15 0 0 0,-183 26 304 0 0,313-19-357 0 0,-336 26 551 0 0,3 0 8 0 0,64 7-1 0 0,-104-4 39 0 0,-1 1 0 0 0,0 0 0 0 0,0 1 0 0 0,0 1 0 0 0,-1 0 0 0 0,0 1 0 0 0,0 1 0 0 0,19 12 0 0 0,-31-18 32 0 0,0 1 0 0 0,0 0-1 0 0,0-1 1 0 0,0 1-1 0 0,-1 1 1 0 0,1-1 0 0 0,-1 0-1 0 0,0 1 1 0 0,1-1 0 0 0,-1 1-1 0 0,0 0 1 0 0,0-1-1 0 0,-1 1 1 0 0,1 0 0 0 0,-1 0-1 0 0,1 0 1 0 0,-1 0 0 0 0,1 6 724 0 0,6-10 355 0 0,104-31-1154 0 0,347-49-475 0 0,-100 63 231 0 0,-304 17 250 0 0,-52 1 22 0 0,264 2-63 0 0,-218 1 78 0 0,0 2 0 0 0,0 2 1 0 0,51 15-1 0 0,-81-17 6 0 0,0 1 0 0 0,20 9 0 0 0,-33-12-9 0 0,0 1 0 0 0,-1-1 0 0 0,1 1-1 0 0,-1 0 1 0 0,0 0 0 0 0,0 0 0 0 0,0 1-1 0 0,-1 0 1 0 0,7 8 0 0 0,-3-3 26 0 0,-6-7-22 0 0,0 0 0 0 0,0-1 0 0 0,0 1 0 0 0,0 0 0 0 0,-1 0 0 0 0,1 0 0 0 0,-1 0 0 0 0,0 0 0 0 0,0 0 1 0 0,0 1-1 0 0,0-1 0 0 0,-1 0 0 0 0,1 0 0 0 0,-1 1 0 0 0,0-1 0 0 0,0 0 0 0 0,0 1 0 0 0,0 3 0 0 0,0-5 223 0 0,1-5-236 0 0,1-2 95 0 0,1 0 0 0 0,0-1 1 0 0,0 2-1 0 0,0-1 0 0 0,1 0 1 0 0,0 1-1 0 0,-1-1 0 0 0,2 1 1 0 0,-1 0-1 0 0,0 0 0 0 0,9-5 1 0 0,5-4-72 0 0,1 0 1 0 0,1 0-1 0 0,0 2 1 0 0,24-10-1 0 0,97-31 12 0 0,3 10-149 0 0,1 6 0 0 0,180-21 0 0 0,301 16-589 0 0,-393 51 397 0 0,-204-7 215 0 0,0 3 1 0 0,-1 0-1 0 0,1 2 0 0 0,-1 0 0 0 0,47 23 1 0 0,-68-27 53 0 0,-2-2 3 0 0,0 0 0 0 0,-1 0 1 0 0,1 0-1 0 0,-1 0 1 0 0,1 1-1 0 0,-1 0 0 0 0,0 0 1 0 0,0 0-1 0 0,0 1 0 0 0,-1-1 1 0 0,1 1-1 0 0,-1 0 1 0 0,5 7-1 0 0,-6 2-20 0 0,-2-10 226 0 0,19-7 926 0 0,82-31-517 0 0,133-39-421 0 0,-91 39-267 0 0,245-27 1 0 0,-274 52-174 0 0,1 5 0 0 0,207 18 1 0 0,-264-6 105 0 0,0 3 1 0 0,0 2 0 0 0,88 31-1 0 0,-132-37 117 0 0,0 0 0 0 0,0 0 0 0 0,-1 2 0 0 0,0 0 0 0 0,0 0 0 0 0,-1 1 0 0 0,0 1 0 0 0,10 10 0 0 0,-19-16 37 0 0,1-1 1 0 0,-1 0-1 0 0,0 1 0 0 0,0 0 1 0 0,-1 0-1 0 0,1 0 0 0 0,-1 0 0 0 0,0 0 1 0 0,0 1-1 0 0,0-1 0 0 0,-1 0 1 0 0,1 1-1 0 0,-1 0 0 0 0,0-1 1 0 0,0 1-1 0 0,-1 0 0 0 0,1-1 1 0 0,-1 1-1 0 0,0 0 0 0 0,-1 0 0 0 0,1-1 1 0 0,-1 1-1 0 0,0 0 0 0 0,0-1 1 0 0,0 1-1 0 0,-4 8 0 0 0,5-13 30 0 0,0 1-1 0 0,0-1 0 0 0,0 1 1 0 0,-1 0-1 0 0,1-1 0 0 0,0 1 1 0 0,-1-1-1 0 0,1 1 0 0 0,0-1 1 0 0,-1 1-1 0 0,1 0 0 0 0,0-1 1 0 0,-1 1-1 0 0,1-1 0 0 0,-1 0 1 0 0,1 1-1 0 0,-1-1 0 0 0,1 1 1 0 0,-1-1-1 0 0,1 0 0 0 0,-1 1 1 0 0,0-1-1 0 0,1 0 0 0 0,-1 0 1 0 0,1 0-1 0 0,-1 1 0 0 0,0-1 1 0 0,1 0-1 0 0,-2 0 1 0 0,2 0-9 0 0,0 0 1 0 0,0 0 0 0 0,0 0-1 0 0,1 0 1 0 0,-1 0 0 0 0,0 0 0 0 0,0 0-1 0 0,0 0 1 0 0,0 0 0 0 0,0 0 0 0 0,0 0-1 0 0,0 0 1 0 0,0-1 0 0 0,0 1 0 0 0,1 0-1 0 0,-1 0 1 0 0,0 0 0 0 0,0 0 0 0 0,0 0-1 0 0,0 0 1 0 0,0 0 0 0 0,0 0 0 0 0,0 0-1 0 0,0 0 1 0 0,0-1 0 0 0,0 1 0 0 0,0 0-1 0 0,0 0 1 0 0,0 0 0 0 0,0 0 0 0 0,0 0-1 0 0,0 0 1 0 0,0 0 0 0 0,0-1 0 0 0,0 1-1 0 0,0 0 1 0 0,0 0 0 0 0,0 0 0 0 0,0 0-1 0 0,0 0 1 0 0,0 0 0 0 0,0 0 0 0 0,0-1-1 0 0,0 1 1 0 0,0 0 0 0 0,0 0 0 0 0,0 0-1 0 0,0 0 1 0 0,0 0 0 0 0,0 0-1 0 0,0 0 1 0 0,0 0 0 0 0,0 0 0 0 0,-1-1-1 0 0,1 1 1 0 0,0 0 0 0 0,0 0 0 0 0,0 0-1 0 0,0 0 1 0 0,0 0 0 0 0,0 0 0 0 0,0 0-1 0 0,0 0 1 0 0,-1 0 0 0 0,1 0 0 0 0,0 0-1 0 0,0 0 1 0 0,0 0 0 0 0,0 0 0 0 0,1-3 38 0 0,1 1-1 0 0,0-1 1 0 0,0 1 0 0 0,0 0 0 0 0,0-1 0 0 0,0 1 0 0 0,0 0 0 0 0,0 0 0 0 0,1 0 0 0 0,5-2 0 0 0,19-10 97 0 0,35-13 1 0 0,-14 7-51 0 0,1 3 1 0 0,1 2-1 0 0,100-17 0 0 0,234 12 118 0 0,-344 20-198 0 0,101 1-17 0 0,0 7 1 0 0,0 5 0 0 0,149 35-1 0 0,-242-38-5 0 0,34 5-54 0 0,137 46-1 0 0,-193-51 43 0 0,0 1-1 0 0,-1 1 0 0 0,0 1 0 0 0,-1 1 0 0 0,-1 1 0 0 0,0 2 0 0 0,-1 0 0 0 0,-1 1 0 0 0,24 26 0 0 0,-28-24-2 0 0,-5-6 23 0 0,1 0-1 0 0,15 13 1 0 0,-23-23 5 0 0,1 0 1 0 0,-1 0 0 0 0,1-1-1 0 0,0 1 1 0 0,0-1-1 0 0,1 0 1 0 0,-1-1 0 0 0,1 0-1 0 0,9 3 1 0 0,2-3-14 0 0,1 0 1 0 0,19 0-1 0 0,-2-1-20 0 0,303 37-436 0 0,-282-27 311 0 0,0 3 0 0 0,-1 2 0 0 0,97 41 0 0 0,-141-51 114 0 0,1 1 1 0 0,-1 0-1 0 0,0 0 1 0 0,-1 1-1 0 0,0 1 1 0 0,-1 0-1 0 0,1 1 0 0 0,-2 0 1 0 0,16 19-1 0 0,-14-13-14 0 0,-2 0 0 0 0,0 0 0 0 0,-1 1 0 0 0,-1 0 0 0 0,0 0 0 0 0,6 26 0 0 0,-6-8-52 0 0,-1 0-1 0 0,-1 0 1 0 0,-2 0 0 0 0,-2 1-1 0 0,-6 69 1 0 0,2-73 44 0 0,-1 1 0 0 0,-1-1 1 0 0,-12 35-1 0 0,13-52 36 0 0,-1-1-1 0 0,0 0 1 0 0,-1 0 0 0 0,-1 0-1 0 0,0-1 1 0 0,-1 0 0 0 0,-1 0 0 0 0,0-1-1 0 0,-18 21 1 0 0,13-22 13 0 0,1 0 0 0 0,-1-1 1 0 0,-1-1-1 0 0,0 0 0 0 0,0-1 0 0 0,-32 12 1 0 0,-102 24 8 0 0,141-42 8 0 0,-380 84 272 0 0,264-59-55 0 0,91-20-36 0 0,0-1 1 0 0,0-1 0 0 0,-60 0-1 0 0,91-6-160 0 0,1 0 0 0 0,-1 1 0 0 0,1-1 0 0 0,-1 0 0 0 0,1 0 0 0 0,0 0 0 0 0,0 0 0 0 0,-1 0 0 0 0,1 0 0 0 0,0 0 0 0 0,0-1 0 0 0,0 1 0 0 0,-1-2 0 0 0,-11-11 133 0 0,12 14-151 0 0,1 1 0 0 0,-1-1 0 0 0,1 1 0 0 0,0-1-1 0 0,-1 1 1 0 0,1-1 0 0 0,0 1 0 0 0,-1-1 0 0 0,1 1 0 0 0,0-1 0 0 0,0 1 0 0 0,0-1-1 0 0,0 1 1 0 0,-1 0 0 0 0,1-1 0 0 0,0 1 0 0 0,0-1 0 0 0,0 1 0 0 0,0 0 0 0 0,0-1 0 0 0,0 1-1 0 0,1 0 1 0 0,-2 4 1 0 0,1-1-1 0 0,-1 0 1 0 0,0 0-1 0 0,0 0 1 0 0,0 0-1 0 0,-1 0 0 0 0,0 0 1 0 0,1-1-1 0 0,-1 1 1 0 0,0 0-1 0 0,-4 4 1 0 0,1-1 14 0 0,-1 0 0 0 0,1-1 0 0 0,-1 0 0 0 0,0 0 0 0 0,-7 5 1 0 0,-4 0 28 0 0,-1 0 0 0 0,0-1 0 0 0,0-1 0 0 0,-1-1 0 0 0,0 0 0 0 0,-1-2 0 0 0,1 0 0 0 0,-1-1 0 0 0,-31 4 0 0 0,-16-3 102 0 0,-103-2 1 0 0,117-5-101 0 0,-32 2 25 0 0,-115-3 76 0 0,166 0-117 0 0,0-1 1 0 0,0-3-1 0 0,-54-14 1 0 0,84 19-31 0 0,0 0 1 0 0,1 0-1 0 0,-1-1 0 0 0,0 1 0 0 0,1-1 1 0 0,-1 0-1 0 0,1 0 0 0 0,0 0 0 0 0,-1 0 1 0 0,1-1-1 0 0,0 1 0 0 0,1-1 0 0 0,-1 0 1 0 0,-2-3-1 0 0,5 6-6 0 0,-1 0 1 0 0,1 0-1 0 0,0 0 1 0 0,0 0-1 0 0,0 0 0 0 0,0 0 1 0 0,0-1-1 0 0,0 1 0 0 0,0 0 1 0 0,0 0-1 0 0,-1 0 1 0 0,1 0-1 0 0,0 0 0 0 0,0 0 1 0 0,0-1-1 0 0,0 1 0 0 0,0 0 1 0 0,0 0-1 0 0,0 0 1 0 0,0 0-1 0 0,0 0 0 0 0,0 0 1 0 0,0-1-1 0 0,0 1 0 0 0,0 0 1 0 0,0 0-1 0 0,0 0 1 0 0,0 0-1 0 0,0 0 0 0 0,0-1 1 0 0,0 1-1 0 0,0 0 0 0 0,0 0 1 0 0,0 0-1 0 0,0 0 1 0 0,0 0-1 0 0,0-1 0 0 0,0 1 1 0 0,1 0-1 0 0,-1 0 0 0 0,0 0 1 0 0,0 0-1 0 0,0 0 1 0 0,0 0-1 0 0,0 0 0 0 0,0 0 1 0 0,0-1-1 0 0,0 1 0 0 0,1 0 1 0 0,-1 0-1 0 0,0 0 1 0 0,0 0-1 0 0,0 0 0 0 0,0 0 1 0 0,3 0-94 0 0,-1 0 31 0 0,0-1 1 0 0,-1 1 0 0 0,1 0-1 0 0,0 0 1 0 0,0 0-1 0 0,0 0 1 0 0,-1 0-1 0 0,1 0 1 0 0,0 0 0 0 0,0 1-1 0 0,3 0 1 0 0,-5 0 54 0 0,0-1 1 0 0,0 1-1 0 0,0 0 1 0 0,0-1-1 0 0,0 1 1 0 0,0 0-1 0 0,0-1 1 0 0,0 1-1 0 0,0-1 1 0 0,0 1-1 0 0,0 0 1 0 0,0-1-1 0 0,0 1 1 0 0,-1-1-1 0 0,1 1 1 0 0,0 0-1 0 0,0-1 1 0 0,-1 1-1 0 0,1-1 0 0 0,0 1 1 0 0,-1-1-1 0 0,1 1 1 0 0,0-1-1 0 0,-2 2 1 0 0,-16 14-79 0 0,-12 2 31 0 0,-1-1-1 0 0,0-1 0 0 0,-1-1 1 0 0,0-2-1 0 0,-1-2 1 0 0,-65 14-1 0 0,17-9-82 0 0,-149 8 1 0 0,-84-21-54 0 0,125-16 99 0 0,146 6 56 0 0,0-2 1 0 0,-54-18-1 0 0,3-9-35 0 0,82 31 45 0 0,-26-12-20 0 0,37 17 36 0 0,-1-1-1 0 0,1 1 1 0 0,0-1 0 0 0,0 0-1 0 0,0 1 1 0 0,0-1 0 0 0,0 0 0 0 0,0 0-1 0 0,1 0 1 0 0,-1 1 0 0 0,0-1-1 0 0,0 0 1 0 0,1 0 0 0 0,-1 0-1 0 0,0 0 1 0 0,1-1 0 0 0,-1 1 0 0 0,1 0-1 0 0,-1 0 1 0 0,1 0 0 0 0,-1-2-1 0 0,1 2-188 0 0,-5 2-413 0 0,-9 5 580 0 0,0 1 1 0 0,0 0-1 0 0,-19 13 1 0 0,19-11 59 0 0,0 0 0 0 0,0-1 0 0 0,-1-1 0 0 0,1-1 0 0 0,-1 0 0 0 0,-27 7 0 0 0,-88 12 233 0 0,-226 15 1 0 0,-49-49 270 0 0,-182-68 602 0 0,560 72-1056 0 0,-92-19 322 0 0,103 19-314 0 0,0 0 0 0 0,0-1 0 0 0,1-1 0 0 0,0 0 0 0 0,-16-10 0 0 0,27 14-57 0 0,-1 0 0 0 0,1 0-1 0 0,-1-1 1 0 0,1 1 0 0 0,0-1 0 0 0,1 0-1 0 0,-1 0 1 0 0,1 0 0 0 0,-1-1-1 0 0,1 1 1 0 0,1-1 0 0 0,-1 0-1 0 0,1 0 1 0 0,-1 0 0 0 0,1 0-1 0 0,1 0 1 0 0,-1 0 0 0 0,1-1 0 0 0,0 1-1 0 0,0-1 1 0 0,0-9 0 0 0,1 12-28 0 0,0 0 0 0 0,0-1 1 0 0,1 1-1 0 0,0 0 1 0 0,-1-1-1 0 0,1 1 1 0 0,0 0-1 0 0,0 0 0 0 0,1-1 1 0 0,-1 1-1 0 0,1 0 1 0 0,-1 0-1 0 0,1 0 0 0 0,0 1 1 0 0,0-1-1 0 0,0 0 1 0 0,1 1-1 0 0,-1-1 0 0 0,1 1 1 0 0,-1 0-1 0 0,1 0 1 0 0,5-3-1 0 0,-4 2-31 0 0,1 1-1 0 0,0-1 1 0 0,0 1-1 0 0,0 0 1 0 0,0 1-1 0 0,0-1 1 0 0,1 1-1 0 0,-1 0 1 0 0,0 0-1 0 0,1 1 1 0 0,-1-1-1 0 0,8 2 1 0 0,-12-1 23 0 0,-1 0 1 0 0,1 0-1 0 0,-1 0 1 0 0,1 0 0 0 0,-1 0-1 0 0,0 0 1 0 0,1 0-1 0 0,-1 0 1 0 0,1 0-1 0 0,-1 0 1 0 0,1 0 0 0 0,-1 1-1 0 0,0-1 1 0 0,1 0-1 0 0,-1 0 1 0 0,0 0-1 0 0,1 1 1 0 0,-1-1 0 0 0,0 0-1 0 0,1 1 1 0 0,-1-1-1 0 0,0 0 1 0 0,1 1 0 0 0,-1-1-1 0 0,0 0 1 0 0,0 1-1 0 0,1-1 1 0 0,-1 1-1 0 0,0-1 1 0 0,0 0 0 0 0,0 1-1 0 0,0-1 1 0 0,0 1-1 0 0,0-1 1 0 0,1 1-1 0 0,-1-1 1 0 0,0 9-31 0 0,0 1 0 0 0,0-1 1 0 0,-1 0-1 0 0,0 0 0 0 0,-1-1 0 0 0,0 1 1 0 0,0 0-1 0 0,-1 0 0 0 0,0-1 0 0 0,0 1 0 0 0,-9 14 1 0 0,2-6 21 0 0,0 0 0 0 0,-2-1 1 0 0,0 0-1 0 0,0-1 0 0 0,-1-1 1 0 0,-1 0-1 0 0,-23 18 1 0 0,2-6 39 0 0,-2-1 1 0 0,-46 24 0 0 0,42-27 82 0 0,0-2 1 0 0,-1-2-1 0 0,-1-2 0 0 0,0-1 0 0 0,-1-3 1 0 0,-1-1-1 0 0,0-2 0 0 0,0-3 0 0 0,-1-1 1 0 0,-54-2-1 0 0,-13-6 249 0 0,1-5 0 0 0,-212-43 0 0 0,246 32-174 0 0,-141-52 0 0 0,164 48-139 0 0,1-3-1 0 0,1-2 1 0 0,-56-38 0 0 0,100 60-47 0 0,0 0-1 0 0,0-1 1 0 0,1 1 0 0 0,0-2 0 0 0,0 1 0 0 0,1-1 0 0 0,0 0 0 0 0,0 0-1 0 0,-5-10 1 0 0,11 17-4 0 0,1 1 0 0 0,-1-1-1 0 0,1 0 1 0 0,-1 1 0 0 0,1-1-1 0 0,0 1 1 0 0,-1-1 0 0 0,1 0-1 0 0,0 1 1 0 0,0-1 0 0 0,-1 0-1 0 0,1 1 1 0 0,0-1 0 0 0,0 0-1 0 0,0 1 1 0 0,0-1 0 0 0,0 0-1 0 0,0 1 1 0 0,0-1 0 0 0,0 0-1 0 0,0 0 1 0 0,0 1 0 0 0,0-1-1 0 0,1 0 1 0 0,-1 1 0 0 0,0-1-1 0 0,0 0 1 0 0,1 1 0 0 0,-1-1-1 0 0,0 1 1 0 0,1-1 0 0 0,-1 0-1 0 0,2 0 1 0 0,-1 0-20 0 0,1 1 0 0 0,0-1 0 0 0,0 0 0 0 0,0 1 0 0 0,-1 0 1 0 0,1-1-1 0 0,0 1 0 0 0,0 0 0 0 0,3 0 0 0 0,3 0-14 0 0,56-6-403 0 0,-52 8 210 0 0,-16 3 234 0 0,3-4-15 0 0,-5 4 46 0 0,0 1 0 0 0,0-1 0 0 0,0-1 0 0 0,-1 1 0 0 0,0-1 0 0 0,0 0 1 0 0,-1-1-1 0 0,-11 5 0 0 0,-18 5 87 0 0,-1 0 0 0 0,-70 11 1 0 0,-56-2 0 0 0,-214 2 1 0 0,15-30 24 0 0,297 1-79 0 0,1-3-1 0 0,-1-3 1 0 0,-70-22-1 0 0,120 28-33 0 0,1 0 0 0 0,-1-1-1 0 0,-21-13 1 0 0,32 16-9 0 0,0 0 0 0 0,1 0 0 0 0,-1-1 1 0 0,1 1-1 0 0,0-1 0 0 0,0 0 0 0 0,1 0 1 0 0,-1-1-1 0 0,1 1 0 0 0,-5-9 0 0 0,7 12-40 0 0,0-1 0 0 0,0 1 0 0 0,0-1-1 0 0,1 0 1 0 0,-1 1 0 0 0,1-1-1 0 0,-1 0 1 0 0,1 1 0 0 0,-1-1 0 0 0,1 0-1 0 0,0 0 1 0 0,0 0 0 0 0,0 0 0 0 0,0 1-1 0 0,0-1 1 0 0,0 0 0 0 0,0 0 0 0 0,1 0-1 0 0,-1 1 1 0 0,1-1 0 0 0,-1 0-1 0 0,1 1 1 0 0,0-1 0 0 0,0 0 0 0 0,0 1-1 0 0,0-1 1 0 0,0 1 0 0 0,0-1 0 0 0,0 1-1 0 0,0-1 1 0 0,0 1 0 0 0,1 0-1 0 0,-1 0 1 0 0,0 0 0 0 0,1 0 0 0 0,-1 0-1 0 0,3-1 1 0 0,2-2-185 0 0,1 1 0 0 0,-1 0 1 0 0,1 1-1 0 0,0 0 0 0 0,0 0 0 0 0,-1 0 0 0 0,13-1 1 0 0,-11 2 92 0 0,0 0 0 0 0,1 1 0 0 0,-1 0 0 0 0,0 0 0 0 0,0 1 0 0 0,1 0 0 0 0,-1 0 0 0 0,0 1 0 0 0,0 0 0 0 0,0 0 0 0 0,0 1 0 0 0,0 0 0 0 0,12 7 0 0 0,-15-6 94 0 0,1 0 1 0 0,-1 1-1 0 0,0 0 0 0 0,-1 0 0 0 0,1 0 0 0 0,-1 0 0 0 0,0 1 0 0 0,0 0 0 0 0,-1-1 0 0 0,0 2 0 0 0,0-1 0 0 0,0 0 0 0 0,-1 0 0 0 0,0 1 0 0 0,0 0 0 0 0,0-1 0 0 0,1 13 0 0 0,-2-4 27 0 0,0 0 0 0 0,0 0-1 0 0,-1 1 1 0 0,-1-1-1 0 0,-1 0 1 0 0,0 0-1 0 0,-1 0 1 0 0,-1 0 0 0 0,-5 15-1 0 0,-4 4 69 0 0,-1-1 0 0 0,-28 45 0 0 0,23-46 15 0 0,-2-1 1 0 0,-1-1-1 0 0,-2-1 1 0 0,0 0-1 0 0,-48 41 1 0 0,35-40 87 0 0,-1-2 0 0 0,-1-1 1 0 0,-1-2-1 0 0,-45 20 0 0 0,43-26 72 0 0,0-2-1 0 0,-1-2 0 0 0,-1-2 1 0 0,-57 10-1 0 0,15-10 260 0 0,-110 2 0 0 0,122-14-369 0 0,-1-2 0 0 0,1-4 0 0 0,0-3 0 0 0,1-4 0 0 0,-103-28 0 0 0,113 17-174 0 0,0-2 0 0 0,2-3 0 0 0,-87-54 0 0 0,141 77 15 0 0,-129-77-533 0 0,64 36 407 0 0,-132-62 1 0 0,187 103 57 0 0,16 5 53 0 0,0 0 0 0 0,-1-1 0 0 0,1 1 0 0 0,0 0 0 0 0,-1-1-1 0 0,1 1 1 0 0,0-1 0 0 0,-1 0 0 0 0,1 1 0 0 0,0-1 0 0 0,0 0 0 0 0,0 0 0 0 0,0 0-1 0 0,0 0 1 0 0,0 0 0 0 0,-2-2 0 0 0,-3 2-321 0 0,-18 2 449 0 0,-1 1-1 0 0,1 1 1 0 0,-25 6-1 0 0,-11 3 71 0 0,-389 57 484 0 0,-17-40-256 0 0,428-29-370 0 0,-69 0-12 0 0,-133-18 1 0 0,27-25-98 0 0,179 34-132 0 0,2-1-1 0 0,-1-2 0 0 0,1-1 1 0 0,-43-25-1 0 0,71 35 74 0 0,-1 0 1 0 0,1 0-1 0 0,0-1 0 0 0,0 1 0 0 0,0-1 1 0 0,0 0-1 0 0,0 0 0 0 0,1 0 1 0 0,0-1-1 0 0,0 1 0 0 0,0-1 0 0 0,0 0 1 0 0,-2-7-1 0 0,4 10 32 0 0,1 1 0 0 0,-1-1-1 0 0,1 0 1 0 0,0 0 0 0 0,0 0 0 0 0,-1 0 0 0 0,1 0-1 0 0,0 0 1 0 0,1 1 0 0 0,-1-1 0 0 0,0 0 0 0 0,1 0-1 0 0,-1 0 1 0 0,1 0 0 0 0,-1 0 0 0 0,2-2 0 0 0,0 2-47 0 0,-1 0 1 0 0,1 0 0 0 0,0 0 0 0 0,-1 0 0 0 0,1 0-1 0 0,0 0 1 0 0,0 0 0 0 0,1 1 0 0 0,-1-1 0 0 0,0 1-1 0 0,0-1 1 0 0,1 1 0 0 0,-1 0 0 0 0,5-1-1 0 0,7-2-256 0 0,-1 0 0 0 0,1 2 0 0 0,0 0-1 0 0,21-1 1 0 0,69 2-414 0 0,-93 1 784 0 0,-1 1 0 0 0,0 0 1 0 0,0 0-1 0 0,0 1 0 0 0,19 5 0 0 0,-25-5 28 0 0,0 0 1 0 0,0 0-1 0 0,0 1 1 0 0,0-1-1 0 0,-1 1 0 0 0,1 0 1 0 0,-1 0-1 0 0,0 0 0 0 0,1 0 1 0 0,-1 0-1 0 0,-1 1 0 0 0,1 0 1 0 0,-1-1-1 0 0,1 1 0 0 0,2 6 1 0 0,-2-3 13 0 0,0 0 1 0 0,0 0 0 0 0,0 0 0 0 0,-1 0 0 0 0,0 0 0 0 0,2 15-1 0 0,-4-18 31 0 0,0 1-1 0 0,0 0 1 0 0,-1-1-1 0 0,1 1 1 0 0,-1-1-1 0 0,0 1 1 0 0,0-1-1 0 0,-1 1 1 0 0,1-1-1 0 0,-1 0 1 0 0,0 1-1 0 0,0-1 1 0 0,-4 5-1 0 0,-4 5 111 0 0,-1 0 0 0 0,-1-1 0 0 0,0-1 0 0 0,-25 21-1 0 0,10-13 83 0 0,0-1-1 0 0,-41 22 0 0 0,10-14 92 0 0,-1-2 0 0 0,-85 25 0 0 0,54-26 237 0 0,-99 15 0 0 0,37-19 285 0 0,-234 0 0 0 0,384-20-830 0 0,-56 1 134 0 0,-1-2 1 0 0,-79-12-1 0 0,119 9-115 0 0,0 0 0 0 0,1-2 0 0 0,-1 0 0 0 0,-25-12 0 0 0,33 13-15 0 0,1-1 0 0 0,0 0-1 0 0,1-1 1 0 0,0 0 0 0 0,0 0 0 0 0,0-1 0 0 0,1 0 0 0 0,-11-14-1 0 0,13 14-30 0 0,1 0 1 0 0,0 0-1 0 0,0-1 0 0 0,1 1 0 0 0,0-1 0 0 0,0 0 0 0 0,1 0 0 0 0,0 0 0 0 0,-2-18 0 0 0,4 22-29 0 0,1 0-1 0 0,-1-1 1 0 0,1 1-1 0 0,0 0 1 0 0,1 0-1 0 0,-1 0 1 0 0,1 0-1 0 0,0 0 1 0 0,1 0-1 0 0,-1 0 1 0 0,1 0 0 0 0,0 0-1 0 0,0 0 1 0 0,0 0-1 0 0,1 1 1 0 0,-1-1-1 0 0,1 1 1 0 0,0 0-1 0 0,4-4 1 0 0,-3 4-10 0 0,0 0 0 0 0,0 0 1 0 0,1 0-1 0 0,-1 1 0 0 0,1 0 0 0 0,0 0 1 0 0,0 0-1 0 0,0 0 0 0 0,0 1 1 0 0,1 0-1 0 0,-1 0 0 0 0,0 0 0 0 0,10-1 1 0 0,-8 1-165 0 0,-7-1 538 0 0,-13-1 588 0 0,11 3-865 0 0,-1 1 0 0 0,0-1 0 0 0,1 0 0 0 0,-1 1 0 0 0,1-1 0 0 0,-1-1 0 0 0,1 1 0 0 0,0 0-1 0 0,-1 0 1 0 0,1-1 0 0 0,0 0 0 0 0,-3-1 0 0 0,-11-8-10 0 0,-6-4-15 0 0,7 5-46 0 0,0 1 0 0 0,-30-14 1 0 0,16 12-523 0 0,0 2 0 0 0,-1 1 0 0 0,-33-4-1 0 0,28 7-2115 0 0,1 2 0 0 0,-56 2-1 0 0,60 4 622 0 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09:58:50.147"/>
    </inkml:context>
    <inkml:brush xml:id="br0">
      <inkml:brushProperty name="width" value="0.1" units="cm"/>
      <inkml:brushProperty name="height" value="0.1" units="cm"/>
      <inkml:brushProperty name="color" value="#CC0066"/>
    </inkml:brush>
  </inkml:definitions>
  <inkml:trace contextRef="#ctx0" brushRef="#br0">0 0 24575,'0'0'-8191</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21.118"/>
    </inkml:context>
    <inkml:brush xml:id="br0">
      <inkml:brushProperty name="width" value="0.1" units="cm"/>
      <inkml:brushProperty name="height" value="0.1" units="cm"/>
      <inkml:brushProperty name="color" value="#CC0066"/>
    </inkml:brush>
  </inkml:definitions>
  <inkml:trace contextRef="#ctx0" brushRef="#br0">41 32 1120 0 0,'-7'0'160'0'0,"-6"0"-32"0"0,6 0-72 0 0,2 0-8 0 0,1 0 32 0 0,4-9 24 0 0,-4 9-80 0 0,4-8 16 0 0,0 1-32 0 0,0 0-16 0 0,0 10-64 0 0,16 1-152 0 0,-8-1-1232 0 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35.765"/>
    </inkml:context>
    <inkml:brush xml:id="br0">
      <inkml:brushProperty name="width" value="0.1" units="cm"/>
      <inkml:brushProperty name="height" value="0.1" units="cm"/>
      <inkml:brushProperty name="color" value="#CC0066"/>
    </inkml:brush>
  </inkml:definitions>
  <inkml:trace contextRef="#ctx0" brushRef="#br0">282 442 560 0 0,'0'-16'559'0'0,"1"10"-502"0"0,6 5 2 0 0,0 0 13 0 0,-5-4 142 0 0,-2 3 233 0 0,0 16-256 0 0,0 25 133 0 0,1-1 0 0 0,11 67 0 0 0,36 57 836 0 0,-42-144-1027 0 0,13 22 224 0 0,-16-35-219 0 0,0 1 0 0 0,0-1 0 0 0,-1 0 0 0 0,1 1 0 0 0,-1-1 0 0 0,-1 1 0 0 0,1 0 0 0 0,-1 0 0 0 0,1 9 0 0 0,-22-35 2602 0 0,1-4-2668 0 0,0-2-1 0 0,1 0 1 0 0,2-1 0 0 0,-21-45 0 0 0,-100-213 177 0 0,68 149-280 0 0,7-21-12 0 0,53 120 7 0 0,9 37 33 0 0,0-1-1 0 0,0 1 1 0 0,0 0-1 0 0,0 0 0 0 0,0-1 1 0 0,-1 1-1 0 0,1 0 1 0 0,0 0-1 0 0,1-1 0 0 0,-1 1 1 0 0,0 0-1 0 0,0-1 1 0 0,0 1-1 0 0,0 0 0 0 0,0 0 1 0 0,0-1-1 0 0,0 1 0 0 0,0 0 1 0 0,0 0-1 0 0,0-1 1 0 0,1 1-1 0 0,-1 0 0 0 0,0 0 1 0 0,0-1-1 0 0,0 1 1 0 0,1 0-1 0 0,-1 0 0 0 0,0 0 1 0 0,0 0-1 0 0,0-1 1 0 0,1 1-1 0 0,-1 0 0 0 0,0 0 1 0 0,0 0-1 0 0,1 0 1 0 0,-1 0-1 0 0,0 0 0 0 0,0-1 1 0 0,1 1-1 0 0,-1 0 1 0 0,0 0-1 0 0,1 0 0 0 0,-1 0 1 0 0,0 0-1 0 0,0 0 1 0 0,1 0-1 0 0,-1 0 0 0 0,0 0 1 0 0,1 1-1 0 0,-1-1 1 0 0,0 0-1 0 0,0 0 0 0 0,1 0 1 0 0,-1 0-1 0 0,0 0 1 0 0,1 0-20 0 0,38 0-70 0 0,0-1 38 0 0,0 2 1 0 0,72 11-1 0 0,-17 3 82 0 0,107 4 0 0 0,103-13 117 0 0,-263-7-79 0 0,-1-1-1 0 0,56-11 1 0 0,-38 5-18 0 0,35-6 93 0 0,-22 1-69 0 0,33-7 30 0 0,-103 20-101 0 0,34-9 7 0 0,-1 1 1 0 0,2 2-1 0 0,47-3 0 0 0,302 13 381 0 0,-355-5-445 0 0,36-6 0 0 0,-36 3 82 0 0,34 0 1 0 0,14 4 31 0 0,314-6 201 0 0,-252 2-319 0 0,67 7 149 0 0,-29 0-19 0 0,-80 2-8 0 0,-24 0-47 0 0,139 11 42 0 0,-10 5-140 0 0,-63-9 69 0 0,-58-7 52 0 0,-57-4-30 0 0,44 6 0 0 0,6 2-31 0 0,1-3 1 0 0,111-5 0 0 0,-91-2 170 0 0,-67-1-274 0 0,29-4 1 0 0,26-1 111 0 0,17-2 19 0 0,-95 9-16 0 0,1 0 0 0 0,-1 0 0 0 0,0 1 0 0 0,0 0 1 0 0,0 0-1 0 0,0 1 0 0 0,0 0 0 0 0,0 0 0 0 0,0 0 0 0 0,-1 0 0 0 0,8 5 0 0 0,-12-6 10 0 0,0 0 1 0 0,1 1-1 0 0,-1-1 0 0 0,0 0 0 0 0,0 1 0 0 0,0-1 0 0 0,0 1 0 0 0,0 0 0 0 0,0-1 1 0 0,0 1-1 0 0,-1 0 0 0 0,1-1 0 0 0,-1 1 0 0 0,1 0 0 0 0,-1 0 0 0 0,0-1 0 0 0,1 1 1 0 0,-1 2-1 0 0,1 38-24 0 0,-1-34 10 0 0,7 157 61 0 0,-5-33 6 0 0,-3-75-14 0 0,1-51-28 0 0,-3 49 28 0 0,3-52-28 0 0,-1 0 0 0 0,0 1-1 0 0,0-1 1 0 0,0 0 0 0 0,0 0 0 0 0,0 0 0 0 0,-1 0 0 0 0,1 0 0 0 0,-1 0 0 0 0,0 0 0 0 0,0 0 0 0 0,0-1 0 0 0,-4 5 0 0 0,-2-1 43 0 0,0-1 1 0 0,0 1-1 0 0,0-1 1 0 0,-1-1-1 0 0,0 0 1 0 0,0 0-1 0 0,0 0 1 0 0,0-1-1 0 0,-1-1 1 0 0,-13 3-1 0 0,-12-1 85 0 0,-55 1 1 0 0,40-3 2 0 0,-52 6 57 0 0,4-1-141 0 0,-76 5-34 0 0,-144 3 86 0 0,-105-21 138 0 0,194 4-110 0 0,134 2-97 0 0,14 3 6 0 0,-146 21-1 0 0,-104 8-122 0 0,298-30 76 0 0,0 1 1 0 0,-36 9 0 0 0,2-1-3 0 0,45-7 3 0 0,-117 19-24 0 0,-5 2 367 0 0,108-20-333 0 0,-1-2 0 0 0,1 0 0 0 0,-58-5 0 0 0,-16 1-4 0 0,58 4-106 0 0,-93 16 1 0 0,123-15 109 0 0,0-1 0 0 0,-26-1 1 0 0,-17 2 35 0 0,52-3-52 0 0,1-2 0 0 0,0 1-1 0 0,0-2 1 0 0,-19-3 0 0 0,21 3-2 0 0,-32-3-14 0 0,-1 1-1 0 0,-51 4 1 0 0,-52-5-27 0 0,71-4 25 0 0,19 1 13 0 0,-61 0 1 0 0,-3 0 208 0 0,112 8-192 0 0,0-1 1 0 0,0-1-1 0 0,1 0 1 0 0,-1 0-1 0 0,1 0 1 0 0,0-1-1 0 0,-10-4 0 0 0,16 6-4 0 0,-1 0-3 0 0,0 1 1 0 0,0-1-1 0 0,-1 0 0 0 0,1 1 1 0 0,0 0-1 0 0,0-1 1 0 0,0 1-1 0 0,-1 0 0 0 0,1 0 1 0 0,0 0-1 0 0,-4 1 0 0 0,3 0 1 0 0,1-1-1 0 0,-1 0 0 0 0,0 0 1 0 0,0 0-1 0 0,1 0 0 0 0,-1-1 0 0 0,-5 0 1 0 0,-2-1-6 0 0,0 0 1 0 0,1 0-1 0 0,-1 1 1 0 0,-13 1 0 0 0,14-3-184 0 0,6 6-195 0 0,3 1 325 0 0,-4 19-17 0 0,1 1 1 0 0,1 0-1 0 0,3 37 0 0 0,-1-29 19 0 0,10 161-44 0 0,-2-65 17 0 0,-1-24-6 0 0,-4-64 178 0 0,1 3 118 0 0,-4-42-192 0 0,0-1-1 0 0,0 1 0 0 0,1 0 0 0 0,-1 0 1 0 0,0 0-1 0 0,1-1 0 0 0,-1 1 0 0 0,1 0 1 0 0,-1-1-1 0 0,1 1 0 0 0,-1 0 0 0 0,1-1 0 0 0,-1 1 1 0 0,1 0-1 0 0,-1-1 0 0 0,1 1 0 0 0,0-1 1 0 0,-1 1-1 0 0,1-1 0 0 0,0 0 0 0 0,0 1 1 0 0,-1-1-1 0 0,1 0 0 0 0,0 1 0 0 0,1-1 1 0 0,28 8 156 0 0,-17-6-142 0 0,23 5 83 0 0,0-2 1 0 0,40 1-1 0 0,80-3 34 0 0,-79-3-108 0 0,218-5 125 0 0,-273 4-157 0 0,322 2 47 0 0,2 0-6 0 0,-26-33-5 0 0,-283 28-29 0 0,197-14 34 0 0,-159 4-33 0 0,125-39-1 0 0,28-6 183 0 0,-210 56-178 0 0,-1-1 1 0 0,0-1-1 0 0,0-1 0 0 0,17-7 0 0 0,-24 8 7 0 0,0-1 0 0 0,0 0-1 0 0,-1 0 1 0 0,10-9 0 0 0,-14 12 2 0 0,-1 0 0 0 0,0-1 0 0 0,0 0-1 0 0,-1 1 1 0 0,1-1 0 0 0,-1-1 0 0 0,0 1 0 0 0,0 0 0 0 0,0-1-1 0 0,-1 1 1 0 0,1-1 0 0 0,-1 0 0 0 0,0 0 0 0 0,-1 0 0 0 0,2-6-1 0 0,3-17 0 0 0,-5 19-9 0 0,0 0-1 0 0,2 0 1 0 0,-1 0-1 0 0,1 0 1 0 0,5-11-1 0 0,-6 16-8 0 0,0-1 0 0 0,-1 0-1 0 0,0 1 1 0 0,0-1 0 0 0,0 0 0 0 0,0 0-1 0 0,-1 0 1 0 0,1 1 0 0 0,-1-1 0 0 0,-1 0-1 0 0,1 0 1 0 0,-1 0 0 0 0,0 0 0 0 0,0 1-1 0 0,0-1 1 0 0,0 0 0 0 0,-1 1 0 0 0,0-1-1 0 0,0 1 1 0 0,0-1 0 0 0,-4-5 0 0 0,-7-9 11 0 0,-1 0 0 0 0,0 0-1 0 0,-20-19 1 0 0,21 25-46 0 0,2 0 21 0 0,0 1-1 0 0,-1 1 0 0 0,-1 0 1 0 0,0 0-1 0 0,0 2 0 0 0,-1-1 1 0 0,0 2-1 0 0,-1 0 0 0 0,0 0 1 0 0,0 2-1 0 0,-1 0 0 0 0,0 0 1 0 0,-21-3-1 0 0,-26-1-132 0 0,-114-2-1 0 0,169 12 134 0 0,-535 0-171 0 0,332 3 378 0 0,-181 9-240 0 0,269-13 20 0 0,-370 8-65 0 0,286-5 89 0 0,189 0-38 0 0,1 1 1 0 0,-1 1-1 0 0,1 1 0 0 0,0 1 1 0 0,1 0-1 0 0,-1 1 0 0 0,1 1 1 0 0,-17 10-1 0 0,27-14 8 0 0,1 0 0 0 0,-1 0 0 0 0,1 1 1 0 0,0 0-1 0 0,0 0 0 0 0,0 0 0 0 0,0 0 0 0 0,1 1 0 0 0,0 0 0 0 0,0 0 0 0 0,-4 10 1 0 0,-4 10-47 0 0,-13 42 1 0 0,16-44 36 0 0,-2 6 63 0 0,7-23-41 0 0,1 1 0 0 0,0 0 0 0 0,0 0 0 0 0,1 0 0 0 0,0 0 0 0 0,0 0 0 0 0,0 17 0 0 0,2-2 11 0 0,-1 6-52 0 0,1-1-1 0 0,2 0 0 0 0,9 50 1 0 0,-9-71 34 0 0,4 15-2 0 0,0-1 0 0 0,11 24-1 0 0,-13-37 47 0 0,1 0 0 0 0,-1 0 0 0 0,1 0 0 0 0,1-1 0 0 0,-1 0 0 0 0,1 0 0 0 0,1 0 0 0 0,9 7 0 0 0,11 7 2 0 0,1-1 1 0 0,0-2 0 0 0,1-1-1 0 0,1-1 1 0 0,39 15-1 0 0,-21-14 28 0 0,1-2-1 0 0,94 17 1 0 0,-31-19 58 0 0,1-5 1 0 0,153-7-1 0 0,-82-13-61 0 0,190-37 0 0 0,-141-7 3 0 0,-213 51-47 0 0,92-36 88 0 0,-78 27-68 0 0,1 1 1 0 0,39-8-1 0 0,-36 10-3 0 0,-1-1 0 0 0,0-1-1 0 0,58-32 1 0 0,-94 45-22 0 0,40-18 0 0 0,-20 9 51 0 0,-1 0 0 0 0,1-1 0 0 0,-2-1 0 0 0,1-1 0 0 0,20-18 0 0 0,-39 30-162 0 0,-1-1 0 0 0,0 1 0 0 0,0-1-1 0 0,1 1 1 0 0,-1 0 0 0 0,0-1 0 0 0,1 1-1 0 0,-1-1 1 0 0,0 1 0 0 0,1 0 0 0 0,-1-1 0 0 0,1 1-1 0 0,-1 0 1 0 0,1-1 0 0 0,-1 1 0 0 0,1 0-1 0 0,-1 0 1 0 0,1 0 0 0 0,-1-1 0 0 0,1 1-1 0 0,-1 0 1 0 0,1 0 0 0 0,-1 0 0 0 0,1 0-1 0 0,-1 0 1 0 0,1 0 0 0 0,-1 0 0 0 0,1 0 0 0 0,-1 0-1 0 0,1 0 1 0 0,-1 0 0 0 0,1 0 0 0 0,-1 1-1 0 0,1-1 1 0 0,-1 0 0 0 0,1 0 0 0 0,-1 0-1 0 0,1 1 1 0 0,-1-1 0 0 0,1 0 0 0 0,-1 1 0 0 0,0-1-1 0 0,1 0 1 0 0,-1 1 0 0 0,1 0 0 0 0,1 1-751 0 0,2 2 80 0 0,0 0 1 0 0,-1 0 0 0 0,0 0-1 0 0,0 0 1 0 0,0 1 0 0 0,3 8-1 0 0,16 53-1540 0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38.077"/>
    </inkml:context>
    <inkml:brush xml:id="br0">
      <inkml:brushProperty name="width" value="0.1" units="cm"/>
      <inkml:brushProperty name="height" value="0.1" units="cm"/>
      <inkml:brushProperty name="color" value="#CC0066"/>
    </inkml:brush>
  </inkml:definitions>
  <inkml:trace contextRef="#ctx0" brushRef="#br0">132 2143 1160 0 0,'-8'0'53'0'0,"0"0"0"0"0,0 0 0 0 0,0 1 0 0 0,1 0 0 0 0,-1 0 0 0 0,0 1 0 0 0,0 0 0 0 0,1 1 0 0 0,-1 0 0 0 0,1 0-1 0 0,0 0 1 0 0,0 1 0 0 0,-8 5 0 0 0,-2 8 5661 0 0,17-17-5619 0 0,8-1 60 0 0,0 0-1 0 0,0-1 1 0 0,0 0-1 0 0,0 0 1 0 0,0 0-1 0 0,0-1 1 0 0,9-5-1 0 0,3 0-27 0 0,65-32 112 0 0,100-64 0 0 0,-41 21-119 0 0,189-112 37 0 0,-226 129-108 0 0,90-61-7 0 0,-37 23 9 0 0,120-59 112 0 0,-59 36 93 0 0,41-21 195 0 0,2-2 32 0 0,-155 84-381 0 0,85-50 23 0 0,-100 62-90 0 0,96-50 271 0 0,-93 59 66 0 0,-72 30-94 0 0,35-29-1 0 0,-17 11 28 0 0,-8 8-35 0 0,52-33 162 0 0,-86 58-431 0 0,3-3 15 0 0,9-14 3 0 0,12 0 65 0 0,-24 16-79 0 0,0 0 1 0 0,-1-1-1 0 0,1 1 1 0 0,0-1-1 0 0,-1 1 1 0 0,1 0 0 0 0,0-1-1 0 0,-1 0 1 0 0,0 1-1 0 0,1-1 1 0 0,-1 1-1 0 0,0-1 1 0 0,0 1-1 0 0,0-1 1 0 0,0 1 0 0 0,0-1-1 0 0,0 0 1 0 0,0 1-1 0 0,-1-1 1 0 0,1 1-1 0 0,0-1 1 0 0,-2-1 0 0 0,1 0-11 0 0,-1 1 0 0 0,0-1 0 0 0,0 1 0 0 0,0 0 0 0 0,0 0 0 0 0,0 0 0 0 0,-1 0 0 0 0,-3-2 1 0 0,-2-3-12 0 0,-16-11-21 0 0,-1 1 0 0 0,-35-19 0 0 0,38 24 8 0 0,-5-2-6 0 0,0 1 1 0 0,-1 2 0 0 0,-1 1 0 0 0,-54-12-1 0 0,-119-8 16 0 0,162 26 34 0 0,32 2-27 0 0,10 0-31 0 0,12 0-18 0 0,1 1 1 0 0,25 2-1 0 0,3 0 52 0 0,-29-1 0 0 0,400 11-111 0 0,-344-4 118 0 0,0 2 0 0 0,0 4 0 0 0,131 41 0 0 0,-195-52 1 0 0,128 51-27 0 0,-118-45 29 0 0,0 1 0 0 0,0 0 0 0 0,-1 1 0 0 0,0 0 0 0 0,22 22 0 0 0,4 14 18 0 0,-39-44-19 0 0,4 5 5 0 0,0-1 0 0 0,0 1 0 0 0,-1 0 0 0 0,6 9 0 0 0,-9-13 2 0 0,-1 1 0 0 0,0-1 0 0 0,0 1 1 0 0,0-1-1 0 0,0 1 0 0 0,0-1 1 0 0,-1 1-1 0 0,1-1 0 0 0,-1 1 1 0 0,0 0-1 0 0,0-1 0 0 0,-1 1 0 0 0,0 3 1 0 0,0 0 16 0 0,-1 0 0 0 0,1 0 0 0 0,-2 0 0 0 0,1-1 1 0 0,-1 1-1 0 0,0-1 0 0 0,0 0 0 0 0,-1 0 1 0 0,0 0-1 0 0,-5 6 0 0 0,-6 6 58 0 0,-31 27-1 0 0,32-32-65 0 0,-131 119-1138 0 0,122-112 413 0 0,-69 66-3109 0 0,-13 31-1794 0 0,71-79 2999 0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39.595"/>
    </inkml:context>
    <inkml:brush xml:id="br0">
      <inkml:brushProperty name="width" value="0.1" units="cm"/>
      <inkml:brushProperty name="height" value="0.1" units="cm"/>
      <inkml:brushProperty name="color" value="#CC0066"/>
    </inkml:brush>
  </inkml:definitions>
  <inkml:trace contextRef="#ctx0" brushRef="#br0">1 2458 1688 0 0,'0'-3'9'0'0,"0"-1"0"0"0,0 0-1 0 0,1 1 1 0 0,-1-1 0 0 0,1 0 0 0 0,0 1 0 0 0,2-7 0 0 0,-1 5-8 0 0,-2 5-2 0 0,0-1 1 0 0,1 0-1 0 0,-1 1 0 0 0,0-1 1 0 0,0 0-1 0 0,1 1 0 0 0,-1-1 1 0 0,1 1-1 0 0,-1-1 0 0 0,0 1 1 0 0,1-1-1 0 0,-1 1 0 0 0,1-1 1 0 0,-1 1-1 0 0,1-1 0 0 0,-1 1 1 0 0,1-1-1 0 0,0 1 0 0 0,-1 0 1 0 0,1 0-1 0 0,-1-1 0 0 0,1 1 1 0 0,1-1-1 0 0,13-2 20 0 0,0-1 0 0 0,17-1 0 0 0,3 0 11 0 0,754-132 3178 0 0,-420 75-1886 0 0,-13 7-510 0 0,790-28 128 0 0,-234 108-253 0 0,-220-1 27 0 0,-412-26-39 0 0,0-12 1 0 0,-1-12-1 0 0,-2-12 1 0 0,492-134-1 0 0,-529 94 226 0 0,-183 56-557 0 0,0-2 0 0 0,58-35 0 0 0,-94 46-205 0 0,1 1 69 0 0,0-1 1 0 0,-1-2-1 0 0,0 0 1 0 0,-1-1-1 0 0,22-23 1 0 0,-12 6-40 0 0,-2-2 1 0 0,-1 0 0 0 0,-3-2 0 0 0,0-1-1 0 0,-3-1 1 0 0,22-53 0 0 0,51-177-85 0 0,-34 94-18 0 0,-35 98-50 0 0,17-43 52 0 0,2 29-57 0 0,-35 64 18 0 0,9-35-1 0 0,-3 9 32 0 0,51-174-130 0 0,-63 214 98 0 0,0 0-1 0 0,0-1 1 0 0,-2 1 0 0 0,1-1-1 0 0,-2-25 1 0 0,0 39-29 0 0,0 0 0 0 0,0-1 0 0 0,0 1 0 0 0,0 0 0 0 0,0-1 1 0 0,0 1-1 0 0,0 0 0 0 0,0-1 0 0 0,0 1 0 0 0,0 0 0 0 0,0-1 0 0 0,0 1 0 0 0,0 0 0 0 0,0 0 0 0 0,0-1 0 0 0,1 1 0 0 0,-1 0 1 0 0,0-1-1 0 0,0 1 0 0 0,0 0 0 0 0,0 0 0 0 0,1-1 0 0 0,-1 1 0 0 0,0 0 0 0 0,0 0 0 0 0,1 0 0 0 0,-1-1 0 0 0,0 1 0 0 0,0 0 1 0 0,1 0-1 0 0,-1 0 0 0 0,0 0 0 0 0,0 0 0 0 0,1-1 0 0 0,-1 1 0 0 0,0 0 0 0 0,1 0 0 0 0,-1 0 0 0 0,0 0 0 0 0,1 0 1 0 0,-1 0-1 0 0,0 0 0 0 0,0 0 0 0 0,1 0 0 0 0,-1 0 0 0 0,1 0-1 0 0,-1 0 1 0 0,0 0-1 0 0,0 0 1 0 0,0 0-1 0 0,0 0 0 0 0,0 0 1 0 0,0-1-1 0 0,0 1 1 0 0,0 0-1 0 0,1 0 0 0 0,-1 0 1 0 0,0 0-1 0 0,0 0 1 0 0,0-1-1 0 0,0 1 0 0 0,0 0 1 0 0,0 0-1 0 0,0 0 1 0 0,0 0-1 0 0,0-1 0 0 0,0 1 1 0 0,0 0-1 0 0,0 0 1 0 0,0 0-1 0 0,0 0 0 0 0,0 0 1 0 0,0-1-1 0 0,0 1 1 0 0,0 0-1 0 0,0 0 0 0 0,-1 0 1 0 0,1 0-1 0 0,0 0 1 0 0,0-1-1 0 0,0 1 0 0 0,0 0 1 0 0,0 0-1 0 0,0 0 1 0 0,0 0-1 0 0,0 0 0 0 0,-1 0 1 0 0,1 0-1 0 0,0-1 1 0 0,0 1-1 0 0,0 0 1 0 0,0 0-1 0 0,0 0 0 0 0,0 0 1 0 0,-1 0-1 0 0,1 0 1 0 0,0 0-1 0 0,0 0 0 0 0,0 0 1 0 0,0 0-1 0 0,-1 0 1 0 0,1 0-1 0 0,0 0 0 0 0,0 0 1 0 0,0 0-1 0 0,0 0 1 0 0,0 0-1 0 0,-1 0 0 0 0,1 0 1 0 0,0 0-1 0 0,0 0 1 0 0,0 0-1 0 0,0 0-8 0 0,-4 0-25 0 0,3 0-84 0 0,-34 1-744 0 0,-91 25 720 0 0,90-16 97 0 0,-1-3 0 0 0,0 0 1 0 0,-57 1-1 0 0,-100-8 160 0 0,186-2-75 0 0,9-2-33 0 0,18-6-82 0 0,19-1-30 0 0,0 2 0 0 0,70-7 0 0 0,75 3 14 0 0,-166 12 75 0 0,22-2-4 0 0,1 2 0 0 0,0 2-1 0 0,69 10 1 0 0,-97-9 41 0 0,-1 1-1 0 0,1 0 0 0 0,-1 1 1 0 0,0 1-1 0 0,0 0 1 0 0,20 12-1 0 0,-24-12-7 0 0,0 0 0 0 0,-1 1 0 0 0,0 0 0 0 0,0-1 0 0 0,0 2 1 0 0,-1-1-1 0 0,0 1 0 0 0,0 0 0 0 0,-1 0 0 0 0,0 0 0 0 0,4 9 0 0 0,-2 1 85 0 0,-1 0 1 0 0,0 1-1 0 0,-1-1 1 0 0,-1 1-1 0 0,1 31 1 0 0,-3-29-406 0 0,1 1 0 0 0,1-1 1 0 0,1 0-1 0 0,0-1 0 0 0,10 26 0 0 0,12 20-6362 0 0,-7-2-1783 0 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53.615"/>
    </inkml:context>
    <inkml:brush xml:id="br0">
      <inkml:brushProperty name="width" value="0.1" units="cm"/>
      <inkml:brushProperty name="height" value="0.1" units="cm"/>
      <inkml:brushProperty name="color" value="#CC0066"/>
    </inkml:brush>
  </inkml:definitions>
  <inkml:trace contextRef="#ctx0" brushRef="#br0">14 57 1400 0 0,'-2'-15'487'0'0,"2"12"-433"0"0,0-1 0 0 0,0 1 0 0 0,-1-1 0 0 0,0 1-1 0 0,0-1 1 0 0,0 1 0 0 0,0-1 0 0 0,0 1 0 0 0,0 0 0 0 0,-3-4 0 0 0,4 24 1827 0 0,6 18-1117 0 0,-1-20-430 0 0,0 0 324 0 0,-1 1 0 0 0,4 33 0 0 0,2 478 4836 0 0,-11-361-4423 0 0,1-153-981 0 0,0-1 1 0 0,0 0-1 0 0,1 0 0 0 0,0 0 0 0 0,2 0 0 0 0,-1 0 1 0 0,1 0-1 0 0,1 0 0 0 0,6 15 0 0 0,3-9 4 0 0,-11-17-66 0 0,-1 1-1 0 0,1-1 1 0 0,-1 1 0 0 0,0-1 0 0 0,1 1 0 0 0,-1 0 0 0 0,0 0-1 0 0,0 0 1 0 0,0 0 0 0 0,-1-1 0 0 0,1 1 0 0 0,0 0 0 0 0,-1 1-1 0 0,1-1 1 0 0,-1 0 0 0 0,1 3 0 0 0,0-4 9 0 0,-1-1-1 0 0,1 1 1 0 0,0-1-1 0 0,0 0 1 0 0,0 1-1 0 0,0-1 1 0 0,0 0-1 0 0,0 0 1 0 0,0 0-1 0 0,0 1 1 0 0,0-1-1 0 0,0 0 1 0 0,0 0-1 0 0,2-1 1 0 0,27 0 145 0 0,58-12-1 0 0,-26 3-173 0 0,61-8 102 0 0,59-5 117 0 0,-161 21-226 0 0,370-18 93 0 0,-264 19-18 0 0,142 18 0 0 0,225 31-139 0 0,-281-19 80 0 0,-80-9-41 0 0,-21-6 9 0 0,1-6 0 0 0,177-9 0 0 0,-26-23 50 0 0,106-5 139 0 0,-297 27-166 0 0,159-9-17 0 0,-8-8 32 0 0,-129 12-21 0 0,48-10 36 0 0,-96 11-41 0 0,-26 4-6 0 0,0-1 0 0 0,0-1 0 0 0,32-11 0 0 0,-46 12 10 0 0,0 2 1 0 0,-1-1-1 0 0,1 1 0 0 0,10-1 0 0 0,-10 2 0 0 0,0-1-1 0 0,-1 0 0 0 0,1 0 0 0 0,-1-1 1 0 0,9-2-1 0 0,-10 2-4 0 0,-3 0 6 0 0,1 1 0 0 0,0 0 0 0 0,-1 1 0 0 0,1-1 0 0 0,0 0 0 0 0,-1 1 0 0 0,1-1 1 0 0,5 1-1 0 0,-6 1-4 0 0,0-11 198 0 0,-3-5-125 0 0,-1 1 1 0 0,-1-1-1 0 0,-1 1 0 0 0,0 0 0 0 0,0 0 0 0 0,-1 0 0 0 0,-13-23 1 0 0,-2-7 29 0 0,14 29-68 0 0,-4-9-89 0 0,-9-32 0 0 0,4-7-226 0 0,-18-61 38 0 0,28 107 240 0 0,-1 1 0 0 0,-1 0 0 0 0,-1 1 1 0 0,0-1-1 0 0,-15-19 0 0 0,-14-19 35 0 0,-22-30-3 0 0,52 76-40 0 0,0 1 0 0 0,0-1-1 0 0,0 1 1 0 0,-1 1 0 0 0,0-1 0 0 0,0 1 0 0 0,-14-7-1 0 0,13 9-38 0 0,-1 1 0 0 0,1-1 0 0 0,-1 2-1 0 0,0-1 1 0 0,0 2 0 0 0,-12-2 0 0 0,-65 1-222 0 0,67 2 260 0 0,-401 0-104 0 0,128 10 87 0 0,52-1-59 0 0,-459 16 160 0 0,132-19-15 0 0,-21-20-67 0 0,-4 20-73 0 0,541-6 63 0 0,1-3 0 0 0,-63-11-1 0 0,56 1 52 0 0,45 9-37 0 0,-1 0-1 0 0,1 2 1 0 0,-1-1 0 0 0,-16 1 0 0 0,30 2-42 0 0,0 0 0 0 0,0 0 0 0 0,-1 0 0 0 0,1 0 0 0 0,0 0 0 0 0,0 0 1 0 0,-1 0-1 0 0,1 0 0 0 0,0 0 0 0 0,0 0 0 0 0,0 0 0 0 0,-1 1 0 0 0,1-1 1 0 0,0 0-1 0 0,0 0 0 0 0,0 0 0 0 0,0 0 0 0 0,-1 0 0 0 0,1 1 0 0 0,0-1 0 0 0,0 0 1 0 0,0 0-1 0 0,0 0 0 0 0,0 1 0 0 0,0-1 0 0 0,-1 0 0 0 0,1 0 0 0 0,0 0 0 0 0,0 1 1 0 0,0-1-1 0 0,0 0 0 0 0,0 0 0 0 0,0 0 0 0 0,0 1 0 0 0,0-1 0 0 0,0 0 1 0 0,0 0-1 0 0,0 1 0 0 0,0-1 0 0 0,0 0 0 0 0,0 0 0 0 0,0 1 0 0 0,0-1 0 0 0,1 0 1 0 0,-1 0-1 0 0,4 11-2184 0 0,29 53-5263 0 0,-15-30 5471 0 0,-6-12-355 0 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55.050"/>
    </inkml:context>
    <inkml:brush xml:id="br0">
      <inkml:brushProperty name="width" value="0.1" units="cm"/>
      <inkml:brushProperty name="height" value="0.1" units="cm"/>
      <inkml:brushProperty name="color" value="#CC0066"/>
    </inkml:brush>
  </inkml:definitions>
  <inkml:trace contextRef="#ctx0" brushRef="#br0">161 229 1128 0 0,'-35'1'365'0'0,"12"0"-218"0"0,0-2 1 0 0,1 0-1 0 0,-30-5 1 0 0,47 6 400 0 0,30 8 975 0 0,37 6-311 0 0,85 8 0 0 0,-72-12-737 0 0,-64-8-424 0 0,56 7 552 0 0,110 2-1 0 0,622-10 936 0 0,-448-1-924 0 0,-135 0-339 0 0,313-5 58 0 0,-63-32 45 0 0,-312 19-268 0 0,203-17 124 0 0,461 10 472 0 0,-482 42-521 0 0,21 0 219 0 0,-272-17-197 0 0,0-4 0 0 0,100-18-1 0 0,-15-14 242 0 0,-101 22 22 0 0,121-43 1 0 0,-165 47-338 0 0,99-42 671 0 0,-106 38-543 0 0,-17 9-350 0 0,-10 6-739 0 0,-7 5-343 0 0,-1 1-1 0 0,1 0 0 0 0,1 1 1 0 0,-1 1-1 0 0,1 1 1 0 0,1 0-1 0 0,-14 12 1 0 0,-80 66-2675 0 0,77-62 1696 0 0</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55.879"/>
    </inkml:context>
    <inkml:brush xml:id="br0">
      <inkml:brushProperty name="width" value="0.1" units="cm"/>
      <inkml:brushProperty name="height" value="0.1" units="cm"/>
      <inkml:brushProperty name="color" value="#CC0066"/>
    </inkml:brush>
  </inkml:definitions>
  <inkml:trace contextRef="#ctx0" brushRef="#br0">76 336 1016 0 0,'-2'0'228'0'0,"-1"0"-199"0"0,0-1 1 0 0,0 0-1 0 0,0 0 0 0 0,0 0 1 0 0,1-1-1 0 0,-1 1 0 0 0,0 0 1 0 0,1-1-1 0 0,-1 0 0 0 0,1 1 1 0 0,0-1-1 0 0,0 0 1 0 0,0-1-1 0 0,0 1 0 0 0,0 0 1 0 0,0 0-1 0 0,0-1 0 0 0,0 1 1 0 0,1-1-1 0 0,0 0 0 0 0,-1 1 1 0 0,0-6-1 0 0,-2 0 3 0 0,0-1 0 0 0,1 0 0 0 0,0 0 1 0 0,1 0-1 0 0,0 0 0 0 0,-1-15 0 0 0,3-2 57 0 0,0-6 138 0 0,0 30-181 0 0,0 1 0 0 0,0-1 0 0 0,0 0 0 0 0,0 0 0 0 0,0 1 1 0 0,0-1-1 0 0,1 0 0 0 0,-1 0 0 0 0,1 1 0 0 0,-1-1 0 0 0,1 0 0 0 0,0 1 0 0 0,0-1 0 0 0,0 1 0 0 0,-1-1 0 0 0,2 1 1 0 0,-1-1-1 0 0,0 1 0 0 0,0-1 0 0 0,0 1 0 0 0,1 0 0 0 0,-1 0 0 0 0,0 0 0 0 0,1 0 0 0 0,-1 0 0 0 0,1 0 0 0 0,-1 0 0 0 0,1 0 1 0 0,0 1-1 0 0,1-2 0 0 0,6 1 114 0 0,-1-1 1 0 0,1 1-1 0 0,0 0 1 0 0,-1 1-1 0 0,13 1 1 0 0,2 0-96 0 0,621 6 796 0 0,-257 0-772 0 0,-125-5 77 0 0,-151-2-73 0 0,215-3 354 0 0,567-56 695 0 0,-835 54-1080 0 0,486-39 1228 0 0,-514 42-1138 0 0,117-8 511 0 0,-122 10-431 0 0,1 1 0 0 0,-1 2 0 0 0,41 8 0 0 0,-56-9-445 0 0,-6-2 308 0 0,0 1 0 0 0,0 0 0 0 0,0 0 0 0 0,0 0 0 0 0,-1 0 0 0 0,6 3 0 0 0,-8-3-271 0 0,0 0 0 0 0,0 0 0 0 0,0 0 0 0 0,0 0 0 0 0,0 0 0 0 0,0 0 0 0 0,0 0 0 0 0,0 0 0 0 0,0 0 0 0 0,0 0 0 0 0,0 1 0 0 0,-1-1 0 0 0,1 0 0 0 0,-1 1 0 0 0,1-1 0 0 0,-1 0 0 0 0,1 1 0 0 0,-1-1 0 0 0,0 1 0 0 0,1-1 0 0 0,-1 0 0 0 0,0 1 0 0 0,0 1 0 0 0,-2 33-4064 0 0,-8 9 1450 0 0</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57.314"/>
    </inkml:context>
    <inkml:brush xml:id="br0">
      <inkml:brushProperty name="width" value="0.1" units="cm"/>
      <inkml:brushProperty name="height" value="0.1" units="cm"/>
      <inkml:brushProperty name="color" value="#CC0066"/>
    </inkml:brush>
  </inkml:definitions>
  <inkml:trace contextRef="#ctx0" brushRef="#br0">5 17 896 0 0,'0'0'32'0'0,"-5"-17"72"0"0</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0:57.459"/>
    </inkml:context>
    <inkml:brush xml:id="br0">
      <inkml:brushProperty name="width" value="0.1" units="cm"/>
      <inkml:brushProperty name="height" value="0.1" units="cm"/>
      <inkml:brushProperty name="color" value="#CC0066"/>
    </inkml:brush>
  </inkml:definitions>
  <inkml:trace contextRef="#ctx0" brushRef="#br0">30 8 472 0 0,'-11'-6'192'0'0,"-8"5"-848"0"0</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00.087"/>
    </inkml:context>
    <inkml:brush xml:id="br0">
      <inkml:brushProperty name="width" value="0.1" units="cm"/>
      <inkml:brushProperty name="height" value="0.1" units="cm"/>
      <inkml:brushProperty name="color" value="#CC0066"/>
    </inkml:brush>
  </inkml:definitions>
  <inkml:trace contextRef="#ctx0" brushRef="#br0">101 18 1144 0 0,'-1'-3'40'0'0,"0"2"-32"0"0,0 0 0 0 0,0 0 0 0 0,0 0 0 0 0,0 0 0 0 0,0 0-1 0 0,0 0 1 0 0,0 0 0 0 0,0 0 0 0 0,-1 0 0 0 0,1 0 0 0 0,0 1 0 0 0,-1-1 0 0 0,1 1 0 0 0,0-1 0 0 0,-1 1-1 0 0,1-1 1 0 0,-1 1 0 0 0,1 0 0 0 0,-1-1 0 0 0,1 1 0 0 0,-1 0 0 0 0,-1 0 0 0 0,-2 0 277 0 0,0 0 1 0 0,0 1 0 0 0,0-1-1 0 0,0 1 1 0 0,0 0 0 0 0,-6 2-1 0 0,11-3-175 0 0,0 0-1 0 0,-1 1 0 0 0,1-1 0 0 0,0 0 0 0 0,-1 1 0 0 0,1-1 0 0 0,0 1 0 0 0,-1-1 0 0 0,1 1 0 0 0,0-1 0 0 0,0 1 0 0 0,-1-1 0 0 0,1 1 0 0 0,0-1 0 0 0,0 1 0 0 0,0-1 0 0 0,0 1 0 0 0,0-1 0 0 0,0 1 0 0 0,0-1 0 0 0,0 1 0 0 0,0-1 0 0 0,0 1 0 0 0,0 0 0 0 0,0 1 277 0 0,-1 9 69 0 0,1-1 0 0 0,0 1-1 0 0,0-1 1 0 0,3 12 0 0 0,1 12 164 0 0,4 70 709 0 0,-25 656 3353 0 0,-4-237-2774 0 0,36 410 1436 0 0,25-254-1550 0 0,-15-296-1212 0 0,-5-99-145 0 0,3 63 117 0 0,-8-48-125 0 0,11 0 102 0 0,-9-97 10 0 0,49 551 611 0 0,40 3-511 0 0,-25-265-165 0 0,-35-207-164 0 0,131 553 866 0 0,-144-698-1095 0 0,143 708-42 0 0,-120-556 72 0 0,-34-203-117 0 0,43 109-1 0 0,-47-151-1005 0 0,-8-16 1468 0 0,2-1 0 0 0,0 0-1 0 0,26 40 1 0 0,-32-61-1336 0 0,0 1 1 0 0,1-1-1 0 0,0 0 1 0 0,0-1-1 0 0,17 14 0 0 0,13 0-5502 0 0,-29-18 3952 0 0,0-1 0 0 0,0 1 1 0 0,12 1-1 0 0,25 0-4364 0 0,-19-3 4679 0 0</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7:21:01.920"/>
    </inkml:context>
    <inkml:brush xml:id="br0">
      <inkml:brushProperty name="width" value="0.1" units="cm"/>
      <inkml:brushProperty name="height" value="0.1" units="cm"/>
      <inkml:brushProperty name="color" value="#CC0066"/>
    </inkml:brush>
  </inkml:definitions>
  <inkml:trace contextRef="#ctx0" brushRef="#br0">21 313 1280 0 0,'-12'-49'85'0'0,"4"24"-15"0"0,8 24-68 0 0,0 0 0 0 0,0 0 0 0 0,0 0 1 0 0,0 0-1 0 0,0 1 0 0 0,0-1 0 0 0,0 0 1 0 0,0 0-1 0 0,1 0 0 0 0,-1 0 0 0 0,0 1 0 0 0,0-1 1 0 0,1 0-1 0 0,-1 0 0 0 0,1 1 0 0 0,-1-1 1 0 0,1 0-1 0 0,-1 1 0 0 0,1-1 0 0 0,-1 1 1 0 0,1-1-1 0 0,0 0 0 0 0,-1 1 0 0 0,2-1 0 0 0,20-10 36 0 0,-17 9-22 0 0,7-2 75 0 0,-1 1-1 0 0,1 0 1 0 0,0 0-1 0 0,0 1 0 0 0,0 1 1 0 0,0 0-1 0 0,21 2 1 0 0,207 3 2327 0 0,-31 0-1067 0 0,91-4-222 0 0,17 0 15 0 0,484-7 294 0 0,-331 5-613 0 0,712-5 619 0 0,634 30-441 0 0,-141 0-1188 0 0,-985-26-181 0 0,-76-19 71 0 0,-592 21 287 0 0,539-23-104 0 0,726-57 718 0 0,-1159 71-508 0 0,865-36 521 0 0,-559 29-458 0 0,-101 1 81 0 0,-97 9 245 0 0,42 6-432 0 0,-202 1-29 0 0,-71 0-33 0 0,-12 2-18 0 0,-22 3-76 0 0,19-4 29 0 0,3 1 61 0 0,0 0 0 0 0,-1 1-1 0 0,1 0 1 0 0,1 0 0 0 0,-1 0 0 0 0,0 1-1 0 0,-12 9 1 0 0,13-8 4 0 0,-1-1-1 0 0,0 1 1 0 0,-1-1 0 0 0,1-1-1 0 0,-14 6 1 0 0,0-5 29 0 0,15-3-17 0 0,0 0 0 0 0,1 0 0 0 0,-1 1 0 0 0,0 0-1 0 0,-8 4 1 0 0,-7 4 31 0 0,-15 10-26 0 0,34-19-9 0 0,0 1-1 0 0,0-1 1 0 0,0 1-1 0 0,1 0 1 0 0,-1 0-1 0 0,1 0 1 0 0,-1 0-1 0 0,1 0 1 0 0,0 0-1 0 0,0 0 1 0 0,0 0-1 0 0,0 1 1 0 0,0-1-1 0 0,-1 5 1 0 0,-34 275 351 0 0,31-234-248 0 0,-6 79 390 0 0,6 1 1 0 0,4-1 0 0 0,29 221-1 0 0,-27-345-486 0 0,103 845 2725 0 0,-95-673-2088 0 0,4 75 386 0 0,32 398 712 0 0,-44-638-1723 0 0,19 269 444 0 0,6 115-8 0 0,-23 414 1359 0 0,-4-721-1498 0 0,20 434 1458 0 0,-4-252-1493 0 0,-6 410 278 0 0,-16-475-265 0 0,-39 240 0 0 0,-27 255-16 0 0,68-562 10 0 0,-23 138 1 0 0,-4-114-149 0 0,18-101-44 0 0,2 0 0 0 0,-7 118 0 0 0,20-124-49 0 0,-2 50 30 0 0,0-99-81 0 0,0 0-1 0 0,0 1 0 0 0,0-1 1 0 0,0 0-1 0 0,-1 0 1 0 0,0 0-1 0 0,0 0 0 0 0,0 0 1 0 0,-1-1-1 0 0,0 1 1 0 0,1-1-1 0 0,-2 0 0 0 0,1 1 1 0 0,0-1-1 0 0,-1 0 1 0 0,0-1-1 0 0,0 1 0 0 0,0-1 1 0 0,0 0-1 0 0,-1 0 0 0 0,1 0 1 0 0,-1 0-1 0 0,-8 3 1 0 0,-3 0-6 0 0,-1 0 1 0 0,0-1 0 0 0,0-1 0 0 0,-1-1 0 0 0,-33 3-1 0 0,-702 33 60 0 0,424-38-192 0 0,-69-1-203 0 0,-63-1 274 0 0,-65-7 8 0 0,-1328-8-844 0 0,-571-26 993 0 0,907 9 372 0 0,945 30-129 0 0,-60 5-142 0 0,104 7-74 0 0,100 2 38 0 0,84-6-26 0 0,-387-11 497 0 0,496 4-688 0 0,137 2 27 0 0,100 1-220 0 0,0-1 0 0 0,0 1 1 0 0,-1-1-1 0 0,1 1 0 0 0,0 0 0 0 0,0-1 0 0 0,0 1 0 0 0,-1 0 0 0 0,1 0 0 0 0,0-1 0 0 0,-1 1 0 0 0,1 0 0 0 0,-1 0 0 0 0,1 0 0 0 0,-1 0 0 0 0,1 2 0 0 0,3 30-6551 0 0,-5 44-3804 0 0,-1 39 1657 0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7:46.932"/>
    </inkml:context>
    <inkml:brush xml:id="br0">
      <inkml:brushProperty name="width" value="0.3" units="cm"/>
      <inkml:brushProperty name="height" value="0.6" units="cm"/>
      <inkml:brushProperty name="color" value="#00FDFF"/>
      <inkml:brushProperty name="tip" value="rectangle"/>
      <inkml:brushProperty name="rasterOp" value="maskPen"/>
    </inkml:brush>
  </inkml:definitions>
  <inkml:trace contextRef="#ctx0" brushRef="#br0">0 133 8 0 0,'4'1'43'0'0,"43"6"216"0"0,-18-2 18 0 0,47 2 1 0 0,154-7 1316 0 0,-172 0-1318 0 0,277 30 868 0 0,-102-5-674 0 0,-63-15 378 0 0,254-17 0 0 0,-89-27-1063 0 0,-20 2-161 0 0,-202 22 267 0 0,391-20 114 0 0,-385 32-3 0 0,115-3 9 0 0,-172-2 38 0 0,106-19 0 0 0,-165 21-63 0 0,0 0-1 0 0,0 0 1 0 0,0 0 0 0 0,0 0 0 0 0,0-1-1 0 0,0 1 1 0 0,0-1 0 0 0,3-2 0 0 0,-6 4-2 0 0,1-1 0 0 0,-1 1 0 0 0,0 0 0 0 0,1-1 0 0 0,-1 1 0 0 0,0 0 0 0 0,1-1 0 0 0,-1 1 0 0 0,0-1 0 0 0,1 1 0 0 0,-1-1 0 0 0,0 1 0 0 0,0-1 0 0 0,0 1 0 0 0,1 0 0 0 0,-1-1 0 0 0,0 1 0 0 0,0-1 0 0 0,0 1 0 0 0,0-1-1 0 0,0 1 1 0 0,0-1 0 0 0,0 0 0 0 0,-1 0-13 0 0,1 0 0 0 0,-1 0 0 0 0,1 0-1 0 0,-1 1 1 0 0,1-1 0 0 0,-1 0 0 0 0,0 0-1 0 0,1 1 1 0 0,-1-1 0 0 0,0 1-1 0 0,0-1 1 0 0,1 1 0 0 0,-1-1 0 0 0,0 1-1 0 0,0-1 1 0 0,0 1 0 0 0,-2-1-1 0 0,-14-5-69 0 0,-1 2 0 0 0,1 0 0 0 0,-1 1 0 0 0,-1 0-1 0 0,1 2 1 0 0,-26 0 0 0 0,-12-1-5 0 0,-161-8 26 0 0,87 6 42 0 0,-213-1 155 0 0,272 5-46 0 0,-655 16 487 0 0,432 4-766 0 0,-105 3-41 0 0,337-28-1148 0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7:59.2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0 358 104 0 0,'2'-4'1'0'0,"1"1"0"0"0,-1-1 0 0 0,1 0 1 0 0,0 1-1 0 0,0-1 0 0 0,0 1 0 0 0,0 0 0 0 0,1 0 0 0 0,-1 0 1 0 0,1 1-1 0 0,0-1 0 0 0,-1 1 0 0 0,1 0 0 0 0,0 0 0 0 0,1 0 1 0 0,-1 0-1 0 0,0 1 0 0 0,6-2 0 0 0,10-1-3 0 0,1 0 1 0 0,37-1-1 0 0,-17 2 9 0 0,141-15 73 0 0,76-8 400 0 0,273-30 1281 0 0,-355 41-1226 0 0,310-35 1580 0 0,130-18 423 0 0,-248 26-1669 0 0,-266 32-710 0 0,-90 9 4 0 0,-17-1-11 0 0,-24 2-106 0 0,-2 0-101 0 0,-107 2-639 0 0,-266 27-708 0 0,240-16 887 0 0,-102 12-17 0 0,151-13 390 0 0,-308 34-46 0 0,167-22 511 0 0,239-23-294 0 0,7-1-7 0 0,0 0 0 0 0,0 1 0 0 0,0 0 0 0 0,0 1 1 0 0,1 0-1 0 0,-17 6 0 0 0,21-4-104 0 0,8-1 33 0 0,16 0-16 0 0,285 2 56 0 0,-109-18 237 0 0,-110 6-83 0 0,311-20 418 0 0,-26-7 223 0 0,139-26 1637 0 0,-487 54-1886 0 0,-22 6-532 0 0,0 0 1 0 0,0 0-1 0 0,0 0 1 0 0,1-1 0 0 0,-1 1-1 0 0,0 0 1 0 0,0 0-1 0 0,0 0 1 0 0,0 0-1 0 0,0 0 1 0 0,0 0 0 0 0,0-1-1 0 0,0 1 1 0 0,0 0-1 0 0,0 0 1 0 0,0 0-1 0 0,0 0 1 0 0,0 0 0 0 0,-1-1-1 0 0,1 1 1 0 0,0 0-1 0 0,0 0 1 0 0,0 0-1 0 0,0 0 1 0 0,0 0 0 0 0,0 0-1 0 0,0 0 1 0 0,0-1-1 0 0,0 1 1 0 0,0 0-1 0 0,0 0 1 0 0,-1 0 0 0 0,1 0-1 0 0,0 0 1 0 0,0 0-1 0 0,0 0 1 0 0,0 0-1 0 0,0 0 1 0 0,0 0 0 0 0,-1 0-1 0 0,1-1 1 0 0,0 1-1 0 0,0 0 1 0 0,0 0-1 0 0,0 0 1 0 0,0 0 0 0 0,0 0-1 0 0,-1 0 1 0 0,1 0-1 0 0,0 0 1 0 0,0 0 0 0 0,0 0-1 0 0,0 0 1 0 0,0 1-1 0 0,-1-1 1 0 0,1 0-1 0 0,0 0 1 0 0,0 0 0 0 0,0 0-1 0 0,-43-5 108 0 0,36 5-159 0 0,-478 0-1112 0 0,387 4 1007 0 0,20-1 40 0 0,-331 17-343 0 0,58 10 385 0 0,73-5 393 0 0,136-15-204 0 0,-77 8 143 0 0,166-11-817 0 0,-99 26-1 0 0,148-33 190 0 0,1 1-1 0 0,-1 0 0 0 0,0 1 0 0 0,0-1 0 0 0,1 0 0 0 0,-1 1 0 0 0,1 0 0 0 0,-1 0 0 0 0,1 0 0 0 0,0 0 0 0 0,0 1 0 0 0,0-1 1 0 0,0 1-1 0 0,0 0 0 0 0,1 0 0 0 0,-1 0 0 0 0,1 0 0 0 0,0 0 0 0 0,-4 6 0 0 0,5-6 215 0 0,1-1 0 0 0,-1 1-1 0 0,0 0 1 0 0,1-1 0 0 0,0 1 0 0 0,-1-1-1 0 0,1 5 1 0 0,0-7 149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8:04.675"/>
    </inkml:context>
    <inkml:brush xml:id="br0">
      <inkml:brushProperty name="width" value="0.2" units="cm"/>
      <inkml:brushProperty name="height" value="0.2" units="cm"/>
      <inkml:brushProperty name="color" value="#CC0066"/>
    </inkml:brush>
  </inkml:definitions>
  <inkml:trace contextRef="#ctx0" brushRef="#br0">30 42 48 0 0,'-1'0'36'0'0,"1"-1"0"0"0,0 0 0 0 0,0 1 0 0 0,-1-1 1 0 0,1 1-1 0 0,-1-1 0 0 0,1 1 0 0 0,0-1 0 0 0,-1 1 0 0 0,1-1 0 0 0,-1 1 0 0 0,1 0 0 0 0,-1-1 1 0 0,1 1-1 0 0,-1 0 0 0 0,0-1 0 0 0,1 1 0 0 0,-1 0 0 0 0,1-1 0 0 0,-1 1 0 0 0,0 0 0 0 0,1 0 1 0 0,-1 0-1 0 0,0 0 0 0 0,1 0 0 0 0,-1 0 0 0 0,1 0 0 0 0,-1 0 0 0 0,0 0 0 0 0,1 0 0 0 0,-1 0 1 0 0,0 0-1 0 0,1 0 0 0 0,-1 0 0 0 0,0 1 0 0 0,1-1 0 0 0,-1 0 0 0 0,1 0 0 0 0,-1 1 0 0 0,1-1 1 0 0,-1 1-1 0 0,0-1 0 0 0,1 0 0 0 0,-1 1 0 0 0,1-1 0 0 0,0 1 0 0 0,-1-1 0 0 0,1 1 0 0 0,-1-1 1 0 0,1 1-1 0 0,0-1 0 0 0,-1 1 0 0 0,1 0 0 0 0,0-1 0 0 0,0 1 0 0 0,-1-1 0 0 0,1 1 0 0 0,0 0 1 0 0,0 0-1 0 0,1 0 88 0 0,0 0 1 0 0,0-1-1 0 0,0 1 1 0 0,0 0 0 0 0,0-1-1 0 0,0 1 1 0 0,0-1-1 0 0,0 1 1 0 0,0-1 0 0 0,0 0-1 0 0,0 0 1 0 0,0 1-1 0 0,1-1 1 0 0,-1 0-1 0 0,0 0 1 0 0,0 0 0 0 0,0 0-1 0 0,2-1 1 0 0,-1 2 13 0 0,107 12 842 0 0,-12-3-462 0 0,383-23 1686 0 0,-167 9-803 0 0,-233 8-917 0 0,37 2-172 0 0,-49-6-305 0 0,190-5-54 0 0,-64 0-150 0 0,-11 1-96 0 0,-117 0 362 0 0,74-8-236 0 0,-65 4 303 0 0,116 1-1 0 0,-17 3 117 0 0,-133 1-200 0 0,85-5 110 0 0,-38 6 3 0 0,135-3 924 0 0,-213 3-1959 0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8:06.185"/>
    </inkml:context>
    <inkml:brush xml:id="br0">
      <inkml:brushProperty name="width" value="0.2" units="cm"/>
      <inkml:brushProperty name="height" value="0.2" units="cm"/>
      <inkml:brushProperty name="color" value="#CC0066"/>
    </inkml:brush>
  </inkml:definitions>
  <inkml:trace contextRef="#ctx0" brushRef="#br0">97 1 528 0 0,'-2'0'22'0'0,"1"1"1"0"0,-1 0-1 0 0,0-1 1 0 0,1 1-1 0 0,-1-1 0 0 0,0 0 1 0 0,1 0-1 0 0,-1 0 1 0 0,0 1-1 0 0,0-1 0 0 0,1-1 1 0 0,-4 1-1 0 0,1 0 2 0 0,-63 5 9308 0 0,76 2-8100 0 0,21-1 242 0 0,0 0 0 0 0,43 2 0 0 0,28 4-613 0 0,294 49 731 0 0,-210-51-1040 0 0,99-3 590 0 0,118-17-311 0 0,12 2-441 0 0,-85 3-196 0 0,71 18 684 0 0,263 3-626 0 0,-447-18-118 0 0,-136-1 219 0 0,116-18 1 0 0,-143 8 880 0 0,-42 9-941 0 0,-1 1 0 0 0,1 1 1 0 0,0 0-1 0 0,17-1 0 0 0,-24 3-267 0 0,0 0 1 0 0,0 0-1 0 0,0 0 0 0 0,0 0 0 0 0,0-1 0 0 0,-1 0 0 0 0,1 1 0 0 0,0-2 0 0 0,0 1 0 0 0,-1 0 1 0 0,7-3-1 0 0,-10 3-37 0 0,1 0 1 0 0,-1 0-1 0 0,1 1 1 0 0,-1-1-1 0 0,1 1 1 0 0,-1-1-1 0 0,1 0 1 0 0,0 1 0 0 0,-1-1-1 0 0,1 1 1 0 0,0 0-1 0 0,0-1 1 0 0,-1 1-1 0 0,1-1 1 0 0,0 1-1 0 0,0 0 1 0 0,0 0-1 0 0,-1-1 1 0 0,1 1-1 0 0,0 0 1 0 0,0 0 0 0 0,1 0-1 0 0,4 1-178 0 0,-58 4-10162 0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8:45.712"/>
    </inkml:context>
    <inkml:brush xml:id="br0">
      <inkml:brushProperty name="width" value="0.1" units="cm"/>
      <inkml:brushProperty name="height" value="0.1" units="cm"/>
      <inkml:brushProperty name="color" value="#CC0066"/>
    </inkml:brush>
  </inkml:definitions>
  <inkml:trace contextRef="#ctx0" brushRef="#br0">262 86 400 0 0,'-24'3'18'0'0,"0"1"-1"0"0,0 1 1 0 0,-33 11-1 0 0,33-8 194 0 0,0-2-1 0 0,-1 0 0 0 0,-27 2 0 0 0,45-7 245 0 0,9 2-92 0 0,13 2-95 0 0,38 3 440 0 0,1-2 0 0 0,84-3 1 0 0,-87-3-527 0 0,477-18 2014 0 0,0-32-429 0 0,-450 42-1640 0 0,316-12-209 0 0,-127 11 152 0 0,-217 8 52 0 0,-134-3 428 0 0,-87 3-484 0 0,-281 4 343 0 0,82 26-384 0 0,232-15-173 0 0,-347 43-173 0 0,318-37 137 0 0,6 5-17 0 0,150-23 181 0 0,-18 4 8 0 0,5 2-91 0 0,59-1-77 0 0,19-3 311 0 0,1-3 0 0 0,75-6 1 0 0,117-24 109 0 0,-121 12-154 0 0,81-9 132 0 0,649-71-256 0 0,-785 91-11 0 0,345-37-91 0 0,-482 43 636 0 0,17-1-446 0 0,-294 6 202 0 0,-36 14 239 0 0,-259 47-717 0 0,485-46 44 0 0,-179 49-1 0 0,324-65 161 0 0,19-2 27 0 0,31-1 33 0 0,-39-1-37 0 0,142-8 255 0 0,200-35-1 0 0,-168 17-60 0 0,159-26 305 0 0,-6 1-369 0 0,-197 37-368 0 0,-122 15-34 0 0,-10 2 47 0 0,-11 6-429 0 0,7-7 241 0 0,-64 73-7965 0 0,65-74 8259 0 0,1 0 1 0 0,0 0-1 0 0,0 0 1 0 0,-1 0-1 0 0,1 0 0 0 0,0 0 1 0 0,-1 0-1 0 0,1 0 1 0 0,-1 0-1 0 0,1-1 1 0 0,-4 2-1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8:46.701"/>
    </inkml:context>
    <inkml:brush xml:id="br0">
      <inkml:brushProperty name="width" value="0.1" units="cm"/>
      <inkml:brushProperty name="height" value="0.1" units="cm"/>
      <inkml:brushProperty name="color" value="#CC0066"/>
    </inkml:brush>
  </inkml:definitions>
  <inkml:trace contextRef="#ctx0" brushRef="#br0">817 227 320 0 0,'-49'-10'90'0'0,"0"3"-1"0"0,-53-1 1 0 0,-100 7 247 0 0,104 2 477 0 0,82-1-617 0 0,-153 6 2726 0 0,156-3-2787 0 0,10-1-63 0 0,8 0 123 0 0,36 3 14 0 0,0-1 0 0 0,61-4-1 0 0,93-14-55 0 0,-111 7-96 0 0,443-30 250 0 0,-155 13 390 0 0,-334 21-586 0 0,26-1 475 0 0,120-23-1 0 0,-168 22-144 0 0,-14 2-35 0 0,-8-2 606 0 0,-15-1-951 0 0,-1 0 1 0 0,0 2-1 0 0,0 0 0 0 0,-22 0 0 0 0,-371-15-453 0 0,-1 24 278 0 0,260-1 322 0 0,-264 14 348 0 0,221-8-268 0 0,155-5-85 0 0,71-1-144 0 0,42-1-1 0 0,-29-3-12 0 0,334-15 242 0 0,-158 1-327 0 0,200-8-33 0 0,111-4 753 0 0,-211 9-487 0 0,-244 12-165 0 0,-34 4 91 0 0,-37 1-55 0 0,-3 0 11 0 0,-22 0 98 0 0,-589 37 142 0 0,581-34-326 0 0,-490 48-134 0 0,457-45 187 0 0,-279 31 333 0 0,292-30-337 0 0,-119 18 62 0 0,144-17-79 0 0,27-8-23 0 0,0 1 1 0 0,0-1-1 0 0,0 0 0 0 0,0 0 0 0 0,0 1 0 0 0,0-1 0 0 0,0 0 1 0 0,0 0-1 0 0,0 1 0 0 0,0-1 0 0 0,1 0 0 0 0,-1 0 0 0 0,0 0 1 0 0,0 1-1 0 0,0-1 0 0 0,0 0 0 0 0,1 0 0 0 0,-1 0 0 0 0,0 1 1 0 0,0-1-1 0 0,1 0 0 0 0,-1 0 0 0 0,0 0 0 0 0,0 0 1 0 0,0 0-1 0 0,1 0 0 0 0,-1 0 0 0 0,0 1 0 0 0,0-1 0 0 0,1 0 1 0 0,-1 0-1 0 0,0 0 0 0 0,1 0 0 0 0,-1 0 0 0 0,0 0 0 0 0,0 0 1 0 0,1 0-1 0 0,-1 0 0 0 0,0 0 0 0 0,0-1 0 0 0,1 1 1 0 0,-1 0-1 0 0,61 4-3 0 0,342-21-166 0 0,-295 9 124 0 0,606-47 454 0 0,-690 53-359 0 0,43-3 53 0 0,198-10 662 0 0,-307 19-537 0 0,-1 2 0 0 0,-54 14 1 0 0,-89 33-668 0 0,168-48 341 0 0,-12 5-1068 0 0,-39 17 1 0 0,58-22-88 0 0,0 1 0 0 0,0 0 0 0 0,0 1 0 0 0,1 0 1 0 0,-16 15-1 0 0,21-17-42 0 0,0 1 1 0 0,0 0-1 0 0,-8 12 1 0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8:53.643"/>
    </inkml:context>
    <inkml:brush xml:id="br0">
      <inkml:brushProperty name="width" value="0.1" units="cm"/>
      <inkml:brushProperty name="height" value="0.1" units="cm"/>
      <inkml:brushProperty name="color" value="#CC0066"/>
    </inkml:brush>
  </inkml:definitions>
  <inkml:trace contextRef="#ctx0" brushRef="#br0">83 375 1944 0 0,'-7'-4'39'0'0,"0"1"0"0"0,-1-1 0 0 0,1 1 0 0 0,-1 1 1 0 0,0-1-1 0 0,0 1 0 0 0,0 1 0 0 0,-14-2 0 0 0,247-16 1063 0 0,-80 3-157 0 0,196-10 1366 0 0,-143 9-924 0 0,-155 13-1130 0 0,918-66 3044 0 0,-372 52-2462 0 0,-411 15-575 0 0,-46-1-30 0 0,672 2 708 0 0,-506 22-955 0 0,-84-16 176 0 0,-178-5-441 0 0,-53 0-225 0 0,0 0 0 0 0,-25-7 1 0 0,-7 0 106 0 0,-436-24-1383 0 0,404 29 1527 0 0,-643-20-1789 0 0,675 22 1930 0 0,-840-9-646 0 0,-705 84 977 0 0,1453-58-8 0 0,262-16 366 0 0,40-10-292 0 0,69-8 157 0 0,351-22 585 0 0,604-17-36 0 0,-507 53-753 0 0,117-3 843 0 0,-731 5-398 0 0,-90 3-12 0 0,-69 0-468 0 0,-1000-13-331 0 0,-579 24-933 0 0,1349-3 1126 0 0,88-6-1 0 0,12-3-2 0 0,200-1 0 0 0,21-1-8 0 0,17 1 59 0 0,252-19-100 0 0,20 3 68 0 0,91 0 7 0 0,1173 3 289 0 0,-1275 15-297 0 0,130 2-3 0 0,-63 3-2 0 0,-66 2 162 0 0,66-3 1179 0 0,-306-4-1155 0 0,-1 0 734 0 0,-69-1-154 0 0,-850-4-380 0 0,-471 35-464 0 0,2 56 126 0 0,1117-64-31 0 0,204-17-135 0 0,69-4 40 0 0,251-14-37 0 0,-21-7-7 0 0,76-3 55 0 0,872-18 78 0 0,-830 40 45 0 0,-47 0-96 0 0,-70 0-64 0 0,133 1 388 0 0,-632-3-116 0 0,-616 10-146 0 0,816-6-125 0 0,-928 44 1 0 0,743-25-507 0 0,178-16-1217 0 0,-47 14-1 0 0,81-18 960 0 0,0 0-1 0 0,0 0 1 0 0,1 1-1 0 0,-1 0 1 0 0,1 0-1 0 0,0 0 1 0 0,-1 1-1 0 0,1-1 1 0 0,-6 6 0 0 0,9-7 415 0 0,0 0 0 0 0,0 1 0 0 0,1-1 0 0 0,-1 0 0 0 0,0 0 0 0 0,1 1 0 0 0,-1-1 0 0 0,1 0 0 0 0,-1 0 0 0 0,1 1 0 0 0,0-1 0 0 0,0 1 0 0 0,-1-1 0 0 0,1 0 0 0 0,0 1 0 0 0,0-1 0 0 0,0 2 0 0 0,0-3 329 0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1:54:47.864"/>
    </inkml:context>
    <inkml:brush xml:id="br0">
      <inkml:brushProperty name="width" value="0.1" units="cm"/>
      <inkml:brushProperty name="height" value="0.1" units="cm"/>
      <inkml:brushProperty name="color" value="#CC0066"/>
    </inkml:brush>
  </inkml:definitions>
  <inkml:trace contextRef="#ctx0" brushRef="#br0">0 45 23679,'6169'-45'0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1:54:50.666"/>
    </inkml:context>
    <inkml:brush xml:id="br0">
      <inkml:brushProperty name="width" value="0.1" units="cm"/>
      <inkml:brushProperty name="height" value="0.1" units="cm"/>
      <inkml:brushProperty name="color" value="#CC0066"/>
    </inkml:brush>
  </inkml:definitions>
  <inkml:trace contextRef="#ctx0" brushRef="#br0">13 9 24575,'-12'-9'0,"22"29"0,13 14 0,2-2 0,2 0 0,1-1 0,39 33 0,-19-25 0,0-2 0,71 41 0,-61-47 0,-31-18 0,33 23 0,217 155 0,-222-151 0,-12-9 0,62 34 0,-87-56 0,43 23 0,93 63 0,54 74 0,-171-135 0,-2 2 0,-1 2 0,35 51 0,-55-71 0,1 0 0,0-1 0,1-1 0,1 0 0,0-1 0,1-1 0,27 17 0,-40-28 43,-1 0 0,0 1-1,1-1 1,-1 1 0,-1 0-1,1 0 1,4 7 0,-7-9-115,0-1 1,0 1 0,0 0 0,0-1 0,0 1 0,0 0 0,-1 0 0,1 0 0,-1 0-1,0-1 1,1 1 0,-1 0 0,0 0 0,0 0 0,0 0 0,0 0 0,0 0 0,-1 0 0,1 0-1,0 0 1,-1 0 0,0-1 0,-1 5 0</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6T11:54:55.818"/>
    </inkml:context>
    <inkml:brush xml:id="br0">
      <inkml:brushProperty name="width" value="0.1" units="cm"/>
      <inkml:brushProperty name="height" value="0.1" units="cm"/>
      <inkml:brushProperty name="color" value="#CC0066"/>
    </inkml:brush>
  </inkml:definitions>
  <inkml:trace contextRef="#ctx0" brushRef="#br0">643 599 24575,'-291'17'0,"125"-11"0,155-6 0,0 2 0,0 0 0,0 0 0,0 1 0,-18 7 0,-22 5 0,25-10 0,1 0 0,55-3 0,447-4 0,-474 2 0,0 0 0,0 1 0,0-2 0,0 1 0,0 0 0,0-1 0,0 1 0,0-1 0,0 0 0,-1 0 0,1 0 0,0 0 0,0-1 0,-1 1 0,1-1 0,-1 0 0,1 1 0,-1-1 0,0 0 0,0 0 0,0-1 0,0 1 0,0 0 0,0-1 0,0 1 0,-1-1 0,1 0 0,-1 1 0,0-1 0,1-3 0,11-24 0,-2 1 0,14-62 0,1-64 0,-24 146 0,3-32 0,1 1 0,14-43 0,-18 76 0,8-27 0,22-46 0,-31 79 0,-1 0 0,0 0 0,1 0 0,-1 0 0,1 0 0,-1 0 0,1 0 0,-1 0 0,1 0 0,0 1 0,0-1 0,-1 0 0,1 0 0,0 0 0,0 1 0,0-1 0,0 1 0,0-1 0,1 0 0,-1 1 0,-1 0 0,1 1 0,-1-1 0,1 1 0,-1-1 0,0 0 0,1 1 0,-1-1 0,1 1 0,-1-1 0,0 1 0,1-1 0,-1 1 0,0-1 0,0 1 0,1-1 0,-1 1 0,0 0 0,0-1 0,0 1 0,0-1 0,0 1 0,1 1 0,2 47 0,-3-47 0,-3 394 0,3-392 0,0 0 0,0 0 0,0 0 0,-1 0 0,1 0 0,-1 0 0,0-1 0,0 1 0,-1 0 0,1 0 0,-1-1 0,-2 6 0,1-6 0,0-1 0,1 1 0,-1 0 0,0-1 0,0 0 0,0 0 0,0 0 0,-1 0 0,1 0 0,-1-1 0,1 0 0,-1 1 0,-4 0 0,-13 2-1365,1-1-5461</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22.092"/>
    </inkml:context>
    <inkml:brush xml:id="br0">
      <inkml:brushProperty name="width" value="0.1" units="cm"/>
      <inkml:brushProperty name="height" value="0.1" units="cm"/>
      <inkml:brushProperty name="color" value="#CC0066"/>
    </inkml:brush>
  </inkml:definitions>
  <inkml:trace contextRef="#ctx0" brushRef="#br0">140 133 2776 0 0,'-69'-106'1688'0'0,"36"79"-959"0"0,5 27-905 0 0,19 25-257 0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36.437"/>
    </inkml:context>
    <inkml:brush xml:id="br0">
      <inkml:brushProperty name="width" value="0.35" units="cm"/>
      <inkml:brushProperty name="height" value="0.35" units="cm"/>
      <inkml:brushProperty name="color" value="#CC0066"/>
    </inkml:brush>
  </inkml:definitions>
  <inkml:trace contextRef="#ctx0" brushRef="#br0">1335 177 944 0 0,'0'-3'16'0'0,"-1"-1"0"0"0,0 1-1 0 0,-1-1 1 0 0,1 1 0 0 0,0 0 0 0 0,-1-1 0 0 0,0 1-1 0 0,0 0 1 0 0,0 0 0 0 0,0 0 0 0 0,0 1 0 0 0,-1-1 0 0 0,1 0-1 0 0,-1 1 1 0 0,-3-3 0 0 0,2 2 1 0 0,0 0-1 0 0,0 0 1 0 0,-1 0 0 0 0,0 1-1 0 0,1 0 1 0 0,-1 0 0 0 0,0 0 0 0 0,0 0-1 0 0,-9-1 1 0 0,30 4 13 0 0,0 0-1 0 0,24-2 1 0 0,-1 0-20 0 0,7 1-5 0 0,-27 0-9 0 0,-13 1 2 0 0,1-1 0 0 0,-1 0-1 0 0,1 0 1 0 0,-1 0 0 0 0,1-1-1 0 0,-1 0 1 0 0,0 0 0 0 0,1 0-1 0 0,-1-1 1 0 0,9-4 0 0 0,-14 6 3 0 0,-1-1-1 0 0,1 1 1 0 0,0 0 0 0 0,-1 0 0 0 0,0-1 0 0 0,1 1 0 0 0,-1 0 0 0 0,1-1-1 0 0,-1 1 1 0 0,1-1 0 0 0,-1 1 0 0 0,0-1 0 0 0,1 1 0 0 0,-1-1 0 0 0,0 1-1 0 0,1-1 1 0 0,-1 1 0 0 0,0-1 0 0 0,0 1 0 0 0,0-1 0 0 0,1 1 0 0 0,-1-1-1 0 0,0 1 1 0 0,0-1 0 0 0,0 1 0 0 0,0-1 0 0 0,0 0 0 0 0,0 1 0 0 0,0-1-1 0 0,0 1 1 0 0,0-1 0 0 0,0 1 0 0 0,-1-1 0 0 0,1 0 0 0 0,0 1 0 0 0,0-1-1 0 0,0 1 1 0 0,-1-1 0 0 0,1 1 0 0 0,0-1 0 0 0,-1 1 0 0 0,1-1 0 0 0,0 1-1 0 0,-1-1 1 0 0,-23-18 28 0 0,22 18-28 0 0,-5-3 3 0 0,0 0 1 0 0,0 1 0 0 0,-1 0-1 0 0,1 0 1 0 0,-13-3 0 0 0,-55-6 60 0 0,-144-1 326 0 0,174 13-140 0 0,0 2-1 0 0,0 3 1 0 0,-47 9-1 0 0,49 0-49 0 0,40-13-200 0 0,1 0 1 0 0,-1 0 0 0 0,1 0 0 0 0,0 1-1 0 0,-1-1 1 0 0,1 1 0 0 0,0-1-1 0 0,0 1 1 0 0,0 0 0 0 0,0 0 0 0 0,0 0-1 0 0,-1 2 1 0 0,2-3-4 0 0,1 0 0 0 0,0-1 0 0 0,0 1 0 0 0,0-1 0 0 0,-1 1 0 0 0,1 0 0 0 0,0-1 0 0 0,0 1 0 0 0,0 0 0 0 0,0-1 0 0 0,0 1 0 0 0,0-1-1 0 0,0 1 1 0 0,1 0 0 0 0,-1-1 0 0 0,0 1 0 0 0,0 0 0 0 0,0-1 0 0 0,1 1 0 0 0,-1-1 0 0 0,0 1 0 0 0,0-1 0 0 0,1 1 0 0 0,-1-1 0 0 0,1 1 0 0 0,-1-1 0 0 0,0 1 0 0 0,1-1 0 0 0,-1 1 0 0 0,1-1 0 0 0,-1 0 0 0 0,1 1 0 0 0,0 0 0 0 0,5 3 12 0 0,0 0 1 0 0,0-1 0 0 0,0 1 0 0 0,0-1-1 0 0,1-1 1 0 0,-1 1 0 0 0,9 1-1 0 0,56 11 101 0 0,17-6-51 0 0,0-4 0 0 0,140-11 0 0 0,-184 5-30 0 0,1-3 1 0 0,-1-2-1 0 0,0-2 0 0 0,-1-1 1 0 0,47-18-1 0 0,-83 25-10 0 0,20-11 48 0 0,-26 13-53 0 0,0-1 1 0 0,0 1-1 0 0,0-1 1 0 0,-1 0 0 0 0,1 1-1 0 0,0-1 1 0 0,0 0-1 0 0,-1 0 1 0 0,1 0 0 0 0,0 0-1 0 0,-1 0 1 0 0,1 0-1 0 0,-1 0 1 0 0,1 0-1 0 0,-1 0 1 0 0,1 0 0 0 0,-1 0-1 0 0,0 0 1 0 0,0 0-1 0 0,1-2 1 0 0,-1 3-10 0 0,0-1 0 0 0,0 1 0 0 0,0-1-1 0 0,0 1 1 0 0,0-1 0 0 0,-1 1 0 0 0,1-1 0 0 0,0 1 0 0 0,0-1 0 0 0,0 1-1 0 0,0-1 1 0 0,-1 1 0 0 0,1-1 0 0 0,0 1 0 0 0,-1-1 0 0 0,1 1 0 0 0,0-1-1 0 0,-1 1 1 0 0,1 0 0 0 0,0-1 0 0 0,-1 1 0 0 0,1 0 0 0 0,-1-1 0 0 0,1 1-1 0 0,-1 0 1 0 0,1-1 0 0 0,-1 1 0 0 0,1 0 0 0 0,-1 0 0 0 0,1 0 0 0 0,-1-1-1 0 0,0 1 1 0 0,-12-3-19 0 0,-1 1 0 0 0,0 0-1 0 0,1 1 1 0 0,-1 0-1 0 0,0 1 1 0 0,-14 2-1 0 0,4-1-9 0 0,-284 30-61 0 0,217-14 172 0 0,-109 35 0 0 0,182-47-72 0 0,1 1-1 0 0,0 1 1 0 0,0 1-1 0 0,0 0 1 0 0,1 1 0 0 0,-29 22-1 0 0,44-30-15 0 0,0-1-1 0 0,0 1 0 0 0,0 0 1 0 0,0 0-1 0 0,0 0 1 0 0,0 0-1 0 0,0 0 0 0 0,0 0 1 0 0,0 0-1 0 0,1 0 0 0 0,-1 1 1 0 0,0-1-1 0 0,1 0 1 0 0,-1 0-1 0 0,1 1 0 0 0,-1-1 1 0 0,1 0-1 0 0,0 0 0 0 0,0 1 1 0 0,-1-1-1 0 0,1 0 1 0 0,0 1-1 0 0,0-1 0 0 0,0 1 1 0 0,0-1-1 0 0,1 0 0 0 0,-1 1 1 0 0,0-1-1 0 0,0 0 1 0 0,1 0-1 0 0,-1 1 0 0 0,1-1 1 0 0,-1 0-1 0 0,1 0 0 0 0,0 1 1 0 0,-1-1-1 0 0,1 0 1 0 0,0 0-1 0 0,0 0 0 0 0,0 0 1 0 0,0 0-1 0 0,0 0 1 0 0,0 0-1 0 0,0 0 0 0 0,0-1 1 0 0,2 2-1 0 0,9 6 15 0 0,0-2 0 0 0,1 1 0 0 0,-1-2 1 0 0,1 1-1 0 0,0-2 0 0 0,0 0 0 0 0,1 0 0 0 0,18 2 0 0 0,3-1 11 0 0,1-2 0 0 0,44-2-1 0 0,14-7 7 0 0,0-3 0 0 0,174-42 0 0 0,-261 50-22 0 0,30-8 40 0 0,56-22 0 0 0,-83 27-21 0 0,-1 0 0 0 0,0-1 0 0 0,0 0 0 0 0,-1 0 0 0 0,1-1 1 0 0,-1 0-1 0 0,0 0 0 0 0,-1-1 0 0 0,1 0 0 0 0,10-15 0 0 0,-16 19-2 0 0,0 1-1 0 0,-1-1 1 0 0,1 1-1 0 0,-1-1 1 0 0,0 1-1 0 0,0-1 1 0 0,0 0-1 0 0,0 0 1 0 0,0 0-1 0 0,0-5 1 0 0,-1 6-16 0 0,0 1 1 0 0,0-1-1 0 0,0 1 1 0 0,0-1-1 0 0,0 0 1 0 0,-1 1 0 0 0,1-1-1 0 0,-1 1 1 0 0,1-1-1 0 0,-1 1 1 0 0,0-1-1 0 0,1 1 1 0 0,-1 0 0 0 0,0-1-1 0 0,-2-1 1 0 0,-1-1-6 0 0,0 1 1 0 0,0 0 0 0 0,0 1-1 0 0,0-1 1 0 0,-1 1 0 0 0,1-1-1 0 0,-1 1 1 0 0,1 1-1 0 0,-1-1 1 0 0,0 1 0 0 0,0-1-1 0 0,-7 0 1 0 0,-37-5-55 0 0,0 2 0 0 0,-70 2 0 0 0,-107 19 64 0 0,154-5 93 0 0,1 4-1 0 0,1 2 1 0 0,1 4-1 0 0,0 2 1 0 0,-89 45-1 0 0,133-56-21 0 0,-28 18 0 0 0,47-26-82 0 0,0 0 1 0 0,0 1-1 0 0,0 0 1 0 0,1 0-1 0 0,0 0 1 0 0,0 0-1 0 0,0 1 1 0 0,-5 9-1 0 0,9-14-5 0 0,0 1 0 0 0,0-1 0 0 0,0 1 0 0 0,0 0 1 0 0,1-1-1 0 0,-1 1 0 0 0,1-1 0 0 0,-1 1 0 0 0,1 0 0 0 0,0 0 0 0 0,-1-1 0 0 0,1 1 0 0 0,0 0 0 0 0,0 0 0 0 0,0-1 0 0 0,1 1 0 0 0,-1 0 0 0 0,0-1 0 0 0,1 1 0 0 0,-1 0 0 0 0,1-1 0 0 0,-1 1 0 0 0,1 0 0 0 0,0-1 0 0 0,0 1 0 0 0,-1-1 0 0 0,3 2 0 0 0,0 2 5 0 0,1-1-1 0 0,1 0 1 0 0,-1-1-1 0 0,0 1 0 0 0,1-1 1 0 0,0 0-1 0 0,5 3 0 0 0,6 2 20 0 0,0 0-1 0 0,1-2 0 0 0,0 0 0 0 0,0 0 1 0 0,0-2-1 0 0,0 0 0 0 0,27 2 0 0 0,5-3 23 0 0,74-4 0 0 0,-17-8-3 0 0,1-5 0 0 0,144-39 0 0 0,-221 47-6 0 0,0-2 1 0 0,-1-1-1 0 0,0-1 0 0 0,-1-1 1 0 0,38-22-1 0 0,-60 29-11 0 0,0 0 0 0 0,0-1 0 0 0,-1 1 0 0 0,0-1-1 0 0,0 0 1 0 0,0-1 0 0 0,0 1 0 0 0,-1-1 0 0 0,0 0-1 0 0,5-8 1 0 0,-8 11-16 0 0,0 1-1 0 0,0 0 1 0 0,0-1-1 0 0,0 0 1 0 0,-1 1-1 0 0,1-1 0 0 0,-1 1 1 0 0,1-1-1 0 0,-1 0 1 0 0,0 1-1 0 0,0-1 1 0 0,0 0-1 0 0,0 1 1 0 0,-1-1-1 0 0,1 0 1 0 0,-1 1-1 0 0,0-1 1 0 0,0 1-1 0 0,1-1 0 0 0,-2 1 1 0 0,1-1-1 0 0,0 1 1 0 0,0 0-1 0 0,-1-1 1 0 0,1 1-1 0 0,-1 0 1 0 0,0 0-1 0 0,0 0 1 0 0,-2-2-1 0 0,-2-1-13 0 0,-1 1-1 0 0,0 0 1 0 0,-1 0-1 0 0,1 1 1 0 0,0-1-1 0 0,-1 2 1 0 0,0-1-1 0 0,-10-1 1 0 0,-13-4-77 0 0,0 2 1 0 0,-59-4 0 0 0,-64 10-86 0 0,4 10 226 0 0,1 6 0 0 0,-240 57 0 0 0,317-57-25 0 0,-128 33 137 0 0,162-38-130 0 0,0 3 1 0 0,1 1-1 0 0,-37 21 1 0 0,68-33-38 0 0,0 0 1 0 0,1 0-1 0 0,0 1 0 0 0,-1 0 0 0 0,1 0 1 0 0,-6 6-1 0 0,10-8-8 0 0,1-1 0 0 0,-1 0 0 0 0,0 0 0 0 0,0 1 0 0 0,1-1 0 0 0,-1 0 1 0 0,0 1-1 0 0,1-1 0 0 0,-1 1 0 0 0,1-1 0 0 0,0 0 0 0 0,0 1 0 0 0,-1-1 0 0 0,1 1 0 0 0,0-1 0 0 0,0 1 0 0 0,0-1 0 0 0,1 1 0 0 0,-1-1 0 0 0,0 1 1 0 0,0-1-1 0 0,1 1 0 0 0,-1-1 0 0 0,1 1 0 0 0,-1-1 0 0 0,1 0 0 0 0,1 3 0 0 0,1 0 3 0 0,1 1 0 0 0,-1-1 0 0 0,1 1 0 0 0,0-1 0 0 0,0 0 0 0 0,1-1 0 0 0,-1 1 0 0 0,1-1 0 0 0,0 1 0 0 0,0-2 0 0 0,0 1 0 0 0,0 0 1 0 0,7 2-1 0 0,11 3 19 0 0,0-1 1 0 0,25 5 0 0 0,41 1 20 0 0,0-3 0 0 0,95-2 0 0 0,-59-7 26 0 0,1-5 0 0 0,-1-6 0 0 0,-1-6 0 0 0,0-4 1 0 0,156-48-1 0 0,-186 33 11 0 0,-86 32-56 0 0,0 0 1 0 0,0-1-1 0 0,-1 0 0 0 0,1 0 1 0 0,7-7-1 0 0,-15 11-15 0 0,1-1-1 0 0,0 0 1 0 0,-1 0-1 0 0,1 1 1 0 0,0-1-1 0 0,-1 0 1 0 0,1 0-1 0 0,-1 0 1 0 0,1 1-1 0 0,-1-1 0 0 0,0 0 1 0 0,1 0-1 0 0,-1 0 1 0 0,0 0-1 0 0,0 0 1 0 0,0 0-1 0 0,0 0 1 0 0,0 0-1 0 0,0 0 1 0 0,0 0-1 0 0,0 0 1 0 0,0 0-1 0 0,0 0 0 0 0,0 0 1 0 0,0 0-1 0 0,-1 0 1 0 0,1 1-1 0 0,0-1 1 0 0,-1 0-1 0 0,1 0 1 0 0,-1 0-1 0 0,1 0 1 0 0,-1 0-1 0 0,1 1 1 0 0,-1-1-1 0 0,0 0 1 0 0,1 0-1 0 0,-1 1 0 0 0,0-1 1 0 0,1 1-1 0 0,-1-1 1 0 0,0 0-1 0 0,-1 0 1 0 0,-5-4-21 0 0,0 1 0 0 0,0-1 0 0 0,-1 1-1 0 0,-8-3 1 0 0,-21-7-78 0 0,-2 1 0 0 0,1 2-1 0 0,-1 2 1 0 0,-1 2 0 0 0,-73-5 0 0 0,-200 14 123 0 0,192 5 39 0 0,1 6-1 0 0,0 5 0 0 0,-130 37 1 0 0,140-19-22 0 0,98-31-53 0 0,0 0-1 0 0,1 2 1 0 0,-1-1 0 0 0,1 2 0 0 0,0-1 0 0 0,-11 11 0 0 0,19-15-6 0 0,0 0 0 0 0,0 1 0 0 0,-1-1 0 0 0,2 1 0 0 0,-1-1 0 0 0,0 1 0 0 0,1 0 0 0 0,0 0 0 0 0,0 0 0 0 0,-2 6 0 0 0,3-8 5 0 0,1 0 1 0 0,-1 1-1 0 0,1-1 1 0 0,0 0-1 0 0,0 0 0 0 0,0 1 1 0 0,0-1-1 0 0,0 0 1 0 0,1 0-1 0 0,-1 1 0 0 0,1-1 1 0 0,-1 0-1 0 0,1 0 1 0 0,0 0-1 0 0,0 0 0 0 0,0 0 1 0 0,0 0-1 0 0,0 0 1 0 0,0 0-1 0 0,1 0 1 0 0,-1 0-1 0 0,3 2 0 0 0,3 3 3 0 0,1 0-1 0 0,1 0 0 0 0,-1-1 0 0 0,1 0 0 0 0,0-1 0 0 0,1 0 1 0 0,16 7-1 0 0,10 2 30 0 0,40 9 1 0 0,-11-8-3 0 0,0-3-1 0 0,74 5 1 0 0,137-12 18 0 0,-196-9-6 0 0,0-4-1 0 0,-1-3 0 0 0,0-3 1 0 0,109-35-1 0 0,-166 41 24 0 0,1-1 1 0 0,-1 0-1 0 0,28-18 1 0 0,-43 23-25 0 0,0 0 0 0 0,-1-1 0 0 0,0 0 0 0 0,0 0 0 0 0,0 0 0 0 0,0-1 0 0 0,-1 0 1 0 0,0 0-1 0 0,0 0 0 0 0,-1-1 0 0 0,0 1 0 0 0,0-1 0 0 0,5-13 0 0 0,-8 18-22 0 0,0 0-1 0 0,-1 0 0 0 0,1-1 0 0 0,-1 1 0 0 0,0 0 1 0 0,1 0-1 0 0,-1-1 0 0 0,0 1 0 0 0,-1 0 1 0 0,1-1-1 0 0,0 1 0 0 0,0 0 0 0 0,-1 0 0 0 0,0-1 1 0 0,1 1-1 0 0,-1 0 0 0 0,0 0 0 0 0,0 0 1 0 0,-2-3-1 0 0,0 0-15 0 0,-1 1 1 0 0,1 0 0 0 0,-1 0-1 0 0,-1 0 1 0 0,1 0-1 0 0,0 1 1 0 0,-8-5 0 0 0,-6-3-50 0 0,-1 1 0 0 0,0 1 0 0 0,-1 0 1 0 0,0 2-1 0 0,0 0 0 0 0,0 2 0 0 0,-35-6 1 0 0,-11 3-22 0 0,-75 0 0 0 0,12 6 135 0 0,0 6 1 0 0,-240 39-1 0 0,331-36-53 0 0,-204 44 73 0 0,203-40-81 0 0,0 2 0 0 0,1 2 0 0 0,1 1-1 0 0,-46 27 1 0 0,66-33-21 0 0,1 1 0 0 0,-30 26-1 0 0,40-32 2 0 0,1 1 0 0 0,0 0 0 0 0,0 0 0 0 0,0 1 0 0 0,0-1 0 0 0,1 1 0 0 0,0 0 0 0 0,1 0 0 0 0,-6 14 0 0 0,8-18 15 0 0,0 0 1 0 0,0 0-1 0 0,1 0 0 0 0,-1 0 1 0 0,1 0-1 0 0,0 0 1 0 0,0 0-1 0 0,0 0 0 0 0,0 0 1 0 0,0 0-1 0 0,0 0 0 0 0,1 0 1 0 0,0 0-1 0 0,-1 0 0 0 0,1-1 1 0 0,0 1-1 0 0,1 0 1 0 0,-1 0-1 0 0,0-1 0 0 0,1 1 1 0 0,-1-1-1 0 0,1 1 0 0 0,3 2 1 0 0,1 2 6 0 0,1-1 1 0 0,1-1-1 0 0,-1 1 0 0 0,1-1 1 0 0,0-1-1 0 0,13 6 1 0 0,1 0 16 0 0,0-1 1 0 0,1-1-1 0 0,0-1 1 0 0,25 4-1 0 0,106 6 62 0 0,-40-13-56 0 0,0-5 1 0 0,0-5 0 0 0,0-6 0 0 0,-1-4-1 0 0,-1-5 1 0 0,-1-5 0 0 0,-1-4 0 0 0,154-66-1 0 0,-240 85 51 0 0,-1 0 0 0 0,23-16 0 0 0,-39 21-43 0 0,1 1 0 0 0,-1-1 0 0 0,-1 0 0 0 0,1 0 0 0 0,-1 0 0 0 0,0-1 1 0 0,8-12-1 0 0,-12 17-25 0 0,-1 0 0 0 0,0 0 0 0 0,0 0 0 0 0,0 0 0 0 0,0-1 0 0 0,0 1 1 0 0,0 0-1 0 0,-1 0 0 0 0,1-1 0 0 0,-1 1 0 0 0,1-1 0 0 0,-1 1 0 0 0,0 0 1 0 0,0-1-1 0 0,0 1 0 0 0,0-1 0 0 0,-1 1 0 0 0,1 0 0 0 0,-1-1 0 0 0,1 1 0 0 0,-1 0 1 0 0,0 0-1 0 0,-1-3 0 0 0,-1 0-8 0 0,0 0 0 0 0,-1 1 0 0 0,1-1 0 0 0,-1 1 0 0 0,0 0 0 0 0,0 0 0 0 0,-1 1 0 0 0,-8-6 0 0 0,-4-2-50 0 0,-1 1 0 0 0,-1 1 1 0 0,0 0-1 0 0,0 2 0 0 0,-1 0 0 0 0,1 1 0 0 0,-1 1 0 0 0,-1 1 0 0 0,-22-2 0 0 0,-46-4 56 0 0,0 4 0 0 0,-124 7 0 0 0,41 13 93 0 0,-333 71 0 0 0,462-73-80 0 0,-61 25 0 0 0,85-29-22 0 0,1 1 0 0 0,1 0 0 0 0,0 2 1 0 0,0 0-1 0 0,-15 14 0 0 0,26-20-5 0 0,0 0 0 0 0,1 0 0 0 0,0 1 1 0 0,0 0-1 0 0,0 0 0 0 0,1 0 0 0 0,-1 1 0 0 0,2-1 0 0 0,-1 1 1 0 0,1 0-1 0 0,0 0 0 0 0,0 0 0 0 0,-1 9 0 0 0,3-12 7 0 0,1 0-1 0 0,0 1 1 0 0,0-1-1 0 0,0 0 1 0 0,0 0 0 0 0,1 0-1 0 0,0 1 1 0 0,0-1-1 0 0,0 0 1 0 0,0 0-1 0 0,0 0 1 0 0,1 0 0 0 0,0 0-1 0 0,0-1 1 0 0,0 1-1 0 0,0 0 1 0 0,1-1 0 0 0,-1 0-1 0 0,1 1 1 0 0,0-1-1 0 0,0 0 1 0 0,0 0-1 0 0,0-1 1 0 0,1 1 0 0 0,-1-1-1 0 0,7 4 1 0 0,10 6 17 0 0,1-2 0 0 0,0 0 0 0 0,0-1 1 0 0,40 10-1 0 0,-6-5 73 0 0,68 7 1 0 0,12-8-11 0 0,220-5 0 0 0,144-50-94 0 0,-366 21 127 0 0,133-37 0 0 0,-232 48-57 0 0,45-18 1 0 0,-67 23-31 0 0,-1-1 1 0 0,0 0 0 0 0,0-1 0 0 0,0 0-1 0 0,-1-1 1 0 0,10-9 0 0 0,-17 15 0 0 0,0-1 0 0 0,-1 1 0 0 0,0-1 0 0 0,1 0 1 0 0,-1 0-1 0 0,0 0 0 0 0,0 0 0 0 0,-1 0 1 0 0,1 0-1 0 0,1-6 0 0 0,-2 7-12 0 0,-1 1 0 0 0,0-1 0 0 0,1 0 0 0 0,-1 1 0 0 0,0-1 0 0 0,0 0 0 0 0,0 1 0 0 0,-1-1 0 0 0,1 0 0 0 0,0 1 0 0 0,-1-1 0 0 0,1 0 0 0 0,-1 1 0 0 0,1-1 0 0 0,-1 1 0 0 0,-1-3 0 0 0,-2-1 5 0 0,1 1 0 0 0,-1 0 0 0 0,-1 0 0 0 0,1 0 0 0 0,0 1 0 0 0,-1-1 0 0 0,0 1 0 0 0,0 0 0 0 0,0 1 0 0 0,0-1 0 0 0,-8-2 0 0 0,-15-6-30 0 0,-1 2 0 0 0,0 0-1 0 0,-1 2 1 0 0,-49-5 0 0 0,-122 2-144 0 0,186 10 145 0 0,-354 17-94 0 0,306-10 148 0 0,1 4-1 0 0,-112 33 1 0 0,162-41-47 0 0,0 1 0 0 0,0 1 0 0 0,0 1 0 0 0,-15 9 0 0 0,23-13 0 0 0,1 0 0 0 0,0 0 1 0 0,1 1-1 0 0,-1-1 0 0 0,0 1 1 0 0,1 0-1 0 0,-1 0 0 0 0,1 0 1 0 0,0 0-1 0 0,0 0 1 0 0,0 0-1 0 0,1 0 0 0 0,-1 1 1 0 0,1-1-1 0 0,-2 5 0 0 0,3-5 1 0 0,-1-1-1 0 0,1 1 0 0 0,0-1 1 0 0,0 0-1 0 0,0 1 0 0 0,0-1 1 0 0,0 1-1 0 0,1-1 0 0 0,-1 0 1 0 0,1 1-1 0 0,0-1 1 0 0,-1 0-1 0 0,1 1 0 0 0,0-1 1 0 0,0 0-1 0 0,0 0 0 0 0,1 0 1 0 0,-1 0-1 0 0,0 0 0 0 0,1 0 1 0 0,0 0-1 0 0,-1 0 0 0 0,1-1 1 0 0,3 3-1 0 0,3 2 3 0 0,0 0 0 0 0,1 0 0 0 0,-1-1 0 0 0,12 5 0 0 0,-2-3 13 0 0,0 0 0 0 0,1 0-1 0 0,-1-2 1 0 0,24 4 0 0 0,87 5 35 0 0,-58-10-17 0 0,0-3 0 0 0,136-17 0 0 0,-162 11-17 0 0,23-3 82 0 0,130-33 0 0 0,-100 8-24 0 0,-85 28-51 0 0,-1-1 0 0 0,1 0 0 0 0,-1-1 1 0 0,-1 0-1 0 0,15-12 0 0 0,-24 17-3 0 0,1 1-1 0 0,-1-2 1 0 0,0 1 0 0 0,0 0-1 0 0,0 0 1 0 0,0-1 0 0 0,0 1-1 0 0,0-1 1 0 0,-1 1 0 0 0,1-1-1 0 0,-1 0 1 0 0,0 0 0 0 0,1 0-1 0 0,-1 0 1 0 0,-1 0 0 0 0,1 0-1 0 0,0 0 1 0 0,-1 0 0 0 0,0 0-1 0 0,1-6 1 0 0,-2 6-9 0 0,0 0 0 0 0,0 0 0 0 0,0 0 0 0 0,-1 0 0 0 0,1 0 0 0 0,-1 0 0 0 0,1 0 0 0 0,-1 1 0 0 0,0-1 0 0 0,0 1 0 0 0,0-1 0 0 0,-1 1 0 0 0,1 0 0 0 0,0 0 0 0 0,-1 0-1 0 0,0 0 1 0 0,1 0 0 0 0,-1 0 0 0 0,0 1 0 0 0,-3-2 0 0 0,-23-10-41 0 0,0 2 0 0 0,-1 0-1 0 0,1 3 1 0 0,-2 0-1 0 0,1 2 1 0 0,-39-3-1 0 0,-199-3-276 0 0,209 11 266 0 0,-231 2 141 0 0,215 3-95 0 0,-130 24 1 0 0,201-27-10 0 0,-32 8-20 0 0,35-9 8 0 0,-1 1 0 0 0,0-1 1 0 0,1 1-1 0 0,0 0 0 0 0,-1-1 1 0 0,1 1-1 0 0,-1 0 1 0 0,1 0-1 0 0,0 0 0 0 0,-1 0 1 0 0,1 0-1 0 0,0 1 1 0 0,0-1-1 0 0,-1 2 0 0 0,2-3 15 0 0,0 0 0 0 0,0 0-1 0 0,0 1 1 0 0,0-1 0 0 0,0 0 0 0 0,0 0-1 0 0,0 0 1 0 0,0 0 0 0 0,0 1 0 0 0,0-1-1 0 0,0 0 1 0 0,0 0 0 0 0,0 0-1 0 0,1 0 1 0 0,-1 1 0 0 0,0-1 0 0 0,0 0-1 0 0,0 0 1 0 0,0 0 0 0 0,0 0-1 0 0,0 0 1 0 0,1 0 0 0 0,-1 1 0 0 0,0-1-1 0 0,0 0 1 0 0,0 0 0 0 0,0 0-1 0 0,1 0 1 0 0,-1 0 0 0 0,0 0 0 0 0,0 0-1 0 0,0 0 1 0 0,1 0 0 0 0,-1 0-1 0 0,0 0 1 0 0,0 0 0 0 0,0 0 0 0 0,0 0-1 0 0,1 0 1 0 0,-1 0 0 0 0,0 0-1 0 0,0 0 1 0 0,0 0 0 0 0,1 0 0 0 0,-1 0-1 0 0,0 0 1 0 0,0 0 0 0 0,0-1 0 0 0,0 1-1 0 0,0 0 1 0 0,1 0 0 0 0,44-1-4 0 0,-1-2 1 0 0,1-1 0 0 0,-1-3 0 0 0,80-23 0 0 0,-117 29 7 0 0,10-4-9 0 0,-17 5 10 0 0,1 0 0 0 0,-1 0 0 0 0,0 0 0 0 0,0-1 0 0 0,1 1 1 0 0,-1 0-1 0 0,0 0 0 0 0,0 0 0 0 0,1 0 0 0 0,-1 0 0 0 0,0 0 1 0 0,0 0-1 0 0,1-1 0 0 0,-1 1 0 0 0,0 0 0 0 0,0 0 0 0 0,1 0 1 0 0,-1-1-1 0 0,0 1 0 0 0,0 0 0 0 0,0 0 0 0 0,0 0 0 0 0,1-1 1 0 0,-1 1-1 0 0,0 0 0 0 0,0 0 0 0 0,0-1 0 0 0,0 1 0 0 0,0 0 1 0 0,0-1-1 0 0,0 1 0 0 0,0 0 0 0 0,0-1 0 0 0,-5 0-41 0 0,-29 0-276 0 0,25 0-146 0 0,0 0 0 0 0,-1 0-1 0 0,1 2 1 0 0,0-1 0 0 0,-1 1 0 0 0,1 0 0 0 0,0 1-1 0 0,0 0 1 0 0,-12 4 0 0 0,19-4 303 0 0,0-1 0 0 0,0 0 0 0 0,0 1 0 0 0,0-1 0 0 0,0 1 1 0 0,0 0-1 0 0,1-1 0 0 0,-1 1 0 0 0,1 0 0 0 0,-1 0 0 0 0,1 0 0 0 0,0 0 1 0 0,0 0-1 0 0,0 1 0 0 0,0-1 0 0 0,0 0 0 0 0,0 0 0 0 0,1 1 0 0 0,-1-1 0 0 0,1 0 1 0 0,0 1-1 0 0,-1-1 0 0 0,1 5 0 0 0,3 7-1085 0 0</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40.502"/>
    </inkml:context>
    <inkml:brush xml:id="br0">
      <inkml:brushProperty name="width" value="0.35" units="cm"/>
      <inkml:brushProperty name="height" value="0.35" units="cm"/>
      <inkml:brushProperty name="color" value="#CC0066"/>
    </inkml:brush>
  </inkml:definitions>
  <inkml:trace contextRef="#ctx0" brushRef="#br0">916 267 1200 0 0,'29'4'39'0'0,"-19"-2"-32"0"0,-1 0-1 0 0,1-1 1 0 0,13 0-1 0 0,-22-1-2 0 0,0 0 0 0 0,1 0 0 0 0,-1 0 0 0 0,0 0 0 0 0,0 0-1 0 0,0 0 1 0 0,0 0 0 0 0,0-1 0 0 0,0 1 0 0 0,0 0 0 0 0,1-1 0 0 0,-1 1 0 0 0,0-1 0 0 0,0 1-1 0 0,0-1 1 0 0,0 1 0 0 0,-1-1 0 0 0,1 0 0 0 0,0 0 0 0 0,0 1 0 0 0,0-1 0 0 0,0 0 0 0 0,-1 0-1 0 0,1 0 1 0 0,0 0 0 0 0,-1 0 0 0 0,1 0 0 0 0,-1 0 0 0 0,1 0 0 0 0,-1 0 0 0 0,0 0 0 0 0,1 0-1 0 0,-1-2 1 0 0,0-2 1 0 0,0 1-1 0 0,0 0 1 0 0,0 0-1 0 0,-1 0 1 0 0,1 0-1 0 0,-1 0 1 0 0,0 0-1 0 0,0 0 0 0 0,-1 0 1 0 0,1 0-1 0 0,-1 1 1 0 0,0-1-1 0 0,0 0 1 0 0,0 1-1 0 0,-1-1 1 0 0,1 1-1 0 0,-1 0 1 0 0,1 0-1 0 0,-1 0 1 0 0,0 0-1 0 0,-1 0 1 0 0,1 1-1 0 0,0-1 0 0 0,-1 1 1 0 0,-5-3-1 0 0,-7-3 4 0 0,0 0-1 0 0,-1 2 0 0 0,0-1 0 0 0,-27-5 0 0 0,19 7 14 0 0,-43-5 0 0 0,-13 4 36 0 0,0 4-1 0 0,-81 9 1 0 0,151-7-49 0 0,0 2-1 0 0,0 0 1 0 0,0 0-1 0 0,-19 7 1 0 0,28-9-7 0 0,-1 1 0 0 0,1 0 0 0 0,0 0 0 0 0,0 1 0 0 0,0-1 0 0 0,0 0 1 0 0,0 1-1 0 0,0-1 0 0 0,0 1 0 0 0,0 0 0 0 0,0-1 0 0 0,1 1 0 0 0,-1 0 1 0 0,1 0-1 0 0,-1 0 0 0 0,1 0 0 0 0,0 1 0 0 0,0-1 0 0 0,0 0 0 0 0,0 0 1 0 0,0 1-1 0 0,1-1 0 0 0,-1 0 0 0 0,1 1 0 0 0,-1-1 0 0 0,1 4 0 0 0,0-1 2 0 0,0-1 1 0 0,1 0-1 0 0,0 1 0 0 0,0-1 0 0 0,0 0 0 0 0,0 0 0 0 0,1 1 0 0 0,-1-1 1 0 0,1 0-1 0 0,0-1 0 0 0,0 1 0 0 0,1 0 0 0 0,2 4 0 0 0,2-1 5 0 0,-1 1-1 0 0,1-1 0 0 0,0-1 1 0 0,1 1-1 0 0,8 5 0 0 0,9 3 13 0 0,0-2 0 0 0,2-1 0 0 0,-1 0 0 0 0,1-2 0 0 0,56 12 0 0 0,-3-6-5 0 0,0-3-1 0 0,1-3 0 0 0,107-3 1 0 0,-130-6-7 0 0,63-9 0 0 0,-92 5 3 0 0,0-2 1 0 0,0-2 0 0 0,52-18-1 0 0,-75 23 17 0 0,1-1 0 0 0,-1 0 0 0 0,0 0 1 0 0,0 0-1 0 0,0-1 0 0 0,0 0 0 0 0,-1 0 0 0 0,0-1 0 0 0,8-7 0 0 0,-11 10-11 0 0,-1 0 0 0 0,1 0 0 0 0,-1-1 0 0 0,0 1 0 0 0,1-1 1 0 0,-1 1-1 0 0,0-1 0 0 0,0 1 0 0 0,-1-1 0 0 0,1 0 0 0 0,0 1 0 0 0,-1-1 0 0 0,0 0 0 0 0,1 0 0 0 0,-1 0 1 0 0,0 1-1 0 0,-1-1 0 0 0,1 0 0 0 0,0 0 0 0 0,-1 1 0 0 0,0-1 0 0 0,1 0 0 0 0,-1 1 0 0 0,0-1 1 0 0,-2-3-1 0 0,-3-5 8 0 0,0 1 1 0 0,0 0 0 0 0,-1 0 0 0 0,0 1 0 0 0,0-1 0 0 0,-1 2-1 0 0,0-1 1 0 0,-11-7 0 0 0,3 3 25 0 0,-1 1 0 0 0,0 1-1 0 0,-1 1 1 0 0,-23-11 0 0 0,4 6 97 0 0,-2 1 0 0 0,1 3 0 0 0,-1 0-1 0 0,-60-6 1 0 0,-31 5 439 0 0,0 7 0 0 0,-222 17 0 0 0,314-8-502 0 0,0 1 1 0 0,0 1-1 0 0,0 3 0 0 0,1 1 1 0 0,0 1-1 0 0,-38 18 0 0 0,66-24-93 0 0,0-1-1 0 0,1 1 1 0 0,0 0-1 0 0,-1 1 1 0 0,2 0-1 0 0,-1 0 0 0 0,1 1 1 0 0,0 0-1 0 0,-12 16 1 0 0,15-17-11 0 0,0 0 0 0 0,1 0 0 0 0,0 1 0 0 0,0-1 0 0 0,1 1 0 0 0,0 0 0 0 0,0 0 0 0 0,0 0 0 0 0,1 0-1 0 0,0 0 1 0 0,0 0 0 0 0,1 0 0 0 0,1 14 0 0 0,0-14 14 0 0,0-1 0 0 0,0 1 0 0 0,1-1-1 0 0,0 0 1 0 0,1 1 0 0 0,-1-1 0 0 0,1 0-1 0 0,0 0 1 0 0,0-1 0 0 0,1 1 0 0 0,0-1 0 0 0,0 0-1 0 0,0 0 1 0 0,1 0 0 0 0,-1 0 0 0 0,1-1-1 0 0,0 1 1 0 0,1-1 0 0 0,7 4 0 0 0,6 4 9 0 0,1-2-1 0 0,0 0 1 0 0,1-1 0 0 0,32 8 0 0 0,-7-4-27 0 0,2-2-1 0 0,-1-3 1 0 0,64 4 0 0 0,140-10-163 0 0,-179-6 164 0 0,0-3 0 0 0,131-30 0 0 0,-178 30 50 0 0,1-1 1 0 0,-1 0 0 0 0,0-2-1 0 0,-1-1 1 0 0,0-1 0 0 0,-1-1-1 0 0,41-31 1 0 0,-57 39-1 0 0,0-1 0 0 0,-1 0-1 0 0,0 0 1 0 0,0-1 0 0 0,-1 1 0 0 0,0-1-1 0 0,0 0 1 0 0,0-1 0 0 0,-1 1 0 0 0,4-12 0 0 0,-6 16-17 0 0,-1-1 0 0 0,0 1 1 0 0,0-1-1 0 0,0 0 1 0 0,-1 1-1 0 0,1-1 1 0 0,-1 0-1 0 0,0 0 1 0 0,0 1-1 0 0,0-1 1 0 0,-1 0-1 0 0,1 1 1 0 0,-1-1-1 0 0,0 0 0 0 0,0 1 1 0 0,0-1-1 0 0,-1 1 1 0 0,1-1-1 0 0,-1 1 1 0 0,0 0-1 0 0,1 0 1 0 0,-2 0-1 0 0,1 0 1 0 0,-4-5-1 0 0,1 3-5 0 0,-1 0-1 0 0,0 0 1 0 0,0 0 0 0 0,0 1-1 0 0,-1-1 1 0 0,0 2 0 0 0,0-1-1 0 0,-7-2 1 0 0,-2 0-1 0 0,0 1 0 0 0,0 1 0 0 0,-32-5 0 0 0,-34 3 74 0 0,-1 4 0 0 0,1 3 1 0 0,-152 22-1 0 0,198-18-6 0 0,1 3 1 0 0,0 1-1 0 0,0 2 0 0 0,1 1 1 0 0,0 1-1 0 0,-32 19 0 0 0,52-24-58 0 0,1 0 0 0 0,1 0 0 0 0,-22 20 0 0 0,29-23-22 0 0,0 0-1 0 0,0 1 0 0 0,1-1 1 0 0,0 1-1 0 0,0 0 1 0 0,0 0-1 0 0,1 0 1 0 0,0 1-1 0 0,-3 6 0 0 0,5-8 5 0 0,0-1 0 0 0,0 0 0 0 0,0 1 0 0 0,1-1 0 0 0,-1 0 1 0 0,1 1-1 0 0,0-1 0 0 0,0 0 0 0 0,1 1 0 0 0,-1-1 0 0 0,1 0 0 0 0,0 1 0 0 0,0-1 0 0 0,2 4 0 0 0,2 4 1 0 0,0-1 0 0 0,1 0 1 0 0,10 14-1 0 0,-14-22 1 0 0,4 5 3 0 0,0 0-1 0 0,0 1 1 0 0,1-2-1 0 0,0 1 1 0 0,1-1-1 0 0,0 0 0 0 0,0-1 1 0 0,0 0-1 0 0,12 7 1 0 0,1-3 10 0 0,0-1 1 0 0,37 11 0 0 0,-45-16-8 0 0,64 18 9 0 0,1-3 0 0 0,0-4-1 0 0,1-3 1 0 0,1-4 0 0 0,0-3 0 0 0,0-4 0 0 0,0-3 0 0 0,0-3 0 0 0,0-5 0 0 0,125-30 0 0 0,-182 35 10 0 0,-8 2 7 0 0,0-1-1 0 0,-1 0 1 0 0,1 0 0 0 0,-1-2-1 0 0,0 0 1 0 0,0 0 0 0 0,0-2-1 0 0,-1 1 1 0 0,19-16 0 0 0,-26 18 9 0 0,0 0 1 0 0,-1 0 0 0 0,0-1-1 0 0,1 0 1 0 0,-2 0 0 0 0,1 0-1 0 0,-1-1 1 0 0,0 1 0 0 0,0-1 0 0 0,5-13-1 0 0,-8 16-32 0 0,0 0-1 0 0,0-1 1 0 0,-1 1 0 0 0,1 0-1 0 0,-1 0 1 0 0,0-1-1 0 0,0 1 1 0 0,0 0-1 0 0,-1-1 1 0 0,1 1 0 0 0,-1 0-1 0 0,0 0 1 0 0,-1 0-1 0 0,1-1 1 0 0,-1 1-1 0 0,1 1 1 0 0,-1-1 0 0 0,0 0-1 0 0,-1 0 1 0 0,1 1-1 0 0,0-1 1 0 0,-1 1-1 0 0,-4-4 1 0 0,-2-2-13 0 0,0 0 1 0 0,-1 1-1 0 0,-1 1 1 0 0,1 0-1 0 0,-1 0 1 0 0,0 1-1 0 0,-19-8 0 0 0,-9-2 10 0 0,-51-12-1 0 0,5 8 83 0 0,-1 3 0 0 0,-146-9 0 0 0,-179 27 215 0 0,337 3-143 0 0,1 3 0 0 0,-118 27 0 0 0,177-30-121 0 0,-1 0 0 0 0,1 1 1 0 0,-25 13-1 0 0,35-16-39 0 0,0 1 1 0 0,0 0-1 0 0,0 0 1 0 0,0 0-1 0 0,0 0 0 0 0,0 1 1 0 0,1-1-1 0 0,0 1 0 0 0,0 0 1 0 0,0 0-1 0 0,0 0 1 0 0,0 1-1 0 0,1-1 0 0 0,-2 5 1 0 0,3-5-3 0 0,-1 0 1 0 0,1 0-1 0 0,0 0 0 0 0,1 0 1 0 0,-1-1-1 0 0,1 1 1 0 0,-1 0-1 0 0,1 0 0 0 0,1 0 1 0 0,-1 0-1 0 0,0 0 1 0 0,1 0-1 0 0,0 0 1 0 0,0 0-1 0 0,2 5 0 0 0,0-2 5 0 0,0-1 0 0 0,1 1-1 0 0,0-1 1 0 0,0 1 0 0 0,1-1-1 0 0,-1-1 1 0 0,10 10 0 0 0,4 1 4 0 0,1-1 0 0 0,0 0 0 0 0,1-1 1 0 0,0-1-1 0 0,2-1 0 0 0,-1-1 0 0 0,1-1 1 0 0,27 8-1 0 0,12 1-22 0 0,125 22 0 0 0,-34-19-68 0 0,294 4 0 0 0,-318-29 172 0 0,0-6-1 0 0,209-41 0 0 0,-322 47-69 0 0,4-1 56 0 0,32-10-1 0 0,-47 12-43 0 0,0 0 0 0 0,1 0 0 0 0,-1 0 0 0 0,0 0 0 0 0,0-1 0 0 0,-1 1 0 0 0,1-1 0 0 0,0 0 0 0 0,-1 0 1 0 0,0-1-1 0 0,6-6 0 0 0,-7 8-17 0 0,-1 0 1 0 0,0-1 0 0 0,1 1 0 0 0,-1 0 0 0 0,0 0 0 0 0,0-1-1 0 0,-1 1 1 0 0,1-1 0 0 0,0 1 0 0 0,-1-1 0 0 0,0 1-1 0 0,1-1 1 0 0,-1 1 0 0 0,0-1 0 0 0,0 1 0 0 0,-1-1-1 0 0,1 1 1 0 0,-1-4 0 0 0,-1 1-6 0 0,1 1 0 0 0,-1 0 0 0 0,0-1 0 0 0,-1 1 0 0 0,1 0 0 0 0,-1 0 0 0 0,1 0 0 0 0,-1 0 0 0 0,0 1 0 0 0,-5-5 0 0 0,-1 0-13 0 0,-1 0 0 0 0,1 1 0 0 0,-1 0 0 0 0,0 0 0 0 0,-1 1 0 0 0,-21-9 0 0 0,5 5-16 0 0,0 1 1 0 0,-37-7-1 0 0,-71-7 82 0 0,0 6 1 0 0,-1 6-1 0 0,-253 12 0 0 0,335 1-42 0 0,0 3 0 0 0,1 3-1 0 0,-72 19 1 0 0,117-25-33 0 0,0 0 0 0 0,1 1 0 0 0,-1 1 0 0 0,1-1 0 0 0,0 1 0 0 0,0 0 0 0 0,0 1 0 0 0,-11 9 0 0 0,17-13 9 0 0,0 0-1 0 0,0 0 1 0 0,0 1 0 0 0,0-1 0 0 0,0 1-1 0 0,0-1 1 0 0,0 0 0 0 0,1 1-1 0 0,-1 0 1 0 0,0-1 0 0 0,1 1 0 0 0,-1-1-1 0 0,1 1 1 0 0,0 0 0 0 0,0-1 0 0 0,-1 1-1 0 0,1 0 1 0 0,0 2 0 0 0,1-1 2 0 0,0-1 0 0 0,0 1 0 0 0,0-1 0 0 0,0 0 0 0 0,0 1 0 0 0,0-1 0 0 0,1 0 0 0 0,-1 0 0 0 0,1 0 0 0 0,-1 0 0 0 0,1 0 0 0 0,0 0 0 0 0,0 0 1 0 0,0 0-1 0 0,4 2 0 0 0,18 11-6 0 0,1-1 1 0 0,1-1-1 0 0,0-1 0 0 0,0-2 1 0 0,1 0-1 0 0,32 6 1 0 0,56 11-53 0 0,2-5 0 0 0,145 10 0 0 0,-122-25 95 0 0,226-16 0 0 0,-271-1 71 0 0,117-27 1 0 0,-187 32-19 0 0,39-16 1 0 0,-57 18-36 0 0,0 0 0 0 0,0 0 0 0 0,0-1 0 0 0,-1 0 0 0 0,1-1 0 0 0,-1 1-1 0 0,0-1 1 0 0,9-10 0 0 0,-13 13-35 0 0,0-1-1 0 0,0 1 0 0 0,-1-1 0 0 0,1 0 0 0 0,-1 0 1 0 0,1 1-1 0 0,-1-1 0 0 0,0 0 0 0 0,0 0 0 0 0,0 0 0 0 0,-1 0 1 0 0,1 0-1 0 0,-1-1 0 0 0,0 1 0 0 0,0 0 0 0 0,0 0 1 0 0,0 0-1 0 0,0 0 0 0 0,-1 0 0 0 0,1 0 0 0 0,-1 0 1 0 0,0 0-1 0 0,0 0 0 0 0,0 0 0 0 0,0 0 0 0 0,0 0 1 0 0,-1 0-1 0 0,1 0 0 0 0,-1 1 0 0 0,0-1 0 0 0,0 1 1 0 0,0-1-1 0 0,-3-2 0 0 0,-5-4-14 0 0,-1 0 0 0 0,0 0 0 0 0,0 1 1 0 0,-24-13-1 0 0,-6 1-17 0 0,0 0 0 0 0,-2 3-1 0 0,0 2 1 0 0,-1 1 0 0 0,-85-14 0 0 0,24 14 1 0 0,-150-3 0 0 0,-144 29 39 0 0,342-5-33 0 0,0 1 0 0 0,0 3-1 0 0,1 3 1 0 0,-94 36 0 0 0,141-47-3 0 0,1 1 0 0 0,-1 0 1 0 0,1 1-1 0 0,0 0 0 0 0,0 0 0 0 0,1 0 0 0 0,-9 9 0 0 0,13-11-2 0 0,0 1 0 0 0,0 0-1 0 0,0-1 1 0 0,1 1 0 0 0,0 0-1 0 0,-1 0 1 0 0,2 1 0 0 0,-1-1-1 0 0,0 0 1 0 0,1 1 0 0 0,0-1-1 0 0,0 1 1 0 0,0 0 0 0 0,0 4-1 0 0,0-5 7 0 0,1 0 0 0 0,0 0-1 0 0,0 0 1 0 0,1 0-1 0 0,-1 0 1 0 0,1-1-1 0 0,0 1 1 0 0,0 0 0 0 0,0 0-1 0 0,0 0 1 0 0,1-1-1 0 0,-1 1 1 0 0,1-1 0 0 0,0 1-1 0 0,0-1 1 0 0,0 0-1 0 0,1 1 1 0 0,3 3 0 0 0,3 1-1 0 0,1 1 0 0 0,1-1 1 0 0,-1 0-1 0 0,15 7 0 0 0,-21-13 6 0 0,32 18-11 0 0,1-2-1 0 0,0-1 1 0 0,2-2 0 0 0,-1-2-1 0 0,2-2 1 0 0,58 10 0 0 0,8-5-9 0 0,129 1 1 0 0,-144-15 72 0 0,-1-3 0 0 0,0-4 0 0 0,0-5 0 0 0,112-26 0 0 0,-141 22 78 0 0,-1-3 0 0 0,92-40 1 0 0,-139 52-67 0 0,-1-1 1 0 0,0 0 0 0 0,0-1-1 0 0,-1-1 1 0 0,0 0 0 0 0,12-11 0 0 0,-20 17-42 0 0,-1-1 0 0 0,1-1 0 0 0,0 1 0 0 0,-1 0 0 0 0,0-1 0 0 0,1 1 0 0 0,-1-1 0 0 0,-1 0 0 0 0,1 1 0 0 0,-1-1 0 0 0,1 0 0 0 0,-1 0 0 0 0,0 0 0 0 0,0 0 0 0 0,-1 0 0 0 0,1-1 0 0 0,-1 1 0 0 0,0 0 0 0 0,0 0 0 0 0,0 0 0 0 0,-1 0 0 0 0,0 0 0 0 0,-1-7 0 0 0,0 4-16 0 0,-1 0-1 0 0,0 1 0 0 0,0-1 0 0 0,-1 0 1 0 0,1 1-1 0 0,-2 0 0 0 0,1 0 1 0 0,0 0-1 0 0,-1 0 0 0 0,-6-5 0 0 0,-3-1-12 0 0,1 1 0 0 0,-2 0 0 0 0,-20-12 0 0 0,5 7-8 0 0,-1 1 0 0 0,0 2 0 0 0,0 1 0 0 0,-2 1 0 0 0,-55-11 0 0 0,-175-11-93 0 0,108 25 93 0 0,0 7-1 0 0,-200 24 1 0 0,189 7-4 0 0,148-26-6 0 0,0 1-1 0 0,1 1 1 0 0,-18 9 0 0 0,30-13 1 0 0,1 1 0 0 0,-1-1 1 0 0,1 1-1 0 0,0 0 1 0 0,0 1-1 0 0,0-1 0 0 0,0 1 1 0 0,0-1-1 0 0,1 1 0 0 0,0 0 1 0 0,-1 1-1 0 0,2-1 1 0 0,-6 9-1 0 0,7-10 10 0 0,0 1-1 0 0,0-1 1 0 0,0 0 0 0 0,0 0-1 0 0,0 1 1 0 0,1-1 0 0 0,-1 1-1 0 0,1-1 1 0 0,0 0 0 0 0,0 1-1 0 0,0-1 1 0 0,1 0 0 0 0,-1 1-1 0 0,1-1 1 0 0,0 0 0 0 0,0 1 0 0 0,0-1-1 0 0,0 0 1 0 0,4 6 0 0 0,-1-2-3 0 0,1 0 1 0 0,0 0-1 0 0,1 0 1 0 0,0-1-1 0 0,0 1 1 0 0,14 10 0 0 0,-2-4 5 0 0,0 0 1 0 0,2-1-1 0 0,-1-2 1 0 0,26 11-1 0 0,93 28-44 0 0,-34-20 44 0 0,1-6 1 0 0,1-4-1 0 0,1-4 1 0 0,0-5-1 0 0,1-5 1 0 0,204-17-1 0 0,-240 4 69 0 0,-1-4-1 0 0,74-23 0 0 0,-133 32-19 0 0,-1-1-1 0 0,0 0 0 0 0,0-1 1 0 0,-1 0-1 0 0,1 0 1 0 0,-1-1-1 0 0,-1-1 0 0 0,12-9 1 0 0,-17 12-17 0 0,0 1 1 0 0,-1-1-1 0 0,0 0 1 0 0,0 0 0 0 0,0 0-1 0 0,0-1 1 0 0,-1 1-1 0 0,1 0 1 0 0,-1-1 0 0 0,0 0-1 0 0,-1 0 1 0 0,1 1-1 0 0,-1-1 1 0 0,0 0-1 0 0,0 0 1 0 0,-1 0 0 0 0,1 0-1 0 0,-1 0 1 0 0,-1-8-1 0 0,1 6-7 0 0,-2 0-1 0 0,1 0 0 0 0,-1 1 0 0 0,1-1 0 0 0,-2 1 1 0 0,1-1-1 0 0,-1 1 0 0 0,0 0 0 0 0,0 0 0 0 0,-1 0 1 0 0,-6-8-1 0 0,-1 1-1 0 0,-1 0 1 0 0,-1 0-1 0 0,-21-16 0 0 0,0 3-16 0 0,-2 1 0 0 0,0 2 0 0 0,-1 2 0 0 0,-2 1 0 0 0,0 2 0 0 0,-1 2 0 0 0,0 1 0 0 0,-1 2 0 0 0,-76-13 0 0 0,11 10-15 0 0,-138-2-1 0 0,-122 26-10 0 0,297-2 3 0 0,-1 3 0 0 0,1 4 0 0 0,-100 31 0 0 0,147-37-38 0 0,1 1 1 0 0,-38 20-1 0 0,52-24 26 0 0,0 0 1 0 0,1 1 0 0 0,-1 0-1 0 0,1 1 1 0 0,0-1-1 0 0,0 1 1 0 0,0 0-1 0 0,1 1 1 0 0,0-1-1 0 0,-5 10 1 0 0,7-12 16 0 0,1 1-1 0 0,0 0 1 0 0,0-1 0 0 0,1 1 0 0 0,-1 0 0 0 0,1 0 0 0 0,0-1-1 0 0,0 1 1 0 0,1 0 0 0 0,-1 0 0 0 0,1 0 0 0 0,0 0 0 0 0,1 0-1 0 0,-1 0 1 0 0,1 0 0 0 0,0 0 0 0 0,0 0 0 0 0,0 0 0 0 0,1 0 0 0 0,0-1-1 0 0,0 1 1 0 0,4 6 0 0 0,1 1 0 0 0,1-1 0 0 0,0 0 0 0 0,1-1 0 0 0,1 1 0 0 0,-1-2 0 0 0,2 1 0 0 0,14 10 0 0 0,2-2 0 0 0,1 0 0 0 0,1-2 0 0 0,0-1 0 0 0,57 20 0 0 0,130 26-102 0 0,-139-45 116 0 0,0-2 0 0 0,1-4 0 0 0,0-4 1 0 0,113-5-1 0 0,-40-13 147 0 0,-133 9-75 0 0,-1 0-1 0 0,0-1 1 0 0,0-1-1 0 0,0-1 1 0 0,-1 0-1 0 0,20-11 1 0 0,-34 16-40 0 0,0 0 0 0 0,1-1-1 0 0,-1 1 1 0 0,0-1 0 0 0,0 0 0 0 0,0 1 0 0 0,0-1-1 0 0,-1 0 1 0 0,1 0 0 0 0,0 0 0 0 0,-1 0 0 0 0,0 0-1 0 0,1-1 1 0 0,-1 1 0 0 0,0 0 0 0 0,0-1 0 0 0,0 1-1 0 0,0-1 1 0 0,-1 1 0 0 0,1-1 0 0 0,-1 1 0 0 0,1-1-1 0 0,-1 0 1 0 0,0 1 0 0 0,0-1 0 0 0,0 1 0 0 0,0-1-1 0 0,-1 1 1 0 0,1-1 0 0 0,-1 0 0 0 0,-1-3 0 0 0,0-1-7 0 0,-1 1 1 0 0,0-1 0 0 0,0 1 0 0 0,0-1 0 0 0,-1 1 0 0 0,0 0-1 0 0,-1 1 1 0 0,1-1 0 0 0,-7-5 0 0 0,-3-1-17 0 0,0 1 0 0 0,-1 0 0 0 0,-20-10 0 0 0,-11-5-10 0 0,0 3 1 0 0,-2 2-1 0 0,-1 2 1 0 0,-65-17-1 0 0,19 16 35 0 0,0 4 0 0 0,-129-4 0 0 0,-195 17 15 0 0,376 3-60 0 0,1 3 0 0 0,-1 1 0 0 0,1 2 0 0 0,-62 18 0 0 0,98-22-9 0 0,1 0 0 0 0,-1 0 0 0 0,0 1 0 0 0,1 0-1 0 0,0 0 1 0 0,-1 0 0 0 0,-5 5 0 0 0,10-6 13 0 0,0-1 1 0 0,0 0 0 0 0,0 0-1 0 0,0 1 1 0 0,0-1 0 0 0,0 1 0 0 0,0-1-1 0 0,0 0 1 0 0,0 1 0 0 0,1 0-1 0 0,-1-1 1 0 0,1 1 0 0 0,-1-1-1 0 0,1 1 1 0 0,0 0 0 0 0,-1-1-1 0 0,1 1 1 0 0,0 0 0 0 0,0 0-1 0 0,0-1 1 0 0,1 1 0 0 0,-1 0-1 0 0,0-1 1 0 0,0 1 0 0 0,1 0-1 0 0,-1-1 1 0 0,2 4 0 0 0,1 0 3 0 0,0 1 1 0 0,0-1 0 0 0,1 0-1 0 0,-1 0 1 0 0,1 0-1 0 0,0 0 1 0 0,1-1 0 0 0,-1 1-1 0 0,1-1 1 0 0,0 0-1 0 0,9 6 1 0 0,7 2 8 0 0,-1-1-1 0 0,26 10 1 0 0,25 6-38 0 0,0-3 1 0 0,122 23 0 0 0,150 1-169 0 0,-232-41 196 0 0,136-7 0 0 0,-200-3 76 0 0,0-1 0 0 0,-1-3 0 0 0,80-22 0 0 0,-123 28-57 0 0,51-18 182 0 0,-51 17-162 0 0,-1 1-1 0 0,1 0 1 0 0,-1-1 0 0 0,1 1 0 0 0,-1-1 0 0 0,0 0 0 0 0,0 0 0 0 0,0 0 0 0 0,0 0 0 0 0,0 0-1 0 0,0 0 1 0 0,0-1 0 0 0,-1 1 0 0 0,3-4 0 0 0,-4 4-17 0 0,1 0-1 0 0,-1 0 1 0 0,1 1 0 0 0,-1-1-1 0 0,0 0 1 0 0,0 0-1 0 0,0 0 1 0 0,0 1 0 0 0,0-1-1 0 0,0 0 1 0 0,-1 0 0 0 0,1 1-1 0 0,0-1 1 0 0,-1 0-1 0 0,0 0 1 0 0,1 1 0 0 0,-1-1-1 0 0,0 0 1 0 0,0 1 0 0 0,0-1-1 0 0,0 1 1 0 0,0-1 0 0 0,0 1-1 0 0,0 0 1 0 0,-3-3-1 0 0,-3-3-4 0 0,-1 1-1 0 0,0 0 1 0 0,-14-9-1 0 0,-12-4-22 0 0,0 2-1 0 0,-1 1 1 0 0,-1 2-1 0 0,0 1 1 0 0,-1 2-1 0 0,-50-9 1 0 0,-6 6 22 0 0,-137-5 0 0 0,-147 21 48 0 0,300 4-76 0 0,-1 3 0 0 0,-133 34 0 0 0,202-40 6 0 0,-5 1-36 0 0,-1 0 0 0 0,-23 11 0 0 0,35-13 32 0 0,0-1-1 0 0,0 1 0 0 0,0 0 1 0 0,1 0-1 0 0,-1 0 1 0 0,1 0-1 0 0,-1 0 0 0 0,1 0 1 0 0,0 1-1 0 0,-1-1 0 0 0,1 1 1 0 0,0 0-1 0 0,1 0 1 0 0,-1 0-1 0 0,1 0 0 0 0,-1 0 1 0 0,-1 4-1 0 0,3-5 11 0 0,-1 0 0 0 0,1 0 0 0 0,0 0 0 0 0,0 0 0 0 0,-1 1 0 0 0,1-1-1 0 0,1 0 1 0 0,-1 0 0 0 0,0 0 0 0 0,0 1 0 0 0,1-1 0 0 0,0 0 0 0 0,-1 0 0 0 0,1 0 0 0 0,0 0 0 0 0,0 0 0 0 0,0 0 0 0 0,0 0 0 0 0,0 0-1 0 0,3 3 1 0 0,1 0-1 0 0,-1 0-1 0 0,1-1 1 0 0,1 1-1 0 0,-1-1 1 0 0,1 0-1 0 0,7 4 1 0 0,15 5-4 0 0,0 0 1 0 0,1-2-1 0 0,0 0 0 0 0,1-3 1 0 0,0 0-1 0 0,61 6 0 0 0,195 1-82 0 0,-256-14 87 0 0,76-2 46 0 0,1-5 0 0 0,-2-4 0 0 0,117-27 0 0 0,-213 35-19 0 0,39-8 75 0 0,47-16 0 0 0,-81 21-34 0 0,-1 0 0 0 0,0-1 0 0 0,0 0 0 0 0,0-1 0 0 0,-1 0 0 0 0,0-1 0 0 0,-1-1 0 0 0,12-10 0 0 0,-21 17-41 0 0,0 1 1 0 0,0-1-1 0 0,0 0 1 0 0,-1 0-1 0 0,1 0 1 0 0,-1 0-1 0 0,1 0 1 0 0,-1 0-1 0 0,0 0 1 0 0,0-1-1 0 0,0 1 1 0 0,0 0-1 0 0,0-1 1 0 0,0 1-1 0 0,-1 0 1 0 0,1-1-1 0 0,-1 1 1 0 0,0-1 0 0 0,0 1-1 0 0,0-1 1 0 0,0 0-1 0 0,0 1 1 0 0,0-1-1 0 0,-1 1 1 0 0,1 0-1 0 0,-1-1 1 0 0,1 1-1 0 0,-3-5 1 0 0,0 1-19 0 0,-1 1 1 0 0,1 0 0 0 0,-1 0-1 0 0,0 0 1 0 0,0 1-1 0 0,-1-1 1 0 0,1 1 0 0 0,-1 0-1 0 0,0 0 1 0 0,-7-4 0 0 0,-5-1-15 0 0,1 0 1 0 0,-1 1-1 0 0,-1 1 1 0 0,1 0-1 0 0,-1 2 1 0 0,0 0-1 0 0,-36-5 1 0 0,-9 4-17 0 0,-64 2-1 0 0,102 3 26 0 0,-342 7 74 0 0,287-1-84 0 0,0 5 0 0 0,-124 30 0 0 0,199-39 14 0 0,-35 9-97 0 0,0 2 1 0 0,0 1-1 0 0,-56 29 0 0 0,91-40 58 0 0,1 0-1 0 0,-1 1 1 0 0,1 0-1 0 0,-1 0 0 0 0,1 0 1 0 0,0 1-1 0 0,1-1 1 0 0,-1 1-1 0 0,1 0 0 0 0,-1 0 1 0 0,1 0-1 0 0,-3 5 1 0 0,6-7 21 0 0,-1-1 0 0 0,1 1 0 0 0,-1 0 1 0 0,1-1-1 0 0,0 1 0 0 0,-1-1 0 0 0,1 1 0 0 0,0 0 1 0 0,0-1-1 0 0,0 1 0 0 0,0 0 0 0 0,0-1 1 0 0,1 1-1 0 0,-1 0 0 0 0,1 2 0 0 0,1-1-1 0 0,-1 0-1 0 0,1-1 0 0 0,-1 1 1 0 0,1 0-1 0 0,0-1 1 0 0,0 1-1 0 0,0-1 0 0 0,0 0 1 0 0,1 0-1 0 0,3 4 1 0 0,2-1-32 0 0,0 1 0 0 0,1-2-1 0 0,-1 1 1 0 0,1-1 0 0 0,0 0 0 0 0,15 4 0 0 0,3-1-98 0 0,32 3 0 0 0,9 0-116 0 0,1-3 1 0 0,-1-4 0 0 0,1-2-1 0 0,0-4 1 0 0,71-11-1 0 0,-112 9 279 0 0,1-2-1 0 0,33-12 0 0 0,-50 14 33 0 0,0 0 0 0 0,-1 0 0 0 0,1-1 0 0 0,-1 0 0 0 0,-1-1 0 0 0,1-1 0 0 0,9-8 0 0 0,-17 14-16 0 0,-1-1-1 0 0,1 0 1 0 0,0 0 0 0 0,-1 0-1 0 0,0 0 1 0 0,1-1-1 0 0,-1 1 1 0 0,-1-1-1 0 0,1 1 1 0 0,0-1 0 0 0,-1 0-1 0 0,0 1 1 0 0,0-1-1 0 0,0 0 1 0 0,0 0-1 0 0,-1 0 1 0 0,1 0 0 0 0,-1 0-1 0 0,0 0 1 0 0,0 0-1 0 0,-1 0 1 0 0,1 0-1 0 0,-1 1 1 0 0,0-1-1 0 0,0 0 1 0 0,0 0 0 0 0,0 0-1 0 0,-3-4 1 0 0,0-1-11 0 0,-2 0 1 0 0,1 0-1 0 0,-1 1 0 0 0,0 0 1 0 0,-1 0-1 0 0,0 0 1 0 0,0 1-1 0 0,-1 0 1 0 0,-13-9-1 0 0,1 3-9 0 0,-1 1 0 0 0,-1 1 0 0 0,0 1 0 0 0,0 1 0 0 0,-1 1 0 0 0,0 1 0 0 0,-1 0 0 0 0,-39-4 0 0 0,-21 2 4 0 0,-88 1-1 0 0,172 8-9 0 0,-61-1 2 0 0,-73 9-1 0 0,104-4-19 0 0,1 1 1 0 0,-1 1-1 0 0,1 2 0 0 0,-34 14 1 0 0,55-18-25 0 0,-1-1 0 0 0,1 1 0 0 0,1 1-1 0 0,-1-1 1 0 0,1 1 0 0 0,-1 1 0 0 0,2 0 0 0 0,-8 6 0 0 0,12-10 21 0 0,0 0 0 0 0,0 1 0 0 0,1-1 0 0 0,-1 0-1 0 0,0 1 1 0 0,1-1 0 0 0,0 1 0 0 0,0-1 0 0 0,0 1 0 0 0,0 0 0 0 0,0-1 0 0 0,0 1-1 0 0,0 0 1 0 0,1 0 0 0 0,0-1 0 0 0,-1 1 0 0 0,1 0 0 0 0,0 0 0 0 0,1 0 0 0 0,-1 0 0 0 0,0-1-1 0 0,1 1 1 0 0,-1 0 0 0 0,1 0 0 0 0,0-1 0 0 0,0 1 0 0 0,2 3 0 0 0,0-1 11 0 0,0 0 1 0 0,0-1-1 0 0,1 1 1 0 0,0-1-1 0 0,0 0 1 0 0,0 0-1 0 0,0-1 1 0 0,0 1-1 0 0,1-1 1 0 0,-1 0 0 0 0,10 4-1 0 0,4 3 14 0 0,40 12-1 0 0,-11-10 1 0 0,0-2 1 0 0,0-1-1 0 0,1-3 1 0 0,0-2-1 0 0,81-3 1 0 0,-127-2-4 0 0,132-8 16 0 0,-118 6 19 0 0,-1 0 0 0 0,1 0 1 0 0,-1-2-1 0 0,1 0 0 0 0,-1-1 0 0 0,16-8 1 0 0,-28 12-2 0 0,0 1 0 0 0,0-1 1 0 0,0 0-1 0 0,0 0 1 0 0,-1-1-1 0 0,1 1 0 0 0,0 0 1 0 0,-1-1-1 0 0,0 0 0 0 0,1 1 1 0 0,2-6-1 0 0,-5 7-23 0 0,1-1 1 0 0,-1 1-1 0 0,1-1 0 0 0,-1 1 1 0 0,0-1-1 0 0,1 1 0 0 0,-1-1 1 0 0,0 0-1 0 0,0 1 0 0 0,0-1 0 0 0,0 1 1 0 0,-1-1-1 0 0,1 0 0 0 0,0 1 1 0 0,-1-1-1 0 0,1 1 0 0 0,-1-1 0 0 0,1 1 1 0 0,-1-1-1 0 0,0 1 0 0 0,1-1 1 0 0,-1 1-1 0 0,0 0 0 0 0,0-1 0 0 0,0 1 1 0 0,0 0-1 0 0,0 0 0 0 0,-2-2 1 0 0,-7-5-22 0 0,1 1 1 0 0,-2-1 0 0 0,1 1-1 0 0,-1 1 1 0 0,0 0 0 0 0,0 1-1 0 0,0 0 1 0 0,-1 0 0 0 0,0 1-1 0 0,0 1 1 0 0,-16-3 0 0 0,-17-2-210 0 0,-76-3 0 0 0,102 10 279 0 0,-137-2-3403 0 0,139 4 2722 0 0,1 0 0 0 0,0 1 0 0 0,0 1-1 0 0,0 0 1 0 0,0 1 0 0 0,-27 11 0 0 0,24-2-671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45.302"/>
    </inkml:context>
    <inkml:brush xml:id="br0">
      <inkml:brushProperty name="width" value="0.35" units="cm"/>
      <inkml:brushProperty name="height" value="0.35" units="cm"/>
      <inkml:brushProperty name="color" value="#CC0066"/>
    </inkml:brush>
  </inkml:definitions>
  <inkml:trace contextRef="#ctx0" brushRef="#br0">1154 238 1080 0 0,'1'-1'28'0'0,"0"0"-1"0"0,1 1 1 0 0,-1-1 0 0 0,0 1 0 0 0,0-1-1 0 0,0 1 1 0 0,1-1 0 0 0,-1 1-1 0 0,0 0 1 0 0,1-1 0 0 0,-1 1 0 0 0,0 0-1 0 0,1 0 1 0 0,-1 0 0 0 0,0 0-1 0 0,3 1 1 0 0,3-2-2 0 0,14-1-44 0 0,-1-1-1 0 0,1-1 1 0 0,-1-1-1 0 0,1-1 1 0 0,-2-1-1 0 0,1 0 1 0 0,28-16-1 0 0,0-4 6 0 0,-43 24 15 0 0,0 0 0 0 0,0-1 0 0 0,-1 1 0 0 0,1-1 1 0 0,-1 0-1 0 0,0 0 0 0 0,0 0 0 0 0,0-1 0 0 0,0 0 0 0 0,-1 1 0 0 0,5-9 0 0 0,-8 12-1 0 0,1 0 0 0 0,-1 0 0 0 0,1 0 0 0 0,-1 0 0 0 0,0-1 0 0 0,1 1-1 0 0,-1 0 1 0 0,0 0 0 0 0,0-1 0 0 0,0 1 0 0 0,0 0 0 0 0,0-1 0 0 0,0 1-1 0 0,0 0 1 0 0,-1 0 0 0 0,1-1 0 0 0,0 1 0 0 0,-1 0 0 0 0,1 0 0 0 0,-1 0-1 0 0,1 0 1 0 0,-1-1 0 0 0,1 1 0 0 0,-1 0 0 0 0,0 0 0 0 0,0 0 0 0 0,1 0 0 0 0,-1 0-1 0 0,0 1 1 0 0,0-1 0 0 0,0 0 0 0 0,0 0 0 0 0,0 0 0 0 0,0 1 0 0 0,-1-1-1 0 0,1 1 1 0 0,0-1 0 0 0,-2 0 0 0 0,-4-2 10 0 0,0 0-1 0 0,0 1 1 0 0,-1 0-1 0 0,1 0 1 0 0,-13 0 0 0 0,-25 0 70 0 0,-1 2 1 0 0,-85 11 0 0 0,61-1 31 0 0,-126 35 0 0 0,30 13-39 0 0,133-41-53 0 0,33-16-20 0 0,-1-1 1 0 0,1 0 0 0 0,-1 1 0 0 0,1-1-1 0 0,-1 0 1 0 0,1 1 0 0 0,-1-1 0 0 0,1 1-1 0 0,-1-1 1 0 0,1 1 0 0 0,-1-1 0 0 0,1 1-1 0 0,0-1 1 0 0,-1 1 0 0 0,1-1 0 0 0,0 1-1 0 0,-1 0 1 0 0,1-1 0 0 0,0 1 0 0 0,0 0-1 0 0,0-1 1 0 0,0 1 0 0 0,-1-1 0 0 0,1 1-1 0 0,0 0 1 0 0,0-1 0 0 0,0 1 0 0 0,0 0-1 0 0,0-1 1 0 0,1 1 0 0 0,-1 0 0 0 0,0-1-1 0 0,0 1 1 0 0,0 0 0 0 0,1-1 0 0 0,-1 1-1 0 0,0-1 1 0 0,0 1 0 0 0,1-1 0 0 0,-1 1 0 0 0,1-1-1 0 0,0 2 1 0 0,2 1 9 0 0,1-1 0 0 0,0 1 1 0 0,-1-1-1 0 0,1 0 0 0 0,1 0 0 0 0,-1 0 1 0 0,0 0-1 0 0,0-1 0 0 0,8 2 0 0 0,55 8 90 0 0,-27-8-100 0 0,0-2 0 0 0,1-2 0 0 0,-1-1 0 0 0,60-11 0 0 0,-21-4-98 0 0,95-32-1 0 0,-133 36 74 0 0,-1-2 0 0 0,64-34 0 0 0,-73 27 82 0 0,-30 21-42 0 0,0 0 1 0 0,0-1-1 0 0,1 1 1 0 0,-1 0-1 0 0,0-1 1 0 0,-1 1-1 0 0,1-1 0 0 0,0 1 1 0 0,0-1-1 0 0,-1 1 1 0 0,1-1-1 0 0,-1 1 1 0 0,1-1-1 0 0,-1 0 1 0 0,1-1-1 0 0,-1 2-11 0 0,0 1 1 0 0,0-1-1 0 0,0 0 1 0 0,0 1-1 0 0,0-1 1 0 0,0 1-1 0 0,-1-1 1 0 0,1 1-1 0 0,0-1 0 0 0,0 1 1 0 0,0-1-1 0 0,0 0 1 0 0,-1 1-1 0 0,1-1 1 0 0,0 1-1 0 0,-1-1 1 0 0,1 1-1 0 0,0 0 1 0 0,-1-1-1 0 0,1 1 0 0 0,-1-1 1 0 0,1 1-1 0 0,0 0 1 0 0,-1-1-1 0 0,1 1 1 0 0,-1 0-1 0 0,1-1 1 0 0,-1 1-1 0 0,1 0 0 0 0,-1 0 1 0 0,0-1-1 0 0,1 1 1 0 0,-1 0-1 0 0,0 0 1 0 0,-20-5 37 0 0,-1 1 1 0 0,1 0 0 0 0,-1 2 0 0 0,0 1 0 0 0,-22 1-1 0 0,-22 2 114 0 0,-1 3 0 0 0,2 3 0 0 0,-1 3 0 0 0,1 3 0 0 0,1 2-1 0 0,1 4 1 0 0,-66 29 0 0 0,113-43-118 0 0,-16 7 32 0 0,0 1 1 0 0,-48 29-1 0 0,72-38-76 0 0,0 1 1 0 0,1-1-1 0 0,0 1 0 0 0,0 0 0 0 0,0 1 0 0 0,1 0 0 0 0,-1 0 0 0 0,2 0 0 0 0,-1 1 0 0 0,1 0 1 0 0,0 0-1 0 0,1 0 0 0 0,0 0 0 0 0,-5 17 0 0 0,8-21 3 0 0,0-1 0 0 0,0 1-1 0 0,1 0 1 0 0,-1-1 0 0 0,1 1 0 0 0,0 0 0 0 0,0 0-1 0 0,1-1 1 0 0,-1 1 0 0 0,1 0 0 0 0,-1-1 0 0 0,1 1-1 0 0,0 0 1 0 0,1-1 0 0 0,-1 1 0 0 0,4 6 0 0 0,-1-5 13 0 0,0 1-1 0 0,1 0 1 0 0,-1-1 0 0 0,1 0 0 0 0,0 0 0 0 0,1-1 0 0 0,9 8-1 0 0,-2-4 17 0 0,1 0-1 0 0,0-1 1 0 0,0 0-1 0 0,1-1 1 0 0,27 7 0 0 0,74 9 60 0 0,-77-16-99 0 0,1-2 0 0 0,0-2-1 0 0,0-1 1 0 0,0-2 0 0 0,0-2 0 0 0,0-2-1 0 0,-1-1 1 0 0,0-3 0 0 0,0 0 0 0 0,69-28-1 0 0,-94 31 47 0 0,1-1 0 0 0,-1 0 1 0 0,0-1-1 0 0,-1 0 0 0 0,17-14 0 0 0,-26 19-19 0 0,0-1 1 0 0,0 0 0 0 0,0 0-1 0 0,-1 0 1 0 0,0-1 0 0 0,0 1-1 0 0,0-1 1 0 0,0 0 0 0 0,-1 0-1 0 0,1 0 1 0 0,-1 0 0 0 0,0 0-1 0 0,-1 0 1 0 0,1 0 0 0 0,-1-1-1 0 0,0 1 1 0 0,0-8 0 0 0,-1 9-17 0 0,0-1 0 0 0,0 1 0 0 0,-1-1 0 0 0,0 1 0 0 0,1-1 0 0 0,-1 1 1 0 0,-1-1-1 0 0,1 1 0 0 0,-1 0 0 0 0,1 0 0 0 0,-1 0 0 0 0,-1 0 0 0 0,1 0 0 0 0,0 0 1 0 0,-1 0-1 0 0,0 1 0 0 0,0-1 0 0 0,0 1 0 0 0,0 0 0 0 0,0 0 0 0 0,-1 0 0 0 0,1 0 1 0 0,-1 1-1 0 0,-6-4 0 0 0,-6-1 11 0 0,1 0 0 0 0,-1 0 0 0 0,-1 2 0 0 0,1 0 0 0 0,-23-4 0 0 0,-41-4 57 0 0,1 2 0 0 0,-1 5-1 0 0,-1 2 1 0 0,-105 10 0 0 0,149-2-95 0 0,1 1 0 0 0,0 1 0 0 0,0 2 0 0 0,1 2 1 0 0,0 1-1 0 0,-59 29 0 0 0,76-31-15 0 0,1 1 0 0 0,1 1 0 0 0,-19 15 0 0 0,28-20 16 0 0,0 1-1 0 0,0 0 0 0 0,1 0 0 0 0,-1 1 1 0 0,2-1-1 0 0,-1 1 0 0 0,-6 14 1 0 0,10-19 23 0 0,1 0 0 0 0,-1 0 0 0 0,1 0 0 0 0,0 0 0 0 0,0 0 0 0 0,1 0 1 0 0,-1 0-1 0 0,1 0 0 0 0,-1 1 0 0 0,1-1 0 0 0,0 0 0 0 0,0 0 1 0 0,0 0-1 0 0,1 1 0 0 0,-1-1 0 0 0,1 0 0 0 0,-1 0 0 0 0,1 0 1 0 0,0 0-1 0 0,1 0 0 0 0,-1 0 0 0 0,0 0 0 0 0,1 0 0 0 0,-1-1 1 0 0,1 1-1 0 0,0 0 0 0 0,0-1 0 0 0,0 1 0 0 0,1-1 0 0 0,-1 0 1 0 0,0 0-1 0 0,6 4 0 0 0,4 1 26 0 0,0 1 1 0 0,1-2-1 0 0,0 0 0 0 0,0 0 0 0 0,0-1 1 0 0,18 4-1 0 0,6 0 23 0 0,0-2 1 0 0,1-1-1 0 0,-1-2 1 0 0,46-1-1 0 0,-17-4-12 0 0,99-16 0 0 0,-101 5-84 0 0,-1-3-1 0 0,0-2 0 0 0,64-29 1 0 0,-94 34 42 0 0,0-1 1 0 0,-1-2 0 0 0,-1-1 0 0 0,0-2 0 0 0,33-25-1 0 0,-59 39 26 0 0,0 0 0 0 0,0 0 0 0 0,-1-1 0 0 0,0 1-1 0 0,0-1 1 0 0,0 0 0 0 0,0 0 0 0 0,-1-1 0 0 0,0 1-1 0 0,0-1 1 0 0,0 0 0 0 0,-1 1 0 0 0,0-1 0 0 0,3-11-1 0 0,-5 14-3 0 0,0 0-1 0 0,1 0 0 0 0,-2 0 0 0 0,1-1 0 0 0,0 1 1 0 0,-1 0-1 0 0,1 0 0 0 0,-1 1 0 0 0,0-1 1 0 0,0 0-1 0 0,0 0 0 0 0,0 0 0 0 0,-2-3 1 0 0,0 2-4 0 0,0 0 0 0 0,0 1 0 0 0,0-1 1 0 0,0 0-1 0 0,-1 1 0 0 0,0 0 1 0 0,1 0-1 0 0,-1 0 0 0 0,-9-5 0 0 0,-3 0 25 0 0,-1 0 0 0 0,-1 1 0 0 0,1 1 0 0 0,-37-9 0 0 0,13 8 76 0 0,-61-4 0 0 0,22 10-30 0 0,0 3 1 0 0,0 4-1 0 0,1 3 0 0 0,-1 3 1 0 0,-145 44-1 0 0,180-42-114 0 0,0 2 0 0 0,0 2 0 0 0,2 2-1 0 0,0 1 1 0 0,-69 49 0 0 0,91-54-4 0 0,1 1 0 0 0,-25 26 0 0 0,37-35 26 0 0,2 0 0 0 0,-1 0 0 0 0,1 1 0 0 0,0 0 0 0 0,0 1-1 0 0,1-1 1 0 0,-6 18 0 0 0,10-25 10 0 0,0 1 0 0 0,0 0 0 0 0,0 0 0 0 0,1 0-1 0 0,-1 0 1 0 0,1 0 0 0 0,-1 0 0 0 0,1 0 0 0 0,0 0 0 0 0,0 1-1 0 0,1-1 1 0 0,-1 0 0 0 0,0 0 0 0 0,1 0 0 0 0,1 4 0 0 0,0-4 7 0 0,0 0 1 0 0,0-1 0 0 0,0 1-1 0 0,0-1 1 0 0,1 1 0 0 0,-1-1-1 0 0,1 0 1 0 0,0 0 0 0 0,-1 0-1 0 0,1 0 1 0 0,0 0 0 0 0,0-1-1 0 0,0 1 1 0 0,0-1 0 0 0,5 2-1 0 0,13 4 46 0 0,1-1-1 0 0,-1-1 0 0 0,39 5 1 0 0,73-1 142 0 0,-60-10-121 0 0,-1-2 0 0 0,0-4 0 0 0,0-2 0 0 0,79-22 0 0 0,-44 2-201 0 0,196-83 1 0 0,-281 103 136 0 0,-1-1 0 0 0,0-1 1 0 0,-1 0-1 0 0,0-2 1 0 0,-1 0-1 0 0,32-29 0 0 0,-49 40 4 0 0,-1 0-1 0 0,1 0 1 0 0,0 0 0 0 0,-1 0-1 0 0,1-1 1 0 0,-1 1-1 0 0,0 0 1 0 0,2-5-1 0 0,-2 6-8 0 0,-1 0-1 0 0,0 0 1 0 0,0 0-1 0 0,0 1 1 0 0,0-1-1 0 0,0 0 1 0 0,0 0-1 0 0,0 0 1 0 0,0 0-1 0 0,0 1 1 0 0,0-1-1 0 0,0 0 0 0 0,0 0 1 0 0,-1 0-1 0 0,1 1 1 0 0,0-1-1 0 0,-1 0 1 0 0,1 0-1 0 0,-1-1 1 0 0,-2 0 0 0 0,1 0 0 0 0,-1 0 0 0 0,1 0 0 0 0,-1 1 0 0 0,0-1 0 0 0,0 0 0 0 0,0 1 0 0 0,0 0 0 0 0,0 0 0 0 0,0 0 1 0 0,0 0-1 0 0,-5-1 0 0 0,-12-2 24 0 0,0 1 0 0 0,-1 1 0 0 0,1 1 0 0 0,-21 2 0 0 0,-93 10 122 0 0,41 4-132 0 0,0 4 0 0 0,2 4 0 0 0,-169 67 0 0 0,149-40-143 0 0,96-42 92 0 0,0 1 0 0 0,1 0 0 0 0,0 1 0 0 0,-17 15 0 0 0,28-22 22 0 0,0 0 0 0 0,1 0 1 0 0,-1-1-1 0 0,1 2 1 0 0,-1-1-1 0 0,1 0 1 0 0,0 0-1 0 0,0 1 0 0 0,0-1 1 0 0,-1 6-1 0 0,3-8 11 0 0,0 1 0 0 0,-1-1 0 0 0,1 1 0 0 0,0-1 1 0 0,0 1-1 0 0,0-1 0 0 0,0 1 0 0 0,1 0 0 0 0,-1-1 0 0 0,0 1 0 0 0,1-1 0 0 0,-1 1 0 0 0,1-1 0 0 0,0 1 0 0 0,-1-1 0 0 0,1 0 0 0 0,0 1 1 0 0,0-1-1 0 0,0 0 0 0 0,0 0 0 0 0,0 1 0 0 0,0-1 0 0 0,0 0 0 0 0,0 0 0 0 0,0 0 0 0 0,0 0 0 0 0,2 1 0 0 0,7 3 22 0 0,-1 1 0 0 0,0-1-1 0 0,1-1 1 0 0,0 0 0 0 0,0 0-1 0 0,20 3 1 0 0,1 0 52 0 0,38 2 0 0 0,-24-7-40 0 0,-1-2 0 0 0,1-2 1 0 0,-1-2-1 0 0,0-2 0 0 0,47-13 0 0 0,-67 14-35 0 0,317-82-269 0 0,-338 86 269 0 0,64-18-121 0 0,98-44-1 0 0,-157 59 133 0 0,0 0 0 0 0,-1 0 0 0 0,0 0 0 0 0,8-7 0 0 0,-14 10-1 0 0,0 0 0 0 0,1 0 0 0 0,-1 0 0 0 0,0 0 0 0 0,0 0 0 0 0,0-1 0 0 0,0 1 0 0 0,0 0 0 0 0,0-1 0 0 0,0 1 0 0 0,-1-1 0 0 0,1 1 0 0 0,-1-1 0 0 0,1 1 0 0 0,-1-1 0 0 0,1 0 0 0 0,-1 1 0 0 0,0-1 0 0 0,1 0 0 0 0,-1 1 1 0 0,0-1-1 0 0,0 0 0 0 0,-1 1 0 0 0,1-4 0 0 0,-1 3-1 0 0,0 0 1 0 0,1 1 0 0 0,-1-1-1 0 0,0 0 1 0 0,0 0 0 0 0,-1 0-1 0 0,1 1 1 0 0,0-1 0 0 0,0 1-1 0 0,-1-1 1 0 0,1 1-1 0 0,-1 0 1 0 0,1-1 0 0 0,-1 1-1 0 0,0 0 1 0 0,1 0 0 0 0,-1 0-1 0 0,-3-1 1 0 0,-7-4 24 0 0,0 2 0 0 0,0 0-1 0 0,0 0 1 0 0,-1 1 0 0 0,-20-2 0 0 0,-79-3 186 0 0,-356 9 532 0 0,416 2-713 0 0,1 2-1 0 0,-84 18 1 0 0,130-22-59 0 0,-1 1 0 0 0,0-1 0 0 0,0 1 0 0 0,1 1 0 0 0,-1-1 0 0 0,-8 6 0 0 0,14-8 17 0 0,-1 1 0 0 0,1-1 1 0 0,-1 0-1 0 0,0 1 0 0 0,1-1 1 0 0,-1 1-1 0 0,1-1 0 0 0,-1 1 1 0 0,1-1-1 0 0,0 1 1 0 0,-1-1-1 0 0,1 1 0 0 0,0-1 1 0 0,-1 1-1 0 0,1-1 0 0 0,0 1 1 0 0,-1 0-1 0 0,1-1 0 0 0,0 1 1 0 0,0 0-1 0 0,0-1 0 0 0,0 1 1 0 0,0 0-1 0 0,0-1 0 0 0,0 1 1 0 0,0 0-1 0 0,0-1 0 0 0,0 1 1 0 0,0 0-1 0 0,0-1 0 0 0,0 1 1 0 0,0-1-1 0 0,0 1 1 0 0,1 0-1 0 0,-1-1 0 0 0,0 1 1 0 0,1 0-1 0 0,-1-1 0 0 0,0 1 1 0 0,1-1-1 0 0,-1 1 0 0 0,1-1 1 0 0,-1 1-1 0 0,1-1 0 0 0,-1 1 1 0 0,1-1-1 0 0,-1 0 0 0 0,1 1 1 0 0,-1-1-1 0 0,1 0 0 0 0,0 1 1 0 0,5 2 0 0 0,0 0 1 0 0,0 0 0 0 0,0 0-1 0 0,10 2 1 0 0,28 6 1 0 0,1-2-1 0 0,-1-2 1 0 0,71 2 0 0 0,-80-7-20 0 0,339 3-734 0 0,-299-11 572 0 0,1-4 0 0 0,83-21 0 0 0,-143 28 179 0 0,0-2 1 0 0,0 0-1 0 0,0 0 0 0 0,0-2 0 0 0,28-15 0 0 0,-44 22 12 0 0,1 0-1 0 0,-1-1 1 0 0,0 1 0 0 0,1 0-1 0 0,-1 0 1 0 0,1 0 0 0 0,-1-1-1 0 0,0 1 1 0 0,1 0 0 0 0,-1 0-1 0 0,0-1 1 0 0,1 1 0 0 0,-1 0-1 0 0,0 0 1 0 0,1-1 0 0 0,-1 1-1 0 0,0-1 1 0 0,0 1 0 0 0,1 0-1 0 0,-1-1 1 0 0,0 1 0 0 0,0 0 0 0 0,0-1-1 0 0,1 1 1 0 0,-1-1 0 0 0,0 1-1 0 0,0-1 1 0 0,0 1 0 0 0,0-1-1 0 0,0 1 1 0 0,0 0 0 0 0,0-1-1 0 0,0 1 1 0 0,0-1 0 0 0,0 1-1 0 0,0-1 1 0 0,0 1 0 0 0,-1 0-1 0 0,1-1 1 0 0,0 1 0 0 0,0-1-1 0 0,0 1 1 0 0,0 0 0 0 0,-1-1-1 0 0,1 1 1 0 0,0-1 0 0 0,0 1-1 0 0,-1 0 1 0 0,0-1 0 0 0,-1-1 13 0 0,0 1 0 0 0,-1-1 1 0 0,0 1-1 0 0,1 0 0 0 0,-1-1 0 0 0,0 1 1 0 0,-4-1-1 0 0,-28-4 79 0 0,1 1 0 0 0,-1 1 1 0 0,-52 2-1 0 0,77 2-80 0 0,-849 43 957 0 0,778-31-1077 0 0,56-5-107 0 0,21-2 53 0 0,13 3-50 0 0,8-3 186 0 0,0 1 1 0 0,0-2-1 0 0,24 4 0 0 0,69 5-33 0 0,63-2-947 0 0,194-12 0 0 0,-281-4 577 0 0,0-3 0 0 0,156-37-1 0 0,-234 43 442 0 0,0 0 1 0 0,0-1-1 0 0,13-6 0 0 0,-21 9-11 0 0,1-1 0 0 0,-1 1 0 0 0,1 0 0 0 0,0 0 0 0 0,-1-1 0 0 0,1 1 0 0 0,-1 0 1 0 0,1-1-1 0 0,-1 1 0 0 0,1 0 0 0 0,-1-1 0 0 0,1 1 0 0 0,-1-1 0 0 0,1 1 0 0 0,-1-1 0 0 0,0 1 0 0 0,1-1 0 0 0,-1 1 0 0 0,0-1 0 0 0,1 1 0 0 0,-1-1 0 0 0,0 0 0 0 0,0 1 0 0 0,0-1 0 0 0,0 1 0 0 0,1-1 0 0 0,-1 0 0 0 0,0 1 0 0 0,0-1 0 0 0,0 0 0 0 0,0 1 0 0 0,0-1 0 0 0,0 0 0 0 0,0 1 0 0 0,-1-1 0 0 0,1 1 0 0 0,0-2 0 0 0,-2 0 3 0 0,1 1 0 0 0,0 0 0 0 0,0-1 0 0 0,-1 1-1 0 0,1 0 1 0 0,-1 0 0 0 0,1 0 0 0 0,-1 0 0 0 0,0 0 0 0 0,1 0 0 0 0,-1 0-1 0 0,0 0 1 0 0,-2 0 0 0 0,-22-5 63 0 0,-1 1-1 0 0,0 2 0 0 0,0 1 1 0 0,-43 1-1 0 0,37 1 22 0 0,-333 1 1028 0 0,-3 32 4 0 0,330-27-1069 0 0,0 2-1 0 0,-56 20 1 0 0,80-23-77 0 0,0 2 0 0 0,1-1 0 0 0,-1 2 0 0 0,2 0 0 0 0,-1 1 1 0 0,1 0-1 0 0,1 1 0 0 0,-23 22 0 0 0,32-29 7 0 0,0 0 1 0 0,1 0-1 0 0,-1 0 0 0 0,1 1 1 0 0,0-1-1 0 0,0 1 0 0 0,0-1 1 0 0,0 1-1 0 0,0 0 1 0 0,1 0-1 0 0,0-1 0 0 0,0 1 1 0 0,0 0-1 0 0,0 0 0 0 0,1 0 1 0 0,-1 1-1 0 0,1 7 0 0 0,1-7 11 0 0,0 0 0 0 0,0 0 0 0 0,1-1 0 0 0,0 1 0 0 0,0 0 0 0 0,0 0 0 0 0,0-1 0 0 0,1 1 0 0 0,-1-1 0 0 0,1 0 0 0 0,0 0 0 0 0,6 6 0 0 0,3 2 19 0 0,1-1 0 0 0,0 0 1 0 0,1-1-1 0 0,0-1 0 0 0,1 0 0 0 0,0-1 0 0 0,24 10 1 0 0,-3-6 7 0 0,1-2 0 0 0,0-1 0 0 0,0-3 1 0 0,1 0-1 0 0,66 0 0 0 0,-32-6-96 0 0,0-3 0 0 0,-1-3 0 0 0,1-3 0 0 0,-1-3 0 0 0,-1-3 1 0 0,84-30-1 0 0,-140 40 78 0 0,0 0 1 0 0,15-9-1 0 0,-26 12 13 0 0,0 0-1 0 0,0 0 1 0 0,0 0 0 0 0,-1 0-1 0 0,1 0 1 0 0,-1 0-1 0 0,1-1 1 0 0,-1 0 0 0 0,0 1-1 0 0,0-1 1 0 0,0 0-1 0 0,3-5 1 0 0,-4 7-14 0 0,-1 0 1 0 0,0 0-1 0 0,0 0 1 0 0,1 0-1 0 0,-1 0 1 0 0,0 0-1 0 0,0 1 1 0 0,0-1-1 0 0,0 0 1 0 0,0 0-1 0 0,0 0 0 0 0,0 0 1 0 0,0 0-1 0 0,0 0 1 0 0,-1 0-1 0 0,1 0 1 0 0,0 0-1 0 0,-1 0 1 0 0,1 1-1 0 0,0-1 1 0 0,-1 0-1 0 0,1 0 1 0 0,-1 0-1 0 0,0 1 0 0 0,1-1 1 0 0,-1 0-1 0 0,1 1 1 0 0,-1-1-1 0 0,0 0 1 0 0,0 1-1 0 0,0-2 1 0 0,-7-3 23 0 0,-1-1 0 0 0,1 1 1 0 0,-1 0-1 0 0,0 1 1 0 0,0 0-1 0 0,0 0 0 0 0,-11-2 1 0 0,-78-17 154 0 0,22 10-40 0 0,-1 3-1 0 0,-142 1 1 0 0,-152 40-231 0 0,296-20 39 0 0,1 3 0 0 0,-145 48 1 0 0,67 3 17 0 0,150-65 27 0 0,-21 11-29 0 0,-37 24 1 0 0,56-33 24 0 0,0 1 0 0 0,1-1 1 0 0,-1 1-1 0 0,1 0 0 0 0,0 0 1 0 0,-1 1-1 0 0,1-1 0 0 0,1 1 1 0 0,-1 0-1 0 0,1-1 0 0 0,-1 1 1 0 0,1 0-1 0 0,0 0 0 0 0,0 1 1 0 0,-1 4-1 0 0,3-7 5 0 0,0 0 1 0 0,-1-1-1 0 0,1 1 0 0 0,0 0 1 0 0,0 0-1 0 0,1 0 0 0 0,-1 0 1 0 0,0-1-1 0 0,1 1 0 0 0,-1 0 1 0 0,1 0-1 0 0,-1 0 0 0 0,1-1 1 0 0,0 1-1 0 0,0 0 1 0 0,-1-1-1 0 0,1 1 0 0 0,1-1 1 0 0,-1 1-1 0 0,0-1 0 0 0,0 0 1 0 0,0 1-1 0 0,1-1 0 0 0,-1 0 1 0 0,1 0-1 0 0,2 2 0 0 0,6 4 18 0 0,1-1-1 0 0,0 0 1 0 0,1 0 0 0 0,-1-1-1 0 0,1-1 1 0 0,22 6-1 0 0,90 13 106 0 0,-16-13-37 0 0,0-5 0 0 0,0-4 1 0 0,182-22-1 0 0,-193 10-143 0 0,0-5-1 0 0,131-38 1 0 0,-46-8-174 0 0,-148 50 199 0 0,54-22-13 0 0,-80 30 63 0 0,1 0-1 0 0,-1-1 0 0 0,-1 0 1 0 0,1 0-1 0 0,-1-1 0 0 0,0 0 0 0 0,8-8 1 0 0,-14 12-5 0 0,1 0 0 0 0,0 0 0 0 0,-1 0 0 0 0,1 0 0 0 0,-1 0 0 0 0,0 0 0 0 0,0 0 0 0 0,0 0 0 0 0,0 0 1 0 0,0-1-1 0 0,0 1 0 0 0,0 0 0 0 0,-1-1 0 0 0,1 1 0 0 0,-1-4 0 0 0,0 4-5 0 0,0 0 0 0 0,-1-1-1 0 0,0 1 1 0 0,1 0 0 0 0,-1 0 0 0 0,0 0 0 0 0,0 0-1 0 0,0 1 1 0 0,0-1 0 0 0,0 0 0 0 0,0 0 0 0 0,-1 0-1 0 0,1 1 1 0 0,-1-1 0 0 0,1 1 0 0 0,-1-1-1 0 0,0 1 1 0 0,-2-2 0 0 0,-7-4 33 0 0,0-1 0 0 0,-1 2 0 0 0,0 0 0 0 0,-1 0 0 0 0,-25-7 0 0 0,6 4 74 0 0,-53-7 0 0 0,-21 7 122 0 0,-158 6-1 0 0,-109 28-300 0 0,299-15-48 0 0,1 4 0 0 0,-141 45 0 0 0,193-52 64 0 0,-37 20-1 0 0,53-24 39 0 0,0 0-1 0 0,1 0 0 0 0,-1 0 0 0 0,1 0 0 0 0,0 1 1 0 0,0 0-1 0 0,0 0 0 0 0,1 0 0 0 0,-1 0 0 0 0,1 0 0 0 0,-6 10 1 0 0,9-12 10 0 0,-1-1 0 0 0,0 1 0 0 0,1-1 0 0 0,-1 1 0 0 0,1 0 0 0 0,0-1 0 0 0,-1 1 0 0 0,1 0 0 0 0,0-1 0 0 0,0 1 0 0 0,0 0 0 0 0,0-1 0 0 0,0 1 0 0 0,0-1 0 0 0,1 1 0 0 0,-1 0 0 0 0,1-1 0 0 0,-1 1 0 0 0,1 0 0 0 0,-1-1 0 0 0,1 1 0 0 0,0-1 0 0 0,0 0 0 0 0,0 1 0 0 0,0-1 0 0 0,0 1 0 0 0,0-1 0 0 0,0 0 0 0 0,0 0 0 0 0,0 0 0 0 0,1 0 0 0 0,0 1 0 0 0,7 4 21 0 0,-1-1 0 0 0,1 0 0 0 0,-1-1 0 0 0,16 6 0 0 0,9 1 49 0 0,-1-1 0 0 0,58 10 1 0 0,78-1 87 0 0,-49-13-231 0 0,-1-5 0 0 0,1-6 0 0 0,-1-4 0 0 0,-1-6-1 0 0,0-5 1 0 0,167-51 0 0 0,-255 62 73 0 0,27-13-1 0 0,-53 20 20 0 0,1 0-1 0 0,-1 1 1 0 0,0-1 0 0 0,0 0 0 0 0,0 0-1 0 0,-1-1 1 0 0,1 1 0 0 0,2-4 0 0 0,-4 6-12 0 0,0-1 1 0 0,-1 0 0 0 0,1 0 0 0 0,0 0 0 0 0,-1 0 0 0 0,1 0 0 0 0,-1 0 0 0 0,0 0 0 0 0,1 0-1 0 0,-1 0 1 0 0,0 0 0 0 0,0 0 0 0 0,1 0 0 0 0,-1 0 0 0 0,0-1 0 0 0,0 1 0 0 0,0 0 0 0 0,-1-2 0 0 0,0 1 0 0 0,0 0 0 0 0,0-1 1 0 0,-1 1-1 0 0,1 0 0 0 0,-1 0 1 0 0,1 0-1 0 0,-1 0 1 0 0,0 0-1 0 0,0 1 0 0 0,0-1 1 0 0,0 0-1 0 0,0 1 0 0 0,0-1 1 0 0,0 1-1 0 0,0 0 1 0 0,-1 0-1 0 0,1 0 0 0 0,0 0 1 0 0,-6-1-1 0 0,-26-7 93 0 0,-1 1 1 0 0,0 2-1 0 0,-45-2 0 0 0,52 5-43 0 0,-344-13 412 0 0,263 19-515 0 0,-162 25 0 0 0,215-19-71 0 0,-80 26 1 0 0,114-27 66 0 0,0 0 1 0 0,0 2 0 0 0,1 0-1 0 0,0 2 1 0 0,-34 25 0 0 0,53-37 43 0 0,0 1 1 0 0,1 1 0 0 0,-1-1 0 0 0,1 0-1 0 0,-1 0 1 0 0,1 1 0 0 0,-1-1 0 0 0,1 0-1 0 0,0 1 1 0 0,0 0 0 0 0,0-1 0 0 0,0 1-1 0 0,0 0 1 0 0,0-1 0 0 0,0 1-1 0 0,0 0 1 0 0,1 0 0 0 0,-1 0 0 0 0,1-1-1 0 0,-1 1 1 0 0,1 0 0 0 0,0 0 0 0 0,0 3-1 0 0,1-2 5 0 0,0-1-1 0 0,0 1 0 0 0,0-1 0 0 0,0 1 1 0 0,1-1-1 0 0,-1 0 0 0 0,1 0 0 0 0,-1 0 1 0 0,1 0-1 0 0,0 0 0 0 0,0 0 1 0 0,0 0-1 0 0,0-1 0 0 0,4 4 0 0 0,5 1 15 0 0,1 0-1 0 0,-1 0 0 0 0,1-1 1 0 0,0 0-1 0 0,16 3 0 0 0,39 10 31 0 0,0-4-1 0 0,1-2 0 0 0,1-4 1 0 0,117 0-1 0 0,-90-10-130 0 0,0-5-1 0 0,183-37 1 0 0,-221 30 0 0 0,-1-2 0 0 0,78-35 0 0 0,-120 45 77 0 0,24-12 7 0 0,-38 17 10 0 0,1 0 0 0 0,-1 0 0 0 0,1 0-1 0 0,-1 0 1 0 0,0 0 0 0 0,1 0 0 0 0,-1-1-1 0 0,0 1 1 0 0,0 0 0 0 0,0-1 0 0 0,0 1-1 0 0,0 0 1 0 0,0-1 0 0 0,-1 1 0 0 0,1-1-1 0 0,0 0 1 0 0,-1 1 0 0 0,1-3 0 0 0,-1 3-6 0 0,0 0 1 0 0,0 0-1 0 0,0 0 1 0 0,0 0-1 0 0,0 0 0 0 0,-1 0 1 0 0,1 0-1 0 0,0 1 1 0 0,-1-1-1 0 0,1 0 1 0 0,-1 0-1 0 0,1 0 1 0 0,-1 0-1 0 0,1 0 1 0 0,-1 1-1 0 0,0-1 1 0 0,1 0-1 0 0,-1 0 1 0 0,0 1-1 0 0,1-1 0 0 0,-1 0 1 0 0,0 1-1 0 0,0-1 1 0 0,0 1-1 0 0,0-1 1 0 0,0 1-1 0 0,0 0 1 0 0,1-1-1 0 0,-3 1 1 0 0,-8-5 15 0 0,-1 1 0 0 0,0 0 1 0 0,0 1-1 0 0,-24-2 1 0 0,-58-3 139 0 0,82 8-131 0 0,-91-4 242 0 0,-132 13-1 0 0,149 1-312 0 0,-170 44 0 0 0,225-46 24 0 0,12-3 5 0 0,-203 57-194 0 0,188-50 163 0 0,2 0 1 0 0,0 2-1 0 0,0 2 1 0 0,-32 21 0 0 0,56-31 23 0 0,0-1-1 0 0,1 1 1 0 0,0 0 0 0 0,0 1 0 0 0,-11 13 0 0 0,17-19 21 0 0,1-1-1 0 0,-1 1 1 0 0,0-1 0 0 0,1 1 0 0 0,-1 0-1 0 0,1-1 1 0 0,-1 1 0 0 0,1 0-1 0 0,-1 0 1 0 0,1-1 0 0 0,-1 1 0 0 0,1 0-1 0 0,0 0 1 0 0,-1 0 0 0 0,1 0 0 0 0,0-1-1 0 0,0 1 1 0 0,0 0 0 0 0,0 0-1 0 0,0 0 1 0 0,0 0 0 0 0,0 0 0 0 0,0 0-1 0 0,0-1 1 0 0,0 1 0 0 0,0 0-1 0 0,0 0 1 0 0,1 0 0 0 0,-1 0 0 0 0,0 0-1 0 0,0-1 1 0 0,1 1 0 0 0,-1 0-1 0 0,1 0 1 0 0,-1-1 0 0 0,1 1 0 0 0,1 1-1 0 0,3 2 10 0 0,0-1-1 0 0,1 0 0 0 0,-1 0 1 0 0,1 0-1 0 0,0-1 0 0 0,0 1 1 0 0,0-2-1 0 0,0 1 0 0 0,1-1 1 0 0,8 2-1 0 0,79 5 63 0 0,-29-8 8 0 0,122-14 0 0 0,59-32 50 0 0,-182 29-117 0 0,0-2-1 0 0,-2-3 0 0 0,72-37 1 0 0,-107 47-50 0 0,-1-1 1 0 0,0-2 0 0 0,0-1-1 0 0,-2 0 1 0 0,32-29 0 0 0,-52 42 48 0 0,1-2 17 0 0,1 0 1 0 0,-1-1 0 0 0,0 0-1 0 0,5-7 1 0 0,-9 11-21 0 0,0 1 0 0 0,0-1 0 0 0,0 1 1 0 0,0-1-1 0 0,-1 1 0 0 0,1-1 0 0 0,-1 0 0 0 0,1 1 0 0 0,-1-1 0 0 0,0 0 0 0 0,1 1 0 0 0,-1-1 0 0 0,0 0 0 0 0,0 1 0 0 0,0-1 1 0 0,-1 0-1 0 0,1 1 0 0 0,0-1 0 0 0,0 0 0 0 0,-1 1 0 0 0,1-1 0 0 0,-1 1 0 0 0,0-1 0 0 0,-1-2 0 0 0,-1-1 8 0 0,-1 1-1 0 0,0 0 1 0 0,0 0-1 0 0,0 0 1 0 0,0 0-1 0 0,0 1 1 0 0,-1 0 0 0 0,0 0-1 0 0,1 0 1 0 0,-1 0-1 0 0,-7-2 1 0 0,-10-3 68 0 0,-31-9 1 0 0,16 8-23 0 0,1 1 0 0 0,-2 2 0 0 0,1 2-1 0 0,-57 1 1 0 0,-16 3-91 0 0,-144 21 1 0 0,179-10-122 0 0,-74 22 1 0 0,124-26 100 0 0,0 2 1 0 0,1 0 0 0 0,1 2 0 0 0,-1 0 0 0 0,-41 30 0 0 0,57-37 32 0 0,1 1 0 0 0,0 1 0 0 0,0-1 0 0 0,1 1 0 0 0,-1 1 0 0 0,1-1 0 0 0,1 1 0 0 0,-1 0 0 0 0,1 0 0 0 0,0 0 0 0 0,1 1 0 0 0,0 0 0 0 0,0 0 0 0 0,0 0 0 0 0,-3 14 0 0 0,6-19 17 0 0,1-1 0 0 0,-1 1 0 0 0,1 0 0 0 0,-1-1-1 0 0,1 1 1 0 0,0-1 0 0 0,0 1 0 0 0,0-1 0 0 0,1 1 0 0 0,-1-1 0 0 0,0 1 0 0 0,1-1 0 0 0,0 1 0 0 0,0-1 0 0 0,-1 1 0 0 0,1-1 0 0 0,1 1 0 0 0,-1-1 0 0 0,0 0 0 0 0,1 0 0 0 0,-1 0 0 0 0,1 0 0 0 0,2 3 0 0 0,2 0 8 0 0,1-1 1 0 0,-1 1 0 0 0,1-2 0 0 0,0 1-1 0 0,0-1 1 0 0,13 5 0 0 0,14 2 24 0 0,0-1 0 0 0,0-2 0 0 0,0-1 0 0 0,1-1 0 0 0,57-1 0 0 0,-19-4 0 0 0,0-2 0 0 0,0-4-1 0 0,-1-3 1 0 0,0-3 0 0 0,103-31 0 0 0,-134 30-44 0 0,-2-1 1 0 0,46-23-1 0 0,-73 31 19 0 0,-1 0 0 0 0,0-1 0 0 0,0 0 0 0 0,-1-1-1 0 0,0 0 1 0 0,-1 0 0 0 0,1-1 0 0 0,-2-1 0 0 0,1 0 0 0 0,-1 0 0 0 0,8-13 0 0 0,-15 21 5 0 0,1 0 1 0 0,-1 0 0 0 0,0 0 0 0 0,0 0 0 0 0,0 0-1 0 0,0-1 1 0 0,0 1 0 0 0,-1 0 0 0 0,1 0-1 0 0,0-1 1 0 0,-1 1 0 0 0,0 0 0 0 0,0-1 0 0 0,0 1-1 0 0,0 0 1 0 0,0-1 0 0 0,0 1 0 0 0,0 0 0 0 0,-1-1-1 0 0,1 1 1 0 0,-1 0 0 0 0,0-1 0 0 0,1 1-1 0 0,-1 0 1 0 0,0 0 0 0 0,0 0 0 0 0,-1 0 0 0 0,1 0-1 0 0,0 0 1 0 0,-1 0 0 0 0,1 0 0 0 0,-1 0-1 0 0,0 1 1 0 0,1-1 0 0 0,-1 1 0 0 0,0-1 0 0 0,0 1-1 0 0,0 0 1 0 0,0 0 0 0 0,-3-2 0 0 0,-20-10 29 0 0,0 2 0 0 0,-1 0 0 0 0,0 2 0 0 0,-1 1 0 0 0,0 1 0 0 0,0 1 0 0 0,-47-4 0 0 0,-204 2-41 0 0,36 17-276 0 0,202-5 202 0 0,1 1 0 0 0,0 3 0 0 0,1 1 0 0 0,-42 15 0 0 0,68-20 40 0 0,1 1 0 0 0,-1 0 0 0 0,1 0 0 0 0,0 1 1 0 0,1 1-1 0 0,-1 0 0 0 0,1 0 0 0 0,1 1 0 0 0,-1 0 0 0 0,1 0 0 0 0,-14 19 0 0 0,21-25 31 0 0,1 0-1 0 0,-1 0 1 0 0,1 1-1 0 0,0-1 1 0 0,0 0-1 0 0,0 1 1 0 0,0-1-1 0 0,0 0 1 0 0,1 1-1 0 0,-1-1 1 0 0,1 1-1 0 0,-1-1 1 0 0,1 1 0 0 0,0-1-1 0 0,0 1 1 0 0,0 0-1 0 0,0-1 1 0 0,1 1-1 0 0,-1-1 1 0 0,1 1-1 0 0,-1-1 1 0 0,1 0-1 0 0,0 1 1 0 0,0-1-1 0 0,0 0 1 0 0,0 1-1 0 0,1-1 1 0 0,-1 0-1 0 0,1 0 1 0 0,-1 0-1 0 0,1 0 1 0 0,-1 0-1 0 0,1 0 1 0 0,0-1-1 0 0,0 1 1 0 0,4 2-1 0 0,4 3 21 0 0,0-1-1 0 0,1-1 1 0 0,0 0 0 0 0,0 0-1 0 0,0-1 1 0 0,23 5-1 0 0,81 10 110 0 0,-47-10-74 0 0,1-4 1 0 0,-1-2 0 0 0,1-4 0 0 0,-1-3 0 0 0,120-21-1 0 0,-85-3-167 0 0,-3-3 0 0 0,131-61 0 0 0,-230 91 114 0 0,14-5 50 0 0,28-17 0 0 0,-40 21-34 0 0,-1 1 0 0 0,1-1 0 0 0,-1 0 0 0 0,1 0 0 0 0,-1-1 0 0 0,0 1-1 0 0,0 0 1 0 0,0-1 0 0 0,0 1 0 0 0,0-1 0 0 0,0 0 0 0 0,-1 1 0 0 0,1-1 0 0 0,-1 0-1 0 0,2-4 1 0 0,-3 6-10 0 0,0-1 1 0 0,0 1-1 0 0,0-1 0 0 0,0 1 0 0 0,0-1 0 0 0,0 1 0 0 0,0-1 0 0 0,0 1 1 0 0,0-1-1 0 0,-1 1 0 0 0,1-1 0 0 0,-1 1 0 0 0,1-1 0 0 0,-1 1 0 0 0,1-1 0 0 0,-1 1 1 0 0,0 0-1 0 0,0 0 0 0 0,0-1 0 0 0,1 1 0 0 0,-1 0 0 0 0,0 0 0 0 0,-1 0 1 0 0,0-1-1 0 0,-5-4 15 0 0,0 1 0 0 0,0 0 0 0 0,0 1 0 0 0,0 0 0 0 0,-1 0 0 0 0,0 0 0 0 0,1 1 0 0 0,-11-2 0 0 0,-12-4 91 0 0,-36-4 0 0 0,-57-4 14 0 0,-244 1 0 0 0,287 18-269 0 0,-97 15-1 0 0,123-8 30 0 0,0 2 1 0 0,-83 29-1 0 0,120-34 84 0 0,-1 1-1 0 0,1 1 1 0 0,1 0 0 0 0,0 1-1 0 0,0 1 1 0 0,1 1 0 0 0,0 0 0 0 0,1 1-1 0 0,0 0 1 0 0,-15 17 0 0 0,25-23 15 0 0,-1 0 1 0 0,1 0-1 0 0,-1 0 1 0 0,2 1 0 0 0,-6 11-1 0 0,8-16 16 0 0,0 0 0 0 0,1 0-1 0 0,-1 1 1 0 0,1-1 0 0 0,-1 0-1 0 0,1 1 1 0 0,0-1 0 0 0,0 1-1 0 0,0-1 1 0 0,0 0-1 0 0,1 1 1 0 0,-1-1 0 0 0,1 0-1 0 0,-1 1 1 0 0,1-1 0 0 0,0 0-1 0 0,0 0 1 0 0,0 1 0 0 0,0-1-1 0 0,0 0 1 0 0,2 3 0 0 0,2 0 9 0 0,0 0 0 0 0,0 1 0 0 0,0-2 0 0 0,1 1 0 0 0,-1-1 0 0 0,1 0 0 0 0,0 0 0 0 0,0 0 0 0 0,1-1 0 0 0,12 5 0 0 0,1-1 36 0 0,1-1 1 0 0,33 6-1 0 0,15-4 82 0 0,0-3 1 0 0,115-6-1 0 0,-181 1-125 0 0,58-4 49 0 0,0-2 1 0 0,-1-2-1 0 0,0-4 1 0 0,0-2-1 0 0,-2-2 0 0 0,84-36 1 0 0,-46 8 3 0 0,-88 40-19 0 0,1-1-1 0 0,-1 0 1 0 0,-1-1 0 0 0,1 0-1 0 0,-1 0 1 0 0,0-1 0 0 0,0 0 0 0 0,6-8-1 0 0,-12 13-16 0 0,1 1-1 0 0,-1-1 0 0 0,0 0 1 0 0,0 0-1 0 0,0 0 0 0 0,0 0 1 0 0,0 0-1 0 0,-1 0 0 0 0,1 0 0 0 0,0 0 1 0 0,-1 0-1 0 0,0 0 0 0 0,1 0 1 0 0,-1-1-1 0 0,0 1 0 0 0,0 0 1 0 0,0 0-1 0 0,0 0 0 0 0,-1-4 1 0 0,-1 3-5 0 0,1 1 1 0 0,0-1 0 0 0,-1 0 0 0 0,1 1-1 0 0,-1-1 1 0 0,0 1 0 0 0,0 0 0 0 0,0-1-1 0 0,0 1 1 0 0,-1 0 0 0 0,1 0 0 0 0,0 0-1 0 0,-4-1 1 0 0,-5-4 5 0 0,1 1 0 0 0,-2 0-1 0 0,1 1 1 0 0,-1 0 0 0 0,-20-5 0 0 0,3 3 7 0 0,-45-5 0 0 0,-26 6-72 0 0,-117 8 0 0 0,146 1-113 0 0,-90 16 0 0 0,129-13 91 0 0,1 2 1 0 0,0 0 0 0 0,0 3-1 0 0,-55 26 1 0 0,73-30 23 0 0,-1 1 0 0 0,1 0 1 0 0,1 1-1 0 0,0 1 0 0 0,0 0 0 0 0,-18 21 1 0 0,24-24 20 0 0,0 0 1 0 0,1 1 0 0 0,0 0-1 0 0,0 0 1 0 0,1 1 0 0 0,0-1 0 0 0,0 1-1 0 0,1 0 1 0 0,0 0 0 0 0,0 0-1 0 0,-1 16 1 0 0,3-21 19 0 0,1 0 0 0 0,0 0 0 0 0,0 0 0 0 0,0 0 0 0 0,1 0-1 0 0,-1 1 1 0 0,1-1 0 0 0,0 0 0 0 0,0 0 0 0 0,0-1 0 0 0,1 1 0 0 0,0 0 0 0 0,-1 0 0 0 0,1-1 0 0 0,0 1 0 0 0,1-1-1 0 0,4 7 1 0 0,0-4 5 0 0,0 0 0 0 0,0 0 0 0 0,0 0 0 0 0,1-1-1 0 0,-1 0 1 0 0,1 0 0 0 0,11 4 0 0 0,3 0 13 0 0,0-1 1 0 0,0-1 0 0 0,1-1 0 0 0,30 5 0 0 0,100 4 66 0 0,209-11-91 0 0,-321-7-54 0 0,-1-3 1 0 0,0-1-1 0 0,0-2 0 0 0,-1-2 0 0 0,51-21 0 0 0,-61 20-19 0 0,33-18-1 0 0,-53 25 51 0 0,-1-1-1 0 0,0 0 0 0 0,0 0 0 0 0,0 0 0 0 0,0-1 0 0 0,9-11 0 0 0,-15 15 27 0 0,0 1 1 0 0,0 0 0 0 0,0-1 0 0 0,0 0 0 0 0,-1 1 0 0 0,1-1-1 0 0,-1 0 1 0 0,0 0 0 0 0,1 1 0 0 0,-1-1 0 0 0,-1 0 0 0 0,1 0-1 0 0,0 0 1 0 0,-1 0 0 0 0,0-1 0 0 0,1 1 0 0 0,-1 0 0 0 0,0 0-1 0 0,-1 0 1 0 0,1 0 0 0 0,0 0 0 0 0,-1 0 0 0 0,0 0-1 0 0,0 0 1 0 0,0 0 0 0 0,0 0 0 0 0,0 0 0 0 0,0 1 0 0 0,-1-1-1 0 0,0 0 1 0 0,1 1 0 0 0,-1-1 0 0 0,-2-2 0 0 0,-4-3 1 0 0,0 1 0 0 0,0 0 1 0 0,0 0-1 0 0,-1 1 0 0 0,0 0 1 0 0,-1 1-1 0 0,-15-8 0 0 0,-17-4 11 0 0,-2 1 0 0 0,1 2 1 0 0,-2 2-1 0 0,-46-6 0 0 0,11 5-113 0 0,0 2 0 0 0,-1 4 0 0 0,0 4 1 0 0,-131 11-1 0 0,184-4 59 0 0,1 0 0 0 0,0 1-1 0 0,1 2 1 0 0,-1 1 0 0 0,1 1 0 0 0,1 1-1 0 0,0 1 1 0 0,-33 19 0 0 0,43-20 32 0 0,0 0 0 0 0,1 1 1 0 0,0 1-1 0 0,0 0 0 0 0,2 1 0 0 0,-1 1 0 0 0,2 0 0 0 0,0 0 1 0 0,0 1-1 0 0,1 0 0 0 0,1 1 0 0 0,1 0 0 0 0,-11 27 0 0 0,16-34 19 0 0,0 1 0 0 0,0-1 1 0 0,1 1-1 0 0,1 0 0 0 0,-1-1 0 0 0,1 1 0 0 0,1 0 0 0 0,0 12 0 0 0,1-16 7 0 0,0-1 1 0 0,0 1-1 0 0,1 0 0 0 0,0 0 0 0 0,0-1 1 0 0,0 1-1 0 0,0-1 0 0 0,1 0 0 0 0,0 0 1 0 0,0 0-1 0 0,1 0 0 0 0,-1 0 0 0 0,1 0 1 0 0,0-1-1 0 0,7 7 0 0 0,1-2 18 0 0,1 0-1 0 0,-1-1 1 0 0,2 0-1 0 0,-1-1 1 0 0,1-1 0 0 0,0 0-1 0 0,17 5 1 0 0,6 0 58 0 0,73 10 0 0 0,-39-13-45 0 0,1-3 0 0 0,0-4 0 0 0,0-3 0 0 0,-1-2 0 0 0,0-4 0 0 0,0-3 0 0 0,0-3 0 0 0,125-43 0 0 0,-170 48-34 0 0,-1 0 1 0 0,0-2-1 0 0,-1-1 1 0 0,0-1-1 0 0,-1-1 1 0 0,33-26-1 0 0,-46 32 8 0 0,1 0-6 0 0,-1-1 1 0 0,16-17-1 0 0,-24 23-2 0 0,1 1-1 0 0,-1-1 0 0 0,0 0 1 0 0,-1 0-1 0 0,1 0 0 0 0,0 0 0 0 0,-1 0 1 0 0,0 0-1 0 0,1-1 0 0 0,-1 1 1 0 0,0 0-1 0 0,-1-1 0 0 0,1 1 0 0 0,-1-1 1 0 0,1 1-1 0 0,-1-5 0 0 0,-1 4 11 0 0,0 1-1 0 0,0-1 1 0 0,0 1 0 0 0,0-1-1 0 0,0 1 1 0 0,-1 0-1 0 0,0 0 1 0 0,1-1-1 0 0,-1 1 1 0 0,0 0 0 0 0,0 1-1 0 0,-1-1 1 0 0,1 0-1 0 0,-1 1 1 0 0,1-1-1 0 0,-1 1 1 0 0,-5-4 0 0 0,-5-2 6 0 0,0 1 0 0 0,-26-12 0 0 0,36 18-23 0 0,-27-10 6 0 0,-1 0 1 0 0,0 3-1 0 0,0 0 0 0 0,-1 3 1 0 0,1 0-1 0 0,-65 0 1 0 0,16 6-82 0 0,-120 19 0 0 0,-33 20-183 0 0,201-32 198 0 0,1 1 0 0 0,0 1 0 0 0,0 2 0 0 0,-50 27 0 0 0,68-31 28 0 0,-1 0-1 0 0,-16 16 1 0 0,27-22 28 0 0,1-1-1 0 0,0 1 1 0 0,0 0 0 0 0,0 0 0 0 0,0 1-1 0 0,0-1 1 0 0,0 0 0 0 0,1 1 0 0 0,-1-1 0 0 0,1 1-1 0 0,-1-1 1 0 0,1 1 0 0 0,0 0 0 0 0,0 0-1 0 0,0 0 1 0 0,1-1 0 0 0,-1 7 0 0 0,1-8 2 0 0,0 1 1 0 0,1-1 0 0 0,-1 0 0 0 0,1 1-1 0 0,0-1 1 0 0,0 1 0 0 0,-1-1-1 0 0,1 0 1 0 0,0 1 0 0 0,0-1 0 0 0,0 0-1 0 0,0 0 1 0 0,0 0 0 0 0,1 0 0 0 0,-1 0-1 0 0,0 0 1 0 0,0 0 0 0 0,1 0-1 0 0,-1-1 1 0 0,0 1 0 0 0,1 0 0 0 0,-1-1-1 0 0,3 1 1 0 0,16 6 38 0 0,1-2-1 0 0,0-1 1 0 0,0 0 0 0 0,0-1-1 0 0,0-2 1 0 0,26 0 0 0 0,-20-1-5 0 0,48 0 49 0 0,0-3 0 0 0,116-22 0 0 0,-157 20-68 0 0,161-31 48 0 0,-82 1-26 0 0,-72 22-22 0 0,1 1 3 0 0,25-10 16 0 0,-61 19-22 0 0,0 0 0 0 0,-1 0 0 0 0,1 0 0 0 0,-1 0 0 0 0,0-1 1 0 0,0 0-1 0 0,0 0 0 0 0,6-6 0 0 0,-10 9-2 0 0,0-1 0 0 0,1 1 0 0 0,-1-1-1 0 0,0 1 1 0 0,0 0 0 0 0,0-1 0 0 0,0 0 0 0 0,0 1 0 0 0,0-1 0 0 0,0 0 0 0 0,0 1 0 0 0,-1-1 0 0 0,1 0 0 0 0,-1 0 0 0 0,1 0 0 0 0,-1 0 0 0 0,0 1 0 0 0,0-1 0 0 0,0 0 0 0 0,0 0 0 0 0,0 0 0 0 0,0 0 0 0 0,-1-2 0 0 0,0 1-4 0 0,-1 1 0 0 0,1 0 0 0 0,-1 0 0 0 0,0 0 0 0 0,0 0 0 0 0,0 1 0 0 0,0-1 0 0 0,0 1 0 0 0,-1-1 0 0 0,1 1 0 0 0,0-1 0 0 0,-1 1 0 0 0,1 0 0 0 0,-1 0 0 0 0,1 0 0 0 0,-1 1 1 0 0,1-1-1 0 0,-1 1 0 0 0,-3-1 0 0 0,-40-7 37 0 0,1 3-1 0 0,-1 1 1 0 0,-75 5 0 0 0,40 4-91 0 0,-98 19 0 0 0,-2 2-95 0 0,6 0 20 0 0,129-15 75 0 0,37-7 20 0 0,10-3 18 0 0,18 0 21 0 0,-11-1-4 0 0,66 1 74 0 0,-10 1 10 0 0,-1-4 0 0 0,86-11 0 0 0,-53-9-69 0 0,131-49 0 0 0,-143 43-87 0 0,-65 22 56 0 0,0-1 0 0 0,0 0 0 0 0,24-14 0 0 0,-44 21 7 0 0,1 0 0 0 0,0 0 0 0 0,0 0 0 0 0,0 0-1 0 0,0 0 1 0 0,0 0 0 0 0,0 0 0 0 0,0 0 0 0 0,-1 0 0 0 0,1 0-1 0 0,0 0 1 0 0,0 0 0 0 0,0-1 0 0 0,0 1 0 0 0,0 0 0 0 0,0 0-1 0 0,0 0 1 0 0,0 0 0 0 0,0 0 0 0 0,-1 0 0 0 0,1 0 0 0 0,0 0-1 0 0,0 0 1 0 0,0 0 0 0 0,0 0 0 0 0,0 0 0 0 0,0-1-1 0 0,0 1 1 0 0,0 0 0 0 0,0 0 0 0 0,0 0 0 0 0,0 0 0 0 0,0 0-1 0 0,0 0 1 0 0,0 0 0 0 0,0-1 0 0 0,0 1 0 0 0,0 0 0 0 0,0 0-1 0 0,0 0 1 0 0,0 0 0 0 0,0 0 0 0 0,0 0 0 0 0,0 0 0 0 0,0 0-1 0 0,0-1 1 0 0,0 1 0 0 0,0 0 0 0 0,0 0 0 0 0,0 0-1 0 0,0 0 1 0 0,0 0 0 0 0,0 0 0 0 0,0 0 0 0 0,0 0 0 0 0,1 0-1 0 0,-1-1 1 0 0,0 1 0 0 0,0 0 0 0 0,0 0 0 0 0,0 0 0 0 0,0 0-1 0 0,0 0 1 0 0,0 0 0 0 0,0 0 0 0 0,1 0 0 0 0,-19-2-67 0 0,-27 1-18 0 0,-8 4-72 0 0,0 2-1 0 0,0 2 1 0 0,1 3-1 0 0,0 1 1 0 0,1 3-1 0 0,0 3 1 0 0,-75 34-1 0 0,120-48 302 0 0,2-1-569 0 0,-1 0-1 0 0,0 1 1 0 0,1-1 0 0 0,0 1-1 0 0,-1 0 1 0 0,1 0 0 0 0,-4 4-1 0 0,76 62-6764 0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48.817"/>
    </inkml:context>
    <inkml:brush xml:id="br0">
      <inkml:brushProperty name="width" value="0.35" units="cm"/>
      <inkml:brushProperty name="height" value="0.35" units="cm"/>
      <inkml:brushProperty name="color" value="#CC0066"/>
    </inkml:brush>
  </inkml:definitions>
  <inkml:trace contextRef="#ctx0" brushRef="#br0">1351 156 560 0 0,'-2'-5'83'0'0,"-3"-3"-75"0"0,0 0 1 0 0,-1 0 0 0 0,-11-11 0 0 0,9 11 8 0 0,1 0 0 0 0,0-1-1 0 0,-10-18 1 0 0,16 26-15 0 0,1 0 1 0 0,-1 0-1 0 0,1 0 0 0 0,0 0 0 0 0,-1 0 0 0 0,1 0 0 0 0,0 0 0 0 0,0 0 0 0 0,0 0 1 0 0,0 0-1 0 0,0-1 0 0 0,0 1 0 0 0,0-1 0 0 0,1-8 32 0 0,-1 10-29 0 0,-1-1-1 0 0,1 1 0 0 0,0-1 1 0 0,-1 0-1 0 0,1 1 0 0 0,0-1 1 0 0,-1 1-1 0 0,1-1 0 0 0,-1 1 0 0 0,1-1 1 0 0,-1 1-1 0 0,1-1 0 0 0,-1 1 1 0 0,1 0-1 0 0,-1-1 0 0 0,1 1 1 0 0,-1 0-1 0 0,0-1 0 0 0,1 1 1 0 0,-1 0-1 0 0,1 0 0 0 0,-1-1 0 0 0,0 1 1 0 0,1 0-1 0 0,-1 0 0 0 0,0 0 1 0 0,1 0-1 0 0,-1 0 0 0 0,-1 0 1 0 0,0 0 9 0 0,-12-3 7 0 0,1 1 0 0 0,-1 1 0 0 0,0 0-1 0 0,0 1 1 0 0,0 1 0 0 0,0 0-1 0 0,-24 5 1 0 0,18-1 12 0 0,0 0 0 0 0,0 2-1 0 0,1 0 1 0 0,-28 15 0 0 0,23-8 21 0 0,0 2 0 0 0,1 0 0 0 0,1 1 1 0 0,1 2-1 0 0,-20 20 0 0 0,35-32-47 0 0,0 0 0 0 0,0 0 0 0 0,1 0 0 0 0,0 1 0 0 0,0-1 0 0 0,1 1 1 0 0,0 0-1 0 0,0 1 0 0 0,1-1 0 0 0,0 1 0 0 0,0-1 0 0 0,-2 17 0 0 0,5-22-6 0 0,0 0 1 0 0,0 0-1 0 0,0 0 0 0 0,1-1 1 0 0,-1 1-1 0 0,1 0 0 0 0,-1 0 1 0 0,1 0-1 0 0,0-1 0 0 0,0 1 1 0 0,0-1-1 0 0,0 1 0 0 0,1-1 1 0 0,-1 1-1 0 0,1-1 0 0 0,0 1 0 0 0,-1-1 1 0 0,1 0-1 0 0,0 0 0 0 0,0 0 1 0 0,4 3-1 0 0,3 1 1 0 0,1-1 1 0 0,-1 1-1 0 0,1-2 1 0 0,14 6-1 0 0,-21-9-2 0 0,24 9 0 0 0,1-1-1 0 0,0-2 1 0 0,0-1 0 0 0,54 5-1 0 0,-32-8-24 0 0,99-9-1 0 0,-104 0 15 0 0,0-2 0 0 0,-1-2 0 0 0,0-2 0 0 0,83-35 0 0 0,-114 42 13 0 0,0-2 1 0 0,0 1-1 0 0,15-12 0 0 0,-25 15 9 0 0,1 0 1 0 0,-1 0-1 0 0,0 0 1 0 0,0-1 0 0 0,0 1-1 0 0,-1-1 1 0 0,1 1-1 0 0,-1-1 1 0 0,0 0-1 0 0,0 0 1 0 0,0 0-1 0 0,2-5 1 0 0,-3 6 6 0 0,0 1-1 0 0,-1-1 1 0 0,1 1-1 0 0,-1-1 1 0 0,1 0 0 0 0,-1 1-1 0 0,0-1 1 0 0,1 0-1 0 0,-2 1 1 0 0,1-1-1 0 0,-1-4 1 0 0,0 4-7 0 0,0 0-1 0 0,0 1 1 0 0,-1-1-1 0 0,1 1 1 0 0,-1-1-1 0 0,0 1 1 0 0,0 0-1 0 0,0-1 1 0 0,0 1-1 0 0,0 0 1 0 0,0 0 0 0 0,0 1-1 0 0,-5-4 1 0 0,-12-6-6 0 0,1 1 0 0 0,-2 0 0 0 0,1 2 0 0 0,-1 0 0 0 0,-1 1 0 0 0,1 1-1 0 0,-1 1 1 0 0,-39-4 0 0 0,-183-2 31 0 0,231 11-30 0 0,-330 11 316 0 0,278-5-129 0 0,2 3 0 0 0,-1 3 1 0 0,-79 25-1 0 0,115-28-19 0 0,-31 16 0 0 0,50-21-115 0 0,0 0-1 0 0,0 1 1 0 0,0 0-1 0 0,1 0 1 0 0,0 1-1 0 0,0 0 1 0 0,-6 7-1 0 0,12-12-46 0 0,0 0 1 0 0,0 0-1 0 0,0 0 0 0 0,0 0 0 0 0,0 1 1 0 0,0-1-1 0 0,0 0 0 0 0,1 0 1 0 0,-1 0-1 0 0,1 1 0 0 0,-1-1 0 0 0,1 0 1 0 0,-1 1-1 0 0,1-1 0 0 0,0 1 0 0 0,-1-1 1 0 0,1 1-1 0 0,0-1 0 0 0,0 0 1 0 0,0 1-1 0 0,0-1 0 0 0,0 1 0 0 0,1-1 1 0 0,-1 0-1 0 0,0 1 0 0 0,1-1 1 0 0,-1 1-1 0 0,1-1 0 0 0,-1 0 0 0 0,2 2 1 0 0,0 0 9 0 0,1 0 0 0 0,0 0 0 0 0,0 0 1 0 0,0 0-1 0 0,1 0 0 0 0,-1-1 1 0 0,0 0-1 0 0,1 0 0 0 0,6 3 1 0 0,5 2 32 0 0,1-1 0 0 0,0-1 0 0 0,29 6 0 0 0,40 4 76 0 0,96 4 1 0 0,101-9-42 0 0,-2-17-240 0 0,-208 2-29 0 0,108-21 0 0 0,-170 24 137 0 0,-1-1 0 0 0,1 0 0 0 0,-1 0 0 0 0,0-1 0 0 0,11-5 1 0 0,-19 8 28 0 0,0 1 1 0 0,0-1-1 0 0,0 1 1 0 0,0-1 0 0 0,0 1-1 0 0,0-1 1 0 0,0 0-1 0 0,0 1 1 0 0,0-1 0 0 0,-1 0-1 0 0,1 0 1 0 0,0 0-1 0 0,-1 0 1 0 0,1 0 0 0 0,0 1-1 0 0,-1-1 1 0 0,1 0-1 0 0,0-2 1 0 0,-1 2 5 0 0,-1 0 0 0 0,1 0 0 0 0,0 1-1 0 0,0-1 1 0 0,0 0 0 0 0,-1 0 0 0 0,1 1 0 0 0,0-1-1 0 0,-1 0 1 0 0,1 1 0 0 0,-1-1 0 0 0,1 0 0 0 0,-1 1-1 0 0,1-1 1 0 0,-1 1 0 0 0,1-1 0 0 0,-1 1 0 0 0,1-1 0 0 0,-1 1-1 0 0,0-1 1 0 0,0 1 0 0 0,-6-4-13 0 0,0 1 1 0 0,1 0-1 0 0,-2 1 1 0 0,1 0-1 0 0,0 0 1 0 0,0 1-1 0 0,0-1 0 0 0,-1 2 1 0 0,1-1-1 0 0,-1 1 1 0 0,-13 1-1 0 0,-3-1-16 0 0,-60 0-45 0 0,-141 17 0 0 0,-176 54 142 0 0,328-52 76 0 0,1 3 0 0 0,-119 54 0 0 0,158-61-27 0 0,-54 35 1 0 0,81-46-80 0 0,0 0 0 0 0,0 1 0 0 0,0-1-1 0 0,0 1 1 0 0,1 1 0 0 0,0-1 0 0 0,0 1 0 0 0,0 0 0 0 0,1 0 0 0 0,-8 13-1 0 0,12-17-22 0 0,-1-1-1 0 0,1 1 1 0 0,-1-1-1 0 0,1 1 1 0 0,0-1-1 0 0,0 1 1 0 0,0-1-1 0 0,-1 1 1 0 0,1-1-1 0 0,1 1 1 0 0,-1-1-1 0 0,0 1 1 0 0,0-1-1 0 0,1 1 1 0 0,-1-1-1 0 0,0 1 1 0 0,1-1-1 0 0,0 1 1 0 0,-1-1-1 0 0,2 3 1 0 0,1-2-2 0 0,-1 1 1 0 0,0-1-1 0 0,1 0 1 0 0,-1 0-1 0 0,1 0 1 0 0,0 0-1 0 0,0 0 1 0 0,0-1-1 0 0,0 1 1 0 0,0-1-1 0 0,0 0 1 0 0,0 0-1 0 0,4 1 1 0 0,17 4 66 0 0,1-1 0 0 0,-1-1 0 0 0,35 1 1 0 0,88-6 414 0 0,-53-9-465 0 0,1-5-1 0 0,120-34 1 0 0,-153 34-44 0 0,25-5-55 0 0,162-63 0 0 0,-62-8-130 0 0,-171 82 92 0 0,0-1 0 0 0,0 0-1 0 0,27-25 1 0 0,-40 32 125 0 0,-1 1 1 0 0,0-1-1 0 0,1 0 1 0 0,-1 1-1 0 0,0-1 0 0 0,-1 0 1 0 0,1 0-1 0 0,0-1 1 0 0,-1 1-1 0 0,0 0 0 0 0,1 0 1 0 0,-1-1-1 0 0,-1 1 1 0 0,1-1-1 0 0,0 1 0 0 0,-1-1 1 0 0,0 1-1 0 0,0-1 1 0 0,0 1-1 0 0,0-1 0 0 0,0 1 1 0 0,-1-1-1 0 0,1 1 1 0 0,-1-1-1 0 0,0 1 0 0 0,0 0 1 0 0,0-1-1 0 0,-2-2 1 0 0,1 3 0 0 0,-1 0 0 0 0,1 0 1 0 0,0 0-1 0 0,-1 0 1 0 0,1 1-1 0 0,-1-1 0 0 0,0 1 1 0 0,0 0-1 0 0,0 0 0 0 0,0 0 1 0 0,0 0-1 0 0,-6-2 1 0 0,-3-1 13 0 0,0 1 1 0 0,0 0 0 0 0,-15-2 0 0 0,-11-1-12 0 0,-1 3 1 0 0,0 0 0 0 0,-57 4-1 0 0,-120 20 61 0 0,144-9 3 0 0,0 4-1 0 0,1 2 0 0 0,-96 39 1 0 0,-2 10 171 0 0,45-11 6 0 0,105-45-181 0 0,1 1 1 0 0,0 0-1 0 0,-27 24 1 0 0,40-31-47 0 0,1 0 1 0 0,-1 0-1 0 0,1 1 1 0 0,0-1-1 0 0,0 1 1 0 0,1 0-1 0 0,-5 8 1 0 0,8-12-23 0 0,-1 1 0 0 0,1-1 0 0 0,-1 1 0 0 0,1-1 0 0 0,0 1 0 0 0,-1-1 0 0 0,1 1 0 0 0,0-1 0 0 0,0 1 0 0 0,0-1 0 0 0,0 1 0 0 0,1-1 1 0 0,-1 1-1 0 0,0-1 0 0 0,1 1 0 0 0,-1-1 0 0 0,0 1 0 0 0,1-1 0 0 0,0 1 0 0 0,-1-1 0 0 0,1 0 0 0 0,0 1 0 0 0,0-1 0 0 0,0 0 0 0 0,0 0 0 0 0,0 0 0 0 0,0 1 1 0 0,0-1-1 0 0,2 1 0 0 0,4 3 11 0 0,0-1 1 0 0,0 0 0 0 0,0 0 0 0 0,1 0 0 0 0,-1-1 0 0 0,1 0-1 0 0,0-1 1 0 0,12 3 0 0 0,11 1 20 0 0,0-1 0 0 0,-1-1 0 0 0,34-1 0 0 0,102-10 50 0 0,-6-9-62 0 0,-1-7-1 0 0,185-50 0 0 0,-118 3-131 0 0,-197 60 63 0 0,46-23 1 0 0,-67 28 39 0 0,1 0 1 0 0,-1 0-1 0 0,-1-1 0 0 0,1-1 0 0 0,-1 1 1 0 0,7-8-1 0 0,-12 12 10 0 0,-1 1 1 0 0,0 0-1 0 0,0 0 0 0 0,0-1 0 0 0,0 1 1 0 0,1 0-1 0 0,-2-1 0 0 0,1 1 1 0 0,0-1-1 0 0,0 1 0 0 0,0-1 0 0 0,-1 0 1 0 0,1 1-1 0 0,-1-1 0 0 0,1 0 1 0 0,-1-1-1 0 0,0 1-2 0 0,-1 1-1 0 0,0 0 1 0 0,1-1 0 0 0,-1 1 0 0 0,0 0 0 0 0,0 0-1 0 0,0 0 1 0 0,0 0 0 0 0,0 0 0 0 0,0 0 0 0 0,0 0-1 0 0,0 0 1 0 0,0 0 0 0 0,0 0 0 0 0,-1 1 0 0 0,1-1-1 0 0,0 0 1 0 0,0 1 0 0 0,-1-1 0 0 0,-1 1 0 0 0,-10-6 11 0 0,-2 1 1 0 0,1 1-1 0 0,0 0 1 0 0,-1 1-1 0 0,1 0 1 0 0,-19 0 0 0 0,-105 2 45 0 0,102 2-52 0 0,-98 5 62 0 0,0 7 0 0 0,-181 39-1 0 0,138-10 296 0 0,-208 79 1 0 0,362-112-277 0 0,0 0 1 0 0,-25 15-1 0 0,44-22-69 0 0,0 0-1 0 0,1 1 0 0 0,-1 0 1 0 0,1-1-1 0 0,-1 1 1 0 0,1 0-1 0 0,0 1 0 0 0,0-1 1 0 0,-3 6-1 0 0,5-8-15 0 0,0 0 0 0 0,1 0 0 0 0,-1 1 0 0 0,1-1 0 0 0,0 0-1 0 0,0 0 1 0 0,-1 1 0 0 0,1-1 0 0 0,0 0 0 0 0,0 1 0 0 0,0-1 0 0 0,0 0 0 0 0,0 1 0 0 0,0-1-1 0 0,1 0 1 0 0,-1 0 0 0 0,0 1 0 0 0,1-1 0 0 0,-1 0 0 0 0,1 0 0 0 0,-1 1 0 0 0,1-1-1 0 0,0 0 1 0 0,-1 0 0 0 0,1 0 0 0 0,0 0 0 0 0,0 0 0 0 0,0 0 0 0 0,0 0 0 0 0,0 0-1 0 0,0 0 1 0 0,0-1 0 0 0,0 1 0 0 0,2 1 0 0 0,5 3 19 0 0,1 0-1 0 0,0-1 1 0 0,0 0 0 0 0,0 0 0 0 0,0-1-1 0 0,19 4 1 0 0,10 1 26 0 0,1-2 0 0 0,50 1 0 0 0,89-6 39 0 0,337-45 0 0 0,-29-32-214 0 0,-255 27-93 0 0,-202 37 336 0 0,-26 9 27 0 0,-10 0 8 0 0,-20-2-77 0 0,1 2 0 0 0,-1 0 0 0 0,0 2 1 0 0,0 1-1 0 0,-29 3 0 0 0,-146 27 137 0 0,173-25-179 0 0,-782 199 1332 0 0,791-198-1324 0 0,-109 36 237 0 0,106-33-210 0 0,0 1 0 0 0,-43 25 0 0 0,61-31-66 0 0,-1 0 0 0 0,1 0 0 0 0,0 0 1 0 0,-1 0-1 0 0,-6 10 0 0 0,11-13-6 0 0,0 0 0 0 0,1 0 1 0 0,-1-1-1 0 0,0 1 0 0 0,1 0 0 0 0,-1 0 0 0 0,1 0 0 0 0,0 0 1 0 0,-1 0-1 0 0,1 0 0 0 0,0 0 0 0 0,-1 0 0 0 0,1 0 0 0 0,0 0 1 0 0,0 0-1 0 0,0 0 0 0 0,0 0 0 0 0,0 0 0 0 0,0 0 0 0 0,0 0 1 0 0,0 0-1 0 0,1 0 0 0 0,-1 0 0 0 0,0 0 0 0 0,0 0 0 0 0,1 0 1 0 0,-1 0-1 0 0,1-1 0 0 0,-1 1 0 0 0,1 0 0 0 0,-1 0 0 0 0,1 0 0 0 0,0 0 1 0 0,-1-1-1 0 0,1 1 0 0 0,0 0 0 0 0,-1 0 0 0 0,1-1 0 0 0,0 1 1 0 0,0-1-1 0 0,0 1 0 0 0,0-1 0 0 0,1 1 0 0 0,7 3-8 0 0,1 0-1 0 0,0 0 0 0 0,0-1 0 0 0,0-1 0 0 0,19 3 1 0 0,62 4-114 0 0,117-4 0 0 0,-194-5 106 0 0,153-6-103 0 0,307-51 0 0 0,-161-17-211 0 0,-240 48 285 0 0,-72 25 48 0 0,23-13 121 0 0,-24 14-119 0 0,1-1 0 0 0,-1 1 0 0 0,0 0 0 0 0,0 0 0 0 0,0-1 0 0 0,1 1 0 0 0,-1 0 0 0 0,0 0 0 0 0,0-1 0 0 0,0 1 0 0 0,0 0 0 0 0,0 0 0 0 0,0-1 0 0 0,1 1 0 0 0,-1 0 0 0 0,0-1 0 0 0,0 1 1 0 0,0 0-1 0 0,0-1 0 0 0,0 1 0 0 0,0 0 0 0 0,0-1 0 0 0,0 1 0 0 0,0 0 0 0 0,-1 0 0 0 0,1-1 0 0 0,0 1 0 0 0,-12-9 154 0 0,-8 3-121 0 0,1 1 0 0 0,-1 1 0 0 0,0 1 0 0 0,-1 1 0 0 0,1 0 0 0 0,-23 2 0 0 0,41 0-34 0 0,-213 2 209 0 0,0 10-1 0 0,-316 58 1 0 0,436-52-20 0 0,-99 31 0 0 0,128-23-153 0 0,50-16-75 0 0,16-9 35 0 0,-1-1 0 0 0,1 0 0 0 0,0 0 0 0 0,0 0 0 0 0,0 0 0 0 0,0 1 0 0 0,0-1 0 0 0,0 0 0 0 0,-1 0 0 0 0,1 0 0 0 0,0 1 0 0 0,0-1 0 0 0,0 0 0 0 0,0 0 0 0 0,0 0 0 0 0,0 1 0 0 0,0-1 0 0 0,0 0 0 0 0,0 0 0 0 0,0 1 0 0 0,0-1 0 0 0,0 0 0 0 0,0 0 0 0 0,0 0 0 0 0,0 1 0 0 0,0-1 0 0 0,0 0 0 0 0,0 0 0 0 0,0 1 0 0 0,1-1 0 0 0,-1 0 0 0 0,0 0 0 0 0,0 0 0 0 0,0 0 0 0 0,0 1 0 0 0,0-1 1 0 0,1 0-1 0 0,-1 0 0 0 0,4 2-8 0 0,-1 0 0 0 0,1-1 1 0 0,0 1-1 0 0,-1-1 1 0 0,1 0-1 0 0,0 0 1 0 0,7 0-1 0 0,39 7-70 0 0,0-3 1 0 0,76-2-1 0 0,113-17-258 0 0,-55-5 215 0 0,271-62 0 0 0,-202 15-158 0 0,-205 53 312 0 0,-48 13-30 0 0,0 0 0 0 0,-1 0 0 0 0,1 0 0 0 0,0 0 1 0 0,0 0-1 0 0,-1-1 0 0 0,1 1 0 0 0,0 0 0 0 0,0 0 0 0 0,0 0 1 0 0,-1 0-1 0 0,1 0 0 0 0,0 0 0 0 0,0-1 0 0 0,0 1 1 0 0,0 0-1 0 0,0 0 0 0 0,-1 0 0 0 0,1 0 0 0 0,0-1 0 0 0,0 1 1 0 0,0 0-1 0 0,0 0 0 0 0,0 0 0 0 0,0-1 0 0 0,0 1 1 0 0,0 0-1 0 0,-1 0 0 0 0,1-1 0 0 0,0 1 0 0 0,0 0 0 0 0,0 0 1 0 0,0-1-1 0 0,0 1 0 0 0,0 0 0 0 0,0 0 0 0 0,1 0 0 0 0,-1-1 1 0 0,0 1-1 0 0,0 0 0 0 0,0 0 0 0 0,0 0 0 0 0,0-1 1 0 0,0 1-1 0 0,0 0 0 0 0,0 0 0 0 0,0 0 0 0 0,1-1 0 0 0,-1 1 1 0 0,0 0-1 0 0,0 0 0 0 0,0 0 0 0 0,0 0 0 0 0,1-1 1 0 0,-1 1-1 0 0,0 0 0 0 0,0 0 0 0 0,0 0 0 0 0,1 0 0 0 0,-1 0 1 0 0,0 0-1 0 0,0 0 0 0 0,0 0 0 0 0,1-1 0 0 0,-25-4 7 0 0,-25 2 90 0 0,0 1 1 0 0,-53 6-1 0 0,-407 63 101 0 0,-4 41 500 0 0,277-47-315 0 0,234-61-389 0 0,0 0 1 0 0,0 1 0 0 0,0 0 0 0 0,0-1 0 0 0,0 1 0 0 0,0 0-1 0 0,0 0 1 0 0,0 0 0 0 0,0 0 0 0 0,0 0 0 0 0,1 0-1 0 0,-4 3 1 0 0,12 1-41 0 0,13-1 4 0 0,34-1-45 0 0,0-2-1 0 0,-1-2 1 0 0,1-3 0 0 0,65-12-1 0 0,215-59-286 0 0,-332 75 370 0 0,8-3-1 0 0,317-82-27 0 0,-28-11-85 0 0,-276 87 132 0 0,0-1-1 0 0,28-17 1 0 0,-45 23-8 0 0,1 0 1 0 0,-1-1-1 0 0,0 0 0 0 0,0 0 0 0 0,0-1 1 0 0,-1 1-1 0 0,0-1 0 0 0,7-10 1 0 0,-11 15-6 0 0,-1 0 0 0 0,1 0 0 0 0,0 0 0 0 0,-1 0 1 0 0,1 0-1 0 0,-1 0 0 0 0,1-1 0 0 0,-1 1 0 0 0,1 0 1 0 0,-1 0-1 0 0,0 0 0 0 0,0-1 0 0 0,1 1 0 0 0,-1 0 1 0 0,0 0-1 0 0,0-1 0 0 0,0 1 0 0 0,-1 0 0 0 0,1 0 1 0 0,0-1-1 0 0,0 1 0 0 0,-1 0 0 0 0,1 0 0 0 0,0 0 1 0 0,-1 0-1 0 0,1-1 0 0 0,-1 1 0 0 0,0 0 0 0 0,1 0 1 0 0,-1 0-1 0 0,0 0 0 0 0,0 0 0 0 0,-1-1 0 0 0,-2-1 2 0 0,0 0 0 0 0,-1 0 0 0 0,0 0-1 0 0,0 0 1 0 0,0 1 0 0 0,-8-3-1 0 0,-6-1 13 0 0,-1 1 0 0 0,0 0 0 0 0,0 2 0 0 0,-32-2 0 0 0,-92 2 75 0 0,114 3-88 0 0,-110 2 10 0 0,-210 29 0 0 0,308-25-5 0 0,-15 1 36 0 0,-108 29-1 0 0,114-15 8 0 0,40-12-20 0 0,11-8-32 0 0,0-1-1 0 0,0 0 1 0 0,0 1-1 0 0,0-1 1 0 0,1 0-1 0 0,-1 0 1 0 0,0 1-1 0 0,0-1 1 0 0,0 0-1 0 0,0 0 0 0 0,0 1 1 0 0,1-1-1 0 0,-1 0 1 0 0,0 0-1 0 0,0 1 1 0 0,0-1-1 0 0,1 0 1 0 0,-1 0-1 0 0,0 0 1 0 0,0 0-1 0 0,1 1 1 0 0,-1-1-1 0 0,0 0 0 0 0,1 0 1 0 0,-1 0-1 0 0,0 0 1 0 0,0 0-1 0 0,1 0 1 0 0,-1 0-1 0 0,35 6 8 0 0,-35-6-8 0 0,34 1-6 0 0,-1-1 0 0 0,66-7 0 0 0,67-24-37 0 0,-91 16 17 0 0,-67 13 24 0 0,251-53-111 0 0,-206 43 64 0 0,-1-4 0 0 0,74-31 0 0 0,-116 42 17 0 0,0 0 1 0 0,0 0 0 0 0,17-14-1 0 0,-25 17-2 0 0,0 0-1 0 0,0 0 0 0 0,1-1 1 0 0,-2 1-1 0 0,1-1 0 0 0,0 1 1 0 0,0-1-1 0 0,-1 0 0 0 0,1 1 1 0 0,-1-1-1 0 0,0 0 0 0 0,0 0 1 0 0,0 0-1 0 0,0-3 0 0 0,0 3 38 0 0,-1 1 1 0 0,0 0-1 0 0,0-1 0 0 0,0 1 0 0 0,0 0 0 0 0,0 0 0 0 0,-1-1 0 0 0,1 1 1 0 0,-1 0-1 0 0,1 0 0 0 0,-1-1 0 0 0,0 1 0 0 0,0 0 0 0 0,0 0 0 0 0,0 0 0 0 0,0 0 1 0 0,0 0-1 0 0,-1 0 0 0 0,1 1 0 0 0,0-1 0 0 0,-1 0 0 0 0,0 1 0 0 0,1-1 0 0 0,-1 1 1 0 0,0-1-1 0 0,-4-1 0 0 0,-4-3 4 0 0,0 1 0 0 0,0 0-1 0 0,-1 1 1 0 0,-22-6 0 0 0,-6 2-9 0 0,0 1-1 0 0,-1 3 1 0 0,0 1-1 0 0,-46 2 1 0 0,41 1 4 0 0,-43-1 24 0 0,0 4 0 0 0,0 3 0 0 0,-105 23-1 0 0,178-26-15 0 0,-307 76 218 0 0,310-75-211 0 0,-5 1 30 0 0,-31 15 1 0 0,44-18-38 0 0,1 0 0 0 0,-1 0-1 0 0,1 1 1 0 0,0-1 0 0 0,-1 0 0 0 0,1 1-1 0 0,0 0 1 0 0,1 0 0 0 0,-1 0 0 0 0,0 0 0 0 0,1 0-1 0 0,0 1 1 0 0,-3 4 0 0 0,5-7-8 0 0,-1 0 0 0 0,1-1 0 0 0,0 1 0 0 0,-1 0 0 0 0,1-1 0 0 0,0 1 0 0 0,0 0 0 0 0,0-1 0 0 0,0 1 0 0 0,0 0-1 0 0,0 0 1 0 0,0-1 0 0 0,0 1 0 0 0,0 0 0 0 0,0-1 0 0 0,0 1 0 0 0,0 0 0 0 0,0 0 0 0 0,0-1 0 0 0,1 1 0 0 0,-1 0 0 0 0,0-1 0 0 0,1 1 0 0 0,-1 0 0 0 0,0-1 0 0 0,1 1 0 0 0,-1-1 0 0 0,1 1 0 0 0,-1 0 0 0 0,1-1-1 0 0,-1 1 1 0 0,1-1 0 0 0,-1 0 0 0 0,1 1 0 0 0,0-1 0 0 0,-1 1 0 0 0,1-1 0 0 0,-1 0 0 0 0,1 1 0 0 0,1-1 0 0 0,10 5 9 0 0,1-1 0 0 0,-1-1 1 0 0,1 0-1 0 0,15 2 0 0 0,40 3-3 0 0,1-2 0 0 0,-1-4 1 0 0,92-8-1 0 0,208-45-78 0 0,66-58-454 0 0,-400 97 476 0 0,37-18 0 0 0,-67 28 49 0 0,8-3 9 0 0,17-10 29 0 0,-29 15-35 0 0,1-1 0 0 0,-1 1 0 0 0,1 0 0 0 0,-1-1 0 0 0,1 1 0 0 0,-1-1 0 0 0,0 1 0 0 0,1-1 0 0 0,-1 1-1 0 0,0-1 1 0 0,1 1 0 0 0,-1-1 0 0 0,0 1 0 0 0,0-1 0 0 0,0 1 0 0 0,1-1 0 0 0,-1 0 0 0 0,0 1 0 0 0,0-1 0 0 0,0 1 0 0 0,0-1 0 0 0,0 0 0 0 0,0 1 0 0 0,0-1 0 0 0,0 1 0 0 0,0-1 0 0 0,0 1 0 0 0,0-1 0 0 0,-1 0 0 0 0,1 1 0 0 0,0-1 0 0 0,0 1 0 0 0,0-1 0 0 0,-1 1 0 0 0,1-1 0 0 0,0 1 0 0 0,-1-1 0 0 0,1 1 0 0 0,-1-1 0 0 0,-2-3 2 0 0,-1 1-1 0 0,1 0 1 0 0,-1 0 0 0 0,0 0 0 0 0,0 0-1 0 0,0 0 1 0 0,0 1 0 0 0,0 0 0 0 0,0 0-1 0 0,-9-3 1 0 0,-45-9 12 0 0,54 13-15 0 0,-31-5 6 0 0,0 2 0 0 0,0 1 0 0 0,-43 2 0 0 0,25 2-8 0 0,-106 2 30 0 0,-221 33 0 0 0,-153 70 215 0 0,527-105-241 0 0,-63 16 114 0 0,-106 41 1 0 0,175-57-119 0 0,-5 1 12 0 0,0 0 0 0 0,0 0 0 0 0,0 0 0 0 0,1 1 0 0 0,-5 4 0 0 0,9-7-12 0 0,-1 0 0 0 0,1 0 0 0 0,0 0 0 0 0,0 0 0 0 0,0 0 0 0 0,0 1 0 0 0,0-1 0 0 0,-1 0-1 0 0,1 0 1 0 0,0 0 0 0 0,0 0 0 0 0,0 1 0 0 0,0-1 0 0 0,0 0 0 0 0,0 0 0 0 0,0 0-1 0 0,0 1 1 0 0,0-1 0 0 0,0 0 0 0 0,0 0 0 0 0,0 0 0 0 0,0 1 0 0 0,0-1 0 0 0,0 0-1 0 0,0 0 1 0 0,0 0 0 0 0,0 1 0 0 0,0-1 0 0 0,0 0 0 0 0,0 0 0 0 0,0 0 0 0 0,0 1 0 0 0,0-1-1 0 0,0 0 1 0 0,0 0 0 0 0,1 0 0 0 0,-1 0 0 0 0,0 1 0 0 0,0-1 0 0 0,0 0 0 0 0,0 0-1 0 0,0 0 1 0 0,1 0 0 0 0,-1 0 0 0 0,0 1 0 0 0,0-1 0 0 0,25 6 46 0 0,85-3 0 0 0,-9-5-49 0 0,116-19 0 0 0,95-32-100 0 0,-135 16-91 0 0,304-105 0 0 0,-301 69-31 0 0,-169 69 137 0 0,0-1-1 0 0,-1-1 1 0 0,1 0 0 0 0,-1 0-1 0 0,11-10 1 0 0,-19 15 86 0 0,-1-1-1 0 0,0 1 1 0 0,1-1-1 0 0,-1 1 1 0 0,0-1 0 0 0,0 1-1 0 0,0-1 1 0 0,0 1-1 0 0,0-1 1 0 0,0 0-1 0 0,-1 0 1 0 0,1 1 0 0 0,0-1-1 0 0,-1 0 1 0 0,0 0-1 0 0,1-2 1 0 0,-1 3 8 0 0,0-1 0 0 0,-1 1 1 0 0,1 0-1 0 0,0 0 0 0 0,0-1 0 0 0,-1 1 0 0 0,1 0 1 0 0,-1 0-1 0 0,0 0 0 0 0,1 0 0 0 0,-1 0 0 0 0,0 0 1 0 0,1-1-1 0 0,-1 1 0 0 0,0 1 0 0 0,0-1 0 0 0,0 0 1 0 0,0 0-1 0 0,0 0 0 0 0,0 0 0 0 0,0 1 0 0 0,0-1 1 0 0,0 0-1 0 0,-3 0 0 0 0,-14-6 0 0 0,-2 1-1 0 0,1 1 1 0 0,-1 0 0 0 0,1 2-1 0 0,-29-2 1 0 0,-64-1-11 0 0,1 4 1 0 0,-153 19-1 0 0,163-5 38 0 0,-165 42-1 0 0,197-34 3 0 0,0 2 0 0 0,2 4 0 0 0,-70 37 0 0 0,121-55-19 0 0,1 1-1 0 0,0 0 1 0 0,-17 15 0 0 0,16-4 8 0 0,16-19-24 0 0,-1-1 0 0 0,1 1 0 0 0,0 0 0 0 0,-1 0 0 0 0,1-1 0 0 0,0 1 0 0 0,0 0 0 0 0,0 0 0 0 0,0 0 0 0 0,0 0 0 0 0,0-1 0 0 0,0 1 0 0 0,0 0-1 0 0,0 0 1 0 0,0 0 0 0 0,1-1 0 0 0,-1 3 0 0 0,2-1 0 0 0,0 0 1 0 0,-1 0-1 0 0,1 0 0 0 0,0 0 0 0 0,0 0 0 0 0,0-1 0 0 0,0 1 1 0 0,1-1-1 0 0,-1 1 0 0 0,0-1 0 0 0,1 0 0 0 0,-1 0 0 0 0,0 0 1 0 0,4 1-1 0 0,19 6-2 0 0,1-1 1 0 0,1-1-1 0 0,-1-2 0 0 0,1 0 1 0 0,0-2-1 0 0,28-1 1 0 0,23-1-56 0 0,0-3 0 0 0,-1-3 0 0 0,0-4 0 0 0,137-36 0 0 0,-142 25-52 0 0,-1-4 1 0 0,77-37-1 0 0,-135 55 87 0 0,34-19-59 0 0,-45 24 72 0 0,1 0 1 0 0,-1 1 0 0 0,0-2-1 0 0,0 1 1 0 0,0 0 0 0 0,0 0-1 0 0,0-1 1 0 0,-1 1 0 0 0,1-1-1 0 0,-1 1 1 0 0,1-1 0 0 0,-1 0-1 0 0,2-5 1 0 0,-3 7 4 0 0,0-1-1 0 0,1 1 1 0 0,-1-1 0 0 0,0 0 0 0 0,0 1-1 0 0,0-1 1 0 0,0 0 0 0 0,0 1 0 0 0,0-1-1 0 0,-1 1 1 0 0,1-1 0 0 0,0 0 0 0 0,-1 1-1 0 0,1-1 1 0 0,-1 1 0 0 0,0-1 0 0 0,1 1-1 0 0,-1-1 1 0 0,0 1 0 0 0,0 0 0 0 0,0-1-1 0 0,0 1 1 0 0,0 0 0 0 0,-2-2-1 0 0,-3-2-4 0 0,0 1 0 0 0,0 0-1 0 0,0 0 1 0 0,-10-4-1 0 0,14 7 6 0 0,-21-10-14 0 0,-1 1-1 0 0,1 2 0 0 0,-2 0 0 0 0,1 1 1 0 0,-34-4-1 0 0,-131-5-18 0 0,89 13 55 0 0,-1 4 1 0 0,-148 21 0 0 0,196-14 17 0 0,1 3 1 0 0,0 2 0 0 0,1 2-1 0 0,1 2 1 0 0,0 2 0 0 0,-64 36-1 0 0,94-43 12 0 0,-34 25-1 0 0,49-34-37 0 0,1 1 0 0 0,0 0 0 0 0,-1 0-1 0 0,1 1 1 0 0,1-1 0 0 0,-1 1 0 0 0,1 0 0 0 0,0 0 0 0 0,0 0-1 0 0,0 0 1 0 0,-3 11 0 0 0,5-14-8 0 0,1 0 0 0 0,-1 0 1 0 0,1 0-1 0 0,0 0 0 0 0,0 0 0 0 0,0 0 1 0 0,0 0-1 0 0,0 0 0 0 0,0 0 0 0 0,1 0 1 0 0,-1 0-1 0 0,1 0 0 0 0,-1-1 0 0 0,1 1 1 0 0,0 0-1 0 0,0 0 0 0 0,-1 0 0 0 0,1-1 1 0 0,1 1-1 0 0,-1 0 0 0 0,0-1 0 0 0,0 1 0 0 0,0-1 1 0 0,1 1-1 0 0,-1-1 0 0 0,1 0 0 0 0,-1 1 1 0 0,1-1-1 0 0,0 0 0 0 0,3 1 0 0 0,4 3 7 0 0,1 0-1 0 0,0-1 0 0 0,0-1 0 0 0,17 4 1 0 0,13 1 2 0 0,0-3 0 0 0,0-1 0 0 0,0-2 0 0 0,0-2 1 0 0,0-1-1 0 0,41-8 0 0 0,70-16-30 0 0,-1-6 0 0 0,203-71-1 0 0,-45-11-65 0 0,-249 90 71 0 0,-50 18 18 0 0,-14 3 0 0 0,-19 5 4 0 0,-157 50-32 0 0,147-44 0 0 0,-115 23-414 0 0,102-29-396 0 0,47-3 815 0 0,0 0 1 0 0,0 0 0 0 0,0-1-1 0 0,1 1 1 0 0,-1 0 0 0 0,0 0-1 0 0,0 0 1 0 0,0-1-1 0 0,0 1 1 0 0,1 0 0 0 0,-1 0-1 0 0,0 0 1 0 0,0-1 0 0 0,0 1-1 0 0,0 0 1 0 0,0 0 0 0 0,0-1-1 0 0,0 1 1 0 0,0 0 0 0 0,0 0-1 0 0,0-1 1 0 0,0 1 0 0 0,0 0-1 0 0,0 0 1 0 0,0-1-1 0 0,0 1 1 0 0,0 0 0 0 0,0 0-1 0 0,0 0 1 0 0,0-1 0 0 0,0 1-1 0 0,0 0 1 0 0,0 0 0 0 0,0-1-1 0 0,0 1 1 0 0,-1 0 0 0 0,1 0-1 0 0,0 0 1 0 0,0-1 0 0 0,0 1-1 0 0,0 0 1 0 0,-1 0-1 0 0,1 0 1 0 0,0 0 0 0 0,0-1-1 0 0,0 1 1 0 0,-1 0 0 0 0,1 0-1 0 0,0 0 1 0 0,0 0 0 0 0,-1 0-1 0 0,1 0 1 0 0,0 0 0 0 0,0 0-1 0 0,-1 0 1 0 0,1 0-1 0 0,0 0 1 0 0,0-1 0 0 0,-1 2-1 0 0,1-1 1 0 0,0 0 0 0 0,0 0-1 0 0,-1 0 1 0 0,1 0 0 0 0,0 0-1 0 0,32-32-967 0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50.733"/>
    </inkml:context>
    <inkml:brush xml:id="br0">
      <inkml:brushProperty name="width" value="0.35" units="cm"/>
      <inkml:brushProperty name="height" value="0.35" units="cm"/>
      <inkml:brushProperty name="color" value="#CC0066"/>
    </inkml:brush>
  </inkml:definitions>
  <inkml:trace contextRef="#ctx0" brushRef="#br0">475 87 488 0 0,'6'5'40'0'0,"0"0"-1"0"0,1-1 1 0 0,-1 1-1 0 0,1-1 1 0 0,-1-1 0 0 0,10 4-1 0 0,8 1-11 0 0,1 0 0 0 0,0-2 0 0 0,0-1 0 0 0,1-1 0 0 0,0-2 0 0 0,-1 0-1 0 0,1-1 1 0 0,0-2 0 0 0,0-1 0 0 0,36-6 0 0 0,-56 6-9 0 0,0 0 0 0 0,0 0 0 0 0,0 0 0 0 0,0 0-1 0 0,6-4 1 0 0,16-16 163 0 0,-26 21-170 0 0,-1 1 1 0 0,0-1-1 0 0,0 0 1 0 0,0-1 0 0 0,0 1-1 0 0,0 0 1 0 0,0 0-1 0 0,0 0 1 0 0,-1 0 0 0 0,1-1-1 0 0,0 1 1 0 0,-1 0-1 0 0,1-1 1 0 0,-1 1 0 0 0,1-1-1 0 0,-1 1 1 0 0,1-1-1 0 0,-1 1 1 0 0,0-1 0 0 0,0 1-1 0 0,0 0 1 0 0,0-1 0 0 0,0 1-1 0 0,0-1 1 0 0,0 1-1 0 0,-1-1 1 0 0,1 1 0 0 0,0-1-1 0 0,-1 1 1 0 0,1-1-1 0 0,-1 1 1 0 0,0 0 0 0 0,1-1-1 0 0,-1 1 1 0 0,0 0-1 0 0,0 0 1 0 0,0 0 0 0 0,0-1-1 0 0,0 1 1 0 0,0 0-1 0 0,0 0 1 0 0,0 0 0 0 0,0 0-1 0 0,0 1 1 0 0,-3-2-1 0 0,-4-3 3 0 0,-1 0-1 0 0,0 1 0 0 0,0 0 0 0 0,0 1 1 0 0,-16-4-1 0 0,-11 0 37 0 0,0 1 1 0 0,-1 2-1 0 0,0 2 0 0 0,0 1 1 0 0,-63 7-1 0 0,54-2 168 0 0,-54 12-1 0 0,82-12-139 0 0,0 1-1 0 0,1 0 1 0 0,0 2-1 0 0,0 0 1 0 0,-29 16-1 0 0,41-20-58 0 0,1 1 1 0 0,0-1-1 0 0,0 1 0 0 0,0-1 1 0 0,0 1-1 0 0,0 0 0 0 0,1 0 1 0 0,0 1-1 0 0,-4 6 0 0 0,6-9-10 0 0,0-1 0 0 0,0 1-1 0 0,0 0 1 0 0,0 0 0 0 0,1 0-1 0 0,-1-1 1 0 0,1 1-1 0 0,-1 0 1 0 0,1 0 0 0 0,0 0-1 0 0,0 0 1 0 0,0 0 0 0 0,0 0-1 0 0,0 0 1 0 0,0 0 0 0 0,0 0-1 0 0,1 0 1 0 0,-1 0 0 0 0,1 0-1 0 0,0 0 1 0 0,-1-1-1 0 0,1 1 1 0 0,0 0 0 0 0,0 0-1 0 0,0-1 1 0 0,0 1 0 0 0,1 1-1 0 0,2 1 25 0 0,1 0 0 0 0,-1 0 0 0 0,1-1 0 0 0,-1 0 0 0 0,1 0-1 0 0,0 0 1 0 0,0 0 0 0 0,0-1 0 0 0,0 0 0 0 0,7 2 0 0 0,60 13 215 0 0,-65-16-225 0 0,34 5 63 0 0,1-2 0 0 0,0-2 0 0 0,1-1 0 0 0,50-6 1 0 0,164-39 71 0 0,-217 35-156 0 0,0-2 1 0 0,68-28-1 0 0,-73 18 171 0 0,-34 20-151 0 0,1 0-1 0 0,-1 0 1 0 0,0-1-1 0 0,1 1 1 0 0,-1 0-1 0 0,0-1 1 0 0,0 1-1 0 0,0 0 1 0 0,0-1-1 0 0,-1 1 1 0 0,1-1-1 0 0,0 0 1 0 0,-1 1-1 0 0,1-1 1 0 0,0-3-1 0 0,-1 5-15 0 0,0-1-1 0 0,0 0 1 0 0,0 0-1 0 0,0 1 1 0 0,0-1-1 0 0,-1 0 1 0 0,1 1-1 0 0,0-1 0 0 0,0 0 1 0 0,-1 1-1 0 0,1-1 1 0 0,0 0-1 0 0,-1 1 1 0 0,1-1-1 0 0,0 1 1 0 0,-1-1-1 0 0,1 1 1 0 0,-1-1-1 0 0,1 1 1 0 0,-1-1-1 0 0,1 1 0 0 0,-1-1 1 0 0,0 1-1 0 0,1-1 1 0 0,-1 1-1 0 0,1 0 1 0 0,-1 0-1 0 0,0-1 1 0 0,1 1-1 0 0,-1 0 1 0 0,-1-1-1 0 0,-19-5 7 0 0,-1 1 0 0 0,0 1 0 0 0,0 1 0 0 0,0 1 1 0 0,-24 0-1 0 0,-21 0 28 0 0,1 3 0 0 0,-1 2 1 0 0,1 4-1 0 0,0 2 0 0 0,-86 25 1 0 0,123-26 79 0 0,1 1 0 0 0,-48 24 0 0 0,61-24-52 0 0,0-1 1 0 0,1 2-1 0 0,0 0 0 0 0,1 0 0 0 0,0 2 0 0 0,-16 17 1 0 0,25-24-59 0 0,0-1-1 0 0,1 1 1 0 0,-1 0 0 0 0,1 0 0 0 0,0 0 0 0 0,1 0 0 0 0,-1 1 0 0 0,1-1-1 0 0,-2 9 1 0 0,3-12-1 0 0,1 0 0 0 0,0 1 1 0 0,0-1-1 0 0,-1 0 0 0 0,1 1 0 0 0,1-1 0 0 0,-1 0 0 0 0,0 1 0 0 0,1-1 0 0 0,-1 0 0 0 0,1 1 0 0 0,-1-1 0 0 0,1 0 0 0 0,0 0 0 0 0,0 0 0 0 0,0 0 1 0 0,0 0-1 0 0,1 0 0 0 0,-1 0 0 0 0,0 0 0 0 0,1 0 0 0 0,0-1 0 0 0,-1 1 0 0 0,1 0 0 0 0,0-1 0 0 0,0 0 0 0 0,3 3 0 0 0,7 2 39 0 0,1 0-1 0 0,0 0 0 0 0,0-2 1 0 0,0 0-1 0 0,0 0 0 0 0,1-1 1 0 0,-1-1-1 0 0,20 2 0 0 0,5-2 90 0 0,72-5 0 0 0,-55-4-79 0 0,-1-4 0 0 0,0-1 1 0 0,-1-3-1 0 0,56-24 0 0 0,-89 32-32 0 0,-1-1 0 0 0,24-14 0 0 0,-39 19-4 0 0,1 1 0 0 0,-1-1 0 0 0,0 0-1 0 0,0 0 1 0 0,0-1 0 0 0,-1 1 0 0 0,1-1 0 0 0,-1 1 0 0 0,0-1 0 0 0,0-1 0 0 0,0 1-1 0 0,-1 0 1 0 0,1 0 0 0 0,2-9 0 0 0,-4 12-19 0 0,-1-1 0 0 0,1 1 0 0 0,-1-1-1 0 0,0 1 1 0 0,0-1 0 0 0,0 1 0 0 0,0-1 0 0 0,0 1 0 0 0,0 0-1 0 0,0-1 1 0 0,0 1 0 0 0,-1-1 0 0 0,1 1 0 0 0,0-1 0 0 0,-1 1 0 0 0,0 0-1 0 0,1-1 1 0 0,-1 1 0 0 0,0 0 0 0 0,1-1 0 0 0,-1 1 0 0 0,-1-2-1 0 0,-2 0 0 0 0,1 0 0 0 0,0 0-1 0 0,-1 0 1 0 0,0 1-1 0 0,0-1 1 0 0,-6-2 0 0 0,-6-2-22 0 0,-1 0-1 0 0,1 2 1 0 0,-2 0 0 0 0,1 0 0 0 0,0 2 0 0 0,-1 0 0 0 0,0 1 0 0 0,1 1 0 0 0,-22 1 0 0 0,-4 3-83 0 0,0 1 1 0 0,-69 15 0 0 0,-109 41-84 0 0,185-47 169 0 0,1 1 1 0 0,0 2 0 0 0,-59 36-1 0 0,88-48 16 0 0,0 0-1 0 0,1 1 0 0 0,-1-1 1 0 0,1 1-1 0 0,0 0 0 0 0,1 1 1 0 0,-9 10-1 0 0,12-14 0 0 0,0-1 0 0 0,0 1 0 0 0,1-1 0 0 0,-1 1 0 0 0,0 0 0 0 0,0-1 0 0 0,1 1 0 0 0,-1 0 0 0 0,1 0 0 0 0,0 0 0 0 0,-1 0 0 0 0,1-1 0 0 0,0 1 0 0 0,0 0 0 0 0,0 0 0 0 0,0 0 0 0 0,1 0 0 0 0,-1-1 0 0 0,0 1 0 0 0,1 0 0 0 0,-1 0 0 0 0,1 0 0 0 0,0-1-1 0 0,-1 1 1 0 0,1 0 0 0 0,0-1 0 0 0,0 1 0 0 0,0-1 0 0 0,0 1 0 0 0,1-1 0 0 0,-1 1 0 0 0,0-1 0 0 0,2 2 0 0 0,2 1 13 0 0,1-1-1 0 0,-1 1 1 0 0,1-1-1 0 0,0 0 1 0 0,0 0 0 0 0,0-1-1 0 0,0 0 1 0 0,1 0-1 0 0,-1 0 1 0 0,8 0-1 0 0,73 7 120 0 0,-84-9-127 0 0,86 2 86 0 0,0-3 0 0 0,-1-5 0 0 0,0-3 0 0 0,143-35 0 0 0,-87 4-146 0 0,-120 31 64 0 0,-1-1 0 0 0,0 0-1 0 0,-1-2 1 0 0,28-19 0 0 0,-48 29 0 0 0,1 0 1 0 0,-1 1-1 0 0,0-1 1 0 0,0 0-1 0 0,0 0 1 0 0,0 0-1 0 0,0-1 0 0 0,0 1 1 0 0,-1 0-1 0 0,1-1 1 0 0,0-2-1 0 0,-1 3-3 0 0,-1 1-1 0 0,1 0 1 0 0,-1-1 0 0 0,0 1-1 0 0,1-1 1 0 0,-1 1-1 0 0,0-1 1 0 0,0 1 0 0 0,0 0-1 0 0,0-1 1 0 0,-1 1 0 0 0,1-1-1 0 0,0 1 1 0 0,0-1-1 0 0,-1 1 1 0 0,0-3 0 0 0,-2 0-6 0 0,1 1 1 0 0,-1-1-1 0 0,0 1 0 0 0,0 0 1 0 0,0 0-1 0 0,0 0 1 0 0,-1 0-1 0 0,1 0 1 0 0,-1 1-1 0 0,1-1 1 0 0,-1 1-1 0 0,0 0 1 0 0,-6-2-1 0 0,-19-6-11 0 0,0 1-1 0 0,-1 1 1 0 0,0 2-1 0 0,0 1 1 0 0,-33-2-1 0 0,62 7 12 0 0,-69-6-130 0 0,0 3 0 0 0,0 3 0 0 0,-133 17 0 0 0,159-10 107 0 0,1 2 0 0 0,0 2 1 0 0,0 2-1 0 0,1 1 1 0 0,1 3-1 0 0,0 1 0 0 0,-44 28 1 0 0,75-40 23 0 0,0 0 1 0 0,1 1 0 0 0,0 1 0 0 0,0-1-1 0 0,-11 13 1 0 0,19-18-1 0 0,-1 0 0 0 0,0-1 0 0 0,1 1 0 0 0,0 0 0 0 0,-1 0 0 0 0,1 1 0 0 0,0-1 0 0 0,0 0 0 0 0,0 0 0 0 0,0 1-1 0 0,1-1 1 0 0,-1 0 0 0 0,1 1 0 0 0,-1-1 0 0 0,1 1 0 0 0,0-1 0 0 0,0 0 0 0 0,0 1 0 0 0,0-1 0 0 0,0 1 0 0 0,0-1 0 0 0,1 1 0 0 0,-1-1 0 0 0,1 0 0 0 0,0 1 0 0 0,0-1 0 0 0,0 0 0 0 0,0 0-1 0 0,0 0 1 0 0,0 1 0 0 0,3 2 0 0 0,1 0 7 0 0,0 0 1 0 0,0 0-1 0 0,1 0 0 0 0,0-1 0 0 0,0 1 0 0 0,0-2 0 0 0,0 1 1 0 0,0-1-1 0 0,1 0 0 0 0,7 3 0 0 0,8 2 49 0 0,1-2 1 0 0,27 5-1 0 0,31 1 25 0 0,1-5-1 0 0,0-3 0 0 0,146-11 1 0 0,-159 0-71 0 0,-1-2 0 0 0,-1-4 1 0 0,0-2-1 0 0,68-25 1 0 0,-120 35-12 0 0,42-17-21 0 0,-52 20 32 0 0,0 0 0 0 0,0-1-1 0 0,-1 0 1 0 0,1 0 0 0 0,-1-1 0 0 0,0 1-1 0 0,0-1 1 0 0,5-5 0 0 0,-8 8-3 0 0,0 0 1 0 0,0-1-1 0 0,0 1 1 0 0,0 0-1 0 0,-1 0 0 0 0,1 0 1 0 0,0-1-1 0 0,-1 1 1 0 0,1 0-1 0 0,-1-1 0 0 0,1 1 1 0 0,-1 0-1 0 0,0-1 0 0 0,0 1 1 0 0,0-1-1 0 0,0 1 1 0 0,0 0-1 0 0,0-1 0 0 0,0 1 1 0 0,0-1-1 0 0,0 1 1 0 0,0 0-1 0 0,-1-2 0 0 0,-1 0 2 0 0,1 1 0 0 0,0 0-1 0 0,-1 0 1 0 0,1 0-1 0 0,-1 0 1 0 0,0 0-1 0 0,0 0 1 0 0,0 0-1 0 0,0 0 1 0 0,0 1 0 0 0,0-1-1 0 0,0 1 1 0 0,-4-3-1 0 0,-13-4 9 0 0,0 0 1 0 0,0 1-1 0 0,0 0 0 0 0,-1 2 0 0 0,-36-6 0 0 0,-111-3-82 0 0,102 14-18 0 0,1 2 1 0 0,0 3 0 0 0,0 3 0 0 0,0 3 0 0 0,-121 36-1 0 0,173-43 68 0 0,-42 16-15 0 0,50-18 32 0 0,0 0 1 0 0,0 0-1 0 0,1 0 0 0 0,-1 1 0 0 0,1-1 0 0 0,-1 1 0 0 0,1 0 1 0 0,0 0-1 0 0,0 0 0 0 0,-3 4 0 0 0,5-6-1 0 0,0 1-1 0 0,1-1 1 0 0,-1 0 0 0 0,0 0-1 0 0,0 0 1 0 0,0 1 0 0 0,1-1-1 0 0,-1 1 1 0 0,1-1 0 0 0,-1 0-1 0 0,1 1 1 0 0,0-1-1 0 0,-1 1 1 0 0,1-1 0 0 0,0 1-1 0 0,0-1 1 0 0,0 1 0 0 0,0-1-1 0 0,0 1 1 0 0,0-1 0 0 0,1 1-1 0 0,-1-1 1 0 0,0 0 0 0 0,1 1-1 0 0,-1-1 1 0 0,1 1 0 0 0,-1-1-1 0 0,1 0 1 0 0,0 1 0 0 0,0-1-1 0 0,0 0 1 0 0,-1 0 0 0 0,1 0-1 0 0,0 1 1 0 0,1-1-1 0 0,-1 0 1 0 0,0 0 0 0 0,0-1-1 0 0,0 1 1 0 0,0 0 0 0 0,1 0-1 0 0,-1 0 1 0 0,0-1 0 0 0,1 1-1 0 0,-1-1 1 0 0,2 1 0 0 0,17 7 39 0 0,0-2 1 0 0,0 0-1 0 0,1-1 1 0 0,0-1-1 0 0,30 2 1 0 0,120 0 91 0 0,-150-6-114 0 0,93-2-21 0 0,0-4 1 0 0,0-5-1 0 0,-1-5 0 0 0,139-39 1 0 0,-214 41 103 0 0,-38 14-98 0 0,0 0 0 0 0,0 0 0 0 0,-1 0 0 0 0,1 0 0 0 0,0 0 0 0 0,0-1 0 0 0,-1 1-1 0 0,1 0 1 0 0,0 0 0 0 0,0 0 0 0 0,-1 0 0 0 0,1 0 0 0 0,0 0 0 0 0,0-1 0 0 0,0 1 0 0 0,-1 0 0 0 0,1 0 0 0 0,0 0 0 0 0,0-1-1 0 0,0 1 1 0 0,0 0 0 0 0,-1 0 0 0 0,1 0 0 0 0,0-1 0 0 0,0 1 0 0 0,0 0 0 0 0,0 0 0 0 0,0-1 0 0 0,0 1 0 0 0,0 0 0 0 0,0-1-1 0 0,0 1 1 0 0,0 0 0 0 0,0 0 0 0 0,0-1 0 0 0,0 1 0 0 0,0 0 0 0 0,0 0 0 0 0,0-1 0 0 0,0 1 0 0 0,0 0 0 0 0,0 0 0 0 0,0-1-1 0 0,0 1 1 0 0,0 0 0 0 0,0 0 0 0 0,1-1 0 0 0,-1 1 0 0 0,0 0 0 0 0,0 0 0 0 0,0 0 0 0 0,0-1 0 0 0,1 1 0 0 0,-1 0 0 0 0,0 0-1 0 0,0 0 1 0 0,1 0 0 0 0,-1-1 0 0 0,0 1 0 0 0,0 0 0 0 0,0 0 0 0 0,1 0 0 0 0,-1 0 0 0 0,0 0 0 0 0,0 0 0 0 0,1 0 0 0 0,-1 0-1 0 0,0 0 1 0 0,1 0 0 0 0,-29-6 3 0 0,-53 1 106 0 0,1 2 1 0 0,-89 10 0 0 0,95 1-64 0 0,-132 34 1 0 0,185-37-56 0 0,-166 47 64 0 0,148-38-40 0 0,1 2 0 0 0,-49 28 0 0 0,77-39-22 0 0,1 1 1 0 0,0 0-1 0 0,0 1 1 0 0,0 0-1 0 0,-8 9 1 0 0,15-14 3 0 0,1-1-1 0 0,-1 1 1 0 0,1-1 0 0 0,-1 1-1 0 0,1 0 1 0 0,0-1 0 0 0,0 1-1 0 0,0 0 1 0 0,0 0 0 0 0,0 0-1 0 0,0 0 1 0 0,0 0 0 0 0,1 0-1 0 0,-1 0 1 0 0,1 0 0 0 0,0 1-1 0 0,-1-1 1 0 0,1 0 0 0 0,0 0-1 0 0,0 0 1 0 0,0 0 0 0 0,1 1-1 0 0,-1-1 1 0 0,0 0 0 0 0,1 0-1 0 0,0 0 1 0 0,-1 0 0 0 0,1 0-1 0 0,0 0 1 0 0,0 0 0 0 0,0 0-1 0 0,2 2 1 0 0,1 1 3 0 0,0-1 0 0 0,0-1 0 0 0,0 1 0 0 0,1-1 0 0 0,-1 1 0 0 0,1-1-1 0 0,0 0 1 0 0,0-1 0 0 0,0 1 0 0 0,0-1 0 0 0,8 2 0 0 0,9 2 51 0 0,40 7 0 0 0,13-5-28 0 0,0-2 1 0 0,0-4 0 0 0,109-11-1 0 0,66-27-173 0 0,-204 28 132 0 0,2 0 9 0 0,168-38 36 0 0,-206 43-27 0 0,23-9 21 0 0,-32 11-20 0 0,0 1 1 0 0,1-1-1 0 0,-1 0 0 0 0,0 0 1 0 0,0 1-1 0 0,0-1 0 0 0,0 0 1 0 0,0 0-1 0 0,0-1 0 0 0,0 1 1 0 0,0 0-1 0 0,0 0 0 0 0,0 0 1 0 0,0 0-1 0 0,-1-1 0 0 0,1 1 1 0 0,0-3-1 0 0,0 3-6 0 0,-1 1 0 0 0,0-1 1 0 0,0 0-1 0 0,0 0 0 0 0,0 1 0 0 0,0-1 0 0 0,1 0 1 0 0,-1 0-1 0 0,-1 1 0 0 0,1-1 0 0 0,0 0 0 0 0,0 1 1 0 0,0-1-1 0 0,0 0 0 0 0,0 0 0 0 0,-1 1 0 0 0,1-1 1 0 0,0 0-1 0 0,-1 1 0 0 0,1-1 0 0 0,0 1 0 0 0,-1-1 1 0 0,1 0-1 0 0,-1 1 0 0 0,1-1 0 0 0,-1 1 0 0 0,0-1 1 0 0,-2-1-3 0 0,0 1 0 0 0,0-1 0 0 0,0 1-1 0 0,0 0 1 0 0,0 0 0 0 0,0 0 0 0 0,0 0 0 0 0,0 1 0 0 0,-4-1 0 0 0,-26-1 8 0 0,0 1 0 0 0,0 1-1 0 0,0 2 1 0 0,0 1 0 0 0,0 2-1 0 0,0 1 1 0 0,-35 12 0 0 0,-231 88-52 0 0,279-98 21 0 0,5-2 3 0 0,0 0 1 0 0,0 0-1 0 0,1 2 0 0 0,0-1 1 0 0,0 2-1 0 0,1 0 0 0 0,-17 16 1 0 0,27-23 8 0 0,1 1 0 0 0,0-1 0 0 0,0 1 0 0 0,0 0 0 0 0,0 0 0 0 0,0 0 0 0 0,1 0 0 0 0,-3 5 0 0 0,4-7 11 0 0,0 0 1 0 0,-1 0 0 0 0,1 0 0 0 0,0 1 0 0 0,0-1 0 0 0,0 0 0 0 0,0 0 0 0 0,0 0 0 0 0,0 0 0 0 0,0 1 0 0 0,0-1 0 0 0,1 0 0 0 0,-1 0-1 0 0,0 0 1 0 0,1 0 0 0 0,-1 0 0 0 0,1 0 0 0 0,-1 0 0 0 0,1 0 0 0 0,-1 0 0 0 0,1 0 0 0 0,0 0 0 0 0,0 0 0 0 0,-1 0 0 0 0,1 0-1 0 0,0 0 1 0 0,1 1 0 0 0,4 1 6 0 0,-1 0 0 0 0,1 0-1 0 0,-1 0 1 0 0,1-1 0 0 0,0 0-1 0 0,0 0 1 0 0,0 0 0 0 0,0-1-1 0 0,9 2 1 0 0,67 3 28 0 0,-78-6-31 0 0,59 0-44 0 0,121-15 1 0 0,56-30-126 0 0,-136 21 18 0 0,201-73 1 0 0,-244 69 159 0 0,-55 25 9 0 0,-1 0 1 0 0,0 0-1 0 0,-1-1 1 0 0,1 1 0 0 0,0-1-1 0 0,-1 0 1 0 0,0-1-1 0 0,4-5 1 0 0,-7 9-10 0 0,0 0 0 0 0,0 0 0 0 0,0-1 0 0 0,0 1 0 0 0,0 0 0 0 0,-1-1 0 0 0,1 1 0 0 0,-1-1 1 0 0,1 1-1 0 0,-1-1 0 0 0,0 1 0 0 0,1-1 0 0 0,-1 1 0 0 0,0-1 0 0 0,0 0 0 0 0,0 1 0 0 0,0-1 0 0 0,0 1 0 0 0,0-1 0 0 0,-1 1 0 0 0,1-1 0 0 0,0 1 1 0 0,-1-1-1 0 0,1 1 0 0 0,-1-1 0 0 0,0 1 0 0 0,0-1 0 0 0,1 1 0 0 0,-1 0 0 0 0,0-1 0 0 0,0 1 0 0 0,0 0 0 0 0,0 0 0 0 0,0 0 0 0 0,0 0 1 0 0,-1 0-1 0 0,-1-1 0 0 0,-5-4 7 0 0,-1 1 1 0 0,-1 0 0 0 0,1 1-1 0 0,0 0 1 0 0,-1 0 0 0 0,0 1-1 0 0,0 1 1 0 0,0-1 0 0 0,-14 0 0 0 0,-14-1 65 0 0,-41 2 0 0 0,74 2-69 0 0,-160 7-156 0 0,158-6-208 0 0,-1 0 1 0 0,0 1-1 0 0,1-1 0 0 0,-1 1 1 0 0,1 1-1 0 0,0 0 1 0 0,-12 6-1 0 0,17-8 207 0 0,1 0 1 0 0,-1 0-1 0 0,1 0 0 0 0,-1 0 0 0 0,1 0 0 0 0,-1 0 1 0 0,1 1-1 0 0,0-1 0 0 0,0 1 0 0 0,0-1 0 0 0,0 1 1 0 0,0-1-1 0 0,0 1 0 0 0,0-1 0 0 0,0 1 1 0 0,0 0-1 0 0,1 0 0 0 0,-1-1 0 0 0,1 1 0 0 0,0 0 1 0 0,-1 0-1 0 0,1 0 0 0 0,0 0 0 0 0,0-1 0 0 0,0 1 1 0 0,0 0-1 0 0,0 0 0 0 0,0 0 0 0 0,1 0 0 0 0,-1-1 1 0 0,1 1-1 0 0,-1 0 0 0 0,1 0 0 0 0,0-1 0 0 0,-1 1 1 0 0,1 0-1 0 0,0-1 0 0 0,2 3 0 0 0,1 1-6 0 0,0 1 0 0 0,1-1-1 0 0,-1 1 1 0 0,8 5-1 0 0,-7-7 85 0 0,7 11-441 0 0</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52.403"/>
    </inkml:context>
    <inkml:brush xml:id="br0">
      <inkml:brushProperty name="width" value="0.35" units="cm"/>
      <inkml:brushProperty name="height" value="0.35" units="cm"/>
      <inkml:brushProperty name="color" value="#CC0066"/>
    </inkml:brush>
  </inkml:definitions>
  <inkml:trace contextRef="#ctx0" brushRef="#br0">917 362 384 0 0,'0'-2'64'0'0,"0"-4"-46"0"0,0 0-1 0 0,-1 0 1 0 0,1 0-1 0 0,-1 0 1 0 0,-1 1-1 0 0,1-1 1 0 0,-1 0-1 0 0,0 1 1 0 0,0-1-1 0 0,-1 1 1 0 0,0 0-1 0 0,0 0 1 0 0,0 0-1 0 0,0 0 1 0 0,-1 0-1 0 0,0 1 1 0 0,0-1-1 0 0,-7-5 1 0 0,3 4 24 0 0,-1-1-1 0 0,0 2 1 0 0,-1-1 0 0 0,1 1 0 0 0,-1 1-1 0 0,0 0 1 0 0,0 0 0 0 0,0 1 0 0 0,-19-3 0 0 0,-24 0 68 0 0,0 4 199 0 0,-94 9-1 0 0,112-3 40 0 0,1 2 1 0 0,0 1-1 0 0,-55 19 0 0 0,83-23-326 0 0,1-1 1 0 0,-1 1-1 0 0,0 0 1 0 0,1 1 0 0 0,0-1-1 0 0,0 1 1 0 0,0 0 0 0 0,0 0-1 0 0,-4 5 1 0 0,8-7-25 0 0,0-1 1 0 0,-1 0-1 0 0,1 0 1 0 0,0 1 0 0 0,1-1-1 0 0,-1 1 1 0 0,0-1-1 0 0,0 1 1 0 0,1-1-1 0 0,-1 1 1 0 0,0-1 0 0 0,1 1-1 0 0,0 0 1 0 0,-1-1-1 0 0,1 1 1 0 0,0 0 0 0 0,0-1-1 0 0,0 1 1 0 0,0 0-1 0 0,0-1 1 0 0,0 1-1 0 0,1 0 1 0 0,-1-1 0 0 0,0 1-1 0 0,1 0 1 0 0,-1-1-1 0 0,1 1 1 0 0,0-1-1 0 0,0 1 1 0 0,-1-1 0 0 0,1 1-1 0 0,0-1 1 0 0,0 0-1 0 0,0 1 1 0 0,0-1-1 0 0,2 1 1 0 0,1 1 6 0 0,0 0-1 0 0,0 0 1 0 0,0-1 0 0 0,0 1 0 0 0,0-1-1 0 0,0 0 1 0 0,1 0 0 0 0,-1-1 0 0 0,9 3-1 0 0,4-1 22 0 0,31 3 0 0 0,6-3-28 0 0,1-3 0 0 0,-1-2 0 0 0,0-3 0 0 0,88-19 1 0 0,-91 12 12 0 0,-2-2 0 0 0,80-35 0 0 0,-120 45 37 0 0,-1 0 1 0 0,0 0-1 0 0,0-1 1 0 0,0 0-1 0 0,0-1 1 0 0,11-10-1 0 0,-18 14-27 0 0,1 1 0 0 0,-1-1 0 0 0,1 0 0 0 0,-1 0 0 0 0,1 0 0 0 0,-1 0-1 0 0,0 0 1 0 0,0 0 0 0 0,0 0 0 0 0,0 0 0 0 0,0 0 0 0 0,-1 0 0 0 0,1-1 0 0 0,-1 1 0 0 0,1 0 0 0 0,-1 0 0 0 0,0-1 0 0 0,0 1 0 0 0,0 0 0 0 0,0-1 0 0 0,0 1-1 0 0,0 0 1 0 0,-1-1 0 0 0,1 1 0 0 0,-1 0 0 0 0,1 0 0 0 0,-1-1 0 0 0,0 1 0 0 0,0 0 0 0 0,-2-2 0 0 0,1 0-9 0 0,0 1 0 0 0,-1 0-1 0 0,0 0 1 0 0,0 0 0 0 0,0 0 0 0 0,0 0 0 0 0,0 1 0 0 0,-1-1-1 0 0,1 1 1 0 0,-7-3 0 0 0,-42-17 63 0 0,51 22-74 0 0,-27-8 13 0 0,-1 0-1 0 0,1 2 1 0 0,-1 1-1 0 0,0 2 1 0 0,-31 0 0 0 0,-151 9 95 0 0,184-5-83 0 0,-15 1 17 0 0,-16 1 75 0 0,-1 2-1 0 0,-104 22 1 0 0,127-15-77 0 0,34-11-46 0 0,1-1 0 0 0,0 1 0 0 0,-1-1 0 0 0,1 1 0 0 0,0 0 0 0 0,0-1 0 0 0,0 1 0 0 0,-1 0 0 0 0,1 0 0 0 0,0 0 0 0 0,0 0 0 0 0,0 0 0 0 0,0 0 0 0 0,1 0 0 0 0,-1 0 0 0 0,0 1 1 0 0,0-1-1 0 0,1 0 0 0 0,-2 2 0 0 0,2-2 4 0 0,1 0 0 0 0,-1 0 0 0 0,0 0 0 0 0,0-1 0 0 0,1 1 0 0 0,-1 0 0 0 0,0 0 0 0 0,1 0 0 0 0,-1-1 0 0 0,1 1 0 0 0,-1 0 0 0 0,1 0 0 0 0,-1-1 0 0 0,1 1 0 0 0,0-1 0 0 0,-1 1 0 0 0,1 0 0 0 0,0-1 0 0 0,-1 1 0 0 0,1-1 0 0 0,0 0 0 0 0,0 1 0 0 0,-1-1 0 0 0,1 1 0 0 0,1-1 0 0 0,11 6 14 0 0,0 0 0 0 0,1-1 0 0 0,-1 0 0 0 0,1-1 0 0 0,0-1 0 0 0,28 3 0 0 0,92 1-42 0 0,-125-7 29 0 0,95-3-63 0 0,0-5 1 0 0,204-42 0 0 0,-284 45 121 0 0,1-1 0 0 0,-1-2 0 0 0,25-10 0 0 0,-47 17-32 0 0,0 1 0 0 0,-1-1 1 0 0,1 0-1 0 0,-1 0 0 0 0,1 0 0 0 0,-1 0 1 0 0,0 0-1 0 0,1-1 0 0 0,-1 1 0 0 0,0 0 1 0 0,2-3-1 0 0,-3 4-17 0 0,1-1 0 0 0,-1 1-1 0 0,0-1 1 0 0,0 0 0 0 0,1 1 0 0 0,-1-1-1 0 0,0 1 1 0 0,0-1 0 0 0,0 0 0 0 0,0 1 0 0 0,0-1-1 0 0,0 0 1 0 0,0 1 0 0 0,0-1 0 0 0,0 0 0 0 0,0 1-1 0 0,0-1 1 0 0,0 1 0 0 0,-1-1 0 0 0,1 0-1 0 0,0 1 1 0 0,-1-1 0 0 0,0-2 1 0 0,-1 1-1 0 0,0 0 0 0 0,0 0 1 0 0,0 0-1 0 0,0 1 1 0 0,0-1-1 0 0,-1 0 1 0 0,1 1-1 0 0,0 0 1 0 0,-1-1-1 0 0,1 1 1 0 0,-6-2-1 0 0,-9-3 36 0 0,0 0 0 0 0,-1 1 0 0 0,1 1 0 0 0,-1 1 0 0 0,-25-2 0 0 0,-337 5 739 0 0,146 22-341 0 0,216-20-415 0 0,10-2-26 0 0,0 1 0 0 0,0 0 0 0 0,1 0 0 0 0,-1 1 0 0 0,0 0 1 0 0,1 0-1 0 0,-1 1 0 0 0,1 0 0 0 0,0 1 0 0 0,0-1 0 0 0,-8 7 0 0 0,-10 12-66 0 0,24-21 59 0 0,1 0 1 0 0,-1 0 0 0 0,0 0 0 0 0,1 0 0 0 0,-1 0-1 0 0,1 0 1 0 0,-1 0 0 0 0,1 0 0 0 0,-1 0 0 0 0,1 0-1 0 0,0 0 1 0 0,-1 0 0 0 0,1 0 0 0 0,0 0 0 0 0,0 1-1 0 0,0-1 1 0 0,0 0 0 0 0,0 0 0 0 0,0 0-1 0 0,0 0 1 0 0,0 0 0 0 0,1 0 0 0 0,-1 1 0 0 0,0-1-1 0 0,1 0 1 0 0,-1 0 0 0 0,1 0 0 0 0,0 1 0 0 0,2 2 3 0 0,1-1 0 0 0,-1 1 0 0 0,1-1 0 0 0,-1 0 0 0 0,1 0 1 0 0,0-1-1 0 0,0 1 0 0 0,0-1 0 0 0,1 0 0 0 0,4 2 0 0 0,8 3 16 0 0,31 8 0 0 0,-8-7-48 0 0,0-1 1 0 0,71 2-1 0 0,84-13-117 0 0,-148 2 104 0 0,-1-3-1 0 0,0-1 1 0 0,0-3 0 0 0,77-25-1 0 0,-118 33 45 0 0,2-2 21 0 0,0 1 1 0 0,0-1-1 0 0,13-8 1 0 0,-19 11-13 0 0,0-1-1 0 0,-1 1 1 0 0,1-1 0 0 0,0 1 0 0 0,0-1 0 0 0,0 1-1 0 0,-1-1 1 0 0,1 1 0 0 0,0-1 0 0 0,-1 0-1 0 0,1 1 1 0 0,-1-1 0 0 0,1 0 0 0 0,-1 0-1 0 0,1 1 1 0 0,-1-1 0 0 0,1 0 0 0 0,-1 0-1 0 0,0 0 1 0 0,1 0 0 0 0,-1 0 0 0 0,0 0-1 0 0,0 0 1 0 0,0 1 0 0 0,0-1 0 0 0,1 0 0 0 0,-1 0-1 0 0,-1 0 1 0 0,1 0 0 0 0,0 0 0 0 0,0 0-1 0 0,0 0 1 0 0,0 0 0 0 0,-1 0 0 0 0,1 1-1 0 0,0-1 1 0 0,-1 0 0 0 0,1 0 0 0 0,-1 0-1 0 0,1 0 1 0 0,-1 0 0 0 0,-2-2 5 0 0,1 1 0 0 0,-1 0 0 0 0,1-1 0 0 0,-1 1-1 0 0,0 0 1 0 0,0 1 0 0 0,0-1 0 0 0,-5-1 0 0 0,-10-5 7 0 0,-1 1 1 0 0,0 0-1 0 0,0 2 0 0 0,-1 0 1 0 0,-23-1-1 0 0,-111-6 102 0 0,-257 16 413 0 0,350 1-444 0 0,-65 14 0 0 0,118-18-90 0 0,-33 10 10 0 0,39-11-15 0 0,0 1-1 0 0,0 0 0 0 0,1 0 0 0 0,-1 0 1 0 0,0 0-1 0 0,1 0 0 0 0,-1 0 0 0 0,0 0 1 0 0,1 0-1 0 0,0 1 0 0 0,-1-1 0 0 0,1 1 1 0 0,0-1-1 0 0,-1 1 0 0 0,0 2 0 0 0,1-2 3 0 0,1-1 0 0 0,0 0 0 0 0,-1 0 0 0 0,1 0-1 0 0,0 0 1 0 0,0 0 0 0 0,0 0 0 0 0,0 1 0 0 0,0-1 0 0 0,0 0-1 0 0,0 0 1 0 0,0 0 0 0 0,0 0 0 0 0,1 0 0 0 0,-1 0 0 0 0,0 0-1 0 0,1 1 1 0 0,-1-1 0 0 0,1 0 0 0 0,-1 0 0 0 0,1 0-1 0 0,-1 0 1 0 0,1-1 0 0 0,0 1 0 0 0,0 0 0 0 0,-1 0 0 0 0,1 0-1 0 0,0 0 1 0 0,0-1 0 0 0,0 1 0 0 0,1 0 0 0 0,4 3 8 0 0,0 0 0 0 0,0-1-1 0 0,0 1 1 0 0,9 2 0 0 0,12 4 12 0 0,1-2-1 0 0,0-1 0 0 0,0-1 1 0 0,40 3-1 0 0,120-1-97 0 0,-185-8 79 0 0,94 0-79 0 0,-1-3 0 0 0,1-5 0 0 0,135-29 0 0 0,-169 20 212 0 0,-62 17-119 0 0,1-1 0 0 0,-1 0 0 0 0,1 1 0 0 0,-1-1 0 0 0,0 0-1 0 0,0 0 1 0 0,1 0 0 0 0,-1 0 0 0 0,0 0 0 0 0,0 0 0 0 0,0 0 0 0 0,0 0 0 0 0,1-2 0 0 0,-1 2-8 0 0,-1 1 0 0 0,0-1 0 0 0,0 0 0 0 0,1 1 0 0 0,-1-1 0 0 0,0 0 0 0 0,0 0 0 0 0,0 1 0 0 0,0-1 0 0 0,0 0 0 0 0,0 1-1 0 0,0-1 1 0 0,0 0 0 0 0,0 1 0 0 0,0-1 0 0 0,-1 0 0 0 0,1 1 0 0 0,0-1 0 0 0,0 0 0 0 0,-1 0 0 0 0,0-2 0 0 0,-1 1 0 0 0,0 1 1 0 0,1-1-1 0 0,-1 0 0 0 0,0 0 0 0 0,0 0 1 0 0,0 1-1 0 0,0-1 0 0 0,0 1 0 0 0,0 0 1 0 0,0-1-1 0 0,0 1 0 0 0,-4-1 0 0 0,-13-4 15 0 0,-1 0 0 0 0,1 1 0 0 0,-1 1-1 0 0,-32-2 1 0 0,-88 4 61 0 0,127 2-77 0 0,-262 19 119 0 0,219-11-102 0 0,1 3 0 0 0,-102 33 0 0 0,142-39-31 0 0,0 1-1 0 0,-16 9 1 0 0,28-13 6 0 0,-1 1 0 0 0,0-1 0 0 0,0 1-1 0 0,1 0 1 0 0,0-1 0 0 0,-1 2 0 0 0,1-1-1 0 0,0 0 1 0 0,1 1 0 0 0,-1-1 0 0 0,-4 9-1 0 0,6-10 4 0 0,0 0 1 0 0,1 1-1 0 0,-1-1 0 0 0,0 1 0 0 0,1-1 0 0 0,-1 1 0 0 0,1-1 1 0 0,0 1-1 0 0,0-1 0 0 0,0 1 0 0 0,0 0 0 0 0,1-1 0 0 0,-1 1 0 0 0,0-1 1 0 0,1 1-1 0 0,0-1 0 0 0,0 1 0 0 0,0-1 0 0 0,0 0 0 0 0,0 1 1 0 0,0-1-1 0 0,0 0 0 0 0,1 0 0 0 0,-1 0 0 0 0,1 0 0 0 0,0 0 0 0 0,-1 0 1 0 0,1 0-1 0 0,0-1 0 0 0,0 1 0 0 0,0-1 0 0 0,5 3 0 0 0,5 4-15 0 0,0-1-1 0 0,1 0 1 0 0,1-1-1 0 0,-1-1 1 0 0,1 0-1 0 0,0 0 1 0 0,28 4-1 0 0,109 7-113 0 0,-142-15 123 0 0,208 6-122 0 0,-180-8 111 0 0,-1-1 0 0 0,0-2 1 0 0,70-17-1 0 0,-101 19 22 0 0,42-14 62 0 0,-44 15-45 0 0,0-1 0 0 0,0 1 1 0 0,0-1-1 0 0,0 1 0 0 0,0-1 0 0 0,-1 0 1 0 0,1 0-1 0 0,-1-1 0 0 0,0 1 1 0 0,1 0-1 0 0,-1-1 0 0 0,2-2 1 0 0,-4 4-13 0 0,1 0 0 0 0,-1 0 0 0 0,1 0 0 0 0,-1 0 0 0 0,0 0 0 0 0,1 0 0 0 0,-1 0 0 0 0,0 0 0 0 0,0 0 0 0 0,0 0 0 0 0,0 0 0 0 0,0 0 1 0 0,0-1-1 0 0,0 1 0 0 0,0 0 0 0 0,0 0 0 0 0,0 0 0 0 0,-1 0 0 0 0,1 0 0 0 0,0 0 0 0 0,-1 0 0 0 0,1 0 0 0 0,-1 0 0 0 0,1 0 0 0 0,-1 0 0 0 0,1 1 0 0 0,-2-2 1 0 0,-1-1 3 0 0,0 0 0 0 0,0 0 0 0 0,0 0 1 0 0,0 1-1 0 0,0-1 0 0 0,-1 1 0 0 0,-3-2 1 0 0,-15-6 6 0 0,1 1 1 0 0,-2 1 0 0 0,1 0 0 0 0,-1 2 0 0 0,0 1-1 0 0,-44-5 1 0 0,-149 3 89 0 0,178 7-109 0 0,-92 5 83 0 0,113-4-86 0 0,0 2 1 0 0,0 0-1 0 0,0 0 0 0 0,1 2 1 0 0,-23 9-1 0 0,36-13-17 0 0,0 0-1 0 0,1 1 1 0 0,-1-1 0 0 0,1 1 0 0 0,-1-1 0 0 0,1 1 0 0 0,0 0-1 0 0,-1 0 1 0 0,1 0 0 0 0,-2 3 0 0 0,4-4 9 0 0,-1-1 1 0 0,1 1 0 0 0,-1 0-1 0 0,1 0 1 0 0,-1 0-1 0 0,1 0 1 0 0,-1 0-1 0 0,1 0 1 0 0,0 0-1 0 0,0 1 1 0 0,0-1-1 0 0,-1 0 1 0 0,1 0 0 0 0,0 0-1 0 0,0 0 1 0 0,0 0-1 0 0,1 0 1 0 0,-1 0-1 0 0,0 2 1 0 0,2-1 0 0 0,-1 1 0 0 0,1 0 0 0 0,-1-1 0 0 0,1 1 0 0 0,0-1 0 0 0,0 0 0 0 0,0 0 0 0 0,0 0 0 0 0,1 0 0 0 0,-1 0 1 0 0,1 0-1 0 0,-1 0 0 0 0,1-1 0 0 0,-1 1 0 0 0,1-1 0 0 0,0 0 0 0 0,3 1 0 0 0,7 3-8 0 0,1 0 0 0 0,0-1 1 0 0,0-1-1 0 0,22 2 0 0 0,65 0-56 0 0,-11-7-55 0 0,1-4 0 0 0,142-28 0 0 0,-184 23 98 0 0,0-2 0 0 0,0-2 0 0 0,90-42 0 0 0,-135 55 39 0 0,0 0 1 0 0,0 0 0 0 0,0 0 0 0 0,0 0 0 0 0,-1 0-1 0 0,1-1 1 0 0,-1 0 0 0 0,0 1 0 0 0,0-1-1 0 0,0-1 1 0 0,0 1 0 0 0,0 0 0 0 0,-1-1 0 0 0,1 1-1 0 0,-1-1 1 0 0,0 0 0 0 0,0 0 0 0 0,0 1-1 0 0,-1-1 1 0 0,2-6 0 0 0,-2 8-7 0 0,-1 1-1 0 0,0-1 1 0 0,0 1 0 0 0,0-1 0 0 0,1 0-1 0 0,-1 1 1 0 0,-1-1 0 0 0,1 1-1 0 0,0-1 1 0 0,0 0 0 0 0,-1 1 0 0 0,1-1-1 0 0,-1 1 1 0 0,1-1 0 0 0,-1 1-1 0 0,1-1 1 0 0,-1 1 0 0 0,0-1 0 0 0,0 1-1 0 0,0 0 1 0 0,0-1 0 0 0,-2-1 0 0 0,-1 0-10 0 0,0-1 1 0 0,-1 1 0 0 0,1 1 0 0 0,-1-1 0 0 0,1 1 0 0 0,-6-3 0 0 0,-11-2 16 0 0,0 0 0 0 0,-1 1 0 0 0,1 0-1 0 0,-1 2 1 0 0,0 1 0 0 0,0 1 0 0 0,-33 1 0 0 0,8 2 26 0 0,0 3 1 0 0,-71 14-1 0 0,-39 23-22 0 0,131-33-11 0 0,0 2-1 0 0,1 0 0 0 0,-40 24 1 0 0,60-30 0 0 0,0-1-1 0 0,0 1 1 0 0,0 0-1 0 0,1 0 1 0 0,-1 0 0 0 0,1 1-1 0 0,0-1 1 0 0,-5 9 0 0 0,8-12-5 0 0,1 0 1 0 0,-1 1 0 0 0,0-1 0 0 0,0 1 0 0 0,1-1 0 0 0,-1 0-1 0 0,1 1 1 0 0,0-1 0 0 0,-1 1 0 0 0,1 0 0 0 0,0-1 0 0 0,0 1-1 0 0,0-1 1 0 0,0 1 0 0 0,0-1 0 0 0,0 1 0 0 0,0 0 0 0 0,1-1-1 0 0,-1 1 1 0 0,0-1 0 0 0,1 1 0 0 0,-1-1 0 0 0,1 0-1 0 0,0 1 1 0 0,0-1 0 0 0,-1 1 0 0 0,1-1 0 0 0,0 0 0 0 0,0 0-1 0 0,0 1 1 0 0,0-1 0 0 0,0 0 0 0 0,1 0 0 0 0,1 1 0 0 0,7 4-10 0 0,0-1 0 0 0,1 0 0 0 0,0-1 0 0 0,0 0 0 0 0,0-1 1 0 0,0 0-1 0 0,23 3 0 0 0,-31-6 6 0 0,66 11-246 0 0,-37-7-1599 0 0,0 1 0 0 0,-1 1 0 0 0,33 12 0 0 0,-21 0 1252 0 0,-32-12 251 0 0</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56.934"/>
    </inkml:context>
    <inkml:brush xml:id="br0">
      <inkml:brushProperty name="width" value="0.35" units="cm"/>
      <inkml:brushProperty name="height" value="0.35" units="cm"/>
      <inkml:brushProperty name="color" value="#CC0066"/>
    </inkml:brush>
  </inkml:definitions>
  <inkml:trace contextRef="#ctx0" brushRef="#br0">652 119 1072 0 0,'-5'-10'38'0'0,"-1"-1"1"0"0,0 1-1 0 0,0 0 1 0 0,-1 1-1 0 0,0-1 1 0 0,-1 1-1 0 0,0 1 0 0 0,0-1 1 0 0,-1 2-1 0 0,-14-11 1 0 0,20 17 9 0 0,3 1-46 0 0,0 0 0 0 0,0 0 0 0 0,-1 0 0 0 0,1 0 0 0 0,0 0 0 0 0,0 0 0 0 0,0 0 0 0 0,0 1 0 0 0,0-1 0 0 0,0 0 0 0 0,-1 0 0 0 0,1 0 0 0 0,0 0 0 0 0,0 0 0 0 0,0 0 0 0 0,0 0 0 0 0,0 0 0 0 0,-1 0 0 0 0,1 0 0 0 0,0-1 0 0 0,0 1 0 0 0,0 0 1 0 0,0 0-1 0 0,0 0 0 0 0,0 0 0 0 0,-1 0 0 0 0,1 0 0 0 0,0 0 0 0 0,0 0 0 0 0,0 0 0 0 0,0 0 0 0 0,0 0 0 0 0,0 0 0 0 0,0-1 0 0 0,0 1 0 0 0,-1 0 0 0 0,1 0 0 0 0,0 0 0 0 0,0 0 0 0 0,0 0 0 0 0,0 0 0 0 0,0-1 0 0 0,0 1 0 0 0,0 0 0 0 0,0 0 0 0 0,0 0 0 0 0,0 0 0 0 0,0 0 1 0 0,0 0-1 0 0,0-1 0 0 0,0 1 0 0 0,0 0 0 0 0,0 0 0 0 0,0 0 0 0 0,0 0 0 0 0,0 0 0 0 0,0-1 0 0 0,0 1 0 0 0,0 0 0 0 0,0-2 16 0 0,-6 2 174 0 0,4 1-170 0 0,-32 10 70 0 0,33-10-88 0 0,0-1-1 0 0,0 1 1 0 0,0-1 0 0 0,0 1-1 0 0,0 0 1 0 0,0 0-1 0 0,0-1 1 0 0,0 1 0 0 0,0 0-1 0 0,1 0 1 0 0,-1 0-1 0 0,0 0 1 0 0,1 0 0 0 0,-1 0-1 0 0,0 0 1 0 0,1 0-1 0 0,-1 1 1 0 0,1-1-1 0 0,0 0 1 0 0,-1 0 0 0 0,1 0-1 0 0,0 1 1 0 0,0-1-1 0 0,-1 0 1 0 0,1 0 0 0 0,0 0-1 0 0,0 1 1 0 0,1 0-1 0 0,-2 1 49 0 0,0-1-1 0 0,1 1 0 0 0,-1-1 0 0 0,0 1 1 0 0,-1-1-1 0 0,1 1 0 0 0,0-1 1 0 0,-1 0-1 0 0,1 0 0 0 0,-1 0 1 0 0,-35 36 4408 0 0,37-21-5077 0 0,2-13 533 0 0,-1 0 0 0 0,1-1 1 0 0,0 1-1 0 0,0-1 0 0 0,0 0 0 0 0,0 0 1 0 0,0 1-1 0 0,1-2 0 0 0,-1 1 0 0 0,1 0 0 0 0,4 3 1 0 0,-6-4 84 0 0,0-1 1 0 0,0 1-1 0 0,0-1 1 0 0,-1 1-1 0 0,1-1 1 0 0,-1 1-1 0 0,1 0 1 0 0,-1-1-1 0 0,0 1 1 0 0,1 2-1 0 0,2 10-68 0 0,9 23-29 0 0,-8-24 69 0 0,0-1 0 0 0,0 1 0 0 0,1-1 0 0 0,1 0 0 0 0,0 0 1 0 0,1-1-1 0 0,0 0 0 0 0,0 0 0 0 0,2-1 0 0 0,9 11 0 0 0,0-3-101 0 0,2 0 1 0 0,0-2-1 0 0,1 0 1 0 0,1-1-1 0 0,34 18 0 0 0,-43-27 103 0 0,-1-1-1 0 0,1 0 0 0 0,0-1 0 0 0,0 0 0 0 0,0-1 0 0 0,0-1 0 0 0,0 0 1 0 0,1-1-1 0 0,-1 0 0 0 0,1-1 0 0 0,-1 0 0 0 0,1-1 0 0 0,14-3 0 0 0,-19 1 71 0 0,1 0-1 0 0,0 0 0 0 0,-1-1 1 0 0,0 0-1 0 0,0 0 0 0 0,0-1 1 0 0,-1 0-1 0 0,1-1 0 0 0,-1 0 1 0 0,-1 0-1 0 0,1-1 0 0 0,-1 0 1 0 0,0 0-1 0 0,-1-1 0 0 0,1 0 0 0 0,-1 0 1 0 0,-1 0-1 0 0,0-1 0 0 0,0 0 1 0 0,-1 0-1 0 0,0 0 0 0 0,0 0 1 0 0,-1-1-1 0 0,0 1 0 0 0,-1-1 1 0 0,0 0-1 0 0,1-19 0 0 0,-3 25-17 0 0,-1 0 0 0 0,1 0 0 0 0,-1-1 0 0 0,0 1 0 0 0,0 0 0 0 0,-1 0 0 0 0,1 0-1 0 0,-1 0 1 0 0,0 0 0 0 0,0 0 0 0 0,0 0 0 0 0,-1 1 0 0 0,1-1 0 0 0,-1 1 0 0 0,0 0 0 0 0,0 0 0 0 0,0 0-1 0 0,0 0 1 0 0,0 0 0 0 0,-1 0 0 0 0,1 1 0 0 0,-1 0 0 0 0,0 0 0 0 0,-5-3 0 0 0,-4 0-5 0 0,1 0-1 0 0,-1 0 1 0 0,0 2 0 0 0,0-1 0 0 0,0 2 0 0 0,-24-3 0 0 0,9 4 37 0 0,1 2 1 0 0,-1 1-1 0 0,1 1 1 0 0,-1 1 0 0 0,1 1-1 0 0,1 1 1 0 0,-1 2-1 0 0,1 1 1 0 0,0 1-1 0 0,1 1 1 0 0,0 1 0 0 0,1 1-1 0 0,1 1 1 0 0,0 1-1 0 0,-33 29 1 0 0,51-40-59 0 0,0 1 1 0 0,0 0-1 0 0,0 1 1 0 0,1-1-1 0 0,0 1 1 0 0,0 0-1 0 0,0 0 1 0 0,1 0-1 0 0,0 0 1 0 0,0 1-1 0 0,0-1 1 0 0,-2 13-1 0 0,4-16-2 0 0,1 0 0 0 0,0 0 0 0 0,-1 1 0 0 0,1-1-1 0 0,1 0 1 0 0,-1 1 0 0 0,0-1 0 0 0,1 0 0 0 0,0 1 0 0 0,-1-1-1 0 0,1 0 1 0 0,0 0 0 0 0,1 0 0 0 0,-1 0 0 0 0,1 0 0 0 0,-1 0 0 0 0,1 0-1 0 0,0 0 1 0 0,0-1 0 0 0,0 1 0 0 0,0-1 0 0 0,1 1 0 0 0,-1-1-1 0 0,1 0 1 0 0,-1 0 0 0 0,6 3 0 0 0,3 1 12 0 0,1 0 0 0 0,0-1 0 0 0,0 0 0 0 0,1 0 0 0 0,-1-2 0 0 0,1 0 0 0 0,0 0 0 0 0,22 1 0 0 0,-5-2 32 0 0,1-1-1 0 0,49-6 1 0 0,-70 4-21 0 0,0-1 0 0 0,0 0-1 0 0,-1 0 1 0 0,1-1 0 0 0,-1 0 0 0 0,0-1 0 0 0,0 0 0 0 0,0 0 0 0 0,0-1 0 0 0,-1 0 0 0 0,0-1 0 0 0,0 0 0 0 0,13-13 0 0 0,-15 13 25 0 0,-2 1-1 0 0,1-1 1 0 0,-1 0 0 0 0,0-1 0 0 0,0 1-1 0 0,-1-1 1 0 0,1 1 0 0 0,-2-1 0 0 0,1 0 0 0 0,-1 0-1 0 0,0-1 1 0 0,0 1 0 0 0,-1 0 0 0 0,0-1 0 0 0,0 1-1 0 0,-1 0 1 0 0,0-1 0 0 0,-1-14 0 0 0,0 16-26 0 0,0 0 1 0 0,0 1 0 0 0,0-1 0 0 0,0 0-1 0 0,-1 0 1 0 0,0 1 0 0 0,0-1 0 0 0,-1 1-1 0 0,0-1 1 0 0,0 1 0 0 0,0 0 0 0 0,0 0-1 0 0,-1 1 1 0 0,0-1 0 0 0,-7-7 0 0 0,-2 2-22 0 0,0 1 1 0 0,-1 0-1 0 0,0 1 1 0 0,0 1-1 0 0,-1 0 1 0 0,0 0-1 0 0,0 2 1 0 0,-1 0-1 0 0,-21-4 1 0 0,11 4-21 0 0,-1 1 0 0 0,0 2 1 0 0,0 0-1 0 0,-53 5 0 0 0,59-1 9 0 0,0 1 0 0 0,1 1 0 0 0,-1 1 0 0 0,-38 14-1 0 0,45-12 11 0 0,1-1-1 0 0,0 2 0 0 0,0 0 1 0 0,1 0-1 0 0,0 1 0 0 0,0 1 1 0 0,-14 14-1 0 0,19-16-15 0 0,-1 0 1 0 0,1 1-1 0 0,1-1 0 0 0,0 1 1 0 0,0 0-1 0 0,0 1 0 0 0,-4 13 1 0 0,8-18 2 0 0,0 1 0 0 0,0 0 1 0 0,1 0-1 0 0,0 0 0 0 0,0 0 1 0 0,1 0-1 0 0,-1 1 0 0 0,1-1 0 0 0,1 0 1 0 0,-1 0-1 0 0,1 0 0 0 0,0 0 1 0 0,0 0-1 0 0,4 9 0 0 0,-1-6 18 0 0,0-1 0 0 0,0 1-1 0 0,1-1 1 0 0,0 0-1 0 0,0 0 1 0 0,1-1 0 0 0,0 1-1 0 0,0-1 1 0 0,1-1 0 0 0,0 1-1 0 0,0-1 1 0 0,12 8 0 0 0,-4-5-1 0 0,0 0 1 0 0,0-1 0 0 0,1-1-1 0 0,0 0 1 0 0,31 8 0 0 0,-20-9 4 0 0,1 0 0 0 0,0-2 1 0 0,1-1-1 0 0,49-1 0 0 0,-31-2-21 0 0,-4 1-4 0 0,0-2 0 0 0,76-11 1 0 0,-106 9 27 0 0,1 0 1 0 0,0 0-1 0 0,-1-1 1 0 0,0-1-1 0 0,0 0 1 0 0,0-1-1 0 0,-1-1 1 0 0,0 0-1 0 0,0 0 1 0 0,-1-1 0 0 0,0-1-1 0 0,15-13 1 0 0,-22 17 19 0 0,1-1 1 0 0,-1 1-1 0 0,0-1 1 0 0,0 0-1 0 0,0 0 1 0 0,-1-1 0 0 0,0 1-1 0 0,0 0 1 0 0,-1-1-1 0 0,0 0 1 0 0,0 0-1 0 0,0 0 1 0 0,-1 1-1 0 0,0-1 1 0 0,-1-1 0 0 0,1 1-1 0 0,-1 0 1 0 0,-1 0-1 0 0,1 0 1 0 0,-1 0-1 0 0,0 0 1 0 0,-1 0-1 0 0,0 1 1 0 0,0-1 0 0 0,0 0-1 0 0,-1 1 1 0 0,0-1-1 0 0,0 1 1 0 0,-1 0-1 0 0,-8-11 1 0 0,2 5 0 0 0,-1 2 0 0 0,-1-1 0 0 0,0 1 0 0 0,0 1 0 0 0,-1 0 0 0 0,0 1 0 0 0,0 1 0 0 0,-1 0 0 0 0,0 0 0 0 0,-20-5 0 0 0,-5 0 48 0 0,0 3-1 0 0,0 1 1 0 0,-1 1 0 0 0,-68-1 0 0 0,65 7 14 0 0,-1 1 0 0 0,0 3 1 0 0,1 1-1 0 0,-55 14 1 0 0,65-10 7 0 0,1 1 0 0 0,0 2 0 0 0,1 1 0 0 0,0 2 0 0 0,1 1 0 0 0,-31 20 0 0 0,53-29-80 0 0,-1 0 0 0 0,1 0 0 0 0,0 1 0 0 0,0 0 0 0 0,1 1 0 0 0,0 0 0 0 0,0 0 0 0 0,1 0 0 0 0,0 1 0 0 0,0 0 0 0 0,1 0 0 0 0,0 0 0 0 0,1 1 0 0 0,-5 12 0 0 0,8-18-19 0 0,0 0 1 0 0,0 0 0 0 0,1 0 0 0 0,-1 0 0 0 0,1 0-1 0 0,0 1 1 0 0,0-1 0 0 0,0 0 0 0 0,1 0 0 0 0,-1 0 0 0 0,1 0-1 0 0,0 1 1 0 0,0-1 0 0 0,1 0 0 0 0,-1-1 0 0 0,1 1-1 0 0,0 0 1 0 0,0 0 0 0 0,0-1 0 0 0,0 1 0 0 0,1-1-1 0 0,0 0 1 0 0,-1 1 0 0 0,1-1 0 0 0,5 3 0 0 0,2 2 7 0 0,0-1 0 0 0,1 0 0 0 0,0 0 1 0 0,0-2-1 0 0,1 1 0 0 0,-1-1 1 0 0,16 4-1 0 0,3-1 8 0 0,0-1-1 0 0,0-2 1 0 0,1-1 0 0 0,49 1-1 0 0,-21-6 4 0 0,83-10-1 0 0,39-22 32 0 0,-153 26-42 0 0,-1-2 0 0 0,0 0 0 0 0,0-2 0 0 0,27-15 0 0 0,-48 23 5 0 0,0-1 1 0 0,0 0-1 0 0,0 1 0 0 0,-1-2 1 0 0,0 1-1 0 0,1-1 0 0 0,-2 0 1 0 0,1 0-1 0 0,5-8 0 0 0,-7 10 21 0 0,-2-1 0 0 0,1 0 0 0 0,0-1 0 0 0,-1 1 0 0 0,0 0 0 0 0,0 0 0 0 0,0-1 0 0 0,0 1 0 0 0,-1 0 0 0 0,1-1 0 0 0,-1 1 0 0 0,0 0 0 0 0,-1-1 0 0 0,1 1 0 0 0,-2-6 0 0 0,1 3-6 0 0,-1 1 0 0 0,0 0 0 0 0,0 0 1 0 0,0 0-1 0 0,-1 0 0 0 0,0 0 1 0 0,0 1-1 0 0,0-1 0 0 0,-1 1 0 0 0,-6-7 1 0 0,2 3-3 0 0,0 1-1 0 0,-1 0 1 0 0,0 0 0 0 0,-1 1 0 0 0,-12-7 0 0 0,-5-1 2 0 0,-2 1 0 0 0,0 2 0 0 0,-50-15 0 0 0,33 16-23 0 0,-1 2-1 0 0,0 2 1 0 0,-1 1 0 0 0,1 3 0 0 0,-1 2-1 0 0,1 2 1 0 0,-1 3 0 0 0,-84 15-1 0 0,64-1 11 0 0,62-16-23 0 0,1 0 0 0 0,-1 0 0 0 0,1 1 0 0 0,-1 0 0 0 0,1 0 0 0 0,0 0 0 0 0,0 1-1 0 0,-7 6 1 0 0,11-8-1 0 0,-1 0 0 0 0,1 0 1 0 0,-1-1-1 0 0,1 1 0 0 0,0 0 0 0 0,0 0 0 0 0,0 1 0 0 0,0-1 0 0 0,0 0 0 0 0,0 0 0 0 0,1 0 0 0 0,-1 1 0 0 0,1-1 0 0 0,-1 0 1 0 0,1 1-1 0 0,0-1 0 0 0,0 0 0 0 0,0 1 0 0 0,0-1 0 0 0,1 0 0 0 0,-1 0 0 0 0,0 1 0 0 0,1-1 0 0 0,0 0 0 0 0,-1 0 0 0 0,1 1 0 0 0,0-1 1 0 0,0 0-1 0 0,0 0 0 0 0,1 0 0 0 0,-1 0 0 0 0,0 0 0 0 0,4 2 0 0 0,1 4-5 0 0,1-2 1 0 0,0 1-1 0 0,0-1 0 0 0,0 0 0 0 0,1-1 1 0 0,0 1-1 0 0,13 5 0 0 0,0-1-9 0 0,0-1 0 0 0,30 8-1 0 0,-7-6-5 0 0,1-2 0 0 0,0-1-1 0 0,57 1 1 0 0,138-10-139 0 0,-37-12 0 0 0,-158 7 125 0 0,0-2 1 0 0,60-19-1 0 0,-94 24 41 0 0,-1-1 1 0 0,1 0-1 0 0,16-10 1 0 0,-23 12 9 0 0,0-1 0 0 0,-1 0 0 0 0,1 0 1 0 0,0 0-1 0 0,-1-1 0 0 0,0 1 1 0 0,0-1-1 0 0,0 1 0 0 0,3-6 0 0 0,-5 8-1 0 0,0-1-1 0 0,0 0 0 0 0,0 1 1 0 0,-1-1-1 0 0,1 0 0 0 0,0 1 1 0 0,-1-1-1 0 0,1 0 0 0 0,-1 0 1 0 0,0 0-1 0 0,1 1 0 0 0,-1-1 1 0 0,0 0-1 0 0,0 0 0 0 0,0 0 1 0 0,-1 0-1 0 0,1 1 0 0 0,0-1 1 0 0,-1 0-1 0 0,1 0 0 0 0,-1 0 1 0 0,1 1-1 0 0,-1-1 0 0 0,0 0 1 0 0,0 1-1 0 0,0-1 0 0 0,0 1 1 0 0,0-1-1 0 0,0 1 0 0 0,0-1 1 0 0,0 1-1 0 0,-2-2 0 0 0,-3-1-3 0 0,1-1-1 0 0,-1 1 1 0 0,-1 0-1 0 0,1 0 1 0 0,0 1-1 0 0,-9-3 1 0 0,-3-1-5 0 0,-1 1 0 0 0,0 0 0 0 0,0 2 0 0 0,0 0 0 0 0,-27-1 1 0 0,-101 3-18 0 0,113 4 8 0 0,0 2 1 0 0,0 1 0 0 0,0 2 0 0 0,-60 19 0 0 0,80-21-7 0 0,0 0-1 0 0,1 1 1 0 0,-1 1 0 0 0,1 0 0 0 0,0 0 0 0 0,1 2 0 0 0,0-1 0 0 0,0 2-1 0 0,-15 15 1 0 0,24-22 6 0 0,0 0-1 0 0,0 0 0 0 0,0 1 1 0 0,1-1-1 0 0,-1 1 0 0 0,1-1 1 0 0,0 1-1 0 0,0 0 0 0 0,0 0 0 0 0,1 0 1 0 0,-1 0-1 0 0,1 0 0 0 0,0 0 1 0 0,0 0-1 0 0,1 1 0 0 0,-1-1 1 0 0,1 0-1 0 0,0 0 0 0 0,0 1 1 0 0,0-1-1 0 0,1 0 0 0 0,0 0 0 0 0,-1 1 1 0 0,1-1-1 0 0,1 0 0 0 0,-1 0 1 0 0,1 0-1 0 0,-1 0 0 0 0,1 0 1 0 0,4 5-1 0 0,-1-2 4 0 0,1 0-1 0 0,0 0 1 0 0,0-1 0 0 0,1 0-1 0 0,0 0 1 0 0,0 0 0 0 0,1-1-1 0 0,-1 0 1 0 0,1 0 0 0 0,0-1-1 0 0,0 0 1 0 0,1-1 0 0 0,11 4-1 0 0,35 7-62 0 0,0-3 0 0 0,1-2 0 0 0,1-2 0 0 0,108-3 0 0 0,-131-4 25 0 0,0-1 0 0 0,-1-2 0 0 0,1-1 0 0 0,0-2 0 0 0,-1-1 0 0 0,0-2 0 0 0,48-19 0 0 0,-74 25 52 0 0,0-1 0 0 0,-1 1-1 0 0,0-1 1 0 0,1-1-1 0 0,-2 1 1 0 0,1-1 0 0 0,0 0-1 0 0,-1 0 1 0 0,0-1-1 0 0,8-10 1 0 0,-12 14 9 0 0,1-1-1 0 0,-1 1 1 0 0,0 0-1 0 0,0-1 1 0 0,0 1-1 0 0,0-1 1 0 0,0 1-1 0 0,0-1 1 0 0,-1 0-1 0 0,1 1 1 0 0,-1-1-1 0 0,0 0 1 0 0,1 1-1 0 0,-1-1 1 0 0,-1 0-1 0 0,1 1 1 0 0,0-1-1 0 0,-1 0 1 0 0,1 1-1 0 0,-1-1 1 0 0,0 1-1 0 0,0-1 1 0 0,0 1-1 0 0,0-1 1 0 0,0 1-1 0 0,0-1 1 0 0,-1 1-1 0 0,1 0 1 0 0,-1 0-1 0 0,0 0 1 0 0,-2-3-1 0 0,-3-1-1 0 0,0 1 1 0 0,0-1-1 0 0,-1 2 1 0 0,1-1-1 0 0,-1 1 0 0 0,0 0 1 0 0,0 1-1 0 0,0-1 1 0 0,-1 2-1 0 0,1-1 0 0 0,-11-1 1 0 0,-13-1 6 0 0,-55-3 0 0 0,54 8-24 0 0,0 1 1 0 0,0 1 0 0 0,-50 11 0 0 0,-93 34 18 0 0,157-41-13 0 0,1 1 0 0 0,0 0 0 0 0,-25 15 0 0 0,38-19-3 0 0,0 1 0 0 0,0-1 0 0 0,0 1 0 0 0,0-1 0 0 0,1 1 0 0 0,0 1 0 0 0,0-1 0 0 0,0 1 0 0 0,0-1 0 0 0,1 1 0 0 0,0 0 0 0 0,0 0 0 0 0,0 1 0 0 0,0-1 0 0 0,-2 8 0 0 0,5-11-4 0 0,-1-1-1 0 0,1 1 1 0 0,0-1-1 0 0,0 0 1 0 0,0 1-1 0 0,0-1 1 0 0,0 1 0 0 0,0-1-1 0 0,0 0 1 0 0,0 1-1 0 0,0-1 1 0 0,1 1-1 0 0,-1-1 1 0 0,0 0-1 0 0,1 1 1 0 0,0-1 0 0 0,-1 0-1 0 0,1 1 1 0 0,0-1-1 0 0,-1 0 1 0 0,1 0-1 0 0,0 0 1 0 0,0 0 0 0 0,0 0-1 0 0,0 0 1 0 0,0 0-1 0 0,2 1 1 0 0,2 2-5 0 0,1-1 0 0 0,0 0 0 0 0,0 0-1 0 0,11 4 1 0 0,-10-5 4 0 0,19 7 7 0 0,1-2-1 0 0,0-1 0 0 0,0-1 0 0 0,1-1 0 0 0,-1-2 0 0 0,34 0 0 0 0,3-5-30 0 0,97-15-1 0 0,-128 13-12 0 0,-1-2 1 0 0,0-1-1 0 0,42-16 0 0 0,-63 19 41 0 0,1 0 0 0 0,-1-1 0 0 0,0 0 0 0 0,-1-1 0 0 0,1 0 0 0 0,-1 0 0 0 0,-1-1 0 0 0,1 0 0 0 0,-1-1 0 0 0,-1 0 0 0 0,13-18 0 0 0,-19 24 18 0 0,0 0 1 0 0,0 0-1 0 0,0 0 0 0 0,-1 0 0 0 0,1 0 0 0 0,-1-1 0 0 0,0 1 0 0 0,0-1 0 0 0,0 1 0 0 0,-1-1 0 0 0,1 1 1 0 0,-1-1-1 0 0,0-3 0 0 0,0 4-10 0 0,0 0 0 0 0,-1 1 0 0 0,1-1 0 0 0,-1 1 0 0 0,0-1-1 0 0,0 0 1 0 0,0 1 0 0 0,0 0 0 0 0,-1-1 0 0 0,1 1 0 0 0,0 0 0 0 0,-1-1 0 0 0,0 1 0 0 0,-2-2 0 0 0,-3-2-8 0 0,-1 0-1 0 0,0 0 1 0 0,-1 1-1 0 0,1-1 1 0 0,-1 2-1 0 0,0 0 1 0 0,0 0-1 0 0,-15-4 1 0 0,5 2-30 0 0,0 0 1 0 0,-1 2-1 0 0,1 0 1 0 0,-1 1-1 0 0,0 2 0 0 0,1 0 1 0 0,-1 0-1 0 0,-35 5 1 0 0,0 4-1 0 0,0 3 1 0 0,1 2 0 0 0,-62 23 0 0 0,85-25 25 0 0,0 2-1 0 0,1 1 1 0 0,0 1 0 0 0,1 1 0 0 0,1 2-1 0 0,1 1 1 0 0,-25 23 0 0 0,43-35-8 0 0,2 1-1 0 0,-1 0 1 0 0,1 0-1 0 0,0 1 1 0 0,0-1-1 0 0,1 2 1 0 0,0-1-1 0 0,1 1 1 0 0,0 0 0 0 0,1 0-1 0 0,-6 16 1 0 0,10-24 3 0 0,-1 0 0 0 0,1-1 0 0 0,0 1 1 0 0,0 0-1 0 0,0 0 0 0 0,-1-1 0 0 0,2 1 0 0 0,-1 0 1 0 0,0 0-1 0 0,0-1 0 0 0,0 1 0 0 0,1 0 0 0 0,-1-1 1 0 0,1 1-1 0 0,-1 0 0 0 0,1-1 0 0 0,0 1 1 0 0,0-1-1 0 0,0 1 0 0 0,0-1 0 0 0,0 1 0 0 0,1 1 1 0 0,2 0-6 0 0,0 0 1 0 0,0-1 0 0 0,0 1 0 0 0,0-1 0 0 0,0 1-1 0 0,6 1 1 0 0,-7-3 6 0 0,15 6-8 0 0,0-1 1 0 0,1-1-1 0 0,0-1 0 0 0,0 0 0 0 0,0-1 1 0 0,38 0-1 0 0,-23-4 2 0 0,0-2-1 0 0,0 0 1 0 0,-1-3-1 0 0,1-1 1 0 0,43-14-1 0 0,-63 17 8 0 0,0-1-1 0 0,0 0 0 0 0,-1-1 0 0 0,0-1 0 0 0,0 0 0 0 0,0-1 1 0 0,-1 0-1 0 0,0-1 0 0 0,-1 0 0 0 0,13-13 0 0 0,-19 17 8 0 0,-1 1-1 0 0,0-1 0 0 0,0-1 1 0 0,0 1-1 0 0,-1 0 0 0 0,0-1 1 0 0,0 0-1 0 0,0 0 0 0 0,-1 0 1 0 0,1 0-1 0 0,-2 0 0 0 0,1 0 1 0 0,-1-1-1 0 0,1 1 1 0 0,-2-1-1 0 0,1 1 0 0 0,-1-1 1 0 0,0 1-1 0 0,-1-11 0 0 0,-1 8 2 0 0,0 1 0 0 0,0-1 0 0 0,-1 0 0 0 0,0 1 1 0 0,-1-1-1 0 0,1 1 0 0 0,-2 0 0 0 0,1 0 0 0 0,-1 1 0 0 0,0-1 0 0 0,-1 1 0 0 0,-8-9 0 0 0,0 4-5 0 0,1 1 0 0 0,-2 0 0 0 0,1 1 0 0 0,-1 0 0 0 0,-1 2 0 0 0,0-1 1 0 0,0 2-1 0 0,-18-6 0 0 0,10 5-5 0 0,-1 0 0 0 0,0 2 0 0 0,-1 1 0 0 0,1 0 0 0 0,-1 2 1 0 0,-37 1-1 0 0,44 1-7 0 0,1 2 1 0 0,-1 0 0 0 0,0 1 0 0 0,1 1 0 0 0,-1 0 0 0 0,-23 9-1 0 0,30-7 1 0 0,0 0 0 0 0,0 0 0 0 0,1 1 0 0 0,-1 1 0 0 0,2 0 0 0 0,-1 0 0 0 0,1 1 0 0 0,0 0 0 0 0,-13 16 0 0 0,14-14-10 0 0,0 1 0 0 0,1 0-1 0 0,0 1 1 0 0,1-1 0 0 0,1 2 0 0 0,0-1-1 0 0,0 1 1 0 0,2 0 0 0 0,-1 0 0 0 0,2 0 0 0 0,-1 0-1 0 0,2 1 1 0 0,0-1 0 0 0,0 1 0 0 0,2 0 0 0 0,1 24-1 0 0,0-32 16 0 0,0 0-1 0 0,1-1 1 0 0,-1 1-1 0 0,2 0 1 0 0,-1-1-1 0 0,0 1 1 0 0,1-1-1 0 0,0 0 1 0 0,1 0-1 0 0,-1 0 1 0 0,1 0-1 0 0,0-1 0 0 0,0 1 1 0 0,0-1-1 0 0,9 7 1 0 0,1-1-16 0 0,1-1 0 0 0,0 0 0 0 0,32 14 0 0 0,-26-15 14 0 0,1-1-1 0 0,0 0 1 0 0,1-2-1 0 0,-1 0 0 0 0,1-1 1 0 0,0-2-1 0 0,30 0 1 0 0,-23-3-23 0 0,-1-1 0 0 0,0-1 1 0 0,0-1-1 0 0,0-2 1 0 0,39-13-1 0 0,-53 14 26 0 0,-1-1 0 0 0,0 0 0 0 0,0-1-1 0 0,-1 0 1 0 0,0-1 0 0 0,0 0 0 0 0,-1-1-1 0 0,19-17 1 0 0,-26 20 25 0 0,1-1-1 0 0,-1 1 1 0 0,0-1-1 0 0,0 1 1 0 0,-1-1-1 0 0,0-1 0 0 0,0 1 1 0 0,0-1-1 0 0,-1 1 1 0 0,0-1-1 0 0,-1 0 1 0 0,0 0-1 0 0,0 0 1 0 0,-1 0-1 0 0,0-1 1 0 0,0 1-1 0 0,-1-11 1 0 0,0 14-7 0 0,-1-1 0 0 0,0 1 0 0 0,0 0 1 0 0,-1-1-1 0 0,1 1 0 0 0,-1 0 0 0 0,0 0 0 0 0,-1 0 1 0 0,1 0-1 0 0,-1 0 0 0 0,0 1 0 0 0,0-1 1 0 0,-1 1-1 0 0,1 0 0 0 0,-1 0 0 0 0,-8-7 1 0 0,1 1-2 0 0,-1 2 0 0 0,-1-1 0 0 0,0 2 0 0 0,-20-10 0 0 0,17 10-15 0 0,0 2 0 0 0,0-1-1 0 0,-1 2 1 0 0,0 0 0 0 0,0 1 0 0 0,0 1 0 0 0,-18 0 0 0 0,6 2-19 0 0,0 0 0 0 0,0 3 1 0 0,-36 6-1 0 0,48-5 12 0 0,1 0-1 0 0,0 1 1 0 0,1 1 0 0 0,-1 0-1 0 0,1 1 1 0 0,0 1 0 0 0,1 0-1 0 0,0 1 1 0 0,0 1 0 0 0,1 0-1 0 0,-14 13 1 0 0,20-16 5 0 0,-1 1 1 0 0,2-1-1 0 0,-1 1 0 0 0,1 1 0 0 0,0-1 1 0 0,1 1-1 0 0,0 0 0 0 0,0 0 0 0 0,1 0 1 0 0,0 1-1 0 0,1-1 0 0 0,0 1 0 0 0,1 0 1 0 0,0 0-1 0 0,0 0 0 0 0,1 1 0 0 0,0-1 1 0 0,1 15-1 0 0,0-22 7 0 0,1 0 0 0 0,-1 0 0 0 0,1 0 1 0 0,0 0-1 0 0,-1-1 0 0 0,1 1 0 0 0,0 0 0 0 0,1-1 0 0 0,-1 1 0 0 0,0 0 1 0 0,1-1-1 0 0,-1 0 0 0 0,1 1 0 0 0,0-1 0 0 0,4 4 0 0 0,-1-2 3 0 0,1 1-1 0 0,0-1 1 0 0,1-1-1 0 0,-1 0 1 0 0,7 4-1 0 0,11 1 5 0 0,0 0-1 0 0,0-1 1 0 0,0-2-1 0 0,1 0 0 0 0,0-2 1 0 0,0-1-1 0 0,0 0 1 0 0,0-2-1 0 0,26-3 0 0 0,1-2-18 0 0,-1-3 0 0 0,0-1-1 0 0,55-19 1 0 0,3-11 6 0 0,-92 32 11 0 0,-3 1 1 0 0,1 1 6 0 0,0-2 0 0 0,23-13-1 0 0,-33 17-5 0 0,0-1-1 0 0,0 0 0 0 0,0 0 0 0 0,-1-1 0 0 0,0 1 0 0 0,1-1 1 0 0,-2 0-1 0 0,1 0 0 0 0,-1 0 0 0 0,4-7 0 0 0,-7 11-6 0 0,5-6 34 0 0,-1-1 0 0 0,-1 0-1 0 0,1-1 1 0 0,-1 1 0 0 0,2-13 0 0 0,-4 17-13 0 0,-1 1 1 0 0,0-1 0 0 0,0 1-1 0 0,0-1 1 0 0,0 0-1 0 0,0 1 1 0 0,-1-1-1 0 0,0 1 1 0 0,0-1-1 0 0,0 1 1 0 0,0 0 0 0 0,0-1-1 0 0,-1 1 1 0 0,1 0-1 0 0,-1 0 1 0 0,0 0-1 0 0,0 0 1 0 0,0 0-1 0 0,-4-4 1 0 0,0 1-12 0 0,-1 0-1 0 0,0 0 1 0 0,0 1-1 0 0,0 0 1 0 0,-1 0 0 0 0,0 1-1 0 0,0-1 1 0 0,0 2-1 0 0,0-1 1 0 0,0 1-1 0 0,-1 1 1 0 0,-12-3 0 0 0,-10 0-23 0 0,-1 1 0 0 0,-39 1 1 0 0,-92 5-20 0 0,140 0-25 0 0,0 1 1 0 0,0 1-1 0 0,1 1 0 0 0,-39 14 0 0 0,57-18-147 0 0,1 1 1 0 0,-1-1-1 0 0,0 1 0 0 0,0-1 0 0 0,1 1 0 0 0,-1 1 0 0 0,1-1 0 0 0,-1 0 0 0 0,1 1 0 0 0,0-1 0 0 0,0 1 0 0 0,0 0 0 0 0,-4 7 1 0 0,71 37-6146 0 0,4-31 5702 0 0,59 2-825 0 0</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09:58.481"/>
    </inkml:context>
    <inkml:brush xml:id="br0">
      <inkml:brushProperty name="width" value="0.35" units="cm"/>
      <inkml:brushProperty name="height" value="0.35" units="cm"/>
      <inkml:brushProperty name="color" value="#CC0066"/>
    </inkml:brush>
  </inkml:definitions>
  <inkml:trace contextRef="#ctx0" brushRef="#br0">885 221 1560 0 0,'27'-14'50'0'0,"-1"0"-1"0"0,0-2 1 0 0,0 0-1 0 0,39-36 1 0 0,-59 47-38 0 0,-1 0 1 0 0,0 0-1 0 0,0-1 1 0 0,6-8-1 0 0,-10 13-6 0 0,0 0 0 0 0,0-1-1 0 0,0 1 1 0 0,0-1-1 0 0,0 0 1 0 0,0 1 0 0 0,-1-1-1 0 0,1 0 1 0 0,-1 0 0 0 0,1 1-1 0 0,-1-1 1 0 0,1 0-1 0 0,-1 0 1 0 0,0 0 0 0 0,0 1-1 0 0,0-1 1 0 0,0 0 0 0 0,0 0-1 0 0,-1 0 1 0 0,1 1-1 0 0,0-1 1 0 0,-1 0 0 0 0,0-2-1 0 0,0 3-1 0 0,0 0-1 0 0,0 0 0 0 0,0 0 0 0 0,0-1 1 0 0,0 1-1 0 0,-1 0 0 0 0,1 0 1 0 0,0 0-1 0 0,0 1 0 0 0,-1-1 0 0 0,1 0 1 0 0,-3-1-1 0 0,-8-1 1 0 0,0-1-1 0 0,1 1 1 0 0,-1 1-1 0 0,0 0 1 0 0,0 1 0 0 0,0 0-1 0 0,0 1 1 0 0,-13 1-1 0 0,-5 1 19 0 0,0 2 1 0 0,-32 9-1 0 0,41-7 41 0 0,0 1 1 0 0,0 1-1 0 0,1 1 0 0 0,0 1 1 0 0,0 0-1 0 0,1 2 1 0 0,-29 23-1 0 0,26-18 19 0 0,2 2-1 0 0,0 0 1 0 0,1 2 0 0 0,1 0-1 0 0,-26 39 1 0 0,42-58-73 0 0,-7 13 59 0 0,0 0 0 0 0,1 0-1 0 0,-9 24 1 0 0,16-35-50 0 0,-1 1 0 0 0,1-1-1 0 0,0 0 1 0 0,1 1 0 0 0,-1-1 0 0 0,1 0 0 0 0,0 1-1 0 0,0 5 1 0 0,1-7-8 0 0,-1-1-1 0 0,1 0 1 0 0,-1 0 0 0 0,1 0-1 0 0,0 0 1 0 0,0 0-1 0 0,0-1 1 0 0,0 1 0 0 0,0 0-1 0 0,0 0 1 0 0,0 0-1 0 0,0-1 1 0 0,1 1 0 0 0,-1-1-1 0 0,1 1 1 0 0,-1-1-1 0 0,1 1 1 0 0,2 0 0 0 0,2 1 15 0 0,0 0 1 0 0,0 0-1 0 0,0-1 1 0 0,1 0-1 0 0,-1 0 1 0 0,1-1-1 0 0,-1 0 0 0 0,1 0 1 0 0,-1 0-1 0 0,10-1 1 0 0,2-1 32 0 0,-1 0-1 0 0,34-7 1 0 0,-34 3-34 0 0,0-1 1 0 0,0 0-1 0 0,0-1 0 0 0,-1-1 0 0 0,0-1 1 0 0,-1 0-1 0 0,1-1 0 0 0,-2-1 0 0 0,22-20 1 0 0,-31 27 14 0 0,0 0-1 0 0,0-1 1 0 0,-1 0 0 0 0,1 0 0 0 0,-1 0 0 0 0,0-1 0 0 0,4-8 0 0 0,-6 10-13 0 0,-1 1 0 0 0,0 0 0 0 0,0-1 0 0 0,-1 1 0 0 0,1-1-1 0 0,-1 1 1 0 0,0-1 0 0 0,0 0 0 0 0,0 1 0 0 0,0-1 0 0 0,0 1 0 0 0,-1-1 0 0 0,0 1 0 0 0,0-1 0 0 0,-2-6 0 0 0,1 6-26 0 0,-1-1 0 0 0,1 0-1 0 0,-1 1 1 0 0,0 0 0 0 0,0-1 0 0 0,0 1 0 0 0,-1 0-1 0 0,1 1 1 0 0,-1-1 0 0 0,0 1 0 0 0,0-1 0 0 0,-1 1-1 0 0,1 1 1 0 0,-1-1 0 0 0,1 0 0 0 0,-1 1 0 0 0,0 0-1 0 0,0 0 1 0 0,0 1 0 0 0,0-1 0 0 0,0 1-1 0 0,-7-1 1 0 0,-5-1-24 0 0,0 2 0 0 0,-1-1-1 0 0,1 2 1 0 0,-1 0 0 0 0,-29 5-1 0 0,21 0 69 0 0,1 1-1 0 0,0 1 1 0 0,0 2-1 0 0,1 0 1 0 0,0 1-1 0 0,1 2 1 0 0,0 0-1 0 0,1 2 1 0 0,-33 25-1 0 0,40-27 8 0 0,0 0-1 0 0,0 1 0 0 0,2 1 0 0 0,-1 1 0 0 0,2 0 0 0 0,0 0 1 0 0,1 2-1 0 0,1-1 0 0 0,0 1 0 0 0,1 1 0 0 0,1-1 0 0 0,1 1 1 0 0,-7 23-1 0 0,13-37-50 0 0,0 0 1 0 0,0 0-1 0 0,1 0 1 0 0,-1 0-1 0 0,1 0 1 0 0,0 0-1 0 0,0 0 1 0 0,1 0-1 0 0,-1 0 1 0 0,1 0-1 0 0,-1 0 1 0 0,1 0-1 0 0,1 0 1 0 0,-1 0-1 0 0,0-1 1 0 0,1 1-1 0 0,0 0 1 0 0,4 5-1 0 0,-2-4 15 0 0,-1-1 0 0 0,1-1 0 0 0,1 1 0 0 0,-1 0 0 0 0,0-1 0 0 0,1 0 0 0 0,0 0 0 0 0,0 0 0 0 0,0-1 0 0 0,0 0 0 0 0,0 1-1 0 0,6 0 1 0 0,9 2 33 0 0,-1-1 1 0 0,1-2-1 0 0,0 1 0 0 0,0-2 0 0 0,0-1 0 0 0,29-3 0 0 0,-20-1-39 0 0,0-2 0 0 0,0-1 0 0 0,0-2 0 0 0,44-19 0 0 0,-47 18-20 0 0,10-4 10 0 0,-16 7 16 0 0,-1 0-1 0 0,0-2 0 0 0,-1 0 0 0 0,1-1 0 0 0,16-13 0 0 0,-26 17-1 0 0,6-5 31 0 0,0 1 0 0 0,-1-1 0 0 0,-1-1 0 0 0,0-1 0 0 0,-1 0-1 0 0,13-17 1 0 0,-22 25-14 0 0,0 0-1 0 0,-1 0 1 0 0,1 0 0 0 0,-1 0-1 0 0,-1-1 1 0 0,1 1-1 0 0,-1-1 1 0 0,0 1-1 0 0,1-10 1 0 0,-2 13-28 0 0,0 0-1 0 0,0-1 1 0 0,0 1-1 0 0,0-1 1 0 0,0 1 0 0 0,-1 0-1 0 0,1-1 1 0 0,-1 1-1 0 0,0 0 1 0 0,1 0 0 0 0,-1-1-1 0 0,0 1 1 0 0,0 0-1 0 0,-1 0 1 0 0,1 0 0 0 0,0 0-1 0 0,-1 0 1 0 0,1 0-1 0 0,-1 1 1 0 0,1-1 0 0 0,-1 0-1 0 0,0 1 1 0 0,0-1-1 0 0,0 1 1 0 0,-3-2 0 0 0,-2 0-21 0 0,-1 0 0 0 0,0 1 0 0 0,1 0 0 0 0,-1 0 0 0 0,0 0 0 0 0,0 1 0 0 0,-9 0 0 0 0,-58 2-134 0 0,73-1 151 0 0,-29 3-8 0 0,0 1-1 0 0,1 2 1 0 0,0 0-1 0 0,0 2 1 0 0,0 2-1 0 0,-34 15 1 0 0,-6 7 187 0 0,-126 78 0 0 0,168-92-77 0 0,2 1-1 0 0,0 1 1 0 0,0 1-1 0 0,2 2 0 0 0,1 0 1 0 0,1 2-1 0 0,1 0 1 0 0,-31 49-1 0 0,50-71-100 0 0,0-1 1 0 0,1 0-1 0 0,-1 1 1 0 0,1-1-1 0 0,0 1 1 0 0,0 0-1 0 0,0-1 1 0 0,0 1-1 0 0,0 0 1 0 0,0 0-1 0 0,1 0 0 0 0,-1 0 1 0 0,1-1-1 0 0,0 1 1 0 0,0 0-1 0 0,0 5 1 0 0,1-6 2 0 0,0-1-1 0 0,-1 1 1 0 0,1-1 0 0 0,0 1 0 0 0,0-1-1 0 0,0 1 1 0 0,0-1 0 0 0,0 1 0 0 0,1-1 0 0 0,-1 0-1 0 0,0 0 1 0 0,0 1 0 0 0,1-1 0 0 0,-1 0 0 0 0,1 0-1 0 0,-1-1 1 0 0,1 1 0 0 0,-1 0 0 0 0,1 0-1 0 0,2 0 1 0 0,8 2 19 0 0,0-1 0 0 0,0 0 1 0 0,0 0-1 0 0,0-1 0 0 0,0-1 0 0 0,15-1 0 0 0,26-3 10 0 0,-1-3-1 0 0,0-3 1 0 0,82-25 0 0 0,139-61-118 0 0,-213 69 68 0 0,-1-1 1 0 0,73-50-1 0 0,-116 68 45 0 0,-4 2 0 0 0,0 0 0 0 0,13-13 1 0 0,-22 19-8 0 0,-1 0 0 0 0,0-1 0 0 0,0 1 1 0 0,0-1-1 0 0,0 0 0 0 0,0 1 0 0 0,0-1 1 0 0,-1 0-1 0 0,1 0 0 0 0,-1 0 0 0 0,0 0 1 0 0,0-1-1 0 0,0 1 0 0 0,1-5 0 0 0,-2 7-11 0 0,0-1-1 0 0,0 1 1 0 0,0 0-1 0 0,0 0 1 0 0,0 0-1 0 0,0 0 1 0 0,0 0-1 0 0,-1 0 0 0 0,1-1 1 0 0,0 1-1 0 0,-1 0 1 0 0,1 0-1 0 0,-1 0 1 0 0,1 0-1 0 0,-1 0 1 0 0,1 0-1 0 0,-1 0 1 0 0,0 0-1 0 0,1 1 1 0 0,-1-1-1 0 0,0 0 0 0 0,0 0 1 0 0,0 0-1 0 0,0 1 1 0 0,0-1-1 0 0,0 1 1 0 0,0-1-1 0 0,0 0 1 0 0,0 1-1 0 0,0 0 1 0 0,-2-1-1 0 0,-4-1-13 0 0,0 0 1 0 0,0 1-1 0 0,0 0 1 0 0,-10 0-1 0 0,15 1 6 0 0,-45-1-27 0 0,0 3 1 0 0,0 1-1 0 0,-89 19 1 0 0,-137 51 220 0 0,69-5 714 0 0,159-48-439 0 0,42-19-429 0 0,1 1-1 0 0,-1 0 1 0 0,0 0-1 0 0,1 0 0 0 0,-1 0 1 0 0,1 0-1 0 0,0 0 1 0 0,-1 1-1 0 0,-2 5 1 0 0,5-8-38 0 0,-1 0 0 0 0,1 0 1 0 0,0 0-1 0 0,0 1 0 0 0,0-1 1 0 0,0 0-1 0 0,-1 1 1 0 0,1-1-1 0 0,0 0 0 0 0,0 1 1 0 0,0-1-1 0 0,0 0 0 0 0,0 0 1 0 0,0 1-1 0 0,0-1 0 0 0,0 0 1 0 0,0 1-1 0 0,0-1 1 0 0,0 0-1 0 0,0 1 0 0 0,0-1 1 0 0,0 0-1 0 0,0 1 0 0 0,0-1 1 0 0,0 0-1 0 0,0 1 0 0 0,0-1 1 0 0,0 0-1 0 0,1 0 0 0 0,-1 1 1 0 0,0-1-1 0 0,0 0 1 0 0,0 0-1 0 0,1 1 0 0 0,-1-1 1 0 0,0 0-1 0 0,0 0 0 0 0,1 1 1 0 0,-1-1-1 0 0,0 0 0 0 0,0 0 1 0 0,1 0-1 0 0,-1 0 1 0 0,0 1-1 0 0,0-1 0 0 0,1 0 1 0 0,-1 0-1 0 0,1 0 0 0 0,21 3 22 0 0,-15-3-1 0 0,26 3-9 0 0,0-2-1 0 0,0-1 0 0 0,0-2 1 0 0,0-1-1 0 0,0-1 0 0 0,0-2 1 0 0,39-12-1 0 0,101-29-73 0 0,-53 23-41 0 0,33-9-7 0 0,-103 15 82 0 0,-39 13 16 0 0,1 1-1 0 0,0 0 0 0 0,0 1 1 0 0,0 0-1 0 0,13-1 0 0 0,-141 25 50 0 0,26-2-10 0 0,-243 64 190 0 0,194-31 54 0 0,-36 4 442 0 0,167-53-678 0 0,-15 6 390 0 0,48-15-162 0 0,39-15-296 0 0,90-44 0 0 0,-29 10-64 0 0,-27 16 38 0 0,114-48-66 0 0,-146 56 66 0 0,66-41-1 0 0,-125 69 56 0 0,-1-1 0 0 0,0 1 0 0 0,-1-1-1 0 0,1-1 1 0 0,-1 1 0 0 0,1-1-1 0 0,-1 0 1 0 0,-1 0 0 0 0,8-9 0 0 0,-12 13-1 0 0,0 1 0 0 0,1 0-1 0 0,-1-1 1 0 0,0 1 0 0 0,0 0 0 0 0,0-1 0 0 0,0 1 0 0 0,0-1 0 0 0,0 1 0 0 0,0 0 0 0 0,0-1 0 0 0,0 1 0 0 0,0 0 0 0 0,0-1-1 0 0,0 1 1 0 0,0-1 0 0 0,0 1 0 0 0,0 0 0 0 0,0-1 0 0 0,0 1 0 0 0,0 0 0 0 0,0-1 0 0 0,-1 1 0 0 0,1 0 0 0 0,0-1 0 0 0,0 1 0 0 0,0 0-1 0 0,-1-1 1 0 0,1 1 0 0 0,0 0 0 0 0,0-1 0 0 0,-1 1 0 0 0,1 0 0 0 0,0 0 0 0 0,0 0 0 0 0,-1-1 0 0 0,1 1 0 0 0,0 0 0 0 0,-1 0 0 0 0,1 0-1 0 0,-1-1 1 0 0,-3-1-30 0 0,0 1 1 0 0,0-1-1 0 0,-1 1 0 0 0,1-1 0 0 0,0 1 0 0 0,-1 1 1 0 0,1-1-1 0 0,-1 1 0 0 0,-6-1 0 0 0,-52 7-113 0 0,14 4 148 0 0,0 1-1 0 0,0 3 1 0 0,1 2 0 0 0,-47 23 0 0 0,-177 105 441 0 0,237-123-287 0 0,1 1 0 0 0,2 2 0 0 0,0 1 0 0 0,-31 33 0 0 0,56-51-127 0 0,1 0 0 0 0,0 0 1 0 0,0 1-1 0 0,0 0 0 0 0,-6 13 1 0 0,11-20-29 0 0,0 1 1 0 0,1-1 0 0 0,-1 1 0 0 0,1-1 0 0 0,-1 0-1 0 0,1 1 1 0 0,0-1 0 0 0,0 1 0 0 0,0-1 0 0 0,-1 1-1 0 0,1-1 1 0 0,1 1 0 0 0,-1-1 0 0 0,0 1 0 0 0,0-1 0 0 0,0 1-1 0 0,1-1 1 0 0,-1 1 0 0 0,1-1 0 0 0,-1 1 0 0 0,1-1-1 0 0,0 0 1 0 0,-1 1 0 0 0,1-1 0 0 0,0 0 0 0 0,0 0 0 0 0,0 0-1 0 0,0 1 1 0 0,0-1 0 0 0,0 0 0 0 0,0 0 0 0 0,1 0-1 0 0,-1-1 1 0 0,0 1 0 0 0,0 0 0 0 0,1 0 0 0 0,-1-1 0 0 0,3 2-1 0 0,4 1 22 0 0,1 0 0 0 0,-1 0 0 0 0,1-1 0 0 0,0 0 0 0 0,-1-1 0 0 0,15 2 0 0 0,60-3 39 0 0,-79-1-61 0 0,46-4 2 0 0,1-2-1 0 0,-1-2 0 0 0,57-19 0 0 0,-86 23-12 0 0,46-13-119 0 0,-1-2-1 0 0,100-46 1 0 0,-53 8-10 0 0,-93 48 130 0 0,32-23 0 0 0,-46 29 15 0 0,0-1-1 0 0,-1 0 1 0 0,1 0 0 0 0,-1 0 0 0 0,0-1 0 0 0,-1 0 0 0 0,7-9-1 0 0,-10 12 5 0 0,1 0 0 0 0,-1 0-1 0 0,1 0 1 0 0,-1 0 0 0 0,0 0 0 0 0,0 0-1 0 0,0 0 1 0 0,-1 0 0 0 0,1 0-1 0 0,0-6 1 0 0,-1 8-10 0 0,-1-1-1 0 0,1 1 1 0 0,0-1 0 0 0,0 1-1 0 0,-1-1 1 0 0,1 1 0 0 0,-1-1-1 0 0,1 1 1 0 0,-1-1 0 0 0,0 1-1 0 0,1 0 1 0 0,-1-1 0 0 0,0 1-1 0 0,0 0 1 0 0,0 0 0 0 0,-2-2-1 0 0,-1 0-12 0 0,0 0-1 0 0,0 1 1 0 0,0 0 0 0 0,-1 0-1 0 0,1 0 1 0 0,-1 0-1 0 0,1 0 1 0 0,-1 1 0 0 0,0 0-1 0 0,1 0 1 0 0,-1 0-1 0 0,-5 1 1 0 0,-17-2-25 0 0,1 2-1 0 0,-1 1 1 0 0,1 1 0 0 0,-1 1-1 0 0,1 1 1 0 0,-27 9 0 0 0,-150 55-37 0 0,196-65 74 0 0,-230 99 116 0 0,197-82-45 0 0,2 3 0 0 0,0 1 0 0 0,-57 48 0 0 0,62-38-72 0 0,32-34 3 0 0,1 1 0 0 0,-1 0-1 0 0,1-1 1 0 0,-1 1-1 0 0,1 0 1 0 0,-1-1 0 0 0,1 1-1 0 0,0 0 1 0 0,-1 0 0 0 0,1 0-1 0 0,0-1 1 0 0,0 1 0 0 0,0 0-1 0 0,0 0 1 0 0,-1 0-1 0 0,1-1 1 0 0,0 1 0 0 0,0 0-1 0 0,1 0 1 0 0,-1 0 0 0 0,0 0-1 0 0,0-1 1 0 0,0 1-1 0 0,0 0 1 0 0,1 0 0 0 0,-1-1-1 0 0,0 1 1 0 0,1 0 0 0 0,-1 0-1 0 0,1-1 1 0 0,-1 1 0 0 0,1 0-1 0 0,-1-1 1 0 0,1 1-1 0 0,-1-1 1 0 0,1 1 0 0 0,-1 0-1 0 0,1-1 1 0 0,0 1 0 0 0,-1-1-1 0 0,1 0 1 0 0,0 1-1 0 0,0-1 1 0 0,-1 0 0 0 0,1 1-1 0 0,1-1 1 0 0,3 2-1 0 0,-1 0-1 0 0,1-1 1 0 0,0 0-1 0 0,0 0 1 0 0,0 0-1 0 0,9 0 1 0 0,13-1-84 0 0,6-1-2512 0 0</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05.148"/>
    </inkml:context>
    <inkml:brush xml:id="br0">
      <inkml:brushProperty name="width" value="0.35" units="cm"/>
      <inkml:brushProperty name="height" value="0.35" units="cm"/>
      <inkml:brushProperty name="color" value="#CC0066"/>
    </inkml:brush>
  </inkml:definitions>
  <inkml:trace contextRef="#ctx0" brushRef="#br0">307 304 544 0 0,'-4'21'84'0'0,"3"-19"-85"0"0,1 0 1 0 0,-1-1-1 0 0,0 1 1 0 0,1 0 0 0 0,0 0-1 0 0,0-1 1 0 0,-1 1 0 0 0,1 0-1 0 0,0 0 1 0 0,0 0 0 0 0,1 0-1 0 0,-1-1 1 0 0,0 1 0 0 0,0 0-1 0 0,1 0 1 0 0,0 0-1 0 0,-1-1 1 0 0,1 1 0 0 0,0 0-1 0 0,1 2 1 0 0,2 2 0 0 0,0-1 1 0 0,1 1-1 0 0,10 8 0 0 0,-11-10 13 0 0,0 0 1 0 0,0 0-1 0 0,0-1 0 0 0,0 1 0 0 0,1-1 0 0 0,8 4 0 0 0,-3 0 15 0 0,-8-6-21 0 0,-1 1 0 0 0,1-1 0 0 0,-1 1 0 0 0,0-1 0 0 0,1 1 0 0 0,-1-1 0 0 0,0 1 0 0 0,0 0 0 0 0,0-1 0 0 0,-1 1 0 0 0,1 0 0 0 0,0 0 0 0 0,-1 0 0 0 0,1-1 0 0 0,-1 1 0 0 0,1 0 0 0 0,-1 0 0 0 0,0 0 0 0 0,0 0 0 0 0,0 0 0 0 0,0 0 0 0 0,0 0 0 0 0,-1 2 0 0 0,1 1-23 0 0,0-4 24 0 0,1 1 0 0 0,-1-1-1 0 0,0 0 1 0 0,1 0 0 0 0,-1 0-1 0 0,1 0 1 0 0,0 1 0 0 0,-1-1-1 0 0,1 0 1 0 0,0 0 0 0 0,-1 0-1 0 0,1 0 1 0 0,0 0 0 0 0,0 0-1 0 0,0 0 1 0 0,0-1 0 0 0,0 1-1 0 0,0 0 1 0 0,0 0 0 0 0,0-1-1 0 0,0 1 1 0 0,1-1 0 0 0,-1 1-1 0 0,0-1 1 0 0,0 1 0 0 0,1-1-1 0 0,-1 0 1 0 0,0 0 0 0 0,0 0-1 0 0,1 1 1 0 0,-1-1 0 0 0,3-1-1 0 0,-3 2 6 0 0,1-1 0 0 0,0 0-1 0 0,0 0 1 0 0,-1 0 0 0 0,1 0 0 0 0,0 0 0 0 0,0-1-1 0 0,-1 1 1 0 0,1-1 0 0 0,0 1 0 0 0,-1-1-1 0 0,1 1 1 0 0,0-1 0 0 0,-1 0 0 0 0,1 0-1 0 0,-1 0 1 0 0,1 0 0 0 0,-1 0 0 0 0,0 0 0 0 0,1 0-1 0 0,-1 0 1 0 0,0-1 0 0 0,0 1 0 0 0,2-3-1 0 0,-1 0-11 0 0,0-1-1 0 0,-1 0 0 0 0,1 0 0 0 0,-1 0 1 0 0,0 0-1 0 0,-1-1 0 0 0,1 1 0 0 0,-1 0 1 0 0,0 0-1 0 0,-1-10 0 0 0,0 13-6 0 0,1-1 1 0 0,-1 1-1 0 0,0 0 0 0 0,1-1 0 0 0,-1 1 0 0 0,0 0 0 0 0,0 0 0 0 0,-1 0 0 0 0,1 0 1 0 0,0 0-1 0 0,-1 0 0 0 0,1 0 0 0 0,-1 0 0 0 0,0 0 0 0 0,1 1 0 0 0,-1-1 0 0 0,0 1 0 0 0,0-1 1 0 0,0 1-1 0 0,0 0 0 0 0,0 0 0 0 0,-1 0 0 0 0,1 0 0 0 0,-5-1 0 0 0,-3-1 11 0 0,0 1 1 0 0,-1 1-1 0 0,0 0 0 0 0,1 0 0 0 0,-1 1 0 0 0,1 0 0 0 0,-1 1 0 0 0,-12 3 0 0 0,19-4 0 0 0,-1 2 0 0 0,1-1-1 0 0,0 0 1 0 0,-1 1 0 0 0,1 0-1 0 0,0 0 1 0 0,0 0 0 0 0,0 1-1 0 0,-6 4 1 0 0,8-6-2 0 0,1 1 0 0 0,-1 0 1 0 0,0 0-1 0 0,1 0 0 0 0,-1 0 0 0 0,1 0 0 0 0,0 1 1 0 0,-1-1-1 0 0,1 0 0 0 0,0 1 0 0 0,0-1 0 0 0,1 0 1 0 0,-1 1-1 0 0,0-1 0 0 0,1 1 0 0 0,0-1 0 0 0,-1 1 0 0 0,1 3 1 0 0,0-5 1 0 0,0 1 0 0 0,1-1 1 0 0,-1 1-1 0 0,0 0 0 0 0,1-1 0 0 0,-1 1 1 0 0,0-1-1 0 0,1 1 0 0 0,0-1 1 0 0,-1 1-1 0 0,1-1 0 0 0,0 1 1 0 0,0-1-1 0 0,0 0 0 0 0,0 1 0 0 0,0-1 1 0 0,0 0-1 0 0,2 2 0 0 0,0-1 2 0 0,1 0-1 0 0,-1 0 0 0 0,0 0 1 0 0,1 0-1 0 0,-1 0 1 0 0,1-1-1 0 0,6 2 0 0 0,4 0 15 0 0,1 0 0 0 0,0-1 0 0 0,15 0 0 0 0,-29-2-20 0 0,12 0 11 0 0,0 0 0 0 0,0 0 0 0 0,0-2 0 0 0,0 1 0 0 0,0-2 0 0 0,0 0 0 0 0,16-6 0 0 0,-23 7 11 0 0,1-1 1 0 0,-1 0-1 0 0,0 0 1 0 0,0 0-1 0 0,0-1 1 0 0,-1 0-1 0 0,1 0 1 0 0,-1-1-1 0 0,0 1 1 0 0,0-1-1 0 0,-1 0 1 0 0,1-1 0 0 0,-1 1-1 0 0,0-1 1 0 0,-1 0-1 0 0,4-6 1 0 0,-4 5 11 0 0,-1 0 0 0 0,1 0 1 0 0,-1 0-1 0 0,0-1 0 0 0,-1 1 1 0 0,0 0-1 0 0,0-1 0 0 0,-1-12 1 0 0,0 14-23 0 0,0 1 0 0 0,-1 0 1 0 0,0 0-1 0 0,0 0 0 0 0,0 0 0 0 0,-1 1 1 0 0,1-1-1 0 0,-1 0 0 0 0,0 1 1 0 0,-1-1-1 0 0,1 1 0 0 0,-1-1 0 0 0,0 1 1 0 0,-4-5-1 0 0,1 4 1 0 0,-1-1 0 0 0,1 1-1 0 0,-1 1 1 0 0,0-1 0 0 0,-1 1 0 0 0,1 0 0 0 0,-1 1 0 0 0,1 0-1 0 0,-1 0 1 0 0,0 1 0 0 0,0-1 0 0 0,0 2 0 0 0,-1-1 0 0 0,-13 0-1 0 0,6 2 59 0 0,0-1 0 0 0,0 2 0 0 0,-1 0 0 0 0,1 1 0 0 0,0 0 0 0 0,-24 8 0 0 0,30-6-42 0 0,-1 0 1 0 0,1 1 0 0 0,0 0 0 0 0,1 0 0 0 0,-1 1-1 0 0,1 0 1 0 0,1 1 0 0 0,-1 0 0 0 0,1 0-1 0 0,-9 11 1 0 0,12-13-37 0 0,1-1 0 0 0,0 1 0 0 0,1 1 0 0 0,-1-1 0 0 0,1 0 0 0 0,0 1 0 0 0,0 0 1 0 0,1 0-1 0 0,0 0 0 0 0,0 0 0 0 0,0 0 0 0 0,1 0 0 0 0,0 0 0 0 0,0 1 0 0 0,0-1 0 0 0,1 0 0 0 0,0 1 0 0 0,1 10 0 0 0,0-14 10 0 0,0 0 1 0 0,0-1-1 0 0,0 1 0 0 0,0 0 1 0 0,0-1-1 0 0,0 0 1 0 0,1 1-1 0 0,-1-1 0 0 0,1 0 1 0 0,0 1-1 0 0,0-1 0 0 0,0 0 1 0 0,0 0-1 0 0,0-1 0 0 0,3 3 1 0 0,1 0-5 0 0,0 0 0 0 0,1 0 0 0 0,0-1 1 0 0,7 3-1 0 0,-3-2 2 0 0,1 0 0 0 0,-1-1 0 0 0,1-1 0 0 0,0 0 0 0 0,0-1 0 0 0,0 0 0 0 0,0-1 0 0 0,0 0 0 0 0,0-1 0 0 0,0 0 0 0 0,13-3 0 0 0,-9 0 23 0 0,0 0 0 0 0,-1-1 0 0 0,1-1 0 0 0,-1 0 1 0 0,0-1-1 0 0,-1-1 0 0 0,20-13 0 0 0,-26 15 32 0 0,0-1 0 0 0,-1 0 0 0 0,1 0 0 0 0,-1 0 0 0 0,-1-1 1 0 0,1 0-1 0 0,-2-1 0 0 0,1 0 0 0 0,-1 1 0 0 0,0-2 0 0 0,-1 1 0 0 0,6-18 0 0 0,-8 22-18 0 0,-1 1-1 0 0,1-1 1 0 0,-1 1-1 0 0,-1-1 1 0 0,1 0-1 0 0,-1 0 1 0 0,1 1-1 0 0,-2-8 1 0 0,1 9-34 0 0,-1 1 1 0 0,1-1-1 0 0,-1 1 1 0 0,0-1-1 0 0,0 1 1 0 0,0-1-1 0 0,0 1 1 0 0,0 0-1 0 0,0 0 1 0 0,-1-1-1 0 0,1 1 1 0 0,-1 0-1 0 0,0 0 1 0 0,1 0-1 0 0,-1 1 1 0 0,0-1-1 0 0,0 0 1 0 0,-4-2-1 0 0,-2 0 2 0 0,0 0 0 0 0,-1 1 0 0 0,1 0 0 0 0,-1 0-1 0 0,1 0 1 0 0,-1 1 0 0 0,0 1 0 0 0,0-1 0 0 0,0 2 0 0 0,0-1 0 0 0,0 1 0 0 0,0 0 0 0 0,0 1 0 0 0,0 0-1 0 0,-12 3 1 0 0,2 1 55 0 0,-1 0-1 0 0,1 1 1 0 0,0 1-1 0 0,1 1 0 0 0,-34 19 1 0 0,43-21-38 0 0,-1 1 1 0 0,2 0 0 0 0,-1 0-1 0 0,1 1 1 0 0,0 0 0 0 0,1 0-1 0 0,0 1 1 0 0,-7 10 0 0 0,10-13-16 0 0,0 1 0 0 0,0 0 0 0 0,1 0 1 0 0,0 0-1 0 0,0 0 0 0 0,0 1 1 0 0,1-1-1 0 0,1 1 0 0 0,-1-1 0 0 0,1 1 1 0 0,0 0-1 0 0,1 10 0 0 0,0-15-3 0 0,0 0-1 0 0,1-1 0 0 0,-1 1 1 0 0,1 0-1 0 0,0 0 1 0 0,0-1-1 0 0,0 1 0 0 0,0-1 1 0 0,0 1-1 0 0,1-1 1 0 0,-1 1-1 0 0,1-1 0 0 0,-1 0 1 0 0,1 0-1 0 0,4 4 0 0 0,-2-2 6 0 0,1-1-1 0 0,0 1 1 0 0,-1-1-1 0 0,1 0 1 0 0,1 0-1 0 0,-1-1 0 0 0,7 3 1 0 0,7 0 5 0 0,-1 0 0 0 0,1-1 1 0 0,31 2-1 0 0,-23-3 21 0 0,0-2 1 0 0,0-1-1 0 0,41-5 1 0 0,-60 4 17 0 0,0 0 1 0 0,0 0-1 0 0,0-1 1 0 0,-1 0-1 0 0,1-1 1 0 0,-1 0-1 0 0,1 0 1 0 0,-1 0-1 0 0,0-1 1 0 0,0 0-1 0 0,-1-1 1 0 0,1 1-1 0 0,-1-1 1 0 0,0 0-1 0 0,0-1 1 0 0,6-7-1 0 0,-9 9-45 0 0,-1 0-1 0 0,0 0 0 0 0,0-1 0 0 0,-1 1 0 0 0,1 0 1 0 0,-1-1-1 0 0,0 1 0 0 0,0-1 0 0 0,0 0 1 0 0,-1 1-1 0 0,1-1 0 0 0,-1 0 0 0 0,0 1 1 0 0,-1-1-1 0 0,1 0 0 0 0,-1 1 0 0 0,0-1 0 0 0,0 1 1 0 0,0-1-1 0 0,-1 1 0 0 0,1 0 0 0 0,-1-1 1 0 0,0 1-1 0 0,-1 0 0 0 0,-3-6 0 0 0,-4 1-9 0 0,-1 0-1 0 0,-1 1 1 0 0,1 0-1 0 0,-1 0 1 0 0,-1 1-1 0 0,1 1 1 0 0,-18-7-1 0 0,2 2 14 0 0,-1 1-1 0 0,0 1 0 0 0,0 2 0 0 0,-1 1 1 0 0,0 1-1 0 0,0 1 0 0 0,-1 2 0 0 0,1 1 1 0 0,-38 4-1 0 0,67-3-21 0 0,0 0 0 0 0,0 0 0 0 0,0 0 0 0 0,0 0 0 0 0,0 0 0 0 0,0 0 0 0 0,1 0 0 0 0,-1 1 0 0 0,0-1 0 0 0,0 0 0 0 0,0 0 0 0 0,0 1 0 0 0,1-1 0 0 0,-1 0 0 0 0,0 1 0 0 0,0-1 0 0 0,0 1 0 0 0,1-1 0 0 0,-1 1 0 0 0,0 0 0 0 0,1-1 0 0 0,-1 1 0 0 0,1 0 0 0 0,-1-1 0 0 0,1 1 0 0 0,-1 0 0 0 0,1-1 0 0 0,-1 1 0 0 0,1 0-1 0 0,-1 0 1 0 0,1 0 0 0 0,0 0 0 0 0,0-1 0 0 0,-1 1 0 0 0,1 0 0 0 0,0 0 0 0 0,0 0 0 0 0,0 0 0 0 0,0 0 0 0 0,0 0 0 0 0,0-1 0 0 0,0 1 0 0 0,0 0 0 0 0,1 1 0 0 0,0 1-6 0 0,0 0 0 0 0,0 0 0 0 0,1 0 0 0 0,-1 0 0 0 0,1 0 0 0 0,0 0 0 0 0,0 0 0 0 0,0-1 0 0 0,0 1 0 0 0,4 3 0 0 0,9 5-3 0 0,0 0 0 0 0,1-1 0 0 0,0 0 0 0 0,0-2 0 0 0,1 0 0 0 0,0-1 0 0 0,25 8 0 0 0,133 26-119 0 0,-160-38 122 0 0,76 14 194 0 0,1-3-1 0 0,123 1 0 0 0,-211-15-94 0 0,15-1 339 0 0,-18 1-405 0 0,-1 0 0 0 0,1 0 0 0 0,-1-1 0 0 0,1 1 0 0 0,-1 0 0 0 0,0 0 0 0 0,1-1 0 0 0,-1 1 0 0 0,1 0 0 0 0,-1 0 0 0 0,1-1 0 0 0,-1 1 0 0 0,0-1 0 0 0,1 1 1 0 0,-1 0-1 0 0,0-1 0 0 0,1 1 0 0 0,-1-1 0 0 0,0 1 0 0 0,1-1 0 0 0,-1 1 0 0 0,0-1 0 0 0,0 1 0 0 0,0-1 0 0 0,0 1 0 0 0,1-1 0 0 0,-1 0 0 0 0,0 0-9 0 0,0 1 0 0 0,0-1 0 0 0,0 1 0 0 0,0-1 1 0 0,0 0-1 0 0,-1 1 0 0 0,1-1 0 0 0,0 1 0 0 0,0-1 0 0 0,0 0 0 0 0,-1 1 0 0 0,1-1 0 0 0,0 1 0 0 0,0-1 1 0 0,-1 1-1 0 0,1-1 0 0 0,0 1 0 0 0,-1-1 0 0 0,1 1 0 0 0,-1-1 0 0 0,1 1 0 0 0,-1 0 0 0 0,1-1 0 0 0,-1 1 1 0 0,0-1-1 0 0,-18-7 60 0 0,11 5-35 0 0,-28-9-34 0 0,0 2 0 0 0,-56-9-1 0 0,-83-3 148 0 0,168 21-141 0 0,-508-16 717 0 0,483 17-721 0 0,9 2-134 0 0,15 2-5 0 0,10-2 132 0 0,-1-1-1 0 0,0 0 0 0 0,1 1 0 0 0,-1-1 1 0 0,1 0-1 0 0,-1 0 0 0 0,1 0 0 0 0,0 0 1 0 0,-1-1-1 0 0,1 1 0 0 0,0 0 0 0 0,0-1 1 0 0,-1 1-1 0 0,1-1 0 0 0,0 1 0 0 0,2-1 1 0 0,58 14-147 0 0,0-3 1 0 0,67 3-1 0 0,-81-10 31 0 0,486 24-89 0 0,-521-30 672 0 0,-16-4-332 0 0,-20-5-87 0 0,-20 1-44 0 0,-1 2-1 0 0,-54-4 1 0 0,53 7 2 0 0,-413-13-40 0 0,419 18-147 0 0,151 8-243 0 0,-34-2 238 0 0,279 3-700 0 0,-78-9 1150 0 0,-277 0-249 0 0,4 1 75 0 0,-1-1 0 0 0,1 0 0 0 0,-1 0 0 0 0,1-1 0 0 0,-1 1 0 0 0,1-1 0 0 0,-1-1 0 0 0,0 1 0 0 0,1-1 1 0 0,-1 1-1 0 0,6-4 0 0 0,-11 4-77 0 0,1 1 0 0 0,-1 0 1 0 0,1-1-1 0 0,-1 1 1 0 0,1-1-1 0 0,-1 0 0 0 0,0 1 1 0 0,1-1-1 0 0,-1 1 1 0 0,0-1-1 0 0,1 1 0 0 0,-1-1 1 0 0,0 0-1 0 0,0 1 1 0 0,0-1-1 0 0,1 0 0 0 0,-1 1 1 0 0,0-1-1 0 0,0 0 1 0 0,0 1-1 0 0,0-1 0 0 0,0 0 1 0 0,0 1-1 0 0,0-1 1 0 0,0 0-1 0 0,-1 1 0 0 0,1-1 1 0 0,0 0-1 0 0,0 1 1 0 0,-1-1-1 0 0,1 1 0 0 0,0-1 1 0 0,0 0-1 0 0,-1 1 1 0 0,1-1-1 0 0,-1 1 0 0 0,1-1 1 0 0,-1 1-1 0 0,1-1 1 0 0,-1 1-1 0 0,1-1 0 0 0,-1 1 1 0 0,1 0-1 0 0,-1-1 1 0 0,1 1-1 0 0,-1 0 0 0 0,0-1 1 0 0,1 1-1 0 0,-2 0 1 0 0,-6-4 4 0 0,0 0 0 0 0,-1 1 1 0 0,0 1-1 0 0,1-1 0 0 0,-1 1 1 0 0,0 1-1 0 0,-14-1 0 0 0,-2-2-17 0 0,-53-4 57 0 0,-1 3 0 0 0,-88 6 0 0 0,128 0 42 0 0,23-1-59 0 0,-13 0-24 0 0,0 1 0 0 0,0 2-1 0 0,-32 7 1 0 0,61-11-20 0 0,0 1 0 0 0,-1 0 0 0 0,1 0 0 0 0,-1 1 0 0 0,1-1 0 0 0,-1 0 0 0 0,1 0 0 0 0,0 0-1 0 0,-1 0 1 0 0,1 0 0 0 0,-1 0 0 0 0,1 1 0 0 0,0-1 0 0 0,-1 0 0 0 0,1 0 0 0 0,-1 0 0 0 0,1 1 0 0 0,0-1 0 0 0,-1 0 0 0 0,1 1-1 0 0,0-1 1 0 0,0 0 0 0 0,-1 1 0 0 0,1-1 0 0 0,0 0 0 0 0,0 1 0 0 0,-1-1 0 0 0,1 1 0 0 0,1 0 2 0 0,-1 0 0 0 0,1-1 0 0 0,0 1 0 0 0,0-1 0 0 0,-1 1 0 0 0,1-1 0 0 0,0 1 0 0 0,0-1 0 0 0,0 1 0 0 0,0-1 0 0 0,0 0 0 0 0,0 1 0 0 0,0-1 0 0 0,0 0 0 0 0,1 0 0 0 0,71 13-109 0 0,148 6 1 0 0,-145-14-6 0 0,312 9 120 0 0,-381-14-3 0 0,39-3 373 0 0,-43 3-321 0 0,-1-1 1 0 0,1 1 0 0 0,-1-1 0 0 0,1 0 0 0 0,-1 1-1 0 0,0-1 1 0 0,1-1 0 0 0,-1 1 0 0 0,0 0 0 0 0,0 0-1 0 0,0-1 1 0 0,0 1 0 0 0,0-1 0 0 0,0 0 0 0 0,2-2-1 0 0,-4 4-45 0 0,0 0 0 0 0,1-1 0 0 0,-1 1 0 0 0,0-1-1 0 0,0 1 1 0 0,1-1 0 0 0,-1 1 0 0 0,0-1 0 0 0,0 1 0 0 0,0-1-1 0 0,0 1 1 0 0,1-1 0 0 0,-1 1 0 0 0,0-1 0 0 0,0 1 0 0 0,0-1-1 0 0,0 1 1 0 0,0-1 0 0 0,0 1 0 0 0,0-1 0 0 0,-1 1 0 0 0,1-1-1 0 0,0 1 1 0 0,0-1 0 0 0,0 1 0 0 0,0-1 0 0 0,-1 1 0 0 0,1-1-1 0 0,-15-10-8 0 0,-22-1-73 0 0,-19 4 61 0 0,-1 2 0 0 0,-103 4 0 0 0,103 2-25 0 0,-44 2-129 0 0,-104 14 0 0 0,224-11-172 0 0,22 1 276 0 0,460 6-1019 0 0,-418-12 1376 0 0,-55-1 190 0 0,-28 1-473 0 0,1 0 0 0 0,-1 0-1 0 0,0 0 1 0 0,0 0 0 0 0,0 0 0 0 0,1 0-1 0 0,-1 0 1 0 0,0 0 0 0 0,0 0-1 0 0,1 0 1 0 0,-1 0 0 0 0,0 0 0 0 0,0 0-1 0 0,0 0 1 0 0,1 0 0 0 0,-1 0-1 0 0,0 0 1 0 0,0 0 0 0 0,0 0 0 0 0,1 0-1 0 0,-1 0 1 0 0,0 0 0 0 0,0 0-1 0 0,0-1 1 0 0,1 1 0 0 0,-1 0 0 0 0,0 0-1 0 0,0 0 1 0 0,0 0 0 0 0,0 0-1 0 0,0-1 1 0 0,1 1 0 0 0,-1 0 0 0 0,0 0-1 0 0,0 0 1 0 0,0-1 0 0 0,0 1-1 0 0,0 0 1 0 0,0 0 0 0 0,0 0 0 0 0,0-1-1 0 0,0 1 1 0 0,0 0 0 0 0,0 0-1 0 0,0 0 1 0 0,0-1 0 0 0,0 1 0 0 0,0 0-1 0 0,0 0 1 0 0,0-1 0 0 0,0 1-1 0 0,0 0 1 0 0,-14-8 132 0 0,-48-8-11 0 0,-1 3-1 0 0,-93-7 1 0 0,100 14-86 0 0,-223-20 418 0 0,195 19-180 0 0,39 3-177 0 0,-108-13 59 0 0,138 13-326 0 0,29 3-33 0 0,182 15-300 0 0,-27-2 106 0 0,-59-3 211 0 0,-39-3 543 0 0,138-5 1 0 0,-197-5 174 0 0,-15-3-388 0 0,-20-5-129 0 0,-18 1 78 0 0,0 2-1 0 0,0 1 1 0 0,-49-1 0 0 0,68 6-65 0 0,-199-11 177 0 0,-112 11 266 0 0,223 3-411 0 0,137 2-203 0 0,41 7 0 0 0,-11-1 5 0 0,217 16-815 0 0,6 1 267 0 0,-6 21 935 0 0,-268-44-10 0 0,-6-1-108 0 0,-10 2-24 0 0,-77-3 59 0 0,-542 39 803 0 0,610-37-909 0 0,-3 1 17 0 0,-29 7-1 0 0,46-9-82 0 0,0 0 0 0 0,0 1 0 0 0,0 0-1 0 0,0 0 1 0 0,1 0 0 0 0,-1 1-1 0 0,1-1 1 0 0,-1 1 0 0 0,1 0-1 0 0,0 1 1 0 0,-5 4 0 0 0,8-7 5 0 0,0 0 1 0 0,1 0 0 0 0,-1 0 0 0 0,0 0 0 0 0,1 0 0 0 0,-1 0-1 0 0,1 0 1 0 0,-1 0 0 0 0,1 0 0 0 0,-1 0 0 0 0,1 0-1 0 0,0 0 1 0 0,-1 1 0 0 0,1-1 0 0 0,0 0 0 0 0,0 2-1 0 0,0-2 1 0 0,1 1-1 0 0,-1-1 0 0 0,1 0 1 0 0,-1 1-1 0 0,1-1 0 0 0,-1 1 1 0 0,1-1-1 0 0,0 0 0 0 0,0 0 1 0 0,0 1-1 0 0,0-1 0 0 0,0 0 1 0 0,0 0-1 0 0,0 0 0 0 0,0 0 1 0 0,0 0-1 0 0,0 0 0 0 0,1-1 1 0 0,0 2-1 0 0,20 10-8 0 0,0 0 1 0 0,0-1-1 0 0,1-2 0 0 0,48 14 0 0 0,112 18-49 0 0,-146-34 53 0 0,-20-3-15 0 0,275 59 93 0 0,-231-54 234 0 0,118 4 1 0 0,-557-7 14 0 0,126 12 16 0 0,234-17-311 0 0,4 0-60 0 0,-1 1 0 0 0,1-1 0 0 0,0 2 0 0 0,0 0 1 0 0,1 1-1 0 0,-18 7 0 0 0,30-11 23 0 0,1 0 1 0 0,-1 0-1 0 0,1 1 1 0 0,0-1-1 0 0,-1 0 0 0 0,1 0 1 0 0,-1 0-1 0 0,1 1 1 0 0,0-1-1 0 0,-1 0 1 0 0,1 0-1 0 0,0 1 0 0 0,-1-1 1 0 0,1 0-1 0 0,0 1 1 0 0,-1-1-1 0 0,1 0 0 0 0,0 1 1 0 0,0-1-1 0 0,-1 1 1 0 0,1-1-1 0 0,0 1 1 0 0,0-1-1 0 0,0 0 0 0 0,0 1 1 0 0,0-1-1 0 0,-1 1 1 0 0,1-1-1 0 0,0 1 0 0 0,0-1 1 0 0,0 1-1 0 0,0-1 1 0 0,0 0-1 0 0,0 1 0 0 0,1-1 1 0 0,-1 1-1 0 0,0-1 1 0 0,0 1-1 0 0,0-1 1 0 0,0 0-1 0 0,0 1 0 0 0,1-1 1 0 0,-1 1-1 0 0,0-1 1 0 0,0 0-1 0 0,1 1 0 0 0,-1-1 1 0 0,0 1-1 0 0,1-1 1 0 0,-1 0-1 0 0,0 0 0 0 0,1 1 1 0 0,-1-1-1 0 0,0 0 1 0 0,1 0-1 0 0,0 1 1 0 0,25 12 10 0 0,33 4-343 0 0,2-4 0 0 0,94 10 0 0 0,-109-18 174 0 0,367 22-6 0 0,-413-27 172 0 0,0 0 0 0 0,0 0 0 0 0,0 0-1 0 0,0 0 1 0 0,0 0 0 0 0,0-1 0 0 0,0 1-1 0 0,0 0 1 0 0,0 0 0 0 0,0 0 0 0 0,0 0-1 0 0,0 0 1 0 0,0 0 0 0 0,0-1 0 0 0,0 1-1 0 0,0 0 1 0 0,0 0 0 0 0,0 0 0 0 0,0 0-1 0 0,0 0 1 0 0,0 0 0 0 0,0-1 0 0 0,0 1-1 0 0,0 0 1 0 0,0 0 0 0 0,0 0 0 0 0,0 0 0 0 0,0 0-1 0 0,0 0 1 0 0,0 0 0 0 0,0-1 0 0 0,0 1-1 0 0,1 0 1 0 0,-1 0 0 0 0,0 0 0 0 0,0 0-1 0 0,0 0 1 0 0,0 0 0 0 0,0 0 0 0 0,0 0-1 0 0,0 0 1 0 0,0 0 0 0 0,1 0 0 0 0,-1 0-1 0 0,0 0 1 0 0,0-1 0 0 0,0 1 0 0 0,0 0-1 0 0,0 0 1 0 0,-12-6-124 0 0,-20-3 87 0 0,1 1 0 0 0,-1 2 0 0 0,-1 1-1 0 0,-34 0 1 0 0,-23-4 25 0 0,-387-39 1028 0 0,415 40-1199 0 0,56 6 11 0 0,9 1 24 0 0,31 2 81 0 0,240 19-658 0 0,248 9 416 0 0,-518-29 365 0 0,0 0 1 0 0,0 0 0 0 0,0-1 0 0 0,-1 1-1 0 0,1-1 1 0 0,5-2 0 0 0,-8 3-55 0 0,-1 0 0 0 0,1 0 1 0 0,-1-1-1 0 0,1 1 0 0 0,-1 0 1 0 0,1 0-1 0 0,-1-1 0 0 0,1 1 0 0 0,-1-1 1 0 0,0 1-1 0 0,1 0 0 0 0,-1-1 0 0 0,1 1 1 0 0,-1-1-1 0 0,0 1 0 0 0,0-1 1 0 0,1 1-1 0 0,-1-1 0 0 0,0 1 0 0 0,0-1 1 0 0,1 0-1 0 0,-1 0-6 0 0,0 0 0 0 0,-1 0 1 0 0,1 0-1 0 0,0 0 0 0 0,0 1 0 0 0,0-1 0 0 0,-1 0 1 0 0,1 0-1 0 0,0 0 0 0 0,-1 0 0 0 0,1 0 0 0 0,-1 0 1 0 0,1 0-1 0 0,-1 1 0 0 0,1-1 0 0 0,-2-1 0 0 0,-3-3-14 0 0,-1 0-1 0 0,1 0 1 0 0,-1 1-1 0 0,0-1 1 0 0,-1 1-1 0 0,1 1 1 0 0,-1-1-1 0 0,-11-3 1 0 0,2-1 3 0 0,-35-13-17 0 0,0 1-1 0 0,-1 3 1 0 0,-1 3 0 0 0,-62-10 0 0 0,-221-16 18 0 0,283 36 20 0 0,23 1 9 0 0,-2-1-1 0 0,1 2-1 0 0,-1 1 0 0 0,1 1 1 0 0,-33 5-1 0 0,62-5-21 0 0,-1 1 0 0 0,1-1-1 0 0,-1 1 1 0 0,0 0 0 0 0,1 0 0 0 0,0 0-1 0 0,-1 0 1 0 0,1 1 0 0 0,-1-1-1 0 0,1 1 1 0 0,0-1 0 0 0,0 1-1 0 0,0 0 1 0 0,0 0 0 0 0,-2 2 0 0 0,3-3 4 0 0,0 1 1 0 0,0-1 0 0 0,1 1 0 0 0,-1-1 0 0 0,0 1 0 0 0,1-1 0 0 0,-1 1 0 0 0,1-1-1 0 0,0 1 1 0 0,-1-1 0 0 0,1 1 0 0 0,0 0 0 0 0,0-1 0 0 0,0 1 0 0 0,0-1 0 0 0,0 1 0 0 0,1 0-1 0 0,-1-1 1 0 0,0 1 0 0 0,1-1 0 0 0,-1 1 0 0 0,1-1 0 0 0,-1 1 0 0 0,1-1 0 0 0,0 1 0 0 0,0-1-1 0 0,1 3 1 0 0,1-1 3 0 0,0 1 0 0 0,0 0 0 0 0,1-1 0 0 0,0 1 0 0 0,-1-1 0 0 0,1 0 0 0 0,0 0 0 0 0,0-1 0 0 0,5 3 0 0 0,43 18 156 0 0,86 25-183 0 0,167 35 0 0 0,-249-69-52 0 0,1-3 1 0 0,0-2-1 0 0,0-3 1 0 0,1-2-1 0 0,0-3 1 0 0,72-8-1 0 0,-121 6 83 0 0,-1 0 0 0 0,1-1-1 0 0,-1 0 1 0 0,0 0 0 0 0,0-1-1 0 0,0 0 1 0 0,0-1 0 0 0,12-7-1 0 0,-17 10-12 0 0,-1-1 0 0 0,0 0 0 0 0,1 0-1 0 0,-1 0 1 0 0,0 0 0 0 0,0-1 0 0 0,0 1-1 0 0,0-1 1 0 0,-1 1 0 0 0,1-1-1 0 0,-1 1 1 0 0,1-1 0 0 0,-1 0 0 0 0,0 0-1 0 0,0 0 1 0 0,0 0 0 0 0,-1 0-1 0 0,1 0 1 0 0,-1 0 0 0 0,1 0 0 0 0,-1 0-1 0 0,0 0 1 0 0,0 0 0 0 0,0 0 0 0 0,-1 0-1 0 0,0-4 1 0 0,0 4-18 0 0,0 0 0 0 0,0 0-1 0 0,0 0 1 0 0,0 1 0 0 0,0-1 0 0 0,0 0 0 0 0,-1 1 0 0 0,0-1-1 0 0,1 1 1 0 0,-1 0 0 0 0,0-1 0 0 0,0 1 0 0 0,0 0 0 0 0,-3-2-1 0 0,-34-19-133 0 0,38 22 154 0 0,-13-5-6 0 0,0 0 1 0 0,0 1-1 0 0,-1 1 1 0 0,0 0-1 0 0,0 1 1 0 0,0 0-1 0 0,-23 0 1 0 0,12 0 23 0 0,-49-3 419 0 0,-84 5 0 0 0,110 2 58 0 0,0 2 1 0 0,-79 15-1 0 0,110-14-384 0 0,1 0 1 0 0,0 2-1 0 0,-1 0 0 0 0,2 0 0 0 0,-1 2 1 0 0,1 0-1 0 0,0 1 0 0 0,1 0 0 0 0,0 1 1 0 0,-24 21-1 0 0,34-26-56 0 0,0 0-1 0 0,1 0 1 0 0,0 1 0 0 0,-1-1-1 0 0,2 1 1 0 0,-1 0 0 0 0,1 0 0 0 0,0 0-1 0 0,0 0 1 0 0,-3 9 0 0 0,5-11-35 0 0,1 1 1 0 0,-1-1 0 0 0,1 0-1 0 0,-1 1 1 0 0,1-1 0 0 0,1 1-1 0 0,-1-1 1 0 0,1 0 0 0 0,-1 1-1 0 0,1-1 1 0 0,0 0 0 0 0,1 0-1 0 0,-1 1 1 0 0,1-1 0 0 0,4 7-1 0 0,-3-6 11 0 0,1 1 1 0 0,0-1-1 0 0,0 0 0 0 0,0-1 0 0 0,1 1 0 0 0,-1-1 0 0 0,1 0 1 0 0,10 7-1 0 0,26 15 2 0 0,0-2 1 0 0,2-1-1 0 0,1-2 1 0 0,0-2 0 0 0,2-2-1 0 0,56 13 1 0 0,-47-17-14 0 0,1-3 1 0 0,0-1-1 0 0,0-4 0 0 0,0-2 1 0 0,71-5-1 0 0,-106 1 81 0 0,0-2 0 0 0,0 0 0 0 0,-1-1 0 0 0,0-2 0 0 0,1 0-1 0 0,-2-1 1 0 0,30-14 0 0 0,-44 17-115 0 0,-1 1 0 0 0,1-1 0 0 0,-1 0-1 0 0,0 0 1 0 0,0 0 0 0 0,0-1 0 0 0,-1 1 0 0 0,0-1 0 0 0,0 0 0 0 0,0 0-1 0 0,0 0 1 0 0,-1 0 0 0 0,0-1 0 0 0,0 1 0 0 0,0-1 0 0 0,-1 1-1 0 0,0-1 1 0 0,0 0 0 0 0,0 1 0 0 0,-1-1 0 0 0,0 0 0 0 0,0 1 0 0 0,0-1-1 0 0,-1 0 1 0 0,1 0 0 0 0,-1 1 0 0 0,-1-1 0 0 0,-2-7 0 0 0,-1 2-51 0 0,-1 0 0 0 0,-1 0 0 0 0,0 0 0 0 0,-1 1 0 0 0,1 0 0 0 0,-2 1 0 0 0,0-1 0 0 0,-16-12 0 0 0,0 3-43 0 0,-2 1 1 0 0,-1 1 0 0 0,-41-19 0 0 0,60 31 105 0 0,-29-12-33 0 0,0 2-1 0 0,-2 1 1 0 0,1 2 0 0 0,-46-8-1 0 0,-168-16 93 0 0,171 27-137 0 0,70 10-32 0 0,20 6 114 0 0,24 8 21 0 0,-6-5 3 0 0,1-1 0 0 0,52 10 0 0 0,59 0-110 0 0,-118-17 66 0 0,96 7 83 0 0,125-7 0 0 0,-225-2-38 0 0,6-1 22 0 0,41-5 0 0 0,-56 5-21 0 0,-1 0-1 0 0,0 0 0 0 0,-1-1 0 0 0,1 0 1 0 0,0 0-1 0 0,0-1 0 0 0,-1 0 0 0 0,1 0 0 0 0,-1 0 1 0 0,0 0-1 0 0,8-7 0 0 0,-12 9-27 0 0,0 0 1 0 0,0 0-1 0 0,0 0 1 0 0,0 0-1 0 0,0 0 1 0 0,0-1-1 0 0,0 1 1 0 0,-1 0-1 0 0,1 0 1 0 0,0-1-1 0 0,-1 1 1 0 0,1 0-1 0 0,-1-1 1 0 0,1 1-1 0 0,-1 0 1 0 0,1-1-1 0 0,-1 1 1 0 0,0-1-1 0 0,0 1 1 0 0,0-1-1 0 0,0 1 1 0 0,0 0-1 0 0,0-1 1 0 0,0 1-1 0 0,0-1 1 0 0,-1 1-1 0 0,1-1 1 0 0,0 1-1 0 0,-1 0 1 0 0,0-1-1 0 0,1 1 1 0 0,-2-3-1 0 0,-1 0-15 0 0,0 1 0 0 0,-1-1-1 0 0,1 1 1 0 0,-1 0 0 0 0,1 0 0 0 0,-1 0 0 0 0,0 0 0 0 0,-8-4-1 0 0,-18-8-5 0 0,-1 2 0 0 0,-1 1-1 0 0,1 1 1 0 0,-2 2 0 0 0,1 1-1 0 0,-1 1 1 0 0,-40-2 0 0 0,-243 2 10 0 0,204 8 84 0 0,1-2 25 0 0,-123 3-21 0 0,230-1-80 0 0,0-2-16 0 0,-1 1-1 0 0,1 0 1 0 0,-1 0-1 0 0,1 1 1 0 0,-1-1-1 0 0,1 1 1 0 0,-1 0 0 0 0,1 1-1 0 0,-1-1 1 0 0,1 1-1 0 0,0-1 1 0 0,0 1-1 0 0,-5 3 1 0 0,9-4 22 0 0,-1-1 0 0 0,1 0 1 0 0,0 0-1 0 0,0 0 0 0 0,0 1 0 0 0,0-1 1 0 0,0 0-1 0 0,-1 0 0 0 0,1 1 0 0 0,0-1 0 0 0,0 0 1 0 0,0 0-1 0 0,0 1 0 0 0,0-1 0 0 0,0 0 0 0 0,0 1 1 0 0,0-1-1 0 0,0 0 0 0 0,0 0 0 0 0,0 1 1 0 0,0-1-1 0 0,0 0 0 0 0,0 1 0 0 0,0-1 0 0 0,0 0 1 0 0,0 0-1 0 0,0 1 0 0 0,0-1 0 0 0,0 0 1 0 0,1 0-1 0 0,-1 1 0 0 0,0-1 0 0 0,0 0 0 0 0,0 0 1 0 0,0 0-1 0 0,1 1 0 0 0,-1-1 0 0 0,0 0 0 0 0,0 0 1 0 0,0 0-1 0 0,1 1 0 0 0,-1-1 0 0 0,0 0 1 0 0,0 0-1 0 0,1 0 0 0 0,-1 0 0 0 0,0 0 0 0 0,0 0 1 0 0,1 0-1 0 0,-1 1 0 0 0,0-1 0 0 0,0 0 1 0 0,1 0-1 0 0,-1 0 0 0 0,16 4-14 0 0,0 1 0 0 0,0-2 0 0 0,0 0 1 0 0,31 1-1 0 0,-39-3 8 0 0,554 14-973 0 0,-522-15 964 0 0,-3 1 91 0 0,1-2 1 0 0,68-12-1 0 0,-90 9 28 0 0,-15-1-80 0 0,-10 0-32 0 0,-18-2 20 0 0,0 1 0 0 0,-1 0-1 0 0,0 3 1 0 0,-46-2-1 0 0,38 3-54 0 0,-561-9 274 0 0,494 11-394 0 0,518-8-1628 0 0,2-1 345 0 0,-410 9 1456 0 0,24 0 208 0 0,58-6-1 0 0,-88 6-205 0 0,21-6 296 0 0,-22 6-305 0 0,0-1 0 0 0,0 1 0 0 0,0 0 0 0 0,0 0 0 0 0,0 0 0 0 0,0 0 0 0 0,0 0 0 0 0,0 0 0 0 0,0 0 0 0 0,1-1 0 0 0,-1 1 0 0 0,0 0 0 0 0,0 0 0 0 0,0 0 0 0 0,0 0 0 0 0,0 0 0 0 0,0-1 0 0 0,0 1 0 0 0,0 0 0 0 0,0 0 0 0 0,0 0 0 0 0,0 0 1 0 0,0 0-1 0 0,0-1 0 0 0,0 1 0 0 0,0 0 0 0 0,0 0 0 0 0,0 0 0 0 0,0 0 0 0 0,0 0 0 0 0,-1 0 0 0 0,1-1 0 0 0,0 1 0 0 0,0 0 0 0 0,0 0 0 0 0,0 0 0 0 0,0 0 0 0 0,0 0 0 0 0,0 0 0 0 0,0 0 0 0 0,0-1 0 0 0,-1 1 0 0 0,1 0 0 0 0,-14-8 27 0 0,-21-5-47 0 0,0 2 1 0 0,-69-13-1 0 0,-82-1-141 0 0,99 14 74 0 0,-444-56-71 0 0,506 62-282 0 0,32 5 74 0 0,47 3 105 0 0,-46-3 300 0 0,1052 37-827 0 0,-1046-36 977 0 0,-10-1-112 0 0,-1 1 0 0 0,0-1 0 0 0,1 0 0 0 0,-1 0 0 0 0,0 0 0 0 0,1-1 0 0 0,-1 1 0 0 0,0-1 0 0 0,1 1 0 0 0,-1-1 0 0 0,0 0 0 0 0,0-1 0 0 0,4-1 0 0 0,-7 3-73 0 0,0 0 1 0 0,0 0-1 0 0,1-1 1 0 0,-1 1-1 0 0,0 0 1 0 0,0 0-1 0 0,0-1 1 0 0,0 1-1 0 0,1 0 0 0 0,-1 0 1 0 0,0-1-1 0 0,0 1 1 0 0,0 0-1 0 0,0-1 1 0 0,0 1-1 0 0,0 0 1 0 0,0 0-1 0 0,0-1 1 0 0,0 1-1 0 0,0 0 1 0 0,0-1-1 0 0,0 1 1 0 0,0 0-1 0 0,0-1 1 0 0,0 1-1 0 0,0 0 1 0 0,0-1-1 0 0,0 1 1 0 0,-1 0-1 0 0,1 0 1 0 0,0-1-1 0 0,0 1 1 0 0,0 0-1 0 0,0 0 0 0 0,-1-1 1 0 0,1 1-1 0 0,0 0 1 0 0,0 0-1 0 0,0 0 1 0 0,-1-1-1 0 0,-4-3-16 0 0,0 1 0 0 0,0-1-1 0 0,0 1 1 0 0,0 0 0 0 0,0 1-1 0 0,-1-1 1 0 0,0 1 0 0 0,1 0-1 0 0,-1 0 1 0 0,-8 0 0 0 0,3-2-2 0 0,-55-12 80 0 0,-111-13 0 0 0,-74 8-24 0 0,181 16-3 0 0,-309-25-59 0 0,342 27-377 0 0,45 2-2 0 0,63 1 32 0 0,-66 0 379 0 0,254 8-874 0 0,-126-3 355 0 0,-80-3 430 0 0,231 5 562 0 0,-306-14-237 0 0,-285-39 382 0 0,-230 16 591 0 0,391 23-1215 0 0,358 21-242 0 0,-102-3-14 0 0,454 42-403 0 0,-492-46 811 0 0,-48-4 180 0 0,-21-3-185 0 0,-5 0-21 0 0,-35-5 56 0 0,-171-24 375 0 0,-394-1 0 0 0,666 38-652 0 0,-6 0 134 0 0,773 50-668 0 0,-587-52 1464 0 0,-319-23-1020 0 0,-145 7 297 0 0,134 8-48 0 0,-249 1 27 0 0,200 1-427 0 0,338 2-40 0 0,326-9 470 0 0,-499 5 314 0 0,-30 2-410 0 0,1 0-1 0 0,-1 0 0 0 0,0 0 0 0 0,0 0 0 0 0,1 0 0 0 0,-1 0 1 0 0,0 0-1 0 0,0 0 0 0 0,1 0 0 0 0,-1 0 0 0 0,0 0 0 0 0,0 0 1 0 0,1-1-1 0 0,-1 1 0 0 0,0 0 0 0 0,0 0 0 0 0,1 0 0 0 0,-1 0 1 0 0,0-1-1 0 0,0 1 0 0 0,0 0 0 0 0,1 0 0 0 0,-1 0 0 0 0,0-1 1 0 0,0 1-1 0 0,0 0 0 0 0,0 0 0 0 0,1 0 0 0 0,-1-1 0 0 0,0 1 1 0 0,0-1-1 0 0,-9-5 0 0 0,-14 0-7 0 0,0 1-1 0 0,-1 1 1 0 0,1 0-1 0 0,-36 1 0 0 0,14 0 44 0 0,-329-9 173 0 0,118 7 140 0 0,146 0-492 0 0,410 11-492 0 0,-125-1 285 0 0,134-1 826 0 0,-328-5-337 0 0,-39-8-1 0 0,8 1-91 0 0,-631-22 660 0 0,1290 38-2308 0 0,-452-7 1985 0 0,-149-2-190 0 0,-16-3-218 0 0,-27-3 18 0 0,0 2 1 0 0,0 1-1 0 0,-55 2 0 0 0,11 1 71 0 0,-62-9 28 0 0,-86-2-592 0 0,459 21 106 0 0,-191-5 323 0 0,1 3 0 0 0,57 16 0 0 0,-91-21 76 0 0,-1 0 22 0 0,0 0 0 0 0,0 0-1 0 0,0 0 1 0 0,-1 1 0 0 0,1 0-1 0 0,7 8 679 0 0,-22-10-334 0 0,-16 1-686 0 0,12-2-894 0 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09.860"/>
    </inkml:context>
    <inkml:brush xml:id="br0">
      <inkml:brushProperty name="width" value="0.35" units="cm"/>
      <inkml:brushProperty name="height" value="0.35" units="cm"/>
      <inkml:brushProperty name="color" value="#CC0066"/>
    </inkml:brush>
  </inkml:definitions>
  <inkml:trace contextRef="#ctx0" brushRef="#br0">1042 827 440 0 0,'-9'0'38'0'0,"1"-1"0"0"0,0 0 0 0 0,-16-4 0 0 0,-49-21-114 0 0,52 18 79 0 0,0-2 12 0 0,16 7-12 0 0,0 1 1 0 0,-1 0-1 0 0,1 0 0 0 0,0 0 0 0 0,-7-1 0 0 0,10 3-2 0 0,0 0 0 0 0,0 0 1 0 0,0 0-1 0 0,0 0 0 0 0,0 0 0 0 0,0 0 1 0 0,0 1-1 0 0,0-1 0 0 0,1 0 1 0 0,-1 1-1 0 0,0 0 0 0 0,0 0 1 0 0,0-1-1 0 0,1 1 0 0 0,-1 0 0 0 0,0 0 1 0 0,1 1-1 0 0,-1-1 0 0 0,-1 2 1 0 0,-23 16 27 0 0,12-18-22 0 0,9-1 29 0 0,16 1 231 0 0,9 4-154 0 0,8 2-83 0 0,8-3 94 0 0,37-3 1 0 0,-68-1-60 0 0,-4 0-17 0 0,0 0 1 0 0,0 0-1 0 0,0 0 1 0 0,0 0-1 0 0,0 0 1 0 0,0 0-1 0 0,0 0 1 0 0,0 0-1 0 0,0-1 1 0 0,-1 1-1 0 0,1 0 1 0 0,0-1-1 0 0,0 1 1 0 0,0-1-1 0 0,1 0 1 0 0,-2 1-27 0 0,0-1 1 0 0,1 1-1 0 0,-1 0 0 0 0,0-1 1 0 0,0 1-1 0 0,0 0 1 0 0,0-1-1 0 0,1 1 1 0 0,-1-1-1 0 0,0 1 0 0 0,0 0 1 0 0,0-1-1 0 0,0 1 1 0 0,0-1-1 0 0,0 1 1 0 0,0-1-1 0 0,0 1 0 0 0,0 0 1 0 0,0-1-1 0 0,0 1 1 0 0,0-1-1 0 0,0 1 1 0 0,-1-1-1 0 0,0-1 25 0 0,0 0 1 0 0,0 0-1 0 0,0 0 0 0 0,0 0 1 0 0,-1 0-1 0 0,1 0 0 0 0,-1 0 0 0 0,1 0 1 0 0,-1 1-1 0 0,-2-2 0 0 0,-6-5 104 0 0,-1 1 0 0 0,1 1-1 0 0,-2 0 1 0 0,1 1-1 0 0,-22-8 1 0 0,-58-11 871 0 0,78 21-885 0 0,-29-6 641 0 0,-46-3 1 0 0,23 5-91 0 0,9 1-259 0 0,37 5-498 0 0,29 4-188 0 0,64 18-15 0 0,30 7-211 0 0,15-4 4 0 0,178 15 1 0 0,-286-39 556 0 0,10 2 493 0 0,-83-20-528 0 0,-89-16 1 0 0,-74 2 812 0 0,-29 11 434 0 0,185 16-967 0 0,21 6-762 0 0,168 17 108 0 0,153 20-1735 0 0,-182-27 1655 0 0,120 12 27 0 0,-198-24 475 0 0,-19-2-95 0 0,-21-3-37 0 0,-62-9 274 0 0,-93-4 0 0 0,133 15-65 0 0,-302-18 2066 0 0,315 18-2143 0 0,24 3-249 0 0,17 0-97 0 0,355 8-1301 0 0,10 0 636 0 0,-232-13 1376 0 0,-111-2-6 0 0,-26 8-437 0 0,-1 0-1 0 0,1-1 1 0 0,-1 1-1 0 0,1 0 1 0 0,0-1-1 0 0,-1 1 1 0 0,1-1 0 0 0,-1 1-1 0 0,1-1 1 0 0,-1 1-1 0 0,1-1 1 0 0,-1 1-1 0 0,0-1 1 0 0,1 1-1 0 0,-1-1 1 0 0,0 0-1 0 0,1 1 1 0 0,-1-1 0 0 0,0 1-1 0 0,1-2 1 0 0,-1 1-9 0 0,0 1 1 0 0,0-1 0 0 0,-1 1 0 0 0,1-1-1 0 0,0 0 1 0 0,0 1 0 0 0,0-1-1 0 0,0 1 1 0 0,-1-1 0 0 0,1 1-1 0 0,0-1 1 0 0,-1 1 0 0 0,1-1 0 0 0,0 1-1 0 0,-1-1 1 0 0,1 1 0 0 0,0-1-1 0 0,-1 1 1 0 0,1-1 0 0 0,-1 1 0 0 0,0-1-1 0 0,-22-9-34 0 0,-32-2 99 0 0,-1 2 0 0 0,0 3-1 0 0,-65 1 1 0 0,85 4 60 0 0,-59 0 179 0 0,-1 4-1 0 0,-115 17 1 0 0,94-10 24 0 0,100-8-593 0 0,15-1 152 0 0,11 1 71 0 0,234 1-1311 0 0,-125-3 586 0 0,9 2 176 0 0,147-3 944 0 0,-271 2-269 0 0,1 0-1 0 0,-1 0 0 0 0,1 0 0 0 0,-1-1 1 0 0,1 1-1 0 0,-1-1 0 0 0,1 0 0 0 0,-1 0 1 0 0,0 0-1 0 0,1-1 0 0 0,-1 1 0 0 0,0-1 1 0 0,0 1-1 0 0,0-1 0 0 0,3-3 0 0 0,-6 5-75 0 0,1 0 1 0 0,-1-1-1 0 0,1 1 0 0 0,-1-1 0 0 0,0 1 0 0 0,1-1 0 0 0,-1 0 0 0 0,0 1 1 0 0,0-1-1 0 0,1 1 0 0 0,-1-1 0 0 0,0 1 0 0 0,0-1 0 0 0,0 0 0 0 0,0 1 1 0 0,1-1-1 0 0,-1 0 0 0 0,0 1 0 0 0,0-1 0 0 0,-1 1 0 0 0,1-1 0 0 0,0 0 1 0 0,0 1-1 0 0,0-1 0 0 0,0 0 0 0 0,0 1 0 0 0,-1-1 0 0 0,1 1 0 0 0,0-1 1 0 0,0 1-1 0 0,-1-1 0 0 0,1 1 0 0 0,0-1 0 0 0,-1 1 0 0 0,1-1 0 0 0,-1 1 1 0 0,1-1-1 0 0,-1 1 0 0 0,1-1 0 0 0,-1 1 0 0 0,1 0 0 0 0,-1-1 0 0 0,1 1 1 0 0,-1 0-1 0 0,1 0 0 0 0,-1-1 0 0 0,0 1 0 0 0,0 0 0 0 0,-36-16 94 0 0,34 15-93 0 0,-40-12 175 0 0,-1 3 1 0 0,0 1 0 0 0,-56-4-1 0 0,-137 1 551 0 0,232 12-724 0 0,-266-2 1264 0 0,169 3-1553 0 0,319 5-525 0 0,15 0-589 0 0,81-5 1387 0 0,-296 0 196 0 0,1-2 0 0 0,-1 0 0 0 0,19-3 0 0 0,-23-1 112 0 0,-11 1-128 0 0,-23-8-179 0 0,3 6-30 0 0,0 1-1 0 0,-1 0 1 0 0,0 1 0 0 0,-23-1-1 0 0,-86-1 181 0 0,82 5-80 0 0,-435-4 305 0 0,839 5-1701 0 0,7 1 698 0 0,-348 0 720 0 0,-13-1-40 0 0,0 1-1 0 0,-1-1 1 0 0,1 0 0 0 0,0 0-1 0 0,0 0 1 0 0,0-1 0 0 0,-1 1-1 0 0,1-1 1 0 0,0 0 0 0 0,-1 0 0 0 0,1 0-1 0 0,0-1 1 0 0,3-1 0 0 0,-7 2-47 0 0,1 1 0 0 0,-1 0 0 0 0,1 0 0 0 0,-1 0 0 0 0,0-1 0 0 0,1 1 0 0 0,-1 0 0 0 0,0-1 0 0 0,1 1 0 0 0,-1 0 0 0 0,0-1 0 0 0,0 1 0 0 0,1-1 0 0 0,-1 1 0 0 0,0 0 0 0 0,0-1 0 0 0,0 1 0 0 0,1-1 0 0 0,-1 1 0 0 0,0 0 0 0 0,0-1 0 0 0,0 1 0 0 0,0-1 0 0 0,0 1 0 0 0,0-1 0 0 0,0 1 0 0 0,0-1 0 0 0,0 1 0 0 0,0 0 0 0 0,0-1 0 0 0,0 0 0 0 0,-13-10-22 0 0,-20-3-56 0 0,33 14 75 0 0,-28-6 2 0 0,0 0 1 0 0,0 2-1 0 0,0 1 1 0 0,-41 0-1 0 0,4 1 167 0 0,-314 0 424 0 0,187 4-230 0 0,168-1-750 0 0,20 0 208 0 0,43 5-133 0 0,221 1-1639 0 0,265-28-1 0 0,-509 21 2192 0 0,0-2-1 0 0,0 0 0 0 0,-1-1 1 0 0,20-5-1 0 0,-34 8-209 0 0,0-1 0 0 0,0 1 0 0 0,1-1 0 0 0,-1 1 0 0 0,0-1 0 0 0,0 1 1 0 0,0-1-1 0 0,0 0 0 0 0,0 0 0 0 0,0 1 0 0 0,0-1 0 0 0,0 0 0 0 0,1-1 0 0 0,-2 1-28 0 0,0 1-1 0 0,0 0 1 0 0,0-1-1 0 0,0 1 1 0 0,0-1-1 0 0,0 1 1 0 0,0-1-1 0 0,0 1 1 0 0,0 0-1 0 0,0-1 1 0 0,0 1 0 0 0,0-1-1 0 0,-1 1 1 0 0,1-1-1 0 0,0 1 1 0 0,0 0-1 0 0,0-1 1 0 0,0 1-1 0 0,-1 0 1 0 0,1-1-1 0 0,0 1 1 0 0,0 0-1 0 0,-1-1 1 0 0,1 1 0 0 0,0 0-1 0 0,-1-1 1 0 0,1 1-1 0 0,0 0 1 0 0,-1 0-1 0 0,1-1 1 0 0,0 1-1 0 0,-1 0 1 0 0,1 0-1 0 0,-1 0 1 0 0,1 0-1 0 0,-1-1 1 0 0,-11-3 19 0 0,0 0-1 0 0,0 1 1 0 0,0 0 0 0 0,-1 1 0 0 0,-20-2-1 0 0,29 4-17 0 0,-328-8 608 0 0,222 9-247 0 0,-232-1 961 0 0,1035-30-3489 0 0,-681 29 2296 0 0,-7 1-45 0 0,-1 0 1 0 0,0-1 0 0 0,0 1-1 0 0,1-1 1 0 0,-1 0 0 0 0,0 0-1 0 0,0-1 1 0 0,6-2-1 0 0,-9 4-88 0 0,-1 0 0 0 0,0 0 0 0 0,0 0-1 0 0,0 0 1 0 0,0-1 0 0 0,0 1 0 0 0,1 0 0 0 0,-1 0-1 0 0,0 0 1 0 0,0 0 0 0 0,0 0 0 0 0,0 0-1 0 0,0-1 1 0 0,0 1 0 0 0,0 0 0 0 0,0 0 0 0 0,0 0-1 0 0,0 0 1 0 0,1-1 0 0 0,-1 1 0 0 0,0 0-1 0 0,0 0 1 0 0,0 0 0 0 0,0 0 0 0 0,0-1-1 0 0,0 1 1 0 0,0 0 0 0 0,0 0 0 0 0,0 0 0 0 0,0 0-1 0 0,-1-1 1 0 0,1 1 0 0 0,0 0 0 0 0,0 0-1 0 0,0 0 1 0 0,0 0 0 0 0,0 0 0 0 0,0-1 0 0 0,0 1-1 0 0,0 0 1 0 0,0 0 0 0 0,0 0 0 0 0,-1 0-1 0 0,1 0 1 0 0,0 0 0 0 0,0-1 0 0 0,0 1 0 0 0,0 0-1 0 0,0 0 1 0 0,0 0 0 0 0,-1 0 0 0 0,1 0-1 0 0,0 0 1 0 0,0 0 0 0 0,-3-2-7 0 0,0 0 0 0 0,1 1 1 0 0,-1 0-1 0 0,0 0 0 0 0,0-1 0 0 0,0 1 0 0 0,-4 0 0 0 0,-30-7 54 0 0,0 2-1 0 0,-50-1 0 0 0,-84 4 475 0 0,144 3-423 0 0,-39 0 135 0 0,-208 3 890 0 0,263-3-1085 0 0,9-1-57 0 0,0 1 0 0 0,0 0 0 0 0,-1 0 0 0 0,1 0 0 0 0,0 0 0 0 0,0 1 0 0 0,0-1 0 0 0,-1 1 0 0 0,1-1 0 0 0,0 1 0 0 0,0-1 0 0 0,0 1 0 0 0,-3 2 0 0 0,5-3 15 0 0,1 1 0 0 0,-1-1 0 0 0,0 0-1 0 0,1 0 1 0 0,-1 1 0 0 0,0-1 0 0 0,1 0 0 0 0,-1 1 0 0 0,0-1 0 0 0,1 0-1 0 0,-1 0 1 0 0,0 0 0 0 0,1 1 0 0 0,-1-1 0 0 0,1 0 0 0 0,-1 0 0 0 0,1 0-1 0 0,-1 0 1 0 0,0 0 0 0 0,1 0 0 0 0,-1 0 0 0 0,1 0 0 0 0,-1 0 0 0 0,1 0-1 0 0,-1 0 1 0 0,1 0 0 0 0,0 0 0 0 0,54 6-325 0 0,0-2 0 0 0,66-3 1 0 0,-43-2-167 0 0,-6 2 174 0 0,140-2-33 0 0,-198 0 404 0 0,-10 2-18 0 0,0-1 0 0 0,0 0 0 0 0,0 0 0 0 0,-1 0-1 0 0,1-1 1 0 0,0 1 0 0 0,0-1 0 0 0,-1 0 0 0 0,1 0 0 0 0,0 0 0 0 0,-1-1-1 0 0,7-3 1 0 0,-10 5-35 0 0,1-1 0 0 0,-1 1-1 0 0,0-1 1 0 0,0 0 0 0 0,1 1 0 0 0,-1-1-1 0 0,0 0 1 0 0,0 1 0 0 0,0-1-1 0 0,0 0 1 0 0,0 1 0 0 0,0-1 0 0 0,0 0-1 0 0,0 1 1 0 0,0-1 0 0 0,0 0-1 0 0,0 0 1 0 0,0 1 0 0 0,-1-1-1 0 0,1 1 1 0 0,0-1 0 0 0,0 0 0 0 0,-1 1-1 0 0,1-1 1 0 0,0 0 0 0 0,-1 1-1 0 0,1-1 1 0 0,-1 1 0 0 0,1-1-1 0 0,-1 1 1 0 0,1-1 0 0 0,-1 1 0 0 0,1 0-1 0 0,-1-1 1 0 0,1 1 0 0 0,-1-1-1 0 0,0 1 1 0 0,1 0 0 0 0,-1 0 0 0 0,0-1-1 0 0,1 1 1 0 0,-2 0 0 0 0,-16-7 39 0 0,0 1 1 0 0,-1 1 0 0 0,0 1-1 0 0,1 1 1 0 0,-33-2 0 0 0,10 0 21 0 0,-99-8 320 0 0,-264 9-1 0 0,397 3-402 0 0,1 2 0 0 0,0-1 0 0 0,-1 1 0 0 0,1 0 0 0 0,0 0 0 0 0,-1 1-1 0 0,1-1 1 0 0,0 2 0 0 0,0-1 0 0 0,-7 4 0 0 0,13-6 23 0 0,0 0 0 0 0,-1 1 0 0 0,1-1 0 0 0,0 0 1 0 0,-1 0-1 0 0,1 0 0 0 0,0 1 0 0 0,0-1 0 0 0,-1 0 0 0 0,1 1 0 0 0,0-1 0 0 0,0 0 0 0 0,0 1 1 0 0,-1-1-1 0 0,1 0 0 0 0,0 1 0 0 0,0-1 0 0 0,0 0 0 0 0,0 1 0 0 0,0-1 0 0 0,0 0 0 0 0,0 1 0 0 0,0-1 1 0 0,0 0-1 0 0,0 1 0 0 0,0-1 0 0 0,0 1 0 0 0,0-1 0 0 0,0 0 0 0 0,0 1 0 0 0,0-1 0 0 0,0 0 1 0 0,0 1-1 0 0,0-1 0 0 0,0 0 0 0 0,1 1 0 0 0,-1-1 0 0 0,0 0 0 0 0,0 1 0 0 0,0-1 0 0 0,1 0 1 0 0,-1 1-1 0 0,0-1 0 0 0,0 0 0 0 0,1 0 0 0 0,-1 1 0 0 0,0-1 0 0 0,1 0 0 0 0,-1 0 0 0 0,0 0 1 0 0,1 1-1 0 0,-1-1 0 0 0,0 0 0 0 0,1 0 0 0 0,24 11 74 0 0,5-4-182 0 0,0 0 1 0 0,0-3-1 0 0,37 3 0 0 0,-51-6 19 0 0,155 11-1600 0 0,255-15 0 0 0,-422 3 1698 0 0,11-1 163 0 0,1 0 1 0 0,-1-1-1 0 0,1 0 1 0 0,15-6-1 0 0,-30 8-156 0 0,-1 0 1 0 0,1-1-1 0 0,0 1 0 0 0,-1 0 0 0 0,1 0 1 0 0,0-1-1 0 0,-1 1 0 0 0,1 0 1 0 0,0-1-1 0 0,-1 1 0 0 0,1-1 0 0 0,-1 1 1 0 0,1-1-1 0 0,-1 1 0 0 0,1-1 1 0 0,-1 1-1 0 0,0-1 0 0 0,1 0 0 0 0,-1 0-11 0 0,0 1 0 0 0,0-1 0 0 0,0 1 0 0 0,-1-1 0 0 0,1 1 0 0 0,0-1 0 0 0,0 1 0 0 0,-1-1 0 0 0,1 1 0 0 0,0-1 0 0 0,-1 1 0 0 0,1 0 0 0 0,-1-1 0 0 0,1 1 0 0 0,-1 0 0 0 0,1-1 0 0 0,0 1 0 0 0,-1 0 0 0 0,1 0 0 0 0,-1-1 0 0 0,1 1 0 0 0,-1 0 0 0 0,1 0-1 0 0,-1 0 1 0 0,0 0 0 0 0,0 0 0 0 0,-15-5 25 0 0,0 1-1 0 0,0 1 1 0 0,-1 0-1 0 0,-24 0 1 0 0,-75 3 329 0 0,51 1-163 0 0,-11 0 202 0 0,0 2 0 0 0,1 4-1 0 0,-139 31 1 0 0,201-34-408 0 0,1 0 0 0 0,-1 0 0 0 0,1 1 1 0 0,-20 12-1 0 0,29-15-5 0 0,1 0 1 0 0,-1 0 0 0 0,0 0-1 0 0,1 0 1 0 0,0 0 0 0 0,0 1-1 0 0,-1-1 1 0 0,1 1 0 0 0,1-1-1 0 0,-4 6 1 0 0,4-6 13 0 0,1 0-1 0 0,-1 0 1 0 0,1-1 0 0 0,-1 1 0 0 0,1 0-1 0 0,0 0 1 0 0,0 0 0 0 0,-1 0 0 0 0,2 0-1 0 0,-1 0 1 0 0,0 0 0 0 0,0 0 0 0 0,0-1-1 0 0,1 1 1 0 0,-1 0 0 0 0,1 0 0 0 0,0 0-1 0 0,-1-1 1 0 0,3 4 0 0 0,1 0 8 0 0,1 1 0 0 0,-1-1 0 0 0,1-1-1 0 0,0 1 1 0 0,1-1 0 0 0,-1 0 0 0 0,1 0 0 0 0,-1-1 0 0 0,1 1-1 0 0,1-1 1 0 0,-1 0 0 0 0,9 2 0 0 0,13 6-69 0 0,0-2 0 0 0,1-1 0 0 0,0-1 1 0 0,39 4-1 0 0,124-2-110 0 0,-186-9 145 0 0,-2 1 78 0 0,1-1 0 0 0,0 0 0 0 0,-1-1-1 0 0,1 1 1 0 0,-1-1 0 0 0,9-2 0 0 0,-11 2-41 0 0,-1 1-1 0 0,0-1 1 0 0,0 0-1 0 0,0 0 1 0 0,0 0 0 0 0,0 1-1 0 0,0-1 1 0 0,0 0-1 0 0,0 0 1 0 0,0 0-1 0 0,-1-1 1 0 0,1 1 0 0 0,0 0-1 0 0,-1 0 1 0 0,1 0-1 0 0,0 0 1 0 0,-1-1-1 0 0,0 1 1 0 0,1 0 0 0 0,-1-1-1 0 0,0 1 1 0 0,1 0-1 0 0,-1-1 1 0 0,0 1-1 0 0,0 0 1 0 0,0-1 0 0 0,0 1-1 0 0,-1-2 1 0 0,1 0-20 0 0,0-1 1 0 0,-1 1-1 0 0,0-1 1 0 0,0 1-1 0 0,0-1 1 0 0,0 1-1 0 0,0-1 1 0 0,0 1-1 0 0,-1 0 1 0 0,0 0-1 0 0,0-1 0 0 0,0 1 1 0 0,0 1-1 0 0,0-1 1 0 0,0 0-1 0 0,-1 0 1 0 0,0 1-1 0 0,1 0 1 0 0,-1-1-1 0 0,0 1 1 0 0,0 0-1 0 0,0 0 1 0 0,0 1-1 0 0,0-1 1 0 0,-1 0-1 0 0,1 1 1 0 0,-1 0-1 0 0,1 0 1 0 0,-6-1-1 0 0,-10-2 16 0 0,0 1 0 0 0,1 1 0 0 0,-1 1 1 0 0,-24 1-1 0 0,37 1 1 0 0,-15 0-4 0 0,0 1-1 0 0,0 0 1 0 0,0 2 0 0 0,0 1 0 0 0,0 1 0 0 0,1 0 0 0 0,0 1 0 0 0,1 2 0 0 0,-1 0 0 0 0,1 1-1 0 0,-26 18 1 0 0,39-24-52 0 0,1 1-1 0 0,0-1 1 0 0,-1 1-1 0 0,2 0 1 0 0,-1 1-1 0 0,-5 7 1 0 0,9-12 44 0 0,0 0 0 0 0,0 1 1 0 0,0-1-1 0 0,1 0 0 0 0,-1 0 0 0 0,0 0 1 0 0,1 1-1 0 0,-1-1 0 0 0,1 0 1 0 0,0 0-1 0 0,-1 1 0 0 0,1-1 1 0 0,0 0-1 0 0,0 1 0 0 0,0-1 1 0 0,0 0-1 0 0,0 1 0 0 0,0-1 1 0 0,0 1-1 0 0,0-1 0 0 0,0 0 0 0 0,1 1 1 0 0,-1-1-1 0 0,0 0 0 0 0,1 0 1 0 0,-1 1-1 0 0,1-1 0 0 0,0 0 1 0 0,-1 0-1 0 0,1 0 0 0 0,0 1 1 0 0,0-1-1 0 0,0 0 0 0 0,0 0 0 0 0,0 0 1 0 0,0-1-1 0 0,0 1 0 0 0,0 0 1 0 0,2 1-1 0 0,3 1 8 0 0,1 0 0 0 0,-1-1-1 0 0,1 0 1 0 0,0 0 0 0 0,0 0 0 0 0,0-1 0 0 0,0 0 0 0 0,0-1-1 0 0,0 1 1 0 0,0-1 0 0 0,0-1 0 0 0,0 1 0 0 0,7-2 0 0 0,-6 1 14 0 0,-1-1 0 0 0,1 1 1 0 0,-1-1-1 0 0,1-1 1 0 0,-1 1-1 0 0,0-1 1 0 0,0-1-1 0 0,0 1 0 0 0,-1-1 1 0 0,1 0-1 0 0,11-10 1 0 0,-17 13-20 0 0,0 0 1 0 0,0 0 0 0 0,0-1 0 0 0,0 1-1 0 0,0 0 1 0 0,0-1 0 0 0,0 1 0 0 0,-1 0-1 0 0,1-1 1 0 0,0 1 0 0 0,-1-1 0 0 0,1 1-1 0 0,-1-1 1 0 0,0 1 0 0 0,1-1-1 0 0,-1 0 1 0 0,0 1 0 0 0,0-1 0 0 0,0 1-1 0 0,0-1 1 0 0,0 0 0 0 0,0 1 0 0 0,0-1-1 0 0,-1 1 1 0 0,1-1 0 0 0,-1 1 0 0 0,1-1-1 0 0,-1 1 1 0 0,0-1 0 0 0,1 1 0 0 0,-1-1-1 0 0,0 1 1 0 0,0 0 0 0 0,0-1 0 0 0,0 1-1 0 0,0 0 1 0 0,0 0 0 0 0,0 0-1 0 0,0 0 1 0 0,-1 0 0 0 0,1 0 0 0 0,0 0-1 0 0,-1 0 1 0 0,1 0 0 0 0,-3 0 0 0 0,-10-2 34 0 0,0 0 1 0 0,-1 2 0 0 0,1-1-1 0 0,-1 2 1 0 0,-23 1-1 0 0,10 0 117 0 0,8-1-83 0 0,0 1 0 0 0,1 1 1 0 0,-1 1-1 0 0,1 1 0 0 0,0 0 1 0 0,0 1-1 0 0,-22 10 0 0 0,40-15-73 0 0,-1 1 0 0 0,1-1 1 0 0,0 1-1 0 0,-1-1 0 0 0,1 1 0 0 0,0 0 0 0 0,-1 0 0 0 0,1 0 0 0 0,0 0 0 0 0,0 0 0 0 0,0 0 0 0 0,0 0 0 0 0,0 0 0 0 0,0 0 0 0 0,0 0 0 0 0,0 0 0 0 0,0 1 1 0 0,0-1-1 0 0,1 0 0 0 0,-1 1 0 0 0,1-1 0 0 0,-1 1 0 0 0,1-1 0 0 0,-1 1 0 0 0,1-1 0 0 0,0 1 0 0 0,0-1 0 0 0,-1 1 0 0 0,1-1 0 0 0,0 1 0 0 0,1-1 0 0 0,-1 1 1 0 0,0-1-1 0 0,0 1 0 0 0,1-1 0 0 0,-1 1 0 0 0,0-1 0 0 0,1 1 0 0 0,0-1 0 0 0,-1 0 0 0 0,1 1 0 0 0,0-1 0 0 0,0 0 0 0 0,0 0 0 0 0,1 3 0 0 0,3 2 42 0 0,1 0-1 0 0,-1-1 0 0 0,1 1 1 0 0,0-1-1 0 0,0 0 1 0 0,0 0-1 0 0,14 7 0 0 0,15 2-123 0 0,0-1-1 0 0,1-1 1 0 0,1-2-1 0 0,71 9 0 0 0,-51-12-87 0 0,1-3 0 0 0,66-4-1 0 0,-112-1 207 0 0,1 1-1 0 0,-1-2 0 0 0,1 1 0 0 0,-1-2 1 0 0,22-6-1 0 0,-31 8-19 0 0,0 0-1 0 0,0 0 1 0 0,0-1 0 0 0,0 1 0 0 0,-1-1-1 0 0,1 0 1 0 0,0 0 0 0 0,-1 0-1 0 0,1 0 1 0 0,-1 0 0 0 0,1 0-1 0 0,-1-1 1 0 0,0 1 0 0 0,0-1 0 0 0,0 0-1 0 0,-1 1 1 0 0,1-1 0 0 0,-1 0-1 0 0,1 0 1 0 0,-1 0 0 0 0,0 0-1 0 0,0 0 1 0 0,0 0 0 0 0,0-1 0 0 0,-1 1-1 0 0,1 0 1 0 0,-1-5 0 0 0,0 5-28 0 0,0 1 1 0 0,0-1-1 0 0,-1 1 1 0 0,1-1-1 0 0,-1 1 1 0 0,0-1-1 0 0,1 1 0 0 0,-1-1 1 0 0,0 1-1 0 0,0 0 1 0 0,0 0-1 0 0,-1-1 1 0 0,1 1-1 0 0,-1 0 1 0 0,1 0-1 0 0,-1 0 1 0 0,-3-3-1 0 0,1 2 16 0 0,-1-1 0 0 0,0 1 0 0 0,1 0 1 0 0,-1 1-1 0 0,0-1 0 0 0,0 1 0 0 0,-10-3 0 0 0,-5 0 31 0 0,1 2 1 0 0,-1 0-1 0 0,-27-1 1 0 0,43 4-41 0 0,-129-2 87 0 0,55 3-927 0 0,86-3 482 0 0,0 0 1 0 0,-1 0 0 0 0,1-1 0 0 0,-1 1 0 0 0,13-8 0 0 0,9-3-424 0 0,-18 10 642 0 0,0-1 0 0 0,-1 0 0 0 0,1-1-1 0 0,-1 0 1 0 0,0 0 0 0 0,0-1 0 0 0,-1-1-1 0 0,0 1 1 0 0,14-14 0 0 0,-22 19 128 0 0,0 0 0 0 0,0-1-1 0 0,0 1 1 0 0,0 0 0 0 0,0 0 0 0 0,0 0-1 0 0,0-1 1 0 0,-1 1 0 0 0,1 0 0 0 0,-1-1-1 0 0,1 1 1 0 0,-1-1 0 0 0,1 1 0 0 0,-1-1 0 0 0,0 1-1 0 0,0-1 1 0 0,1 1 0 0 0,-1-1 0 0 0,0 1-1 0 0,-1-3 1 0 0,1 3 8 0 0,-1 0 0 0 0,1 0 0 0 0,-1 0 0 0 0,0 0 0 0 0,0-1 0 0 0,1 2 0 0 0,-1-1 0 0 0,0 0 0 0 0,0 0 0 0 0,0 0 0 0 0,0 0 0 0 0,0 0 0 0 0,0 1 0 0 0,0-1 0 0 0,-1 1 0 0 0,1-1 0 0 0,0 1 0 0 0,-2-2 0 0 0,-5 0 39 0 0,0 0 1 0 0,0 1 0 0 0,-1 0-1 0 0,1 0 1 0 0,-15 1 0 0 0,9 1 84 0 0,1 0 1 0 0,-1 1-1 0 0,1 1 1 0 0,0 0-1 0 0,0 1 1 0 0,-17 6-1 0 0,23-6-99 0 0,-1-1-1 0 0,1 1 1 0 0,0 0 0 0 0,0 0 0 0 0,0 1-1 0 0,0 0 1 0 0,1 1 0 0 0,0-1-1 0 0,0 1 1 0 0,1 0 0 0 0,-8 10-1 0 0,12-15-4 0 0,0 0 0 0 0,0 0 0 0 0,1 0 0 0 0,-1 1 0 0 0,0-1 0 0 0,1 0-1 0 0,-1 0 1 0 0,1 1 0 0 0,-1-1 0 0 0,1 0 0 0 0,-1 1 0 0 0,1-1 0 0 0,0 0-1 0 0,0 1 1 0 0,0-1 0 0 0,0 0 0 0 0,0 1 0 0 0,0-1 0 0 0,0 1 0 0 0,0-1-1 0 0,0 0 1 0 0,1 1 0 0 0,0 2 0 0 0,0-3 3 0 0,0 0 0 0 0,1 1 1 0 0,-1-1-1 0 0,0 0 0 0 0,0 0 0 0 0,1 0 0 0 0,-1 0 1 0 0,1 0-1 0 0,-1 0 0 0 0,1-1 0 0 0,0 1 0 0 0,-1 0 1 0 0,1-1-1 0 0,0 1 0 0 0,-1-1 0 0 0,3 1 0 0 0,10 0 15 0 0,-1 0 0 0 0,1 0 1 0 0,23-3-1 0 0,-29 2-58 0 0,5-1 37 0 0,0-1 1 0 0,0 0-1 0 0,0-1 1 0 0,0 0-1 0 0,-1-1 1 0 0,0 0-1 0 0,0-1 1 0 0,0-1-1 0 0,0 0 1 0 0,17-12-1 0 0,-23 14 4 0 0,0 0 1 0 0,-1 0-1 0 0,0-1 0 0 0,0 0 1 0 0,0 0-1 0 0,-1 0 0 0 0,1-1 1 0 0,-1 1-1 0 0,0-1 0 0 0,-1 0 1 0 0,0 0-1 0 0,0 0 0 0 0,0-1 1 0 0,-1 1-1 0 0,1-1 0 0 0,-2 0 1 0 0,1 1-1 0 0,-1-1 0 0 0,0 0 1 0 0,0 0-1 0 0,-1-9 0 0 0,0 10-18 0 0,-1 1 0 0 0,-1-1-1 0 0,1 1 1 0 0,-1 0 0 0 0,0-1 0 0 0,0 1-1 0 0,0 0 1 0 0,-1 0 0 0 0,0 1-1 0 0,0-1 1 0 0,0 0 0 0 0,0 1-1 0 0,-1 0 1 0 0,0-1 0 0 0,0 2-1 0 0,0-1 1 0 0,0 0 0 0 0,-1 1 0 0 0,1 0-1 0 0,-1 0 1 0 0,-6-3 0 0 0,7 3 8 0 0,-1 1 0 0 0,1 0 0 0 0,0 0 0 0 0,-1 1 0 0 0,0-1 0 0 0,1 1 0 0 0,-1 0 0 0 0,0 0 0 0 0,0 0 0 0 0,1 1 0 0 0,-1 0 0 0 0,0 0 0 0 0,0 0 0 0 0,0 0 0 0 0,1 1 0 0 0,-1 0 0 0 0,0 0 0 0 0,0 0 0 0 0,1 0 0 0 0,-1 1 0 0 0,1 0 0 0 0,-1 0 0 0 0,1 0 0 0 0,0 1 0 0 0,-4 2 0 0 0,1 2-3 0 0,0 0 0 0 0,0 1 0 0 0,1 0 1 0 0,1 0-1 0 0,-1 0 0 0 0,1 1 1 0 0,0 0-1 0 0,1 0 0 0 0,0 0 0 0 0,1 1 1 0 0,0-1-1 0 0,0 1 0 0 0,1-1 0 0 0,0 1 1 0 0,1 0-1 0 0,0 0 0 0 0,0 0 0 0 0,1 0 1 0 0,3 20-1 0 0,-2-26 16 0 0,0 0 0 0 0,0 0-1 0 0,1 0 1 0 0,0 0 0 0 0,-1-1 0 0 0,1 1-1 0 0,1-1 1 0 0,-1 1 0 0 0,0-1 0 0 0,1 0-1 0 0,0 1 1 0 0,0-1 0 0 0,0-1 0 0 0,0 1 0 0 0,0 0-1 0 0,1-1 1 0 0,-1 0 0 0 0,1 1 0 0 0,-1-1-1 0 0,1-1 1 0 0,0 1 0 0 0,0 0 0 0 0,0-1-1 0 0,6 1 1 0 0,-6-1 10 0 0,-1 0 0 0 0,1 0-1 0 0,0-1 1 0 0,-1 1 0 0 0,1-1 0 0 0,0 0-1 0 0,-1 0 1 0 0,1-1 0 0 0,0 1 0 0 0,-1-1-1 0 0,1 0 1 0 0,-1 0 0 0 0,1 0 0 0 0,-1 0-1 0 0,1 0 1 0 0,-1-1 0 0 0,1 0 0 0 0,-1 0-1 0 0,0 0 1 0 0,0 0 0 0 0,0 0 0 0 0,0 0-1 0 0,-1-1 1 0 0,1 1 0 0 0,-1-1 0 0 0,1 0-1 0 0,3-5 1 0 0,-1-2 2 0 0,-1 0-1 0 0,0 0 1 0 0,-1 0-1 0 0,0 0 1 0 0,-1 0-1 0 0,0-1 1 0 0,0 1-1 0 0,-1-1 1 0 0,0 1-1 0 0,-1-1 1 0 0,-1 0-1 0 0,1 1 1 0 0,-2-1-1 0 0,1 1 1 0 0,-7-21-1 0 0,6 27-13 0 0,0-1 1 0 0,0 1-1 0 0,0 0 1 0 0,-1 0-1 0 0,1 0 0 0 0,-1 0 1 0 0,0 1-1 0 0,-1-1 1 0 0,1 1-1 0 0,0 0 1 0 0,-1 0-1 0 0,0 0 0 0 0,0 0 1 0 0,0 0-1 0 0,0 1 1 0 0,0 0-1 0 0,0 0 0 0 0,-1 0 1 0 0,1 0-1 0 0,-1 1 1 0 0,1 0-1 0 0,-1 0 1 0 0,0 0-1 0 0,1 0 0 0 0,-1 1 1 0 0,0-1-1 0 0,1 1 1 0 0,-1 1-1 0 0,0-1 0 0 0,0 1 1 0 0,1-1-1 0 0,-1 1 1 0 0,0 1-1 0 0,1-1 1 0 0,-1 1-1 0 0,1-1 0 0 0,0 1 1 0 0,-1 1-1 0 0,1-1 1 0 0,-7 5-1 0 0,1 1-3 0 0,0-1-1 0 0,1 1 1 0 0,0 1 0 0 0,0 0-1 0 0,1 0 1 0 0,0 0 0 0 0,0 1-1 0 0,1 1 1 0 0,1-1-1 0 0,-1 1 1 0 0,2 0 0 0 0,0 0-1 0 0,0 1 1 0 0,1-1 0 0 0,0 1-1 0 0,1 0 1 0 0,0 1 0 0 0,-1 13-1 0 0,4-23 2 0 0,0 0 0 0 0,0 0 0 0 0,0 0 0 0 0,1 0 0 0 0,-1 0-1 0 0,1-1 1 0 0,-1 1 0 0 0,1 0 0 0 0,0 0 0 0 0,0-1 0 0 0,0 1-1 0 0,0 0 1 0 0,1-1 0 0 0,-1 1 0 0 0,1-1 0 0 0,0 1 0 0 0,-1-1-1 0 0,4 2 1 0 0,-2 0-3 0 0,1-1 0 0 0,0 0 0 0 0,1 0 0 0 0,-1-1 0 0 0,0 1 0 0 0,1-1 0 0 0,0 0 0 0 0,-1 0-1 0 0,9 2 1 0 0,5-1-24 0 0,-1 0 0 0 0,1-1 0 0 0,-1 0 0 0 0,1-2 0 0 0,17-1 0 0 0,-18 0 14 0 0,0-1-1 0 0,0-1 1 0 0,0 0-1 0 0,0-2 1 0 0,-1 0-1 0 0,1 0 1 0 0,-1-2-1 0 0,-1 0 1 0 0,1 0-1 0 0,19-14 1 0 0,-25 14 29 0 0,0 0-1 0 0,-1-1 1 0 0,0 0 0 0 0,-1-1 0 0 0,0 1-1 0 0,0-2 1 0 0,-1 1 0 0 0,0-1-1 0 0,0 0 1 0 0,-1 0 0 0 0,-1-1 0 0 0,0 0-1 0 0,0 0 1 0 0,-1 0 0 0 0,5-20 0 0 0,-8 26-30 0 0,0 0 1 0 0,0-1-1 0 0,0 1 1 0 0,-1 0-1 0 0,0 0 0 0 0,0-1 1 0 0,0 1-1 0 0,0 0 1 0 0,-1 0-1 0 0,0-1 1 0 0,0 1-1 0 0,-1 0 1 0 0,1 0-1 0 0,-1 0 1 0 0,0 0-1 0 0,-1 1 1 0 0,1-1-1 0 0,-1 0 1 0 0,0 1-1 0 0,-3-5 1 0 0,1 4 13 0 0,0 1 0 0 0,0 0 0 0 0,0 0 0 0 0,0 1 0 0 0,-1-1 0 0 0,0 1 0 0 0,1 0 0 0 0,-1 0 0 0 0,0 1 0 0 0,0 0 0 0 0,-1 0 0 0 0,1 0 0 0 0,0 1 0 0 0,-1 0 0 0 0,-9 0 0 0 0,0 0 76 0 0,0 0 0 0 0,0 1 1 0 0,0 1-1 0 0,0 1 0 0 0,0 0 0 0 0,1 1 0 0 0,-1 1 1 0 0,-26 10-1 0 0,31-9-33 0 0,0 0 1 0 0,0 1-1 0 0,0 0 0 0 0,1 1 1 0 0,0 1-1 0 0,1-1 0 0 0,0 1 1 0 0,0 1-1 0 0,0 0 1 0 0,1 0-1 0 0,1 1 0 0 0,-8 11 1 0 0,8-9-25 0 0,0-1 1 0 0,1 2 0 0 0,1-1 0 0 0,0 0 0 0 0,1 1-1 0 0,0 0 1 0 0,1 0 0 0 0,0 1 0 0 0,1-1 0 0 0,0 17-1 0 0,1-23-7 0 0,1 0 0 0 0,0-1 0 0 0,1 1 0 0 0,0 0 0 0 0,0 0 0 0 0,0-1 0 0 0,1 1 0 0 0,0-1 0 0 0,0 1 0 0 0,1-1 0 0 0,0 0 0 0 0,0 0 0 0 0,0 0 0 0 0,1 0 0 0 0,0-1 0 0 0,0 1 0 0 0,0-1 0 0 0,1 0 0 0 0,0 0-1 0 0,0 0 1 0 0,0-1 0 0 0,8 5 0 0 0,2 0-26 0 0,0-2 0 0 0,0 0 0 0 0,0-1 0 0 0,1-1 0 0 0,0 0 0 0 0,1-1 0 0 0,-1-1 0 0 0,1 0 0 0 0,-1-1-1 0 0,1-1 1 0 0,0-1 0 0 0,-1 0 0 0 0,1-1 0 0 0,28-5 0 0 0,-31 3 69 0 0,0 0 0 0 0,0-1 0 0 0,0 0 0 0 0,-1-1-1 0 0,0 0 1 0 0,0-1 0 0 0,0-1 0 0 0,-1 0 0 0 0,0-1 0 0 0,0 0 0 0 0,0 0-1 0 0,-1-2 1 0 0,-1 1 0 0 0,0-1 0 0 0,0-1 0 0 0,-1 0 0 0 0,13-19 0 0 0,-15 16-44 0 0,0-1 0 0 0,0 1 1 0 0,-2-1-1 0 0,0-1 1 0 0,0 1-1 0 0,-2-1 0 0 0,0 0 1 0 0,1-16-1 0 0,-3 19-17 0 0,0 0 1 0 0,-1 0-1 0 0,-1 0 0 0 0,0 0 1 0 0,-1 1-1 0 0,-1-1 0 0 0,0 0 1 0 0,0 1-1 0 0,-1-1 0 0 0,-6-12 1 0 0,5 16 2 0 0,0 2 0 0 0,-1-1 0 0 0,1 0 0 0 0,-2 1 0 0 0,1 0 1 0 0,-1 1-1 0 0,0-1 0 0 0,0 1 0 0 0,0 1 0 0 0,-1-1 0 0 0,0 1 0 0 0,0 1 1 0 0,-1-1-1 0 0,1 1 0 0 0,-1 1 0 0 0,0 0 0 0 0,-10-3 0 0 0,-9-1 18 0 0,0 2 0 0 0,0 0 0 0 0,-1 2-1 0 0,-36 1 1 0 0,56 1-19 0 0,0 2 0 0 0,0-1 0 0 0,0 2-1 0 0,0-1 1 0 0,1 1 0 0 0,-1 0 0 0 0,0 1 0 0 0,1 0 0 0 0,0 0 0 0 0,-11 6 0 0 0,13-5-1 0 0,0 0 1 0 0,0 0 0 0 0,1 1 0 0 0,0-1 0 0 0,0 1 0 0 0,0 0-1 0 0,0 1 1 0 0,1-1 0 0 0,0 1 0 0 0,0 0 0 0 0,0-1 0 0 0,1 2-1 0 0,-5 10 1 0 0,5-8 7 0 0,1-1 0 0 0,-1 0 0 0 0,1 1 0 0 0,1 0 0 0 0,0-1 0 0 0,0 1 0 0 0,0 0 0 0 0,1 0 0 0 0,2 16 0 0 0,-1-18 2 0 0,1-1 0 0 0,-1 0 0 0 0,1 0-1 0 0,0 0 1 0 0,1 0 0 0 0,-1-1 0 0 0,1 1 0 0 0,0 0-1 0 0,1-1 1 0 0,-1 0 0 0 0,1 0 0 0 0,0 0-1 0 0,0 0 1 0 0,9 7 0 0 0,-4-5-2 0 0,1-1 1 0 0,-1 0-1 0 0,1 0 0 0 0,0-1 1 0 0,1 0-1 0 0,-1-1 0 0 0,1 0 1 0 0,18 3-1 0 0,-4-2 71 0 0,0-1-1 0 0,47 0 1 0 0,-63-4 22 0 0,0 0 1 0 0,0-1-1 0 0,-1 0 1 0 0,1-1-1 0 0,0 0 1 0 0,0 0-1 0 0,-1-1 1 0 0,0 0-1 0 0,1 0 1 0 0,9-6-1 0 0,-15 7-68 0 0,0 0-1 0 0,-1 0 0 0 0,1 0 0 0 0,0 0 0 0 0,0 0 0 0 0,-1-1 0 0 0,0 1 1 0 0,1-1-1 0 0,-1 1 0 0 0,0-1 0 0 0,0 0 0 0 0,0 0 0 0 0,-1 0 0 0 0,1 0 1 0 0,-1 0-1 0 0,0-1 0 0 0,1 1 0 0 0,-2 0 0 0 0,1-1 0 0 0,0 1 0 0 0,-1 0 1 0 0,1-1-1 0 0,-1 1 0 0 0,0-1 0 0 0,0 1 0 0 0,0-1 0 0 0,-1 1 0 0 0,1 0 1 0 0,-2-5-1 0 0,1 4-35 0 0,0 1 1 0 0,-1-1-1 0 0,1 1 0 0 0,-1 0 1 0 0,0-1-1 0 0,0 1 1 0 0,0 0-1 0 0,0 0 0 0 0,-1 0 1 0 0,1 1-1 0 0,-1-1 1 0 0,0 1-1 0 0,0-1 1 0 0,0 1-1 0 0,0 0 0 0 0,0 0 1 0 0,0 0-1 0 0,-5-2 1 0 0,-30-9-1458 0 0</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13.355"/>
    </inkml:context>
    <inkml:brush xml:id="br0">
      <inkml:brushProperty name="width" value="0.35" units="cm"/>
      <inkml:brushProperty name="height" value="0.35" units="cm"/>
      <inkml:brushProperty name="color" value="#CC0066"/>
    </inkml:brush>
  </inkml:definitions>
  <inkml:trace contextRef="#ctx0" brushRef="#br0">1218 740 568 0 0,'1'0'4'0'0,"0"0"0"0"0,0 0 0 0 0,0 0 1 0 0,0-1-1 0 0,1 1 0 0 0,-1 0 0 0 0,0-1 0 0 0,0 1 0 0 0,0 0 0 0 0,0-1 1 0 0,0 1-1 0 0,0-1 0 0 0,0 0 0 0 0,0 1 0 0 0,0-1 0 0 0,0 0 1 0 0,0-1-1 0 0,2-1 4 0 0,-1-1 0 0 0,1 1 0 0 0,-1-1 0 0 0,0 0 0 0 0,0 0 0 0 0,-1 1 0 0 0,1-1 0 0 0,-1-1 0 0 0,0 1 0 0 0,1-7 0 0 0,-1 3 116 0 0,-1-1 0 0 0,-1 1 0 0 0,1-1 1 0 0,-1 1-1 0 0,-1-1 0 0 0,-3-12 0 0 0,2-1 841 0 0,3 21-1010 0 0,-1 10 580 0 0,-37 139 1947 0 0,-33 73-234 0 0,56-164-60 0 0,15-61-2201 0 0,1 1 1 0 0,0 0 0 0 0,-1 0 0 0 0,1 0 0 0 0,0 0-1 0 0,1 0 1 0 0,-1 0 0 0 0,3-3 0 0 0,4-12-93 0 0,88-203-306 0 0,-79 176 269 0 0,-2-2 1 0 0,-2 1 0 0 0,7-52 0 0 0,-20 85-255 0 0,-4 11 270 0 0,-5 10 68 0 0,-2 5 20 0 0,1 1 25 0 0,0 0 0 0 0,1 1 0 0 0,-13 30 0 0 0,-23 71 134 0 0,42-108-104 0 0,-1 4 371 0 0,0 0 0 0 0,-2 21 0 0 0,9-52-312 0 0,2 0 1 0 0,0 0-1 0 0,12-28 1 0 0,12-36-54 0 0,-22 54-63 0 0,-2-1 0 0 0,0 1 0 0 0,-2-1 0 0 0,0-30 0 0 0,-3 59 35 0 0,0 0-1 0 0,0 1 1 0 0,0-1-1 0 0,0 0 1 0 0,0 0-1 0 0,0 0 1 0 0,-1 0-1 0 0,1 0 1 0 0,0 1-1 0 0,0-1 0 0 0,-1 0 1 0 0,1 0-1 0 0,0 0 1 0 0,-1 1-1 0 0,1-1 1 0 0,0 0-1 0 0,-1 0 1 0 0,0 1-1 0 0,1-1 1 0 0,-1 0-1 0 0,1 1 1 0 0,-1-1-1 0 0,0 1 1 0 0,1-1-1 0 0,-1 1 0 0 0,0-1 1 0 0,1 1-1 0 0,-1-1 1 0 0,0 1-1 0 0,0 0 1 0 0,0-1-1 0 0,1 1 1 0 0,-1 0-1 0 0,0 0 1 0 0,0 0-1 0 0,0-1 1 0 0,0 1-1 0 0,1 0 1 0 0,-1 0-1 0 0,0 0 0 0 0,0 0 1 0 0,0 1-1 0 0,0-1 1 0 0,-1 0-1 0 0,-2 1 11 0 0,-1 1-1 0 0,1-1 1 0 0,-1 1 0 0 0,1 0-1 0 0,0 0 1 0 0,-1 0-1 0 0,-4 4 1 0 0,-13 10-3 0 0,1 1 1 0 0,1 0-1 0 0,1 2 1 0 0,0 0-1 0 0,1 1 1 0 0,2 1-1 0 0,0 1 1 0 0,1 0-1 0 0,-24 48 1 0 0,38-67 19 0 0,0 0 1 0 0,0 0-1 0 0,0-1 1 0 0,0 1-1 0 0,0 0 1 0 0,1 0-1 0 0,-1 5 0 0 0,2-8 10 0 0,0 0 1 0 0,0 0-1 0 0,0 0 0 0 0,0-1 0 0 0,0 1 0 0 0,0 0 0 0 0,0-1 0 0 0,0 1 0 0 0,0-1 0 0 0,0 1 0 0 0,0-1 0 0 0,0 1 0 0 0,0-1 1 0 0,0-1-1 0 0,8-6-71 0 0,0-1 0 0 0,-1-1 1 0 0,-1 1-1 0 0,1-1 0 0 0,-2-1 1 0 0,6-10-1 0 0,30-71-345 0 0,-27 57 147 0 0,-5 15 126 0 0,-6 12 67 0 0,0-1 0 0 0,-1 0-1 0 0,3-10 1 0 0,-5 18 26 0 0,-1 0 1 0 0,0 0-1 0 0,0 0 1 0 0,1-1-1 0 0,-1 1 1 0 0,0 0-1 0 0,0 0 0 0 0,0 0 1 0 0,0 0-1 0 0,0 0 1 0 0,-1 0-1 0 0,1-1 1 0 0,0 1-1 0 0,0 0 0 0 0,-1 0 1 0 0,0-2-1 0 0,0 3 14 0 0,1 0 0 0 0,-1-1 0 0 0,0 1 0 0 0,0 0-1 0 0,0 0 1 0 0,0 0 0 0 0,0 0 0 0 0,1 0 0 0 0,-1 0 0 0 0,0 0-1 0 0,0 0 1 0 0,0 0 0 0 0,0 0 0 0 0,0 0 0 0 0,0 0-1 0 0,1 0 1 0 0,-1 1 0 0 0,0-1 0 0 0,0 0 0 0 0,0 1 0 0 0,1-1-1 0 0,-1 1 1 0 0,0-1 0 0 0,0 1 0 0 0,1-1 0 0 0,-1 1-1 0 0,-1 1 1 0 0,-23 19 127 0 0,2 3-62 0 0,1 0 0 0 0,1 2 0 0 0,1 1 0 0 0,1 1 0 0 0,1 0 0 0 0,2 1 0 0 0,1 1 0 0 0,-15 44 0 0 0,27-67 9 0 0,1 1 0 0 0,1-1 0 0 0,-1 1 0 0 0,1 0 0 0 0,0 10 0 0 0,1-18-56 0 0,0 0 1 0 0,0 1-1 0 0,0-1 1 0 0,0 1-1 0 0,0-1 1 0 0,0 0 0 0 0,0 1-1 0 0,0-1 1 0 0,0 1-1 0 0,0-1 1 0 0,0 0-1 0 0,1 1 1 0 0,-1-1 0 0 0,0 1-1 0 0,0-1 1 0 0,0 0-1 0 0,0 1 1 0 0,1-1 0 0 0,-1 0-1 0 0,0 1 1 0 0,0-1-1 0 0,1 0 1 0 0,-1 0-1 0 0,0 1 1 0 0,0-1 0 0 0,1 0-1 0 0,-1 0 1 0 0,0 1-1 0 0,1-1 1 0 0,-1 0 0 0 0,1 0-1 0 0,-1 0 1 0 0,0 1-1 0 0,1-1 1 0 0,-1 0-1 0 0,0 0 1 0 0,1 0 0 0 0,-1 0-1 0 0,1 0 1 0 0,-1 0-1 0 0,1 0 1 0 0,18-8 262 0 0,-7-2-242 0 0,-1 0-1 0 0,-1-1 1 0 0,0-1 0 0 0,-1 1 0 0 0,0-1-1 0 0,12-21 1 0 0,-15 24-65 0 0,9-15 34 0 0,-2 1 0 0 0,0-2 0 0 0,-1 0 0 0 0,-1 0 0 0 0,-2-1 0 0 0,8-30 0 0 0,-15 47-58 0 0,-1 0 0 0 0,0-1 0 0 0,1-14 0 0 0,-2 24 44 0 0,0 0 0 0 0,0-1 1 0 0,0 1-1 0 0,-1 0 0 0 0,1-1 0 0 0,0 1 0 0 0,0-1 0 0 0,0 1 0 0 0,0 0 0 0 0,0-1 0 0 0,0 1 0 0 0,-1 0 0 0 0,1-1 0 0 0,0 1 0 0 0,0 0 0 0 0,0 0 1 0 0,-1-1-1 0 0,1 1 0 0 0,0 0 0 0 0,0 0 0 0 0,-1-1 0 0 0,1 1 0 0 0,0 0 0 0 0,-1 0 0 0 0,1 0 0 0 0,0-1 0 0 0,-1 1 0 0 0,1 0 0 0 0,0 0 0 0 0,-1 0 1 0 0,1 0-1 0 0,0 0 0 0 0,-1 0 0 0 0,1 0 0 0 0,-1 0 0 0 0,1 0 0 0 0,0 0 0 0 0,-1 0 0 0 0,1 0 0 0 0,0 0 0 0 0,-1 0 0 0 0,1 0 0 0 0,0 0 0 0 0,-1 0 1 0 0,1 0-1 0 0,0 0 0 0 0,-1 1 0 0 0,-6-1-327 0 0,0-16 1048 0 0,4 12-743 0 0,0-1 1 0 0,-1 1-1 0 0,0 0 1 0 0,0 0-1 0 0,0 0 1 0 0,-1 1-1 0 0,1-1 1 0 0,-1 1-1 0 0,0 0 1 0 0,0 0-1 0 0,0 1 1 0 0,-9-4-1 0 0,-6-1 44 0 0,-43-7-1 0 0,53 11-14 0 0,-59-11 65 0 0,-313-59-137 0 0,347 67 85 0 0,-1 2 0 0 0,-60 0 1 0 0,29-2-250 0 0,70 5-16 0 0,-1 1 242 0 0,0 0 0 0 0,1 0 1 0 0,-1 0-1 0 0,0 0 1 0 0,0 0-1 0 0,0 0 0 0 0,0 0 1 0 0,0 1-1 0 0,0-1 0 0 0,0 1 1 0 0,4 1-1 0 0,3 1-16 0 0,138 20-23 0 0,-75-13-40 0 0,-27-3-30 0 0,83 0 0 0 0,-97-6 73 0 0,220 0 233 0 0,-249-1-88 0 0,-16-1-120 0 0,-29-4-74 0 0,0 2 0 0 0,-58 4 0 0 0,37 0 135 0 0,-17 0-43 0 0,-190-9 508 0 0,266 8-508 0 0,0-1 0 0 0,0 0 0 0 0,0 0 0 0 0,0-1 0 0 0,1 1 0 0 0,-1-1 0 0 0,0 0 0 0 0,-4-3 0 0 0,-45-21 100 0 0,-30-1 79 0 0,77 25-145 0 0,4 1-9 0 0,1 0 0 0 0,-1 1 0 0 0,1-1 0 0 0,0 0 0 0 0,-1-1 0 0 0,1 1 1 0 0,0 0-1 0 0,0-1 0 0 0,0 1 0 0 0,0-1 0 0 0,0 0 0 0 0,0 1 0 0 0,0-1 1 0 0,0 0-1 0 0,1 0 0 0 0,-1 0 0 0 0,1-1 0 0 0,-1 1 0 0 0,1 0 0 0 0,0 0 1 0 0,0-1-1 0 0,-1-4 0 0 0,-5-8 39 0 0,-13-41 250 0 0,13 47-322 0 0,-17-27 136 0 0,24 35-138 0 0,0 0 1 0 0,0 1-1 0 0,-1-1 0 0 0,1 0 0 0 0,0 0 0 0 0,0 1 0 0 0,-1-1 0 0 0,1 0 1 0 0,0 1-1 0 0,-1-1 0 0 0,1 1 0 0 0,0-1 0 0 0,-1 0 0 0 0,1 1 0 0 0,-1-1 1 0 0,1 1-1 0 0,-1-1 0 0 0,1 1 0 0 0,-1-1 0 0 0,0 1 0 0 0,1 0 0 0 0,-1-1 1 0 0,1 1-1 0 0,-1 0 0 0 0,0-1 0 0 0,1 1 0 0 0,-1 0 0 0 0,0 0 0 0 0,0-1 1 0 0,1 1-1 0 0,-1 0 0 0 0,0 0 0 0 0,1 0 0 0 0,-1 0 0 0 0,-1 0 0 0 0,1 1-10 0 0,0-1 0 0 0,0 1 0 0 0,1 0-1 0 0,-1-1 1 0 0,0 1 0 0 0,0 0 0 0 0,1-1-1 0 0,-1 1 1 0 0,0 0 0 0 0,1 0 0 0 0,-1 0-1 0 0,1 0 1 0 0,-1 0 0 0 0,1 0-1 0 0,0 0 1 0 0,-1-1 0 0 0,1 1 0 0 0,0 0-1 0 0,0 0 1 0 0,0 0 0 0 0,-1 0 0 0 0,1 0-1 0 0,0 0 1 0 0,0 2 0 0 0,1 1 19 0 0,0 1 0 0 0,0-1 0 0 0,0 0 0 0 0,0 0 0 0 0,1 0 1 0 0,-1 0-1 0 0,1 0 0 0 0,0 0 0 0 0,0 0 0 0 0,1 0 0 0 0,-1-1 0 0 0,1 1 0 0 0,0-1 0 0 0,0 0 1 0 0,0 0-1 0 0,0 0 0 0 0,5 4 0 0 0,1 0 0 0 0,1 0 0 0 0,0 0 0 0 0,0-1 0 0 0,1 0 0 0 0,13 5 0 0 0,2-2-5 0 0,0-1-1 0 0,1-1 1 0 0,0-1-1 0 0,49 3 1 0 0,115-5-162 0 0,-132-4 172 0 0,-57-1 7 0 0,0 1 0 0 0,0-1 1 0 0,0 1-1 0 0,0-1 0 0 0,0 0 1 0 0,-1 0-1 0 0,1 0 0 0 0,0 0 1 0 0,0 0-1 0 0,-1 0 1 0 0,1 0-1 0 0,-1-1 0 0 0,1 1 1 0 0,-1-1-1 0 0,1 1 0 0 0,-1-1 1 0 0,0 1-1 0 0,0-1 0 0 0,0 0 1 0 0,0 1-1 0 0,1-4 0 0 0,10-11-113 0 0,-12 16 104 0 0,0 0 0 0 0,1 0 0 0 0,-1 0 0 0 0,0 0 0 0 0,0 0 0 0 0,0-1 0 0 0,0 1 0 0 0,0 0 0 0 0,0 0 0 0 0,1 0 0 0 0,-1 0 0 0 0,0 0 0 0 0,0 0 0 0 0,0-1 0 0 0,0 1 0 0 0,0 0 0 0 0,0 0 0 0 0,0 0 0 0 0,0 0 0 0 0,0-1-1 0 0,0 1 1 0 0,0 0 0 0 0,0 0 0 0 0,0 0 0 0 0,0 0 0 0 0,0-1 0 0 0,0 1 0 0 0,0 0 0 0 0,0 0 0 0 0,0 0 0 0 0,0 0 0 0 0,0 0 0 0 0,0-1 0 0 0,0 1 0 0 0,0 0 0 0 0,0 0 0 0 0,0 0 0 0 0,0 0 0 0 0,0-1 0 0 0,0 1 0 0 0,-1 0 0 0 0,1 0 0 0 0,0 0 0 0 0,0 0 0 0 0,0 0 0 0 0,0 0 0 0 0,0 0 0 0 0,0-1 0 0 0,-1 1 0 0 0,1 0 0 0 0,0 0 0 0 0,0 0 0 0 0,0 0 0 0 0,0 0 0 0 0,0 0 0 0 0,-1 0 0 0 0,1 0 0 0 0,0 0 0 0 0,0 0 0 0 0,0 0 0 0 0,0 0-1 0 0,-1 0 1 0 0,-11-1-113 0 0,12 1 116 0 0,-447 3 80 0 0,435-3-64 0 0,-26 0 43 0 0,-44-5 1 0 0,112 7-267 0 0,43-4 1 0 0,-1 1 114 0 0,504-1 429 0 0,-576 2-326 0 0,-14-5 72 0 0,-23-5-80 0 0,-18 4 49 0 0,-67 2 0 0 0,52 2 41 0 0,-170 1 542 0 0,142 1-575 0 0,582 9-335 0 0,-289-9 760 0 0,-439-6-280 0 0,183 8-150 0 0,35 0-72 0 0,0-2 1 0 0,0-1 0 0 0,-51-7 0 0 0,88 9-63 0 0,1 0 1 0 0,-1-1-1 0 0,1 0 1 0 0,20-4-1 0 0,10 0 33 0 0,58 1-68 0 0,79-5 200 0 0,-169 6 170 0 0,-10 0-191 0 0,-9 0-53 0 0,-145-8 153 0 0,64 7-140 0 0,71 2-48 0 0,6-1-65 0 0,0 2 1 0 0,-1-1-1 0 0,1 2 0 0 0,-20 2 1 0 0,33-3 82 0 0,0 0 0 0 0,0 0 1 0 0,-1 0-1 0 0,1 0 0 0 0,0 0 1 0 0,-1 0-1 0 0,1 0 0 0 0,0 0 1 0 0,0 0-1 0 0,-1 0 0 0 0,1 0 0 0 0,0 0 1 0 0,-1 0-1 0 0,1 0 0 0 0,0 0 1 0 0,0 0-1 0 0,-1 1 0 0 0,1-1 1 0 0,0 0-1 0 0,0 0 0 0 0,-1 0 1 0 0,1 0-1 0 0,0 1 0 0 0,0-1 0 0 0,0 0 1 0 0,-1 0-1 0 0,1 0 0 0 0,0 1 1 0 0,0-1-1 0 0,0 0 0 0 0,-1 0 1 0 0,1 1-1 0 0,0-1 0 0 0,0 0 0 0 0,0 0 1 0 0,0 1-1 0 0,0-1 0 0 0,0 0 1 0 0,0 1-1 0 0,0-1 0 0 0,0 0 1 0 0,0 0-1 0 0,0 1 0 0 0,0-1 1 0 0,0 0-1 0 0,0 1 0 0 0,0-1 0 0 0,0 0 1 0 0,0 0-1 0 0,0 1 0 0 0,0-1 1 0 0,0 0-1 0 0,0 1 0 0 0,1-1 1 0 0,-1 0-1 0 0,0 0 0 0 0,0 1 0 0 0,0-1 1 0 0,0 0-1 0 0,1 0 0 0 0,-1 0 1 0 0,0 1-1 0 0,0-1 0 0 0,0 0 1 0 0,1 0-1 0 0,-1 0 0 0 0,1 1 1 0 0,18 10-50 0 0,-1-5 27 0 0,-1 0 0 0 0,1-2 0 0 0,0 0 0 0 0,0-1 0 0 0,21 1 0 0 0,97-2-17 0 0,-83-3-5 0 0,-34 1 38 0 0,2 1 86 0 0,0-1 0 0 0,0-2 0 0 0,-1 0 0 0 0,22-5 0 0 0,-29 5 17 0 0,10-4 139 0 0,-23 6-217 0 0,1-1 0 0 0,0 1 1 0 0,-1 0-1 0 0,1-1 0 0 0,-1 1 0 0 0,1 0 1 0 0,0-1-1 0 0,-1 1 0 0 0,1-1 0 0 0,-1 1 0 0 0,1-1 1 0 0,-1 1-1 0 0,0-1 0 0 0,1 0 0 0 0,-1 1 0 0 0,0-1 1 0 0,1 1-1 0 0,-1-1 0 0 0,0 0 0 0 0,1 1 0 0 0,-1-1 1 0 0,0 0-1 0 0,0 1 0 0 0,0-1 0 0 0,0 0 0 0 0,0 0 1 0 0,15 0-253 0 0,46-2 977 0 0,-22 0-2969 0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20.897"/>
    </inkml:context>
    <inkml:brush xml:id="br0">
      <inkml:brushProperty name="width" value="0.35" units="cm"/>
      <inkml:brushProperty name="height" value="0.35" units="cm"/>
      <inkml:brushProperty name="color" value="#CC0066"/>
    </inkml:brush>
  </inkml:definitions>
  <inkml:trace contextRef="#ctx0" brushRef="#br0">1551 1249 1096 0 0,'-16'-6'162'0'0,"10"3"-129"0"0,0 1 1 0 0,1 1-1 0 0,-1-1 0 0 0,0 1 0 0 0,-9-2 0 0 0,14 4-29 0 0,1-1 0 0 0,0 0 0 0 0,-1 0 0 0 0,1 0 0 0 0,-1 0 0 0 0,1 0 0 0 0,-1 0 0 0 0,1 0 0 0 0,-1 0 0 0 0,1 0 0 0 0,-1 0 0 0 0,1-1 0 0 0,-1 1 0 0 0,1 0 0 0 0,-1 0 0 0 0,1 0 0 0 0,0-1 0 0 0,-1 1 0 0 0,1 0 0 0 0,-1 0-1 0 0,1-1 1 0 0,0 1 0 0 0,-1 0 0 0 0,1-1 0 0 0,0 1 0 0 0,-1 0 0 0 0,1-1 0 0 0,0 1 0 0 0,0 0 0 0 0,-1-1 0 0 0,1 0 0 0 0,0 1-1 0 0,0 0-1 0 0,0 0 1 0 0,0 0-1 0 0,1 0 1 0 0,-1 0 0 0 0,0 0-1 0 0,0 0 1 0 0,0 0 0 0 0,0 0-1 0 0,0 0 1 0 0,1 0-1 0 0,-1 0 1 0 0,0 0 0 0 0,0 0-1 0 0,0 0 1 0 0,0 0-1 0 0,0 0 1 0 0,1 0 0 0 0,-1 0-1 0 0,0 0 1 0 0,0 0-1 0 0,0 0 1 0 0,0 0 0 0 0,0-1-1 0 0,0 1 1 0 0,0 0 0 0 0,1 0-1 0 0,-1 0 1 0 0,0 0-1 0 0,0 0 1 0 0,0 0 0 0 0,0 0-1 0 0,0-1 1 0 0,0 1-1 0 0,0 0 1 0 0,0 0 0 0 0,0 0-1 0 0,0 0 1 0 0,0 0-1 0 0,0-1 1 0 0,0 1 0 0 0,0 0-1 0 0,0 0 1 0 0,0 0 0 0 0,0 0-1 0 0,0 0 1 0 0,0-1-1 0 0,0 1 1 0 0,0 0 0 0 0,0 0-1 0 0,0 0 1 0 0,0 0-1 0 0,0 0 1 0 0,0-1 0 0 0,0 1-1 0 0,0 0 1 0 0,0 0 0 0 0,-1 0-1 0 0,1 0 1 0 0,0 0-1 0 0,0 0 1 0 0,0-1 0 0 0,17 0 159 0 0,-16 1-148 0 0,1 0 0 0 0,-1-1 0 0 0,1 1 0 0 0,-1-1 0 0 0,1 1 0 0 0,-1-1 0 0 0,1 0 0 0 0,-1 1 0 0 0,0-1 0 0 0,0 0 0 0 0,1 0 0 0 0,-1 0 0 0 0,0 0 0 0 0,0 0 0 0 0,0 0 0 0 0,0-1 0 0 0,0 1 0 0 0,0 0 0 0 0,0 0 0 0 0,1-3 0 0 0,-1 2-2 0 0,0-1 0 0 0,0 0 0 0 0,-1 0 0 0 0,1 0 1 0 0,-1 0-1 0 0,1 0 0 0 0,-1 0 0 0 0,0 0 0 0 0,0 0 0 0 0,-1-3 0 0 0,1-1-5 0 0,-2 0 0 0 0,1 1 0 0 0,-1 0-1 0 0,0-1 1 0 0,0 1 0 0 0,0 0-1 0 0,-1 0 1 0 0,0 0 0 0 0,-6-7-1 0 0,7 9-11 0 0,-1 1-1 0 0,-1 0 1 0 0,1 0-1 0 0,0 0 1 0 0,-1 1-1 0 0,1-1 1 0 0,-1 1-1 0 0,0 0 0 0 0,0 0 1 0 0,0 0-1 0 0,0 1 1 0 0,0-1-1 0 0,0 1 1 0 0,-6-1-1 0 0,-5-1-10 0 0,-1 2-1 0 0,-24-1 0 0 0,34 2 13 0 0,-17 1 15 0 0,1 1-1 0 0,-1 1 1 0 0,1 1-1 0 0,0 1 1 0 0,0 1-1 0 0,1 1 1 0 0,0 0-1 0 0,0 2 1 0 0,-36 20-1 0 0,43-21-5 0 0,0 1 0 0 0,0 0 0 0 0,1 1-1 0 0,-18 17 1 0 0,26-22-10 0 0,1-1 0 0 0,-1 1-1 0 0,1 1 1 0 0,0-1 0 0 0,1 0 0 0 0,-1 1 0 0 0,1 0-1 0 0,1 0 1 0 0,-1 0 0 0 0,1 0 0 0 0,0 0-1 0 0,0 1 1 0 0,-1 9 0 0 0,2-15 8 0 0,1 0-1 0 0,0 1 1 0 0,0-1 0 0 0,0 1-1 0 0,0-1 1 0 0,0 1-1 0 0,0-1 1 0 0,1 1 0 0 0,-1-1-1 0 0,0 0 1 0 0,1 1 0 0 0,-1-1-1 0 0,1 0 1 0 0,0 1 0 0 0,-1-1-1 0 0,1 0 1 0 0,0 0-1 0 0,0 1 1 0 0,0-1 0 0 0,0 0-1 0 0,1 2 1 0 0,1-2 14 0 0,-1 1 0 0 0,0-1 0 0 0,1 0-1 0 0,-1 0 1 0 0,0 0 0 0 0,1 0 0 0 0,0 0 0 0 0,-1 0 0 0 0,1-1 0 0 0,-1 1 0 0 0,4-1 0 0 0,4 1 40 0 0,0-1 1 0 0,1 0 0 0 0,-1-1-1 0 0,0 0 1 0 0,16-5 0 0 0,-5-1-28 0 0,0-1 0 0 0,-1 0 0 0 0,32-19 0 0 0,59-43-77 0 0,-94 59 44 0 0,-1-1 1 0 0,-1-1-1 0 0,0 0 0 0 0,0-1 0 0 0,12-18 1 0 0,-21 25 11 0 0,0 0-1 0 0,-1 0 1 0 0,-1-1 0 0 0,1 0 0 0 0,-1 0-1 0 0,0 0 1 0 0,-1-1 0 0 0,0 1 0 0 0,0-1 0 0 0,-1 1-1 0 0,0-1 1 0 0,-1 0 0 0 0,1-15 0 0 0,-2 21-4 0 0,0 0 0 0 0,0 0 1 0 0,-1 0-1 0 0,1 0 0 0 0,-1 0 1 0 0,0 0-1 0 0,0 0 1 0 0,0 0-1 0 0,0 0 0 0 0,0 1 1 0 0,-1-1-1 0 0,1 0 0 0 0,-1 1 1 0 0,1-1-1 0 0,-1 1 0 0 0,0-1 1 0 0,-4-2-1 0 0,2 1-7 0 0,-1 1 1 0 0,1 0-1 0 0,-1 1 1 0 0,1-1-1 0 0,-1 1 0 0 0,0 0 1 0 0,0 0-1 0 0,0 0 0 0 0,-8-1 1 0 0,-6 0-14 0 0,1 1 0 0 0,0 1-1 0 0,-1 1 1 0 0,1 0 0 0 0,-20 3 0 0 0,10 2 24 0 0,0 1 0 0 0,0 1 0 0 0,0 1 0 0 0,1 1 0 0 0,1 2 0 0 0,0 1 0 0 0,0 0 1 0 0,1 2-1 0 0,-38 29 0 0 0,50-34-2 0 0,1 1 1 0 0,1 0 0 0 0,0 0-1 0 0,0 2 1 0 0,1-1-1 0 0,1 1 1 0 0,0 0 0 0 0,1 1-1 0 0,0 0 1 0 0,-6 15 0 0 0,11-22-6 0 0,0 0 1 0 0,1 1 0 0 0,0-1-1 0 0,0 1 1 0 0,0-1 0 0 0,1 1 0 0 0,0 0-1 0 0,1 0 1 0 0,-1 0 0 0 0,1-1-1 0 0,1 1 1 0 0,0 9 0 0 0,1-11-1 0 0,-1-1 1 0 0,1 0-1 0 0,-1 1 1 0 0,1-1-1 0 0,0 0 1 0 0,1 0-1 0 0,-1 0 1 0 0,1 0-1 0 0,0-1 1 0 0,0 1-1 0 0,0-1 1 0 0,0 1-1 0 0,0-1 1 0 0,1 0-1 0 0,0 0 1 0 0,-1-1-1 0 0,1 1 1 0 0,8 3-1 0 0,5 1 40 0 0,0 0-1 0 0,1-1 1 0 0,-1-1-1 0 0,1 0 1 0 0,0-2-1 0 0,0 0 1 0 0,1-1-1 0 0,34 0 1 0 0,-27-3-23 0 0,0-1 0 0 0,0-1 0 0 0,0-1-1 0 0,0-2 1 0 0,44-14 0 0 0,-17-2-2 0 0,78-46-1 0 0,-116 59-20 0 0,0 0-1 0 0,0-1 0 0 0,-1-1 1 0 0,15-14-1 0 0,-23 20 5 0 0,-1-1 1 0 0,0 0-1 0 0,0 0 1 0 0,-1-1-1 0 0,0 1 0 0 0,0-1 1 0 0,0 0-1 0 0,-1 0 1 0 0,0 0-1 0 0,0 0 0 0 0,2-12 1 0 0,-4 16-1 0 0,-1 0 0 0 0,1 0 1 0 0,-1 0-1 0 0,0 0 0 0 0,0 0 1 0 0,0 0-1 0 0,0 0 0 0 0,0 0 0 0 0,-1 0 1 0 0,0 0-1 0 0,1 0 0 0 0,-1 0 1 0 0,0 0-1 0 0,0 0 0 0 0,0 1 1 0 0,-1-1-1 0 0,-1-3 0 0 0,0 3 1 0 0,0 0 0 0 0,1 0 0 0 0,-1 0-1 0 0,-1 0 1 0 0,1 1 0 0 0,0-1 0 0 0,-1 1 0 0 0,1 0-1 0 0,-1-1 1 0 0,0 2 0 0 0,-4-3 0 0 0,-8-1-3 0 0,-1 0 0 0 0,0 2 0 0 0,1 0 0 0 0,-1 0 0 0 0,-18 1 1 0 0,7 1-7 0 0,1 2 1 0 0,-1 0 0 0 0,1 2-1 0 0,0 1 1 0 0,-45 13 0 0 0,29-4 59 0 0,1 3 0 0 0,-71 35 0 0 0,102-45-56 0 0,0 0 0 0 0,0 0 0 0 0,0 1 0 0 0,1 1 0 0 0,0-1 0 0 0,1 2 0 0 0,-15 15 0 0 0,23-23-4 0 0,0 1 1 0 0,0-1 0 0 0,0 0 0 0 0,0 1 0 0 0,0-1-1 0 0,0 1 1 0 0,1-1 0 0 0,-1 1 0 0 0,0-1 0 0 0,1 1-1 0 0,-1-1 1 0 0,1 1 0 0 0,-1 3 0 0 0,2-4 7 0 0,-1 0 0 0 0,0 0 0 0 0,1 0 0 0 0,-1 0 0 0 0,1 0 0 0 0,-1-1 0 0 0,1 1 1 0 0,0 0-1 0 0,-1 0 0 0 0,1 0 0 0 0,0 0 0 0 0,-1-1 0 0 0,1 1 0 0 0,0 0 0 0 0,0 0 0 0 0,0-1 0 0 0,0 1 0 0 0,-1-1 1 0 0,1 1-1 0 0,0-1 0 0 0,0 1 0 0 0,0-1 0 0 0,2 1 0 0 0,9 3 30 0 0,-1 0 0 0 0,1-1 1 0 0,0-1-1 0 0,0 1 0 0 0,1-2 0 0 0,-1 0 1 0 0,13 0-1 0 0,10-2 70 0 0,55-9 1 0 0,-56 3-108 0 0,-1 0-1 0 0,0-3 1 0 0,-1 0 0 0 0,0-2 0 0 0,0-2 0 0 0,-1-1 0 0 0,31-20-1 0 0,-50 27 16 0 0,0 0 0 0 0,0-1 0 0 0,-1 0-1 0 0,0-1 1 0 0,-1 0 0 0 0,0-1 0 0 0,12-16-1 0 0,-17 20 17 0 0,0-1 0 0 0,0 0 0 0 0,-1-1 0 0 0,0 1 0 0 0,0-1 0 0 0,-1 0 0 0 0,-1 0 0 0 0,1 0 0 0 0,-1 0 0 0 0,-1 0 0 0 0,1 0 0 0 0,-1-11 0 0 0,-1 18-17 0 0,0-1 0 0 0,-1 1 0 0 0,1 0 0 0 0,-1-1 0 0 0,1 1 0 0 0,-1 0 0 0 0,0-1 0 0 0,1 1-1 0 0,-1 0 1 0 0,-1 0 0 0 0,1 0 0 0 0,0 0 0 0 0,0 0 0 0 0,-1 0 0 0 0,1 0 0 0 0,-1 0 0 0 0,0 0 0 0 0,1 1 0 0 0,-1-1 0 0 0,0 1 0 0 0,0-1 0 0 0,0 1 0 0 0,0 0 0 0 0,0 0 0 0 0,0 0 0 0 0,0 0 0 0 0,-1 0 0 0 0,-3-1 0 0 0,-6-1-7 0 0,0 0 1 0 0,0 1-1 0 0,0 0 1 0 0,-20 0 0 0 0,3 1-18 0 0,-1 1 0 0 0,1 1 0 0 0,0 2 0 0 0,-45 9 1 0 0,39-3 33 0 0,0 1 1 0 0,-56 25-1 0 0,78-29-18 0 0,1 0-1 0 0,0 1 1 0 0,1 0 0 0 0,0 1-1 0 0,0 0 1 0 0,0 1-1 0 0,1 0 1 0 0,0 0 0 0 0,1 1-1 0 0,-14 20 1 0 0,20-27-4 0 0,1 0 0 0 0,1 1 0 0 0,-1-1 1 0 0,0 1-1 0 0,1-1 0 0 0,-1 1 0 0 0,1-1 0 0 0,0 1 0 0 0,0 0 1 0 0,1 0-1 0 0,-1-1 0 0 0,1 1 0 0 0,0 0 0 0 0,0 0 1 0 0,0 0-1 0 0,0 0 0 0 0,1-1 0 0 0,0 1 0 0 0,-1 0 0 0 0,3 5 1 0 0,-1-6 9 0 0,0 1 1 0 0,1 0 0 0 0,-1-1 0 0 0,1 0 0 0 0,-1 0-1 0 0,1 1 1 0 0,0-1 0 0 0,1-1 0 0 0,-1 1-1 0 0,0 0 1 0 0,1-1 0 0 0,-1 0 0 0 0,1 0 0 0 0,0 0-1 0 0,0 0 1 0 0,0-1 0 0 0,0 1 0 0 0,0-1-1 0 0,0 0 1 0 0,7 1 0 0 0,11 2 19 0 0,-1 0 1 0 0,1-2-1 0 0,-1 0 0 0 0,1-1 1 0 0,0-2-1 0 0,34-4 0 0 0,-27 0-12 0 0,1-1-1 0 0,31-12 1 0 0,-47 13-6 0 0,-1 0 0 0 0,0-1 0 0 0,0 0 0 0 0,0-1 1 0 0,-1-1-1 0 0,0 0 0 0 0,21-19 0 0 0,-23 17 12 0 0,0-1 1 0 0,0 0-1 0 0,-1-1 1 0 0,-1 0-1 0 0,0-1 1 0 0,8-16-1 0 0,-15 25-10 0 0,1 0-1 0 0,0 0 1 0 0,-1 0 0 0 0,0-1 0 0 0,0 1-1 0 0,0-1 1 0 0,-1 1 0 0 0,0-1 0 0 0,1-5-1 0 0,-2 8-8 0 0,1 0 1 0 0,0-1-1 0 0,-1 1 0 0 0,1 0 0 0 0,-1 0 0 0 0,0 0 0 0 0,0 0 1 0 0,0-1-1 0 0,0 1 0 0 0,0 0 0 0 0,0 0 0 0 0,0 1 0 0 0,-1-1 0 0 0,1 0 1 0 0,-1 0-1 0 0,1 1 0 0 0,-1-1 0 0 0,0 1 0 0 0,0-1 0 0 0,0 1 1 0 0,-2-2-1 0 0,-3 0-9 0 0,1 0 0 0 0,-1 1 0 0 0,1-1 1 0 0,-1 1-1 0 0,0 1 0 0 0,0-1 1 0 0,-11 0-1 0 0,-53 0-64 0 0,61 3 65 0 0,-14-1-7 0 0,0 0 0 0 0,1 2 0 0 0,-1 1 0 0 0,1 1-1 0 0,-36 11 1 0 0,41-9 22 0 0,-61 21 23 0 0,68-23-34 0 0,0 1 0 0 0,0 1-1 0 0,0 0 1 0 0,1 0-1 0 0,-10 9 1 0 0,13-9-12 0 0,1 0 0 0 0,0 1-1 0 0,1 0 1 0 0,-1 0 0 0 0,-6 11 0 0 0,11-15 9 0 0,-1-1 0 0 0,1 0 0 0 0,-1 1 0 0 0,1-1 0 0 0,0 1 0 0 0,0-1 0 0 0,0 1 0 0 0,0 0 0 0 0,0-1 1 0 0,1 1-1 0 0,-1 0 0 0 0,1 0 0 0 0,-1-1 0 0 0,1 1 0 0 0,0 0 0 0 0,0 0 0 0 0,1 0 0 0 0,-1-1 0 0 0,1 1 0 0 0,-1 0 1 0 0,1 0-1 0 0,0-1 0 0 0,0 1 0 0 0,0 0 0 0 0,0-1 0 0 0,0 1 0 0 0,1-1 0 0 0,-1 0 0 0 0,1 1 0 0 0,-1-1 0 0 0,1 0 1 0 0,2 2-1 0 0,3 1 21 0 0,-1 0-1 0 0,1 0 1 0 0,0-1 0 0 0,0 0 0 0 0,0-1 0 0 0,1 1 0 0 0,-1-2 0 0 0,1 1 0 0 0,0-1 0 0 0,10 2 0 0 0,7 0 2 0 0,0-1-1 0 0,1-1 1 0 0,-1-2 0 0 0,0-1 0 0 0,0 0-1 0 0,1-2 1 0 0,-1-1 0 0 0,-1-1 0 0 0,1-1-1 0 0,-1-1 1 0 0,0-1 0 0 0,0-2 0 0 0,-1 0-1 0 0,-1-1 1 0 0,33-22 0 0 0,-47 28-1 0 0,0-1-1 0 0,-1-1 1 0 0,0 1 0 0 0,0-2-1 0 0,9-12 1 0 0,-13 15 3 0 0,0 1-1 0 0,0-1 1 0 0,-1 1 0 0 0,0-1 0 0 0,0 0-1 0 0,0 0 1 0 0,0 0 0 0 0,-1 0 0 0 0,0 0-1 0 0,0 0 1 0 0,0-1 0 0 0,0-7 0 0 0,-2 11-13 0 0,1 0 1 0 0,0 0 0 0 0,0-1 0 0 0,-1 1-1 0 0,1 0 1 0 0,-1 0 0 0 0,0 0-1 0 0,1 0 1 0 0,-1 0 0 0 0,0 0 0 0 0,0 0-1 0 0,0 0 1 0 0,-1 0 0 0 0,1 1 0 0 0,0-1-1 0 0,-1 0 1 0 0,1 1 0 0 0,-4-3-1 0 0,0 0-4 0 0,-1 0 0 0 0,1 1 0 0 0,-1 0 0 0 0,0 0 0 0 0,-9-3 0 0 0,-7-1-14 0 0,0 1 0 0 0,0 1 0 0 0,-1 1 0 0 0,-39-2 0 0 0,-99 5-16 0 0,145 2 34 0 0,-47 2 7 0 0,0 4 0 0 0,0 2 0 0 0,-108 30 0 0 0,158-36-19 0 0,1 1 0 0 0,-1 0 0 0 0,1 1 1 0 0,0 0-1 0 0,1 1 0 0 0,-1 0 0 0 0,-19 14 0 0 0,29-19-1 0 0,1 1 1 0 0,-1-1-1 0 0,1 0 0 0 0,0 1 0 0 0,-1-1 0 0 0,1 1 0 0 0,0-1 0 0 0,0 1 0 0 0,0-1 0 0 0,0 1 1 0 0,0 0-1 0 0,0 0 0 0 0,0-1 0 0 0,0 1 0 0 0,1 0 0 0 0,-1 0 0 0 0,1 0 0 0 0,0 0 1 0 0,-1 0-1 0 0,1 0 0 0 0,0 0 0 0 0,0 0 0 0 0,0 0 0 0 0,0 0 0 0 0,1 0 0 0 0,-1 0 0 0 0,0-1 1 0 0,1 1-1 0 0,-1 0 0 0 0,3 3 0 0 0,-1-1 12 0 0,0-1 0 0 0,1 1 0 0 0,-1-1 0 0 0,1 0 0 0 0,0 0 0 0 0,0 0 0 0 0,0 0 0 0 0,1 0 0 0 0,-1-1 0 0 0,1 0 0 0 0,-1 1 0 0 0,8 2 0 0 0,9 2 46 0 0,1-1-1 0 0,1-1 1 0 0,-1 0-1 0 0,1-2 1 0 0,-1 0-1 0 0,41-1 1 0 0,-54-2-42 0 0,31 0 6 0 0,0-1 0 0 0,-1-2 0 0 0,1-2 0 0 0,61-15-1 0 0,-25-2 35 0 0,91-40 0 0 0,-149 55-24 0 0,0-1 0 0 0,-1-1-1 0 0,0 0 1 0 0,15-12-1 0 0,-27 19-4 0 0,-1 0-1 0 0,1-1 0 0 0,-1 0 0 0 0,0 0 1 0 0,0 0-1 0 0,0 0 0 0 0,0 0 1 0 0,-1 0-1 0 0,1-1 0 0 0,-1 1 1 0 0,0-1-1 0 0,0 0 0 0 0,0 0 0 0 0,-1 0 1 0 0,1 0-1 0 0,-1 0 0 0 0,0 0 1 0 0,0 0-1 0 0,-1 0 0 0 0,1 0 0 0 0,-1-1 1 0 0,0-7-1 0 0,0 10-10 0 0,-1 0 0 0 0,1 0-1 0 0,-1-1 1 0 0,0 1 0 0 0,0 0 0 0 0,0 0 0 0 0,0 0-1 0 0,0 0 1 0 0,0 0 0 0 0,0 0 0 0 0,-1 0 0 0 0,1 0-1 0 0,-1 0 1 0 0,1 1 0 0 0,-1-1 0 0 0,0 0 0 0 0,-3-1-1 0 0,-2-1-2 0 0,0 0 0 0 0,0 1-1 0 0,-15-5 1 0 0,0 2-11 0 0,0 1 0 0 0,0 1 0 0 0,0 0 0 0 0,0 2 0 0 0,-34 1 0 0 0,35 1 3 0 0,-34-1 19 0 0,0 3-1 0 0,-58 9 1 0 0,86-6-17 0 0,0 0 1 0 0,1 2-1 0 0,-1 1 0 0 0,2 1 0 0 0,-46 24 1 0 0,61-28-21 0 0,1 0 0 0 0,0 1 0 0 0,0 1 0 0 0,0-1 1 0 0,1 1-1 0 0,0 1 0 0 0,0 0 0 0 0,1 0 0 0 0,-8 10 1 0 0,14-17 12 0 0,0 1 1 0 0,0-1 0 0 0,1 0 0 0 0,-1 1-1 0 0,0-1 1 0 0,0 1 0 0 0,1 0 0 0 0,-1-1-1 0 0,1 1 1 0 0,-1 0 0 0 0,1-1-1 0 0,0 1 1 0 0,-1 0 0 0 0,1-1 0 0 0,0 1-1 0 0,0 0 1 0 0,0-1 0 0 0,1 1 0 0 0,-1 0-1 0 0,0 0 1 0 0,1-1 0 0 0,-1 1 0 0 0,1-1-1 0 0,-1 1 1 0 0,1 0 0 0 0,0-1-1 0 0,0 1 1 0 0,-1-1 0 0 0,1 1 0 0 0,0-1-1 0 0,1 0 1 0 0,-1 1 0 0 0,0-1 0 0 0,0 0-1 0 0,0 0 1 0 0,1 0 0 0 0,-1 0 0 0 0,0 0-1 0 0,4 2 1 0 0,7 2 12 0 0,0 0 1 0 0,0-1-1 0 0,0 0 0 0 0,1 0 1 0 0,-1-1-1 0 0,1-1 0 0 0,23 1 0 0 0,-5-1 0 0 0,0-2-1 0 0,38-5 1 0 0,-31-1 2 0 0,0-1 1 0 0,-1-2-1 0 0,0-2 1 0 0,-1-1-1 0 0,0-2 1 0 0,-1-1 0 0 0,49-29-1 0 0,-76 38 14 0 0,1 0 1 0 0,-1-1-1 0 0,0 0 0 0 0,-1-1 0 0 0,1 0 1 0 0,-1 0-1 0 0,10-17 0 0 0,-15 22-11 0 0,0 0 0 0 0,0 0 0 0 0,0 0-1 0 0,-1 0 1 0 0,1 0 0 0 0,-1-1 0 0 0,0 1-1 0 0,0-1 1 0 0,-1 1 0 0 0,1-1 0 0 0,0 1-1 0 0,-1-1 1 0 0,0 1 0 0 0,0-1 0 0 0,0 1-1 0 0,-1-1 1 0 0,1 1 0 0 0,-1-1 0 0 0,1 1-1 0 0,-1-1 1 0 0,0 1 0 0 0,-1-1 0 0 0,1 1-1 0 0,-1 0 1 0 0,-3-6 0 0 0,-1 3-8 0 0,0 0 0 0 0,-1 0 0 0 0,0 0 0 0 0,0 1 0 0 0,-1 0 0 0 0,1 1 0 0 0,-1-1 0 0 0,0 1 0 0 0,0 1-1 0 0,0 0 1 0 0,-1 0 0 0 0,-12-3 0 0 0,-3 1-8 0 0,0 0-1 0 0,-1 2 1 0 0,1 1-1 0 0,-1 0 1 0 0,1 2 0 0 0,-1 1-1 0 0,-30 5 1 0 0,1 3 15 0 0,1 3 0 0 0,-60 21 0 0 0,88-25-10 0 0,1 1-1 0 0,-1 2 0 0 0,2 1 1 0 0,-1 0-1 0 0,-22 17 0 0 0,35-21-3 0 0,1 0 0 0 0,0 1-1 0 0,1 0 1 0 0,-1 0 0 0 0,2 1 0 0 0,-1 0-1 0 0,2 1 1 0 0,-1-1 0 0 0,1 2 0 0 0,1-1-1 0 0,-9 22 1 0 0,13-28 6 0 0,0-1 0 0 0,1 1 1 0 0,0 0-1 0 0,-1-1 0 0 0,2 1 0 0 0,-1 0 1 0 0,1 0-1 0 0,-1 0 0 0 0,1-1 0 0 0,1 1 1 0 0,-1 0-1 0 0,1 0 0 0 0,0 0 0 0 0,0-1 0 0 0,0 1 1 0 0,0 0-1 0 0,1-1 0 0 0,0 1 0 0 0,0-1 1 0 0,0 0-1 0 0,1 1 0 0 0,-1-1 0 0 0,1 0 1 0 0,0-1-1 0 0,0 1 0 0 0,0 0 0 0 0,1-1 0 0 0,-1 0 1 0 0,6 4-1 0 0,2 1 20 0 0,0-1-1 0 0,1-1 1 0 0,0 0 0 0 0,0 0-1 0 0,1-1 1 0 0,0-1 0 0 0,-1 0 0 0 0,1-1-1 0 0,21 3 1 0 0,-2-3 2 0 0,-1-1 1 0 0,1-1-1 0 0,0-2 1 0 0,0-1-1 0 0,0-2 1 0 0,0 0-1 0 0,46-15 1 0 0,-37 6 12 0 0,-1-1 0 0 0,-1-2 1 0 0,-1-2-1 0 0,0-2 0 0 0,39-27 0 0 0,-68 42-12 0 0,-1-1 0 0 0,-1 0 1 0 0,1 0-1 0 0,-1-1 0 0 0,0 0 0 0 0,0-1 0 0 0,-1 1 0 0 0,0-1 0 0 0,9-17 0 0 0,-12 19-11 0 0,-1 0 0 0 0,1 0 1 0 0,-1 0-1 0 0,-1 0 0 0 0,1 0 0 0 0,-1 0 1 0 0,-1-1-1 0 0,1 1 0 0 0,-1 0 0 0 0,0 0 0 0 0,0-1 1 0 0,0 1-1 0 0,-1 0 0 0 0,0 0 0 0 0,-1-1 0 0 0,-2-6 1 0 0,2 6-13 0 0,-1 1 1 0 0,0 0-1 0 0,0 0 1 0 0,0 0 0 0 0,-1 0-1 0 0,0 0 1 0 0,0 1-1 0 0,0-1 1 0 0,-1 1 0 0 0,-8-7-1 0 0,3 4-4 0 0,0 1 0 0 0,0 1 1 0 0,0 0-1 0 0,0 0 0 0 0,-19-7 0 0 0,3 4-14 0 0,-1 2-1 0 0,0 0 1 0 0,0 2-1 0 0,-45-4 1 0 0,36 7 12 0 0,-1 2-1 0 0,1 1 1 0 0,-1 2 0 0 0,-45 10-1 0 0,60-9-2 0 0,0 1 0 0 0,1 2 0 0 0,0 0 0 0 0,0 1 0 0 0,-28 15 0 0 0,41-19-6 0 0,1 1 0 0 0,-1 0-1 0 0,1 0 1 0 0,0 1 0 0 0,0 0 0 0 0,0 0 0 0 0,1 1 0 0 0,0 0 0 0 0,1 0 0 0 0,-1 0 0 0 0,1 0 0 0 0,0 1 0 0 0,1 0 0 0 0,0 0 0 0 0,-4 13 0 0 0,6-16 6 0 0,1 0 0 0 0,-1 0 0 0 0,2 0 1 0 0,-1 0-1 0 0,0 0 0 0 0,1 0 0 0 0,0 0 0 0 0,0 0 0 0 0,0 0 1 0 0,1 0-1 0 0,0 0 0 0 0,0 0 0 0 0,0 0 0 0 0,0 0 0 0 0,5 9 0 0 0,-3-9 6 0 0,0-1 0 0 0,0 1 0 0 0,0-1 0 0 0,1 0-1 0 0,0 0 1 0 0,0 0 0 0 0,0 0 0 0 0,0-1 0 0 0,0 1-1 0 0,1-1 1 0 0,0 0 0 0 0,-1 0 0 0 0,1-1 0 0 0,10 4-1 0 0,8 1 10 0 0,1 0-1 0 0,0-2 0 0 0,1-1 0 0 0,-1-1 1 0 0,1-1-1 0 0,41-1 0 0 0,-28-3-6 0 0,1-1 0 0 0,0-1-1 0 0,-1-3 1 0 0,0-1-1 0 0,0-2 1 0 0,57-22 0 0 0,-82 26 18 0 0,0 0 0 0 0,-1-1 0 0 0,1 0 0 0 0,-2-1 0 0 0,1 0 0 0 0,19-18 0 0 0,-27 22-3 0 0,0 0 0 0 0,-1 0 0 0 0,1 0-1 0 0,-1-1 1 0 0,1 1 0 0 0,-1-1 0 0 0,-1 0 0 0 0,1 0-1 0 0,-1 0 1 0 0,1 0 0 0 0,-2-1 0 0 0,1 1 0 0 0,0-1-1 0 0,-1 1 1 0 0,0-1 0 0 0,-1 1 0 0 0,1-1 0 0 0,-1 0 0 0 0,0-7-1 0 0,-1 9-11 0 0,0 0-1 0 0,0 0 0 0 0,-1 0 1 0 0,1 0-1 0 0,-1 0 1 0 0,0 0-1 0 0,0 0 0 0 0,0 1 1 0 0,0-1-1 0 0,-1 1 1 0 0,0 0-1 0 0,1-1 0 0 0,-1 1 1 0 0,-1 0-1 0 0,1 1 1 0 0,0-1-1 0 0,0 0 0 0 0,-1 1 1 0 0,0 0-1 0 0,-6-3 0 0 0,-6-2-13 0 0,0 0-1 0 0,-1 1 0 0 0,-26-5 0 0 0,43 11 12 0 0,-36-7-3 0 0,-1 1 1 0 0,1 2-1 0 0,-1 2 0 0 0,0 1 1 0 0,0 2-1 0 0,0 2 0 0 0,0 1 1 0 0,1 1-1 0 0,0 3 0 0 0,-63 20 1 0 0,81-21-4 0 0,1 0 1 0 0,0 1 0 0 0,1 0 0 0 0,-1 2 0 0 0,2 0 0 0 0,-1 1-1 0 0,1 0 1 0 0,-24 26 0 0 0,31-30-10 0 0,1 1-1 0 0,0 0 1 0 0,0 0 0 0 0,1 1 0 0 0,0 0-1 0 0,1 0 1 0 0,-1 0 0 0 0,2 1-1 0 0,0-1 1 0 0,0 1 0 0 0,0 0 0 0 0,-1 12-1 0 0,4-18 11 0 0,1-1 0 0 0,0 1 0 0 0,0 0 0 0 0,0 0 0 0 0,0 0 0 0 0,1 0 0 0 0,-1 0 0 0 0,1 0 0 0 0,0 0 0 0 0,0-1 0 0 0,1 1 0 0 0,-1 0 0 0 0,1-1 0 0 0,-1 1 0 0 0,1-1 0 0 0,0 1 0 0 0,1-1 0 0 0,-1 0 0 0 0,1 0 0 0 0,-1 0 0 0 0,1 0 0 0 0,6 4 0 0 0,0 1 5 0 0,1-1 1 0 0,0 0-1 0 0,1-1 0 0 0,0-1 0 0 0,0 1 1 0 0,16 4-1 0 0,-8-4 2 0 0,1-1-1 0 0,-1-1 1 0 0,38 3 0 0 0,67-4-45 0 0,-89-4 20 0 0,1-3-1 0 0,-1 0 1 0 0,62-17-1 0 0,-35 2 4 0 0,67-30-1 0 0,-108 40 41 0 0,-1 0 0 0 0,0-2-1 0 0,-1 0 1 0 0,0-1-1 0 0,-1-1 1 0 0,28-26 0 0 0,-43 36-6 0 0,0 1 1 0 0,0-1-1 0 0,0 0 1 0 0,-1 0-1 0 0,0-1 1 0 0,1 1-1 0 0,-1-1 0 0 0,0 1 1 0 0,-1-1-1 0 0,1 1 1 0 0,-1-1-1 0 0,0 0 1 0 0,2-7-1 0 0,-3 9-10 0 0,0-1-1 0 0,0 1 1 0 0,-1 0 0 0 0,1 0-1 0 0,-1-1 1 0 0,0 1-1 0 0,1 0 1 0 0,-1 0-1 0 0,0 0 1 0 0,0 0 0 0 0,0 0-1 0 0,0 0 1 0 0,-1 0-1 0 0,1 0 1 0 0,-1 1 0 0 0,1-1-1 0 0,-1 0 1 0 0,1 1-1 0 0,-1-1 1 0 0,0 1-1 0 0,0 0 1 0 0,0-1 0 0 0,0 1-1 0 0,-2-1 1 0 0,-16-7-31 0 0,1 1 1 0 0,-1 1 0 0 0,-1 0 0 0 0,1 2-1 0 0,-1 0 1 0 0,-22-1 0 0 0,-5 0-5 0 0,0 2 1 0 0,-1 3-1 0 0,-55 5 1 0 0,70-1 14 0 0,0 2 0 0 0,0 1 1 0 0,1 1-1 0 0,0 2 0 0 0,-40 17 1 0 0,72-26 2 0 0,-1 0 1 0 0,0 1 0 0 0,1 0-1 0 0,-1-1 1 0 0,1 1-1 0 0,-1 0 1 0 0,1-1 0 0 0,0 1-1 0 0,-1 0 1 0 0,1 0-1 0 0,0 0 1 0 0,0 1 0 0 0,-1-1-1 0 0,1 0 1 0 0,0 0 0 0 0,0 0-1 0 0,0 1 1 0 0,0-1-1 0 0,1 1 1 0 0,-1-1 0 0 0,0 1-1 0 0,1-1 1 0 0,-1 1-1 0 0,1-1 1 0 0,-1 1 0 0 0,1-1-1 0 0,-1 3 1 0 0,2-2 1 0 0,0 0 0 0 0,-1 0 1 0 0,1 0-1 0 0,0 0 0 0 0,0-1 1 0 0,0 1-1 0 0,0 0 0 0 0,0-1 0 0 0,1 1 1 0 0,-1-1-1 0 0,1 1 0 0 0,-1-1 0 0 0,1 1 1 0 0,-1-1-1 0 0,1 0 0 0 0,-1 0 1 0 0,1 0-1 0 0,0 0 0 0 0,0 0 0 0 0,3 1 1 0 0,11 4 8 0 0,0 0 0 0 0,1-1 0 0 0,0-1 0 0 0,0 0 0 0 0,31 1 0 0 0,-5-2 3 0 0,50-4-1 0 0,-56-2 11 0 0,-1 0 0 0 0,0-3 0 0 0,0-1 0 0 0,-1-2 1 0 0,67-25-1 0 0,-87 28-1 0 0,-1 0 1 0 0,0-2 0 0 0,0 1-1 0 0,25-20 1 0 0,-36 24 2 0 0,1 1 0 0 0,-1-1 0 0 0,0 0-1 0 0,1-1 1 0 0,-1 1 0 0 0,-1 0 0 0 0,1-1 0 0 0,0 0 0 0 0,-1 0 0 0 0,0 1-1 0 0,0-1 1 0 0,0-1 0 0 0,0 1 0 0 0,-1 0 0 0 0,0 0 0 0 0,0-1-1 0 0,0 1 1 0 0,0 0 0 0 0,-1-1 0 0 0,1 1 0 0 0,-1-6 0 0 0,-1 6-10 0 0,0 1 1 0 0,0 0 0 0 0,0-1 0 0 0,-1 1-1 0 0,1 0 1 0 0,-1-1 0 0 0,0 1 0 0 0,0 0-1 0 0,0 0 1 0 0,0 0 0 0 0,0 1 0 0 0,-1-1-1 0 0,1 0 1 0 0,-1 1 0 0 0,0 0 0 0 0,0 0 0 0 0,0-1-1 0 0,0 2 1 0 0,0-1 0 0 0,-7-3 0 0 0,-5-2-17 0 0,0 1 1 0 0,-1 1-1 0 0,-18-4 1 0 0,0 3-28 0 0,0 1 0 0 0,-1 2 0 0 0,0 1 0 0 0,-41 3 0 0 0,19 0 64 0 0,33-1-45 0 0,0 0 0 0 0,1 2 1 0 0,-1 1-1 0 0,1 0 0 0 0,0 2 0 0 0,-24 8 1 0 0,45-13 1 0 0,-1 1 1 0 0,0 0 0 0 0,1 0-1 0 0,0 1 1 0 0,-1-1 0 0 0,1 0-1 0 0,0 1 1 0 0,-1-1 0 0 0,1 1-1 0 0,0 0 1 0 0,0 0 0 0 0,-2 3-1 0 0,3-4 6 0 0,0 1-1 0 0,1-1 0 0 0,-1 1 0 0 0,0-1 0 0 0,1 1 0 0 0,-1-1 0 0 0,1 1 0 0 0,0 0 1 0 0,-1-1-1 0 0,1 1 0 0 0,0 0 0 0 0,0-1 0 0 0,0 1 0 0 0,0 0 0 0 0,0-1 0 0 0,1 1 1 0 0,-1 0-1 0 0,0-1 0 0 0,1 1 0 0 0,-1-1 0 0 0,1 1 0 0 0,1 2 0 0 0,0 1 7 0 0,1 0-1 0 0,-1-1 1 0 0,1 1 0 0 0,0-1-1 0 0,1 1 1 0 0,-1-1-1 0 0,1 0 1 0 0,-1 0 0 0 0,1-1-1 0 0,1 1 1 0 0,-1-1-1 0 0,0 0 1 0 0,8 4-1 0 0,-4-3 8 0 0,-1-1 0 0 0,1 0 0 0 0,0 0 0 0 0,0-1 0 0 0,0 0-1 0 0,1 0 1 0 0,-1-1 0 0 0,11 0 0 0 0,-6 0 6 0 0,-1-2 0 0 0,0 0 1 0 0,0 0-1 0 0,0-1 0 0 0,0 0 1 0 0,0-1-1 0 0,0-1 0 0 0,0 1 0 0 0,-1-2 1 0 0,0 0-1 0 0,0 0 0 0 0,15-10 0 0 0,-20 10 28 0 0,1 0-1 0 0,-1-1 1 0 0,0 1-1 0 0,0-1 1 0 0,0 0-1 0 0,-1-1 1 0 0,9-13-1 0 0,-13 18-26 0 0,0 0-1 0 0,0 0 0 0 0,0-1 0 0 0,0 1 1 0 0,0 0-1 0 0,-1 0 0 0 0,1 0 0 0 0,-1-1 1 0 0,1 1-1 0 0,-1 0 0 0 0,0-1 1 0 0,0 1-1 0 0,0 0 0 0 0,0-1 0 0 0,0 1 1 0 0,-1 0-1 0 0,1-1 0 0 0,-1 1 0 0 0,1 0 1 0 0,-1 0-1 0 0,0-1 0 0 0,0 1 0 0 0,0 0 1 0 0,0 0-1 0 0,0 0 0 0 0,-1 0 0 0 0,1 0 1 0 0,-1 0-1 0 0,1 1 0 0 0,-1-1 0 0 0,1 0 1 0 0,-5-2-1 0 0,-3-2-13 0 0,1 1 0 0 0,-2 0-1 0 0,1 0 1 0 0,0 1 0 0 0,-1 0 0 0 0,0 1-1 0 0,0 0 1 0 0,0 0 0 0 0,0 1 0 0 0,-16-1-1 0 0,-2 1 14 0 0,0 1-1 0 0,-45 3 0 0 0,64-1-13 0 0,0 0-1 0 0,-1 0 1 0 0,1 1-1 0 0,0 0 1 0 0,0 1-1 0 0,0 0 1 0 0,1 1-1 0 0,-1-1 1 0 0,-12 9-1 0 0,17-9-4 0 0,0 0 1 0 0,1 0-1 0 0,-1 0 0 0 0,0 1 0 0 0,1-1 0 0 0,0 1 0 0 0,0 0 0 0 0,0 0 0 0 0,0 1 1 0 0,1-1-1 0 0,0 0 0 0 0,0 1 0 0 0,0-1 0 0 0,0 1 0 0 0,1 0 0 0 0,-1 0 0 0 0,1-1 1 0 0,-1 11-1 0 0,2-8 9 0 0,-1 0 1 0 0,1 1 0 0 0,0-1 0 0 0,1 0-1 0 0,-1 0 1 0 0,1 1 0 0 0,1-1-1 0 0,2 7 1 0 0,-3-9 6 0 0,1-1-1 0 0,0 0 1 0 0,0 0 0 0 0,1 0-1 0 0,-1 0 1 0 0,1-1 0 0 0,0 1 0 0 0,0-1-1 0 0,0 1 1 0 0,0-1 0 0 0,1 0-1 0 0,-1 0 1 0 0,8 4 0 0 0,-2-2 24 0 0,0-1 1 0 0,0 0 0 0 0,1 0-1 0 0,0-1 1 0 0,-1-1 0 0 0,1 1-1 0 0,0-1 1 0 0,0-1 0 0 0,21 0-1 0 0,-19 0 1 0 0,0-2 0 0 0,0 0 0 0 0,0 0-1 0 0,0-1 1 0 0,0 0 0 0 0,-1-1 0 0 0,16-6-1 0 0,-20 5-12 0 0,0 1-1 0 0,-1-2 1 0 0,0 1-1 0 0,0 0 1 0 0,0-1-1 0 0,0 0 0 0 0,5-7 1 0 0,1 0 67 0 0,-8 8-54 0 0,0 0 1 0 0,-1 0 0 0 0,0-1-1 0 0,0 1 1 0 0,0 0 0 0 0,0-1 0 0 0,-1 0-1 0 0,1 0 1 0 0,-1 0 0 0 0,-1 0-1 0 0,1 0 1 0 0,-1 0 0 0 0,0 0 0 0 0,1-11-1 0 0,-1 12-24 0 0,-1 0 0 0 0,0-1 0 0 0,-1 1 0 0 0,1 0 0 0 0,-1-1-1 0 0,0 1 1 0 0,0 0 0 0 0,0 0 0 0 0,0 0 0 0 0,-1 0 0 0 0,0 0 0 0 0,0 0 0 0 0,0 0-1 0 0,0 1 1 0 0,-1-1 0 0 0,1 1 0 0 0,-1-1 0 0 0,0 1 0 0 0,-5-5 0 0 0,-2 0 2 0 0,-1 1 0 0 0,0 0 0 0 0,0 1 0 0 0,0 1 0 0 0,0-1 0 0 0,-1 2 0 0 0,0-1 0 0 0,0 2 1 0 0,-19-4-1 0 0,4 3-16 0 0,0 1 0 0 0,0 1 0 0 0,-39 2 0 0 0,40 2-5 0 0,-1 1 0 0 0,2 1 1 0 0,-1 1-1 0 0,-32 12 0 0 0,41-12-2 0 0,1 2 1 0 0,0 0-1 0 0,0 1 1 0 0,1 0-1 0 0,0 1 1 0 0,0 1-1 0 0,-16 15 0 0 0,26-21-5 0 0,0 1-1 0 0,1 0 0 0 0,-1 0 0 0 0,1 0 0 0 0,0 1 1 0 0,0 0-1 0 0,1 0 0 0 0,0 0 0 0 0,0 0 0 0 0,0 0 1 0 0,1 0-1 0 0,-1 1 0 0 0,0 7 0 0 0,2-11 14 0 0,1 1 0 0 0,0-1-1 0 0,0 0 1 0 0,0 1 0 0 0,0-1-1 0 0,1 0 1 0 0,-1 1 0 0 0,1-1-1 0 0,0 0 1 0 0,0 1 0 0 0,0-1-1 0 0,0 0 1 0 0,1 0 0 0 0,-1 0-1 0 0,1 0 1 0 0,0 0 0 0 0,0-1-1 0 0,0 1 1 0 0,0 0 0 0 0,0-1 0 0 0,0 1-1 0 0,1-1 1 0 0,-1 0 0 0 0,1 0-1 0 0,0 0 1 0 0,0 0 0 0 0,0-1-1 0 0,4 3 1 0 0,7 2 16 0 0,1 0 1 0 0,0-1-1 0 0,0-1 0 0 0,0 0 0 0 0,0-2 1 0 0,0 1-1 0 0,1-2 0 0 0,-1 0 1 0 0,1-1-1 0 0,0 0 0 0 0,-1-1 0 0 0,29-6 1 0 0,-41 6 14 0 0,1 0 1 0 0,0 0-1 0 0,0 0 1 0 0,-1-1-1 0 0,1 1 1 0 0,-1-1 0 0 0,1 0-1 0 0,3-2 1 0 0,-7 3-10 0 0,1 0 1 0 0,0 1-1 0 0,0-1 1 0 0,-1 0-1 0 0,1 0 0 0 0,0 0 1 0 0,-1 0-1 0 0,1 0 1 0 0,-1 0-1 0 0,1 1 1 0 0,-1-1-1 0 0,0 0 1 0 0,1 0-1 0 0,-1-1 1 0 0,0 1-1 0 0,0 0 1 0 0,1 0-1 0 0,-1 0 1 0 0,0 0-1 0 0,0 0 1 0 0,0 0-1 0 0,0 0 1 0 0,-1 0-1 0 0,1 0 0 0 0,0 0 1 0 0,0 0-1 0 0,-1 0 1 0 0,1 0-1 0 0,0 0 1 0 0,-1 0-1 0 0,1 0 1 0 0,-1 0-1 0 0,0 0 1 0 0,1 0-1 0 0,-2-1 1 0 0,-2-2-7 0 0,0-1 0 0 0,0 1 1 0 0,0 0-1 0 0,0 1 0 0 0,-1-1 0 0 0,0 1 1 0 0,0 0-1 0 0,1 0 0 0 0,-2 0 1 0 0,1 1-1 0 0,0 0 0 0 0,0 0 0 0 0,-1 0 1 0 0,-9-1-1 0 0,-13-3-23 0 0,-47-2 0 0 0,63 7 13 0 0,-24 0-13 0 0,0 2-1 0 0,0 1 1 0 0,0 2 0 0 0,1 2-1 0 0,-35 9 1 0 0,46-9-5 0 0,-41 16 1 0 0,57-18-2 0 0,-1 0-1 0 0,0 0 1 0 0,1 1 0 0 0,0 1 0 0 0,0-1-1 0 0,0 1 1 0 0,-7 7 0 0 0,13-11 8 0 0,0 1-1 0 0,0-1 1 0 0,0 0 0 0 0,1 0-1 0 0,-1 1 1 0 0,0-1 0 0 0,1 1 0 0 0,0 0-1 0 0,-1-1 1 0 0,1 1 0 0 0,0 0-1 0 0,0 0 1 0 0,1 0 0 0 0,-1 0-1 0 0,1 0 1 0 0,-1 0 0 0 0,1 0 0 0 0,0 0-1 0 0,0-1 1 0 0,0 1 0 0 0,0 0-1 0 0,1 0 1 0 0,-1 0 0 0 0,1 0-1 0 0,0 0 1 0 0,0 0 0 0 0,2 5-1 0 0,0-4 10 0 0,-1 0 0 0 0,1 0-1 0 0,0 0 1 0 0,0 0 0 0 0,0 0-1 0 0,1-1 1 0 0,-1 1-1 0 0,1-1 1 0 0,0 0 0 0 0,0 0-1 0 0,0 0 1 0 0,0 0-1 0 0,1-1 1 0 0,-1 0 0 0 0,10 3-1 0 0,4 0 20 0 0,1 0 0 0 0,0-2 0 0 0,0-1 0 0 0,0 0-1 0 0,0-1 1 0 0,0-1 0 0 0,0-1 0 0 0,26-4 0 0 0,-16 0 9 0 0,-1-1-1 0 0,0-1 1 0 0,0-2 0 0 0,50-22 0 0 0,-68 26 2 0 0,0 0 0 0 0,0-1 0 0 0,0 0-1 0 0,10-9 1 0 0,-18 13-18 0 0,0 1-1 0 0,0-1 1 0 0,-1 0-1 0 0,1 1 1 0 0,0-1-1 0 0,-1 0 1 0 0,1 0-1 0 0,-1 0 1 0 0,0 0-1 0 0,0-1 1 0 0,0 1-1 0 0,0 0 1 0 0,0 0-1 0 0,0-1 1 0 0,-1 1-1 0 0,1 0 1 0 0,-1-1-1 0 0,1 1 1 0 0,-1-1-1 0 0,0 1 1 0 0,0 0-1 0 0,0-1 1 0 0,0 1-1 0 0,-1-4 1 0 0,-1 3-4 0 0,1 0 0 0 0,-1 0 0 0 0,1 0 0 0 0,-1 1 1 0 0,0-1-1 0 0,0 1 0 0 0,0-1 0 0 0,0 1 1 0 0,0 0-1 0 0,0 0 0 0 0,-1 0 0 0 0,1 0 0 0 0,-1 0 1 0 0,1 0-1 0 0,-1 1 0 0 0,-4-2 0 0 0,3 0-5 0 0,-5-2-8 0 0,-1 1 1 0 0,0-1 0 0 0,0 1 0 0 0,0 1 0 0 0,0 0-1 0 0,-15-2 1 0 0,-63-3-27 0 0,84 8 34 0 0,-19-1-11 0 0,0 2 0 0 0,0 0 0 0 0,1 2 0 0 0,-29 6 0 0 0,36-6-1 0 0,0 2 0 0 0,0 0 0 0 0,1 0-1 0 0,0 1 1 0 0,0 1 0 0 0,1 1 0 0 0,-17 10-1 0 0,27-15-9 0 0,-1 0 0 0 0,0 0 0 0 0,1 1 0 0 0,0-1 0 0 0,-1 1 0 0 0,1 0 0 0 0,1 0 0 0 0,-6 8 0 0 0,8-11 14 0 0,-1 1 1 0 0,0-1 0 0 0,1 1-1 0 0,-1 0 1 0 0,1-1 0 0 0,-1 1-1 0 0,1 0 1 0 0,0 0 0 0 0,0-1-1 0 0,0 1 1 0 0,0 0-1 0 0,0 0 1 0 0,0-1 0 0 0,0 1-1 0 0,1 0 1 0 0,-1 0 0 0 0,1-1-1 0 0,-1 1 1 0 0,1 0 0 0 0,-1-1-1 0 0,1 1 1 0 0,0-1-1 0 0,0 1 1 0 0,0-1 0 0 0,0 1-1 0 0,0-1 1 0 0,0 0 0 0 0,2 2-1 0 0,3 2 10 0 0,0 0 0 0 0,1 0 0 0 0,0-1 0 0 0,0 0 1 0 0,0 0-1 0 0,0 0 0 0 0,1-1 0 0 0,-1 0 0 0 0,1-1 0 0 0,15 3 0 0 0,-1-1 34 0 0,0-1 0 0 0,43 0 0 0 0,-45-3-12 0 0,1-2 0 0 0,-1 0 0 0 0,0-1 0 0 0,0-1 0 0 0,0-1 0 0 0,0-1 0 0 0,-1-1 0 0 0,0 0 0 0 0,28-16 0 0 0,-43 20-5 0 0,0 1 0 0 0,0-1-1 0 0,0 0 1 0 0,-1 0 0 0 0,1-1 0 0 0,-1 1 0 0 0,0-1-1 0 0,0 1 1 0 0,0-1 0 0 0,0 0 0 0 0,-1 0 0 0 0,3-5-1 0 0,-4 6 2 0 0,0 0-1 0 0,0 0 1 0 0,0-1-1 0 0,0 1 1 0 0,-1 0-1 0 0,1 0 1 0 0,-1 0-1 0 0,0-1 1 0 0,0 1-1 0 0,0 0 1 0 0,0 0-1 0 0,-1-1 1 0 0,1 1-1 0 0,-1 0 1 0 0,0 0-1 0 0,0 0 1 0 0,-3-6-1 0 0,0 2-7 0 0,-1-1-1 0 0,0 1 1 0 0,0 0-1 0 0,-1 0 1 0 0,0 0-1 0 0,0 1 1 0 0,0 0 0 0 0,-1 0-1 0 0,0 1 1 0 0,-12-8-1 0 0,-5-1-5 0 0,-50-22 1 0 0,54 28-13 0 0,0 1 1 0 0,0 1-1 0 0,0 1 1 0 0,-38-6-1 0 0,40 10-9 0 0,1-1-1 0 0,-1 2 0 0 0,0 0 0 0 0,1 2 0 0 0,-28 4 1 0 0,37-5-1 0 0,0 1 1 0 0,0 1 0 0 0,1-1-1 0 0,-1 1 1 0 0,1 0 0 0 0,0 1-1 0 0,0 0 1 0 0,0 0 0 0 0,0 0-1 0 0,-6 6 1 0 0,9-7-2 0 0,1 0 0 0 0,0 0-1 0 0,0 0 1 0 0,1 0 0 0 0,-1 1 0 0 0,0-1 0 0 0,1 1 0 0 0,0-1-1 0 0,0 1 1 0 0,0 0 0 0 0,1 0 0 0 0,-1 0 0 0 0,1 0 0 0 0,0 0-1 0 0,0 0 1 0 0,0 1 0 0 0,0-1 0 0 0,1 0 0 0 0,0 0 0 0 0,0 5-1 0 0,1-5 12 0 0,-1 0-1 0 0,1 0 0 0 0,0 0 1 0 0,0-1-1 0 0,1 1 0 0 0,-1 0 1 0 0,1-1-1 0 0,-1 0 1 0 0,1 1-1 0 0,0-1 0 0 0,1 0 1 0 0,-1 0-1 0 0,1 0 0 0 0,-1 0 1 0 0,1 0-1 0 0,0 0 0 0 0,0-1 1 0 0,0 0-1 0 0,0 1 1 0 0,5 1-1 0 0,4 3 15 0 0,0-1-1 0 0,1-1 1 0 0,26 8 0 0 0,-28-10 11 0 0,1 0 1 0 0,0 0-1 0 0,0-1 1 0 0,0-1-1 0 0,0 0 1 0 0,0-1-1 0 0,0 0 1 0 0,23-4-1 0 0,-23 3 3 0 0,-1-2 0 0 0,0 1 0 0 0,0-2 0 0 0,0 1 0 0 0,0-2 0 0 0,0 1 0 0 0,-1-2 0 0 0,0 1 0 0 0,0-1 0 0 0,-1-1 0 0 0,1 0 0 0 0,-1 0 0 0 0,-1 0 0 0 0,1-1 0 0 0,10-15 0 0 0,-14 17 1 0 0,0-1-1 0 0,0 1 1 0 0,-1-1-1 0 0,0-1 0 0 0,0 1 1 0 0,-1-1-1 0 0,0 1 0 0 0,0-1 1 0 0,-1 0-1 0 0,0 0 1 0 0,0 0-1 0 0,-1 0 0 0 0,0 0 1 0 0,0 0-1 0 0,-1-1 1 0 0,0 1-1 0 0,-1 0 0 0 0,1 0 1 0 0,-2-1-1 0 0,1 1 1 0 0,-1 0-1 0 0,-3-8 0 0 0,1 8-5 0 0,0 0 0 0 0,-1-1 0 0 0,0 1-1 0 0,-1 1 1 0 0,1-1 0 0 0,-1 1 0 0 0,-1 0 0 0 0,1 0-1 0 0,-1 1 1 0 0,-1 0 0 0 0,1 0 0 0 0,-1 1 0 0 0,0 0-1 0 0,-14-7 1 0 0,4 3 2 0 0,-1 1 0 0 0,0 1 0 0 0,0 1-1 0 0,0 0 1 0 0,-34-4 0 0 0,25 6 2 0 0,-1 2-1 0 0,-53 2 1 0 0,67 1-14 0 0,0 1-1 0 0,-1 1 1 0 0,1 0-1 0 0,1 1 1 0 0,-1 0-1 0 0,-22 11 1 0 0,29-11-13 0 0,0 1 0 0 0,0 0-1 0 0,0 0 1 0 0,1 1 0 0 0,-1 0 0 0 0,1 0-1 0 0,1 1 1 0 0,-1 0 0 0 0,1 0 0 0 0,0 0 0 0 0,-5 10-1 0 0,8-12-1 0 0,0-1-1 0 0,0 1 0 0 0,1 0 0 0 0,-1 0 0 0 0,1 0 0 0 0,0 0 1 0 0,1 0-1 0 0,-1 0 0 0 0,1 1 0 0 0,0-1 0 0 0,1 0 0 0 0,-1 1 1 0 0,1-1-1 0 0,0 1 0 0 0,0-1 0 0 0,2 9 0 0 0,0-8-1 0 0,0 1-1 0 0,0 0 0 0 0,1-1 0 0 0,0 0 0 0 0,0 0 0 0 0,0 1 1 0 0,1-2-1 0 0,0 1 0 0 0,0 0 0 0 0,1-1 0 0 0,7 7 1 0 0,0-1 2 0 0,1 0 0 0 0,0-1 0 0 0,1-1 0 0 0,0-1 0 0 0,0 0 1 0 0,1 0-1 0 0,0-1 0 0 0,0-1 0 0 0,31 8 0 0 0,-19-9 10 0 0,0-1-1 0 0,0-1 0 0 0,53-1 0 0 0,-63-3 4 0 0,-1 0 0 0 0,1-2 0 0 0,-1 0 0 0 0,0 0 0 0 0,0-1 0 0 0,0-2-1 0 0,23-9 1 0 0,-34 12 7 0 0,0 1 0 0 0,0-1 0 0 0,-1 0 0 0 0,1 0 0 0 0,-1-1 1 0 0,0 1-1 0 0,0-1 0 0 0,0 0 0 0 0,0 0 0 0 0,5-8 0 0 0,-8 10-5 0 0,0 0 0 0 0,0 0 0 0 0,0-1 0 0 0,0 1 0 0 0,0-1 0 0 0,-1 1 1 0 0,1-1-1 0 0,-1 1 0 0 0,0-1 0 0 0,1 1 0 0 0,-1-1 0 0 0,0 1 0 0 0,-1-1 0 0 0,1 1 1 0 0,0-1-1 0 0,-1 1 0 0 0,1-1 0 0 0,-1 1 0 0 0,0 0 0 0 0,0-1 0 0 0,0 1 0 0 0,0 0 1 0 0,-3-5-1 0 0,1 2-7 0 0,-1 1 1 0 0,1-1-1 0 0,-1 1 1 0 0,0-1-1 0 0,-1 1 0 0 0,1 1 1 0 0,-1-1-1 0 0,1 0 1 0 0,-9-3-1 0 0,-52-24-25 0 0,47 23 12 0 0,1 2-8 0 0,-1 0 1 0 0,1 1-1 0 0,-1 0 0 0 0,0 2 0 0 0,0 0 0 0 0,0 1 0 0 0,0 1 0 0 0,0 1 0 0 0,-1 0 0 0 0,1 1 1 0 0,-27 6-1 0 0,41-7 5 0 0,1 1 1 0 0,-1 0-1 0 0,1 0 1 0 0,0 0-1 0 0,0 0 0 0 0,0 1 1 0 0,0-1-1 0 0,-1 1 1 0 0,2 0-1 0 0,-1 0 1 0 0,0 0-1 0 0,0 0 1 0 0,1 0-1 0 0,-1 1 1 0 0,1-1-1 0 0,0 1 1 0 0,-3 4-1 0 0,3-4 2 0 0,1 0 0 0 0,0 0 0 0 0,0 0 0 0 0,0 0 0 0 0,1 0 0 0 0,-1 0-1 0 0,1 0 1 0 0,-1 0 0 0 0,1 0 0 0 0,0 0 0 0 0,1 0 0 0 0,-1 0 0 0 0,0 1 0 0 0,1-1 0 0 0,-1 0 0 0 0,1 0 0 0 0,0 0 0 0 0,0 0-1 0 0,2 3 1 0 0,1 0 18 0 0,0 1 0 0 0,0-1 1 0 0,0 0-1 0 0,1 0 0 0 0,0 0 0 0 0,0-1 0 0 0,0 0 0 0 0,1 0 0 0 0,0 0 0 0 0,0-1 0 0 0,0 1 0 0 0,0-2 0 0 0,1 1 0 0 0,-1-1 0 0 0,1 1 0 0 0,0-2 0 0 0,0 1 1 0 0,12 2-1 0 0,-3-1 22 0 0,-1-1-1 0 0,1-1 1 0 0,0 0 0 0 0,0-1 0 0 0,0 0 0 0 0,0-2 0 0 0,30-3 0 0 0,-32 1-6 0 0,-1-1 0 0 0,1 0 0 0 0,-1-1 0 0 0,0 0 0 0 0,0-1 0 0 0,0 0 0 0 0,-1-1 0 0 0,0-1 1 0 0,0 0-1 0 0,12-11 0 0 0,-22 17-6 0 0,0 1 0 0 0,0-1 1 0 0,0 0-1 0 0,-1 0 0 0 0,1 0 1 0 0,-1 0-1 0 0,1 0 0 0 0,-1-1 1 0 0,0 1-1 0 0,0 0 0 0 0,0-1 0 0 0,0 1 1 0 0,0-1-1 0 0,0 1 0 0 0,-1-1 1 0 0,1 1-1 0 0,-1-1 0 0 0,0 1 1 0 0,0-1-1 0 0,0 1 0 0 0,0-1 1 0 0,0 0-1 0 0,-1-2 0 0 0,0 2-7 0 0,0 0 0 0 0,0 0 0 0 0,-1 0 0 0 0,1 0-1 0 0,-1 0 1 0 0,0 0 0 0 0,1 0 0 0 0,-2 1 0 0 0,1-1 0 0 0,0 0-1 0 0,0 1 1 0 0,-1 0 0 0 0,1 0 0 0 0,-1 0 0 0 0,0 0 0 0 0,0 0 0 0 0,-5-3-1 0 0,-7-1-12 0 0,0 0 0 0 0,-1 2 0 0 0,0-1 0 0 0,0 2 0 0 0,0 0 0 0 0,0 1 0 0 0,0 0 0 0 0,-1 2 0 0 0,1 0 0 0 0,0 0 0 0 0,0 2 0 0 0,-1 0 0 0 0,1 1 0 0 0,0 0 0 0 0,1 2 0 0 0,-1 0 0 0 0,-28 13 0 0 0,30-10-2 0 0,0 0 1 0 0,0 2-1 0 0,1-1 0 0 0,0 2 0 0 0,1-1 0 0 0,0 2 0 0 0,1 0 0 0 0,0 0 0 0 0,1 1 0 0 0,1 0 1 0 0,-16 28-1 0 0,20-31 10 0 0,1 0 0 0 0,-1 1 0 0 0,2-1-1 0 0,0 1 1 0 0,0 0 0 0 0,1 1 0 0 0,0-1 0 0 0,1 0 0 0 0,0 0 0 0 0,1 17 0 0 0,1-22 4 0 0,0-1 0 0 0,0 1-1 0 0,0 0 1 0 0,1-1 0 0 0,0 1-1 0 0,0-1 1 0 0,0 1 0 0 0,1-1 0 0 0,0 0-1 0 0,0 0 1 0 0,0 0 0 0 0,0-1-1 0 0,1 1 1 0 0,0-1 0 0 0,0 0 0 0 0,0 0-1 0 0,1 0 1 0 0,-1 0 0 0 0,1-1 0 0 0,0 0-1 0 0,6 4 1 0 0,5 1 22 0 0,0-1 1 0 0,0-1-1 0 0,1-1 0 0 0,0 0 1 0 0,0-1-1 0 0,0 0 0 0 0,0-2 0 0 0,0 0 1 0 0,23-1-1 0 0,-20-1 2 0 0,0-1 1 0 0,0-1-1 0 0,0-1 1 0 0,-1-1-1 0 0,1-1 1 0 0,-1 0-1 0 0,29-14 1 0 0,-40 16-14 0 0,0-2 0 0 0,-1 1 0 0 0,1-1 0 0 0,-1 0 0 0 0,-1-1 0 0 0,1 1 0 0 0,0-1 0 0 0,-1-1 0 0 0,-1 1 0 0 0,1-1 0 0 0,-1 0 0 0 0,0-1 0 0 0,4-7 0 0 0,-6 10-4 0 0,-1 0 1 0 0,0 0 0 0 0,0 1 0 0 0,0-2-1 0 0,-1 1 1 0 0,0 0 0 0 0,0 0 0 0 0,0 0-1 0 0,-1-1 1 0 0,1 1 0 0 0,-1 0 0 0 0,-1 0-1 0 0,1-1 1 0 0,-1 1 0 0 0,1 0 0 0 0,-2 0-1 0 0,1-1 1 0 0,0 1 0 0 0,-1 0-1 0 0,0 1 1 0 0,0-1 0 0 0,-4-5 0 0 0,1 3-11 0 0,0 0 1 0 0,-1 1-1 0 0,0 0 1 0 0,0 0-1 0 0,0 0 1 0 0,-1 1-1 0 0,0 0 1 0 0,0 0-1 0 0,0 1 1 0 0,-1 0-1 0 0,0 0 1 0 0,0 0-1 0 0,0 1 1 0 0,0 1-1 0 0,0-1 1 0 0,-16-2-1 0 0,9 3-16 0 0,-1 0 0 0 0,1 1 0 0 0,0 0 0 0 0,-1 2 0 0 0,1-1-1 0 0,-1 2 1 0 0,1 0 0 0 0,-26 7 0 0 0,30-5 1 0 0,1 0 0 0 0,-1 1 0 0 0,1 0 0 0 0,0 1 1 0 0,0 0-1 0 0,1 1 0 0 0,-1 0 0 0 0,2 0 0 0 0,-1 1 0 0 0,1 0 0 0 0,-11 14 0 0 0,6-6 0 0 0,2 1 0 0 0,0 0 0 0 0,1 1-1 0 0,0 0 1 0 0,-9 26 0 0 0,15-34 13 0 0,1 1 0 0 0,0-1 0 0 0,0 1 0 0 0,1-1 1 0 0,0 1-1 0 0,1 0 0 0 0,0-1 0 0 0,2 22 0 0 0,0-26 2 0 0,0 0 1 0 0,0 0-1 0 0,1 0 0 0 0,0 0 1 0 0,0-1-1 0 0,0 1 0 0 0,1 0 1 0 0,-1-1-1 0 0,1 0 0 0 0,1 1 1 0 0,-1-1-1 0 0,1-1 0 0 0,0 1 1 0 0,0 0-1 0 0,9 7 0 0 0,-3-5 13 0 0,1 0 1 0 0,0 0-1 0 0,0-1 0 0 0,1 0 0 0 0,-1-1 0 0 0,1 0 0 0 0,1-1 1 0 0,-1-1-1 0 0,0 0 0 0 0,1 0 0 0 0,15 1 0 0 0,-4-2 20 0 0,-1-1 0 0 0,1-1 1 0 0,0-2-1 0 0,0 0 0 0 0,26-6 0 0 0,-32 5-16 0 0,-1-2 0 0 0,1 0 0 0 0,-1-1 0 0 0,0 0 0 0 0,0-2 0 0 0,-1 0 0 0 0,0-1 0 0 0,0 0 0 0 0,-1-1 0 0 0,0-1 0 0 0,-1-1 1 0 0,0 0-1 0 0,-1 0 0 0 0,17-22 0 0 0,-26 28 5 0 0,0 1 1 0 0,0-1 0 0 0,0 0 0 0 0,-1 0 0 0 0,0 0-1 0 0,3-10 1 0 0,-5 14-12 0 0,0-1-1 0 0,0 0 0 0 0,-1 0 0 0 0,0 0 1 0 0,1 1-1 0 0,-1-1 0 0 0,0 0 1 0 0,0 0-1 0 0,-1 0 0 0 0,1 0 1 0 0,0 0-1 0 0,-1 1 0 0 0,0-1 0 0 0,0 0 1 0 0,0 0-1 0 0,0 1 0 0 0,0-1 1 0 0,-2-3-1 0 0,0 3-6 0 0,1 0 1 0 0,-1 0-1 0 0,1 0 1 0 0,-1 0-1 0 0,0 0 0 0 0,0 1 1 0 0,0-1-1 0 0,0 1 1 0 0,0 0-1 0 0,-1 0 0 0 0,1 0 1 0 0,-6-2-1 0 0,1 1-1 0 0,1 1 0 0 0,-1 0-1 0 0,1 0 1 0 0,-1 1 0 0 0,0 0 0 0 0,-8 0 0 0 0,0 2-10 0 0,0-1 0 0 0,1 2 0 0 0,-1 0 0 0 0,0 1 0 0 0,1 1 0 0 0,-17 5 0 0 0,11 0 3 0 0,1 1 0 0 0,0 1 1 0 0,0 0-1 0 0,1 2 0 0 0,0 0 1 0 0,1 1-1 0 0,1 1 0 0 0,-29 31 1 0 0,41-39 2 0 0,0-1 0 0 0,1 1 0 0 0,0 0 0 0 0,0 0 0 0 0,0 1 0 0 0,1-1 1 0 0,-3 11-1 0 0,5-15-1 0 0,0 0 1 0 0,0 0 0 0 0,1 1-1 0 0,-1-1 1 0 0,1 0 0 0 0,0 1-1 0 0,0-1 1 0 0,0 0 0 0 0,0 1-1 0 0,1-1 1 0 0,-1 0 0 0 0,1 1-1 0 0,0-1 1 0 0,0 0-1 0 0,0 0 1 0 0,1 0 0 0 0,-1 0-1 0 0,1 0 1 0 0,-1 0 0 0 0,1 0-1 0 0,4 5 1 0 0,0-3 17 0 0,0 0 0 0 0,0 0 1 0 0,1 0-1 0 0,-1-1 0 0 0,1 1 0 0 0,0-2 1 0 0,0 1-1 0 0,1-1 0 0 0,-1 0 0 0 0,1-1 1 0 0,9 3-1 0 0,6 0 16 0 0,1-2-1 0 0,40 2 1 0 0,-36-5-33 0 0,-1-1 0 0 0,0-1 0 0 0,1-2-1 0 0,-1-1 1 0 0,-1-1 0 0 0,1-1 0 0 0,-1-1-1 0 0,0-2 1 0 0,-1 0 0 0 0,37-22 0 0 0,-60 31 14 0 0,0 0 0 0 0,1-1-1 0 0,-1 1 1 0 0,0-1 0 0 0,0 0 0 0 0,0 0 0 0 0,0 1 0 0 0,0-1 0 0 0,0-1 0 0 0,0 1 0 0 0,-1 0 0 0 0,1 0 0 0 0,-1-1 0 0 0,0 1 0 0 0,1-1-1 0 0,-1 1 1 0 0,0-1 0 0 0,-1 1 0 0 0,1-1 0 0 0,0 0 0 0 0,0-2 0 0 0,-1 3-5 0 0,0 0 0 0 0,-1 0-1 0 0,1-1 1 0 0,0 1 0 0 0,-1 0 0 0 0,1 0-1 0 0,-1 0 1 0 0,1 0 0 0 0,-1 0 0 0 0,0 1-1 0 0,0-1 1 0 0,0 0 0 0 0,0 0 0 0 0,0 0 0 0 0,-1 1-1 0 0,1-1 1 0 0,-1 1 0 0 0,1-1 0 0 0,-1 1-1 0 0,1-1 1 0 0,-1 1 0 0 0,1 0 0 0 0,-1 0-1 0 0,0 0 1 0 0,-2-1 0 0 0,-6-2-12 0 0,0 1 1 0 0,0 0-1 0 0,0 1 1 0 0,0 0-1 0 0,-1 1 1 0 0,1 0-1 0 0,-1 0 0 0 0,-18 2 1 0 0,27-1 1 0 0,-19 1-11 0 0,1 1-1 0 0,-1 1 1 0 0,0 0 0 0 0,1 2-1 0 0,0 0 1 0 0,-37 15 0 0 0,18-2 1 0 0,1 2 1 0 0,-46 31 0 0 0,78-47 4 0 0,0 0 1 0 0,0 0 0 0 0,0 0 0 0 0,0 1-1 0 0,1 0 1 0 0,0 0 0 0 0,0 0 0 0 0,0 1-1 0 0,1-1 1 0 0,0 1 0 0 0,0 0 0 0 0,-5 9 0 0 0,9-14 1 0 0,0 0 0 0 0,-1 0 1 0 0,1 0-1 0 0,0 0 1 0 0,0-1-1 0 0,-1 1 1 0 0,1 0-1 0 0,0 0 0 0 0,0 0 1 0 0,0 0-1 0 0,0 0 1 0 0,0 0-1 0 0,0 0 1 0 0,1 0-1 0 0,-1 0 0 0 0,0 0 1 0 0,0 0-1 0 0,1 0 1 0 0,-1 0-1 0 0,0-1 1 0 0,1 1-1 0 0,-1 0 1 0 0,1 0-1 0 0,-1 0 0 0 0,1 0 1 0 0,0-1-1 0 0,-1 1 1 0 0,2 1-1 0 0,4 2 2 0 0,0 1-1 0 0,1-1 1 0 0,-1 0-1 0 0,1-1 1 0 0,0 1-1 0 0,-1-1 1 0 0,2-1-1 0 0,-1 1 1 0 0,0-1-1 0 0,0 0 1 0 0,1-1-1 0 0,11 1 1 0 0,18 1-1 0 0,47-3 0 0 0,-75 0-2 0 0,50-4-25 0 0,1-3 0 0 0,-1-2 0 0 0,58-17 0 0 0,-111 24 27 0 0,6 0-5 0 0,-1-1 1 0 0,1 0-1 0 0,-1-1 0 0 0,0 0 1 0 0,0-1-1 0 0,0 0 1 0 0,-1-1-1 0 0,17-12 0 0 0,-24 16 12 0 0,-2 0 0 0 0,1-1-1 0 0,0 1 1 0 0,0-1 0 0 0,-1 1-1 0 0,1-1 1 0 0,-1 0 0 0 0,0 0-1 0 0,0 0 1 0 0,0 0 0 0 0,0 0-1 0 0,0 0 1 0 0,-1 0-1 0 0,0 0 1 0 0,1 0 0 0 0,-1 0-1 0 0,-1-6 1 0 0,1 4 12 0 0,-1-1-1 0 0,1 1 1 0 0,-1 0 0 0 0,-1 0-1 0 0,1 0 1 0 0,-1 0 0 0 0,0 0-1 0 0,-4-7 1 0 0,4 8-11 0 0,-1 1-1 0 0,0 0 1 0 0,0 0-1 0 0,0 0 1 0 0,0 0-1 0 0,0 0 1 0 0,0 0-1 0 0,-1 1 1 0 0,0 0 0 0 0,-3-2-1 0 0,-43-17 16 0 0,32 15-28 0 0,0 1 0 0 0,-1 1 0 0 0,0 0 0 0 0,1 1 0 0 0,-1 1 0 0 0,-1 1-1 0 0,-33 3 1 0 0,25-1-12 0 0,-41 8 0 0 0,56-7 2 0 0,0 1 0 0 0,0 1-1 0 0,0 0 1 0 0,1 1-1 0 0,-24 12 1 0 0,23-5-124 0 0,13-12 123 0 0,2-12 76 0 0,8-36-38 0 0,-7 36-18 0 0,0 0 0 0 0,-1-1-1 0 0,1-15 1 0 0,-3 7-5 0 0,0 1-1 0 0,-2-1 0 0 0,0 0 1 0 0,-1 1-1 0 0,-8-25 0 0 0,7 30-12 0 0,-1-1 0 0 0,-1 2-1 0 0,0-1 1 0 0,-1 1 0 0 0,0 0-1 0 0,-1 0 1 0 0,-17-21 0 0 0,23 32-14 0 0,-1 0 0 0 0,1 0 0 0 0,-1 1 0 0 0,0 0 0 0 0,1-1 0 0 0,-1 1 0 0 0,0 0 0 0 0,0 0 0 0 0,-1 1 0 0 0,1-1 0 0 0,0 1 0 0 0,0-1 0 0 0,-1 1 0 0 0,1 0 0 0 0,-1 0 0 0 0,1 1 0 0 0,-1-1 0 0 0,0 1 0 0 0,1 0 0 0 0,-1 0 0 0 0,1 0 0 0 0,-1 0 1 0 0,-4 1-1 0 0,1 1-4 0 0,1 0 0 0 0,0 0 0 0 0,0 0 0 0 0,0 1 0 0 0,1 0 1 0 0,-1 0-1 0 0,1 1 0 0 0,0-1 0 0 0,-1 1 0 0 0,2 0 0 0 0,-1 1 1 0 0,-6 7-1 0 0,-2 1 10 0 0,-4 5-2 0 0,1 1 0 0 0,1 0 0 0 0,0 1 0 0 0,-17 32 0 0 0,22-26 18 0 0,0 0 0 0 0,2 1 0 0 0,1 0 0 0 0,1 0-1 0 0,1 0 1 0 0,2 1 0 0 0,1 0 0 0 0,1 42 0 0 0,1-65 15 0 0,1 0 0 0 0,0 0 0 0 0,0 0 0 0 0,0 0-1 0 0,0 0 1 0 0,1 0 0 0 0,0-1 0 0 0,0 1 0 0 0,0-1 0 0 0,0 1-1 0 0,1-1 1 0 0,0 0 0 0 0,0 1 0 0 0,0-2 0 0 0,0 1 0 0 0,6 5-1 0 0,-3-5 12 0 0,0 0 0 0 0,0 0 0 0 0,0-1 0 0 0,0 0-1 0 0,1 0 1 0 0,0 0 0 0 0,-1-1 0 0 0,1 0 0 0 0,0 0 0 0 0,13 1-1 0 0,-6-2 2 0 0,-1-1-1 0 0,0 0 1 0 0,0-1-1 0 0,0-1 1 0 0,0 0-1 0 0,0 0 1 0 0,0-1-1 0 0,-1-1 1 0 0,1 0-1 0 0,-1-1 1 0 0,0-1-1 0 0,0 1 0 0 0,-1-2 1 0 0,0 0-1 0 0,0 0 1 0 0,0-1-1 0 0,-1 0 1 0 0,18-19-1 0 0,55-74 35 0 0,-58 68-48 0 0,-16 21 3 0 0,0-2-1 0 0,-1 1 1 0 0,0-1-1 0 0,-1-1 1 0 0,-1 1-1 0 0,8-24 1 0 0,14-92 13 0 0,-24 107-23 0 0,0 0 12 0 0,0 0 1 0 0,-2 0-1 0 0,-1 0 0 0 0,-2-31 1 0 0,1 48-12 0 0,-1-1 0 0 0,0 1 0 0 0,0-1 0 0 0,-1 1 0 0 0,1-1 0 0 0,-1 1 1 0 0,-1 0-1 0 0,1 0 0 0 0,-1 0 0 0 0,0 0 0 0 0,-1 0 0 0 0,1 1 0 0 0,-1-1 1 0 0,0 1-1 0 0,-1 0 0 0 0,1 0 0 0 0,-1 1 0 0 0,0-1 0 0 0,-6-3 0 0 0,3 3-14 0 0,-1 1-1 0 0,1 0 0 0 0,-1 0 0 0 0,0 1 0 0 0,-1 0 1 0 0,1 0-1 0 0,0 1 0 0 0,-1 0 0 0 0,0 1 1 0 0,1 0-1 0 0,-1 1 0 0 0,0 0 0 0 0,-9 1 0 0 0,6 1 5 0 0,0 0-1 0 0,0 0 0 0 0,0 1 0 0 0,1 1 0 0 0,-1 0 0 0 0,1 1 0 0 0,0 0 0 0 0,0 1 0 0 0,-13 9 0 0 0,5-2-1 0 0,1 1-1 0 0,1 1 1 0 0,1 1 0 0 0,0 0-1 0 0,1 2 1 0 0,-24 31-1 0 0,31-36 10 0 0,1 0-1 0 0,0 1 1 0 0,1-1 0 0 0,1 1-1 0 0,0 1 1 0 0,1-1 0 0 0,0 1-1 0 0,1 0 1 0 0,1 0 0 0 0,0 1-1 0 0,0 18 1 0 0,3-28 8 0 0,0 0 0 0 0,0 0-1 0 0,1 0 1 0 0,-1 0 0 0 0,1 0 0 0 0,1 0 0 0 0,-1 0-1 0 0,1 0 1 0 0,0 0 0 0 0,1-1 0 0 0,-1 1 0 0 0,1-1 0 0 0,0 0-1 0 0,0 0 1 0 0,1 0 0 0 0,6 8 0 0 0,-4-7 11 0 0,1-1 0 0 0,-1 1 1 0 0,1-1-1 0 0,1-1 0 0 0,-1 1 0 0 0,1-1 1 0 0,-1 0-1 0 0,1-1 0 0 0,0 0 1 0 0,16 4-1 0 0,-8-4 17 0 0,0 0 1 0 0,1-1 0 0 0,-1 0-1 0 0,1-2 1 0 0,0 0-1 0 0,-1-1 1 0 0,1 0 0 0 0,0-1-1 0 0,-1-1 1 0 0,0-1-1 0 0,30-11 1 0 0,-24 6-2 0 0,-1-2-1 0 0,0 0 1 0 0,-1-1-1 0 0,0-1 1 0 0,32-28-1 0 0,-43 33-15 0 0,-1-1 0 0 0,1 0 0 0 0,-2 0 0 0 0,1-1 0 0 0,-1 0 0 0 0,-1 0 0 0 0,0-1 0 0 0,0 0-1 0 0,-1 0 1 0 0,-1 0 0 0 0,1 0 0 0 0,-2-1 0 0 0,4-16 0 0 0,-6 16-7 0 0,1 0 0 0 0,-1 0 0 0 0,-1 0 0 0 0,0 0 0 0 0,-1 0 0 0 0,0 0 0 0 0,-1 0 0 0 0,-6-22 0 0 0,4 25-9 0 0,1 0 1 0 0,-1 0-1 0 0,0 1 0 0 0,-1-1 1 0 0,0 1-1 0 0,0 0 0 0 0,-1 1 0 0 0,0-1 1 0 0,0 1-1 0 0,-1 0 0 0 0,-14-11 1 0 0,11 10-12 0 0,-1 1 0 0 0,0 0 1 0 0,0 0-1 0 0,-1 1 0 0 0,0 1 1 0 0,0 0-1 0 0,0 1 0 0 0,-1 0 1 0 0,-19-3-1 0 0,22 5-2 0 0,-1 1 0 0 0,0 1 0 0 0,1 0 1 0 0,-1 0-1 0 0,0 1 0 0 0,1 0 0 0 0,-1 1 0 0 0,1 0 0 0 0,0 1 0 0 0,0 0 0 0 0,0 1 1 0 0,-13 6-1 0 0,7-2-5 0 0,2 1 1 0 0,0 1-1 0 0,0 0 0 0 0,0 1 1 0 0,1 0-1 0 0,1 1 1 0 0,0 0-1 0 0,1 1 1 0 0,-15 22-1 0 0,20-26 9 0 0,0 0-1 0 0,1 1 1 0 0,1 0 0 0 0,-1 0-1 0 0,2 0 1 0 0,-1 1 0 0 0,-1 11-1 0 0,3-15 8 0 0,2 1 0 0 0,-1-1-1 0 0,1 0 1 0 0,0 0-1 0 0,0 1 1 0 0,1-1 0 0 0,0 0-1 0 0,0 1 1 0 0,1-1 0 0 0,0 0-1 0 0,4 9 1 0 0,-3-9 8 0 0,1 0 1 0 0,0 0-1 0 0,1-1 0 0 0,0 1 1 0 0,0-1-1 0 0,0-1 0 0 0,0 1 1 0 0,1-1-1 0 0,0 1 0 0 0,0-2 1 0 0,1 1-1 0 0,-1-1 0 0 0,1 0 1 0 0,0 0-1 0 0,9 3 0 0 0,-1-1 22 0 0,-1-1-1 0 0,1 0 0 0 0,0-1 1 0 0,0-1-1 0 0,0-1 0 0 0,27 2 1 0 0,-30-4-10 0 0,0-1 1 0 0,0-1 0 0 0,-1 0-1 0 0,1 0 1 0 0,-1-1-1 0 0,1 0 1 0 0,-1-1 0 0 0,0-1-1 0 0,-1 1 1 0 0,1-2-1 0 0,-1 0 1 0 0,0 0 0 0 0,0 0-1 0 0,0-1 1 0 0,-1-1 0 0 0,0 0-1 0 0,-1 0 1 0 0,0-1-1 0 0,10-13 1 0 0,-10 12-12 0 0,-1 0 0 0 0,-1 0 0 0 0,0 0 0 0 0,-1-1 0 0 0,1 1 0 0 0,-2-1 0 0 0,0-1 0 0 0,0 1 0 0 0,-1 0 0 0 0,-1-1 0 0 0,1 0 0 0 0,-2 0 0 0 0,0 1 0 0 0,0-1 0 0 0,-1 0 0 0 0,-1 0 0 0 0,0 0 0 0 0,0 0 0 0 0,-5-14 0 0 0,4 19-17 0 0,0 1 0 0 0,-1-1 0 0 0,0 1 0 0 0,-1-1 0 0 0,1 1 0 0 0,-1 0 0 0 0,0 1 0 0 0,-1-1 0 0 0,1 1 1 0 0,-1-1-1 0 0,0 1 0 0 0,-1 1 0 0 0,1-1 0 0 0,-1 1 0 0 0,0 0 0 0 0,0 0 0 0 0,0 0 0 0 0,0 1 0 0 0,-1 0 0 0 0,0 1 1 0 0,1-1-1 0 0,-1 1 0 0 0,0 0 0 0 0,0 1 0 0 0,-12-2 0 0 0,6 2-20 0 0,-1 0-1 0 0,0 1 1 0 0,0 0 0 0 0,1 1 0 0 0,-1 1-1 0 0,0 0 1 0 0,1 1 0 0 0,-1 0-1 0 0,1 1 1 0 0,0 0 0 0 0,0 1 0 0 0,-14 9-1 0 0,14-7 13 0 0,1 1-1 0 0,0 0 0 0 0,1 1 0 0 0,0 0 1 0 0,1 1-1 0 0,0 0 0 0 0,0 1 1 0 0,1 0-1 0 0,0 0 0 0 0,1 1 1 0 0,0 0-1 0 0,1 1 0 0 0,1 0 0 0 0,-9 23 1 0 0,10-20-3 0 0,1-1 0 0 0,-4 26 0 0 0,7-35 18 0 0,1 1-1 0 0,-1 0 1 0 0,1 0-1 0 0,1 0 1 0 0,-1 0-1 0 0,1 0 1 0 0,1 0-1 0 0,-1-1 0 0 0,1 1 1 0 0,3 8-1 0 0,-1-8 9 0 0,0 0 0 0 0,0 0 0 0 0,1-1 0 0 0,0 0 0 0 0,0 1-1 0 0,0-2 1 0 0,1 1 0 0 0,0 0 0 0 0,0-1 0 0 0,0-1 0 0 0,1 1 0 0 0,0-1-1 0 0,0 0 1 0 0,0 0 0 0 0,0-1 0 0 0,0 0 0 0 0,1 0 0 0 0,-1 0 0 0 0,13 1 0 0 0,-9-2 10 0 0,0 0 1 0 0,0-1-1 0 0,-1 0 1 0 0,1-1 0 0 0,0-1-1 0 0,0 1 1 0 0,0-2-1 0 0,-1 1 1 0 0,1-2 0 0 0,0 1-1 0 0,-1-1 1 0 0,0-1-1 0 0,0 0 1 0 0,16-8 0 0 0,-9 0 0 0 0,0 0 0 0 0,0-1 0 0 0,-1 0 0 0 0,-1-1 0 0 0,0-1 0 0 0,-1-1 0 0 0,-1 0-1 0 0,0-1 1 0 0,-1 0 0 0 0,-1-1 0 0 0,17-36 0 0 0,-16 26-29 0 0,-1 1 0 0 0,-2-2 1 0 0,-1 1-1 0 0,-1-1 0 0 0,-2 0 0 0 0,-1-1 0 0 0,1-52 0 0 0,-4 72 3 0 0,-2-1 0 0 0,0 0-1 0 0,0 0 1 0 0,-1 0 0 0 0,0 1 0 0 0,0-1 0 0 0,-6-11 0 0 0,5 16-14 0 0,0-1-1 0 0,0 1 1 0 0,-1 0-1 0 0,0 1 1 0 0,0-1 0 0 0,-1 1-1 0 0,1-1 1 0 0,-1 1-1 0 0,0 1 1 0 0,-1-1 0 0 0,1 1-1 0 0,-7-4 1 0 0,4 3-16 0 0,0 0 0 0 0,0 1 0 0 0,0 0 1 0 0,0 0-1 0 0,-1 1 0 0 0,1 0 0 0 0,-1 0 0 0 0,0 1 1 0 0,0 0-1 0 0,0 1 0 0 0,0 0 0 0 0,0 1 1 0 0,0-1-1 0 0,0 2 0 0 0,0-1 0 0 0,0 1 0 0 0,0 1 1 0 0,0 0-1 0 0,0 0 0 0 0,-10 4 0 0 0,1 2 8 0 0,0 2 0 0 0,0 0-1 0 0,1 0 1 0 0,1 2-1 0 0,-30 25 1 0 0,19-10 20 0 0,0 1-1 0 0,-32 44 1 0 0,41-48 14 0 0,1 1 0 0 0,1 1 0 0 0,1 1 0 0 0,2 0-1 0 0,1 0 1 0 0,0 1 0 0 0,2 1 0 0 0,2 0 0 0 0,0 0 0 0 0,2 1 0 0 0,-3 44 0 0 0,8-61 21 0 0,1 0 1 0 0,1 0 0 0 0,0 0-1 0 0,0 0 1 0 0,1 0-1 0 0,1 0 1 0 0,0 0 0 0 0,1-1-1 0 0,1 1 1 0 0,9 19 0 0 0,-9-24 9 0 0,0 0 1 0 0,0 0 0 0 0,1-1 0 0 0,0 1 0 0 0,1-1 0 0 0,-1-1 0 0 0,1 1 0 0 0,1-1 0 0 0,-1-1-1 0 0,1 1 1 0 0,0-1 0 0 0,0 0 0 0 0,1-1 0 0 0,-1 0 0 0 0,14 4 0 0 0,-7-4 24 0 0,-1 0 1 0 0,1-1 0 0 0,0-1 0 0 0,0 0-1 0 0,0-1 1 0 0,0-1 0 0 0,0 0-1 0 0,0-1 1 0 0,0-1 0 0 0,0 0 0 0 0,0-1-1 0 0,-1-1 1 0 0,25-9 0 0 0,-21 6-32 0 0,-1-1 1 0 0,1-1-1 0 0,-2-1 0 0 0,1 0 1 0 0,-1-1-1 0 0,-1-1 0 0 0,0 0 1 0 0,-1-1-1 0 0,0-1 1 0 0,14-18-1 0 0,-23 26-14 0 0,-1 0 1 0 0,0-1-1 0 0,0 1 0 0 0,-1-1 1 0 0,0 0-1 0 0,0 0 0 0 0,-1 0 1 0 0,1 0-1 0 0,-2-1 0 0 0,1 1 1 0 0,-1 0-1 0 0,0-1 0 0 0,0-9 1 0 0,-1 13-6 0 0,0 0-1 0 0,0 0 1 0 0,0 0 0 0 0,-1 0 0 0 0,1 0 0 0 0,-1 0 0 0 0,0-1-1 0 0,-1 2 1 0 0,1-1 0 0 0,0 0 0 0 0,-1 0 0 0 0,0 0 0 0 0,0 1-1 0 0,0-1 1 0 0,-1 1 0 0 0,1-1 0 0 0,-5-3 0 0 0,3 3-6 0 0,-1 0 0 0 0,0 0 0 0 0,-1 0-1 0 0,1 1 1 0 0,-1 0 0 0 0,1 0 0 0 0,-1 0 0 0 0,0 1 0 0 0,0-1 0 0 0,-9-1 0 0 0,0 1-13 0 0,-1 1 1 0 0,1 0-1 0 0,0 1 1 0 0,-1 1 0 0 0,1 0-1 0 0,-1 1 1 0 0,1 1-1 0 0,-25 5 1 0 0,24-1-3 0 0,0 0-1 0 0,0 1 1 0 0,0 0 0 0 0,1 1 0 0 0,0 1 0 0 0,1 1 0 0 0,0 0 0 0 0,-22 21 0 0 0,25-20 3 0 0,0 0 0 0 0,1 1 0 0 0,1 1 0 0 0,0-1 0 0 0,1 1 0 0 0,0 1 0 0 0,1 0 0 0 0,0 0 0 0 0,-7 24 0 0 0,11-32 10 0 0,-2 7 0 0 0,1 0 0 0 0,0 0-1 0 0,-3 18 1 0 0,7-27 4 0 0,-1 0 0 0 0,1 0 0 0 0,0 1-1 0 0,0-1 1 0 0,0 0 0 0 0,1 0 0 0 0,0 0 0 0 0,-1 1 0 0 0,1-1 0 0 0,1 0 0 0 0,-1 0-1 0 0,1 0 1 0 0,-1 0 0 0 0,4 4 0 0 0,0-1 13 0 0,1 1 0 0 0,0-2 0 0 0,0 1-1 0 0,0-1 1 0 0,1 0 0 0 0,0 0 0 0 0,0-1 0 0 0,0 0 0 0 0,1 0 0 0 0,-1-1-1 0 0,1 1 1 0 0,1-2 0 0 0,10 4 0 0 0,-10-3 6 0 0,1-2 0 0 0,0 1 0 0 0,-1-1 0 0 0,1-1 1 0 0,0 0-1 0 0,0 0 0 0 0,0-1 0 0 0,0 0 0 0 0,-1-1 0 0 0,1 0 0 0 0,0-1 1 0 0,11-3-1 0 0,-7 0 4 0 0,-1-1-1 0 0,17-9 1 0 0,-10 4-2 0 0,8-2 14 0 0,-1-2 0 0 0,37-28 0 0 0,-55 36-31 0 0,-1 1 0 0 0,-1-2 1 0 0,1 1-1 0 0,-1-1 0 0 0,0 0 0 0 0,-1-1 0 0 0,0 0 1 0 0,-1 0-1 0 0,1 0 0 0 0,-2 0 0 0 0,6-13 0 0 0,-7 14-2 0 0,-1 1 0 0 0,0-1 0 0 0,0 0 0 0 0,0 0 0 0 0,-1 0 0 0 0,0 0 0 0 0,-1 0 0 0 0,0 0 0 0 0,0 0 0 0 0,0 0 0 0 0,-1 0 0 0 0,-1 0 0 0 0,1 0 0 0 0,-1 1 0 0 0,0-1 0 0 0,-1 0 0 0 0,0 1 0 0 0,-6-11 0 0 0,3 10-15 0 0,0 0-1 0 0,0 0 0 0 0,-1 0 1 0 0,0 1-1 0 0,-1 1 0 0 0,1-1 1 0 0,-1 1-1 0 0,-1 0 0 0 0,1 1 1 0 0,-1 0-1 0 0,0 0 0 0 0,0 1 1 0 0,-1 0-1 0 0,1 1 0 0 0,-11-3 1 0 0,2 2-16 0 0,1 0 0 0 0,-1 2-1 0 0,1 0 1 0 0,-1 1 0 0 0,0 0 0 0 0,1 2 0 0 0,-1 0 0 0 0,-17 4 0 0 0,24-2 9 0 0,0 0 0 0 0,0 1 1 0 0,0 0-1 0 0,1 0 0 0 0,0 1 1 0 0,0 1-1 0 0,0 0 0 0 0,1 0 1 0 0,0 1-1 0 0,0 0 1 0 0,0 1-1 0 0,1-1 0 0 0,0 2 1 0 0,-12 17-1 0 0,11-14 4 0 0,0 1 1 0 0,1 0-1 0 0,0 1 0 0 0,2 0 1 0 0,-1 0-1 0 0,2 0 1 0 0,0 1-1 0 0,1 0 0 0 0,0 0 1 0 0,-2 23-1 0 0,5-27 15 0 0,0 0 1 0 0,2 0-1 0 0,-1-1 1 0 0,1 1-1 0 0,1 0 1 0 0,0-1-1 0 0,0 1 1 0 0,1-1-1 0 0,1 1 1 0 0,-1-1-1 0 0,2 0 1 0 0,-1-1-1 0 0,1 1 0 0 0,1-1 1 0 0,0 0-1 0 0,0 0 1 0 0,1-1-1 0 0,0 1 1 0 0,0-2-1 0 0,15 13 1 0 0,-12-13 4 0 0,0 0 0 0 0,1 0 0 0 0,0-1-1 0 0,0-1 1 0 0,0 0 0 0 0,1 0 0 0 0,13 3 0 0 0,-4-3 58 0 0,0 0 0 0 0,42 2-1 0 0,-59-6-44 0 0,0-1 0 0 0,1 0-1 0 0,-1 0 1 0 0,0 0 0 0 0,0 0-1 0 0,0-1 1 0 0,0 0 0 0 0,7-2-1 0 0,-10 3-3 0 0,1-1 0 0 0,-1 0 0 0 0,0 0 0 0 0,0 0 0 0 0,1 0 0 0 0,-1 0 0 0 0,0-1 0 0 0,0 1 0 0 0,0 0 0 0 0,0 0 0 0 0,-1-1 0 0 0,1 1 0 0 0,0 0 0 0 0,0-1 0 0 0,-1 1 0 0 0,1-1 0 0 0,-1 1 0 0 0,1-1 0 0 0,-1 1 0 0 0,0-1 0 0 0,1 0 0 0 0,-1 1 0 0 0,0-3 0 0 0,0-7 1 0 0,1 0 1 0 0,-2 0-1 0 0,1 0 0 0 0,-2 0 0 0 0,1 0 0 0 0,-2 0 0 0 0,1 0 1 0 0,-2 1-1 0 0,1-1 0 0 0,-1 1 0 0 0,-1 0 0 0 0,0 0 0 0 0,0 0 0 0 0,-1 1 1 0 0,0 0-1 0 0,-13-15 0 0 0,9 13-21 0 0,0 1 0 0 0,0 1 1 0 0,-1 0-1 0 0,0 0 0 0 0,-1 1 0 0 0,0 0 1 0 0,0 1-1 0 0,0 1 0 0 0,-1 0 0 0 0,0 1 1 0 0,0 0-1 0 0,-1 1 0 0 0,-16-4 0 0 0,11 5-7 0 0,-1 1 0 0 0,0 0 0 0 0,0 1-1 0 0,1 1 1 0 0,-1 1 0 0 0,0 1 0 0 0,-21 5-1 0 0,33-6 0 0 0,1 1 0 0 0,-1 0-1 0 0,0 0 1 0 0,1 1-1 0 0,-1 0 1 0 0,1 1 0 0 0,0-1-1 0 0,0 2 1 0 0,1-1 0 0 0,-1 0-1 0 0,1 1 1 0 0,0 1 0 0 0,0-1-1 0 0,0 1 1 0 0,1 0-1 0 0,0 0 1 0 0,0 0 0 0 0,0 1-1 0 0,1-1 1 0 0,-6 14 0 0 0,8-16 8 0 0,0 1 1 0 0,1-1 0 0 0,-1 1 0 0 0,1 0 0 0 0,0 0-1 0 0,1-1 1 0 0,-1 1 0 0 0,1 0 0 0 0,0 0-1 0 0,0 0 1 0 0,0 0 0 0 0,0 0 0 0 0,1-1 0 0 0,0 1-1 0 0,0 0 1 0 0,1 0 0 0 0,-1-1 0 0 0,1 1-1 0 0,0-1 1 0 0,0 1 0 0 0,0-1 0 0 0,1 0 0 0 0,0 0-1 0 0,0 0 1 0 0,0 0 0 0 0,0 0 0 0 0,0-1-1 0 0,1 1 1 0 0,-1-1 0 0 0,6 4 0 0 0,3 1 17 0 0,1-1-1 0 0,-1 0 1 0 0,1 0 0 0 0,0-1 0 0 0,0-1 0 0 0,1 0 0 0 0,0-1-1 0 0,0-1 1 0 0,15 3 0 0 0,6-1 4 0 0,0-1 0 0 0,0-2-1 0 0,0-2 1 0 0,0-1 0 0 0,0-1 0 0 0,44-9 0 0 0,-58 6-17 0 0,0 0 0 0 0,0-2 0 0 0,0 0 0 0 0,-1-1 0 0 0,0-2 0 0 0,-1 0 0 0 0,0 0-1 0 0,-1-2 1 0 0,0 0 0 0 0,0-2 0 0 0,20-20 0 0 0,-33 30 3 0 0,-2 0-1 0 0,1-1 0 0 0,0 0 0 0 0,-1 1 0 0 0,0-1 1 0 0,0 0-1 0 0,0-1 0 0 0,-1 1 0 0 0,0 0 0 0 0,0-1 1 0 0,2-6-1 0 0,-2 0 3 0 0,-1 1-1 0 0,0-1 1 0 0,0 0 0 0 0,-3-19 0 0 0,2 25-8 0 0,-1 0-1 0 0,0 0 1 0 0,-1 0-1 0 0,1 0 1 0 0,-1 1 0 0 0,0-1-1 0 0,-1 0 1 0 0,1 1-1 0 0,-1 0 1 0 0,0-1 0 0 0,-1 1-1 0 0,1 0 1 0 0,-1 1-1 0 0,0-1 1 0 0,0 1-1 0 0,0-1 1 0 0,-1 1 0 0 0,0 1-1 0 0,0-1 1 0 0,0 0-1 0 0,0 1 1 0 0,0 0 0 0 0,0 1-1 0 0,-1-1 1 0 0,-11-3-1 0 0,11 4-8 0 0,0 1 0 0 0,0 0 0 0 0,0 0-1 0 0,0 0 1 0 0,0 0 0 0 0,0 1 0 0 0,0 0 0 0 0,-1 0-1 0 0,1 1 1 0 0,0 0 0 0 0,0 0 0 0 0,0 0-1 0 0,0 1 1 0 0,0 0 0 0 0,0 0 0 0 0,1 1 0 0 0,-1-1-1 0 0,1 1 1 0 0,-1 0 0 0 0,1 1 0 0 0,0-1-1 0 0,0 1 1 0 0,0 0 0 0 0,1 0 0 0 0,0 1 0 0 0,-5 5-1 0 0,1 1-5 0 0,0 1-1 0 0,1 0 0 0 0,0 0 0 0 0,1 0 0 0 0,1 1 0 0 0,0 0 1 0 0,0 0-1 0 0,1 1 0 0 0,-2 14 0 0 0,5-21 17 0 0,0 0 0 0 0,0 0 0 0 0,0 1 0 0 0,1-1 0 0 0,0 0 0 0 0,1 0 0 0 0,0 0 0 0 0,0 0 0 0 0,0 0 0 0 0,1 0 0 0 0,0 0 0 0 0,0 0-1 0 0,1 0 1 0 0,-1 0 0 0 0,2-1 0 0 0,-1 0 0 0 0,1 1 0 0 0,0-1 0 0 0,6 7 0 0 0,-3-7 11 0 0,-1-1 1 0 0,0 0-1 0 0,1-1 1 0 0,0 1-1 0 0,0-1 1 0 0,1-1-1 0 0,-1 1 1 0 0,1-1-1 0 0,0 0 1 0 0,-1-1-1 0 0,1 0 1 0 0,0 0-1 0 0,12 0 1 0 0,-9-1 9 0 0,-1 0 0 0 0,1-1 0 0 0,0 0 0 0 0,-1-1 0 0 0,1 0 1 0 0,-1-1-1 0 0,1 0 0 0 0,-1 0 0 0 0,20-8 0 0 0,-15 2 4 0 0,0 0 0 0 0,0-1 1 0 0,-1 0-1 0 0,0-1 0 0 0,-1-1 0 0 0,0 0 1 0 0,-1 0-1 0 0,0-2 0 0 0,-1 1 0 0 0,0-2 0 0 0,17-27 1 0 0,-25 35-13 0 0,-1-1 0 0 0,0 0-1 0 0,0 1 1 0 0,0-1 0 0 0,-1 0 0 0 0,0 0 0 0 0,-1 0 0 0 0,1 0 0 0 0,-1 0 0 0 0,-1 0 0 0 0,1 0 0 0 0,-1 0 0 0 0,0 0 0 0 0,-1 0 0 0 0,0 0-1 0 0,0 1 1 0 0,0-1 0 0 0,-1 1 0 0 0,0-1 0 0 0,0 1 0 0 0,-1 0 0 0 0,1 0 0 0 0,-1 0 0 0 0,-1 1 0 0 0,-9-11 0 0 0,0 7-14 0 0,0 0 0 0 0,0 0 0 0 0,-1 1 0 0 0,-1 1 0 0 0,1 1 0 0 0,-1 0 0 0 0,0 1-1 0 0,0 1 1 0 0,-1 0 0 0 0,1 1 0 0 0,-1 1 0 0 0,0 1 0 0 0,1 0 0 0 0,-19 2 0 0 0,26 0-9 0 0,-1 0 0 0 0,1 1 0 0 0,0 0 0 0 0,-1 1 0 0 0,1 0 0 0 0,1 1 0 0 0,-1 0-1 0 0,0 0 1 0 0,1 0 0 0 0,0 1 0 0 0,-13 10 0 0 0,18-11-3 0 0,-1-1-1 0 0,1 0 1 0 0,-1 1-1 0 0,1-1 1 0 0,0 1 0 0 0,1 0-1 0 0,-1 0 1 0 0,1 0 0 0 0,-1 0-1 0 0,1 1 1 0 0,1-1 0 0 0,-1 1-1 0 0,0-1 1 0 0,1 1 0 0 0,0-1-1 0 0,0 1 1 0 0,1 0-1 0 0,-1 0 1 0 0,1-1 0 0 0,0 1-1 0 0,0 0 1 0 0,1 0 0 0 0,-1 0-1 0 0,2 5 1 0 0,0-5 8 0 0,0 0 0 0 0,1 0 0 0 0,-1 0-1 0 0,1 0 1 0 0,0 0 0 0 0,1 0 0 0 0,-1-1 0 0 0,1 0 0 0 0,0 1 0 0 0,0-1 0 0 0,0-1-1 0 0,0 1 1 0 0,1-1 0 0 0,7 5 0 0 0,-5-3-757 0 0,-1 0-1 0 0,1 0 1 0 0,23 28-2294 0 0,-13-1 1456 0 0,-8 3 233 0 0</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24.709"/>
    </inkml:context>
    <inkml:brush xml:id="br0">
      <inkml:brushProperty name="width" value="0.35" units="cm"/>
      <inkml:brushProperty name="height" value="0.35" units="cm"/>
      <inkml:brushProperty name="color" value="#CC0066"/>
    </inkml:brush>
  </inkml:definitions>
  <inkml:trace contextRef="#ctx0" brushRef="#br0">1045 517 608 0 0,'-119'-127'441'0'0,"102"107"-435"0"0,2-1 0 0 0,-21-35 1 0 0,-7-12-60 0 0,35 55 34 0 0,0-1 1 0 0,-8-21-1 0 0,11 23 11 0 0,-1-1 0 0 0,0 1-1 0 0,0 1 1 0 0,-13-18-1 0 0,17 27 9 0 0,0 1 0 0 0,1-1-1 0 0,-1 0 1 0 0,0 1 0 0 0,0 0-1 0 0,0-1 1 0 0,0 1-1 0 0,0 0 1 0 0,0 0 0 0 0,-3-1-1 0 0,-3 0 2 0 0,-1 0 0 0 0,1 0 0 0 0,-1 1 0 0 0,1 1 0 0 0,-1-1 0 0 0,-11 2 0 0 0,-20-1 10 0 0,23-1-3 0 0,5 1 3 0 0,0-1-1 0 0,1 1 1 0 0,-1-2 0 0 0,0 0-1 0 0,0 0 1 0 0,1-1-1 0 0,-14-6 1 0 0,23 8-8 0 0,0 0 1 0 0,1-1-1 0 0,-1 0 0 0 0,0 1 0 0 0,0-1 1 0 0,1 0-1 0 0,-1 0 0 0 0,1 0 0 0 0,-1 0 1 0 0,1 0-1 0 0,0 0 0 0 0,0 0 0 0 0,0 0 1 0 0,0-1-1 0 0,0 1 0 0 0,0 0 1 0 0,1-1-1 0 0,-1 1 0 0 0,1-4 0 0 0,0 8-3 0 0,0 0-1 0 0,0 0 0 0 0,0 0 0 0 0,0 0 0 0 0,-1 1 0 0 0,1-1 1 0 0,0 0-1 0 0,-1 0 0 0 0,0 0 0 0 0,1 0 0 0 0,-1-1 1 0 0,0 1-1 0 0,0 0 0 0 0,0 0 0 0 0,0 0 0 0 0,0 0 0 0 0,-1-1 1 0 0,1 1-1 0 0,0-1 0 0 0,-1 1 0 0 0,1-1 0 0 0,-1 1 1 0 0,0-1-1 0 0,1 0 0 0 0,-1 0 0 0 0,0 0 0 0 0,0 0 1 0 0,0 0-1 0 0,0 0 0 0 0,0-1 0 0 0,0 1 0 0 0,0 0 0 0 0,0-1 1 0 0,0 0-1 0 0,-3 1 0 0 0,-13 4 3 0 0,1 1-1 0 0,0 1 1 0 0,0 1 0 0 0,-22 13-1 0 0,8-4 0 0 0,-9 5 4 0 0,16-7 7 0 0,-33 13-1 0 0,50-25-9 0 0,0-1-1 0 0,0 1 1 0 0,0-1-1 0 0,0-1 1 0 0,-1 1-1 0 0,1-1 1 0 0,0-1-1 0 0,-1 1 1 0 0,-13-2-1 0 0,18 1 0 0 0,0-1 0 0 0,0 0-1 0 0,1 0 1 0 0,-1 0 0 0 0,0-1 0 0 0,0 1 0 0 0,1 0-1 0 0,-1-1 1 0 0,1 0 0 0 0,-1 0 0 0 0,1 0 0 0 0,-3-2-1 0 0,-15-11-235 0 0,12 14-644 0 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26.400"/>
    </inkml:context>
    <inkml:brush xml:id="br0">
      <inkml:brushProperty name="width" value="0.35" units="cm"/>
      <inkml:brushProperty name="height" value="0.35" units="cm"/>
      <inkml:brushProperty name="color" value="#CC0066"/>
    </inkml:brush>
  </inkml:definitions>
  <inkml:trace contextRef="#ctx0" brushRef="#br0">1072 299 1008 0 0,'-4'-5'13'0'0,"-1"0"-1"0"0,0 0 1 0 0,1 1 0 0 0,-1 0-1 0 0,-1 0 1 0 0,1 0-1 0 0,-1 0 1 0 0,1 1 0 0 0,-1 0-1 0 0,0 0 1 0 0,0 1 0 0 0,-13-4-1 0 0,-3 1-10 0 0,-1 0 1 0 0,-32-1-1 0 0,21 3 19 0 0,-343-24 307 0 0,283 27-232 0 0,138 3-155 0 0,32 1-23 0 0,48-13 79 0 0,162-33 0 0 0,82-39-29 0 0,-309 64 19 0 0,-44 11 19 0 0,-15 6-5 0 0,0 0-1 0 0,0 0 0 0 0,0 0 1 0 0,0 0-1 0 0,1 0 0 0 0,-1 0 1 0 0,0 0-1 0 0,0-1 0 0 0,0 1 1 0 0,0 0-1 0 0,0 0 1 0 0,0 0-1 0 0,0 0 0 0 0,1 0 1 0 0,-1 0-1 0 0,0 0 0 0 0,0 0 1 0 0,0 0-1 0 0,0-1 1 0 0,0 1-1 0 0,0 0 0 0 0,0 0 1 0 0,0 0-1 0 0,0 0 0 0 0,0 0 1 0 0,0 0-1 0 0,0-1 0 0 0,0 1 1 0 0,0 0-1 0 0,0 0 1 0 0,0 0-1 0 0,0 0 0 0 0,0 0 1 0 0,0 0-1 0 0,0-1 0 0 0,0 1 1 0 0,0 0-1 0 0,0 0 1 0 0,0 0-1 0 0,0 0 0 0 0,0 0 1 0 0,0 0-1 0 0,0-1 0 0 0,0 1 1 0 0,0 0-1 0 0,0 0 0 0 0,0 0 1 0 0,0 0-1 0 0,0 0 1 0 0,0 0-1 0 0,-1-1 0 0 0,-4 0 9 0 0,0 0-1 0 0,0-1 1 0 0,-1 1 0 0 0,1 1-1 0 0,0-1 1 0 0,-8 1-1 0 0,-55 1 23 0 0,0 3 0 0 0,-124 22 0 0 0,138-17-21 0 0,-568 101 285 0 0,583-102-236 0 0,-66 23 0 0 0,104-30-60 0 0,-14 6-24 0 0,14-3-16 0 0,8 0-37 0 0,11 0 69 0 0,-1-1-1 0 0,0-1 1 0 0,1-1-1 0 0,25-1 1 0 0,-12 0 5 0 0,54-1-24 0 0,133-20-1 0 0,-74-1 2 0 0,165-45 1 0 0,-289 62 36 0 0,-1-1-1 0 0,1-1 1 0 0,-1-1 0 0 0,34-18 0 0 0,-52 25-2 0 0,0 0 0 0 0,1 1 0 0 0,-1-1-1 0 0,0 0 1 0 0,0 0 0 0 0,0 0 0 0 0,0 0 0 0 0,0 0 0 0 0,0 0 0 0 0,0-1-1 0 0,-1 1 1 0 0,1 0 0 0 0,0 0 0 0 0,0-1 0 0 0,0-2 0 0 0,-1 4-2 0 0,0-1-1 0 0,0 0 1 0 0,0 0 0 0 0,0 0 0 0 0,0 0-1 0 0,0 0 1 0 0,0 0 0 0 0,0 0 0 0 0,-1 0-1 0 0,1 1 1 0 0,0-1 0 0 0,-1 0 0 0 0,1 0-1 0 0,0 0 1 0 0,-1 0 0 0 0,1 1 0 0 0,-1-1-1 0 0,-1-1 1 0 0,-1-1 7 0 0,-1 0 0 0 0,1 0-1 0 0,-1 0 1 0 0,0 0 0 0 0,0 1 0 0 0,0 0 0 0 0,-9-4-1 0 0,-6-1 6 0 0,0 1 0 0 0,-1 1-1 0 0,0 1 1 0 0,0 0 0 0 0,-33-1 0 0 0,-107 8 82 0 0,38 10-11 0 0,-160 39 0 0 0,230-41-67 0 0,-2-1 9 0 0,9-1 26 0 0,0 1 0 0 0,0 2 0 0 0,-58 24 0 0 0,67-15-95 0 0,35-20 32 0 0,1-1-1 0 0,-1 0 0 0 0,1 1 0 0 0,-1-1 0 0 0,0 1 1 0 0,1-1-1 0 0,-1 0 0 0 0,1 1 0 0 0,-1 0 0 0 0,1-1 0 0 0,-1 1 1 0 0,1-1-1 0 0,0 1 0 0 0,-1-1 0 0 0,1 1 0 0 0,0 0 1 0 0,-1-1-1 0 0,1 1 0 0 0,0 0 0 0 0,0 0 0 0 0,0-1 1 0 0,-1 1-1 0 0,1 0 0 0 0,0-1 0 0 0,0 1 0 0 0,0 0 1 0 0,0 0-1 0 0,1 0 0 0 0,0 1-1 0 0,0-1 0 0 0,0 0 1 0 0,0 1-1 0 0,0-1 0 0 0,1 0 0 0 0,-1 0 0 0 0,1 0 0 0 0,-1 0 1 0 0,1 0-1 0 0,-1 0 0 0 0,1 0 0 0 0,-1 0 0 0 0,1-1 0 0 0,2 2 1 0 0,21 6 2 0 0,1-1-1 0 0,0-1 1 0 0,1-1 0 0 0,0-1 0 0 0,38 0 0 0 0,78 1-74 0 0,0-7 1 0 0,212-29-1 0 0,-88-16 67 0 0,-247 42 28 0 0,0 0-1 0 0,1-1 1 0 0,26-13 0 0 0,-46 19-12 0 0,-1 0 1 0 0,0 0 0 0 0,1 0 0 0 0,-1 0 0 0 0,0 0 0 0 0,1 0-1 0 0,-1 0 1 0 0,0 0 0 0 0,0 0 0 0 0,1 0 0 0 0,-1-1-1 0 0,0 1 1 0 0,0 0 0 0 0,1 0 0 0 0,-1 0 0 0 0,0 0-1 0 0,0 0 1 0 0,1-1 0 0 0,-1 1 0 0 0,0 0 0 0 0,0 0 0 0 0,0 0-1 0 0,1-1 1 0 0,-1 1 0 0 0,0 0 0 0 0,0 0 0 0 0,0-1-1 0 0,0 1 1 0 0,0 0 0 0 0,1-1 0 0 0,-1 1 0 0 0,0 0-1 0 0,0 0 1 0 0,0-1 0 0 0,0 1 0 0 0,0 0 0 0 0,0-1-1 0 0,0 1 1 0 0,0 0 0 0 0,0 0 0 0 0,0-1 0 0 0,0 1 0 0 0,0 0-1 0 0,0-1 1 0 0,0 1 0 0 0,-1 0 0 0 0,1 0 0 0 0,0-1-1 0 0,-17-7 78 0 0,-2 4-59 0 0,0 1-1 0 0,0 1 1 0 0,0 1 0 0 0,-30 1 0 0 0,22 1-2 0 0,-52 0 29 0 0,-112 18 1 0 0,76 0-7 0 0,1 6-1 0 0,2 4 1 0 0,0 5 0 0 0,-163 75 0 0 0,256-100-34 0 0,-30 18 0 0 0,43-23-17 0 0,1 0 1 0 0,-1 1 0 0 0,1-1 0 0 0,0 1 0 0 0,0 0-1 0 0,0 1 1 0 0,1-1 0 0 0,-4 7 0 0 0,6-11-1 0 0,1 1 0 0 0,0 0 0 0 0,0 0-1 0 0,0 0 1 0 0,0 0 0 0 0,0 1 0 0 0,0-1 0 0 0,0 0 0 0 0,1 0 0 0 0,-1 1 0 0 0,1-1 0 0 0,0 0 0 0 0,-1 0 0 0 0,1 1 0 0 0,0-1 0 0 0,0 0 0 0 0,1 1 0 0 0,-1-1 0 0 0,0 0 0 0 0,1 1 0 0 0,-1-1 0 0 0,1 0-1 0 0,0 0 1 0 0,0 0 0 0 0,0 0 0 0 0,0 0 0 0 0,1 3 0 0 0,2-2 7 0 0,-1 1 0 0 0,1-1-1 0 0,0 0 1 0 0,0 0 0 0 0,0 0-1 0 0,0 0 1 0 0,0-1 0 0 0,1 0 0 0 0,-1 1-1 0 0,1-2 1 0 0,0 1 0 0 0,5 1-1 0 0,30 6 16 0 0,0-3-1 0 0,0-1 0 0 0,64 0 1 0 0,-31-5-93 0 0,-1-3 1 0 0,114-20 0 0 0,-119 11 23 0 0,111-37 0 0 0,54-38 40 0 0,-197 73 42 0 0,-1-2 0 0 0,0-1 0 0 0,-1-2 0 0 0,-1-1 0 0 0,0-1 0 0 0,54-50 0 0 0,-83 69-1 0 0,-1 0-1 0 0,0 0 1 0 0,0 0 0 0 0,0 0-1 0 0,0-1 1 0 0,-1 1-1 0 0,1-1 1 0 0,0 1 0 0 0,-1-1-1 0 0,2-3 1 0 0,-3 5-18 0 0,0 0-1 0 0,0 0 1 0 0,0 0 0 0 0,-1 0 0 0 0,1 0-1 0 0,0 0 1 0 0,0 0 0 0 0,-1 0 0 0 0,1 0 0 0 0,0 0-1 0 0,-1 0 1 0 0,1 0 0 0 0,-1 0 0 0 0,0 0-1 0 0,1 0 1 0 0,-1 0 0 0 0,0 1 0 0 0,1-1 0 0 0,-1 0-1 0 0,0 0 1 0 0,0 1 0 0 0,0-1 0 0 0,1 0 0 0 0,-3 0-1 0 0,0-1 0 0 0,0 0-1 0 0,-1 0 0 0 0,1 0 1 0 0,-1 0-1 0 0,0 1 0 0 0,0-1 1 0 0,0 1-1 0 0,0 0 0 0 0,1 0 0 0 0,-8 0 1 0 0,-53-2-5 0 0,45 4-4 0 0,-75-1 28 0 0,-103 15 1 0 0,60 11 12 0 0,1 5 1 0 0,-214 79-1 0 0,326-101-33 0 0,5-3-1 0 0,0 0 1 0 0,1 1-1 0 0,0 1 1 0 0,1 1-1 0 0,0 1 1 0 0,-24 17-1 0 0,36-23-16 0 0,1 0-1 0 0,0 0 1 0 0,0 0-1 0 0,-5 9 1 0 0,8-12 5 0 0,1 0 0 0 0,-1 0 0 0 0,0 0 0 0 0,1 0 0 0 0,-1 0 0 0 0,1 0 0 0 0,0 0 0 0 0,-1 0-1 0 0,1 0 1 0 0,0 0 0 0 0,-1 0 0 0 0,1 0 0 0 0,0 1 0 0 0,0-1 0 0 0,0 0 0 0 0,0 0 0 0 0,0 0 0 0 0,0 0 0 0 0,0 0 0 0 0,0 1 0 0 0,1-1 0 0 0,-1 0 0 0 0,0 0 0 0 0,1 0 0 0 0,-1 0 0 0 0,1 0 0 0 0,-1 0 0 0 0,1 0 0 0 0,1 2 0 0 0,1-1 1 0 0,1 1 0 0 0,0-1 0 0 0,0 0 0 0 0,0 0 0 0 0,0 0 0 0 0,0 0-1 0 0,1-1 1 0 0,-1 0 0 0 0,0 1 0 0 0,9 0 0 0 0,23 3 13 0 0,-1-2-1 0 0,1-1 1 0 0,0-1 0 0 0,52-7-1 0 0,145-31-97 0 0,-195 30 64 0 0,36-7-23 0 0,83-15-37 0 0,204-65 0 0 0,-198 33 130 0 0,-119 43 46 0 0,-1-1-1 0 0,0-2 1 0 0,48-32 0 0 0,-76 43-16 0 0,19-16 144 0 0,-32 25-191 0 0,-1 0 1 0 0,0 0 0 0 0,0 0-1 0 0,0-1 1 0 0,0 1-1 0 0,0-1 1 0 0,0 1 0 0 0,0-1-1 0 0,0 1 1 0 0,-1-1-1 0 0,1 1 1 0 0,-1-1-1 0 0,1 0 1 0 0,-1 1 0 0 0,1-1-1 0 0,-1 0 1 0 0,0 1-1 0 0,0-4 1 0 0,0 3-14 0 0,0 1-1 0 0,-1-1 1 0 0,1 1-1 0 0,-1-1 1 0 0,1 1 0 0 0,-1-1-1 0 0,0 1 1 0 0,1-1 0 0 0,-1 1-1 0 0,0 0 1 0 0,0-1-1 0 0,0 1 1 0 0,0 0 0 0 0,0 0-1 0 0,0 0 1 0 0,0 0-1 0 0,-1 0 1 0 0,1 0 0 0 0,0 0-1 0 0,0 0 1 0 0,-1 0 0 0 0,-2-1-1 0 0,-4-1 3 0 0,0 0 0 0 0,0 1 0 0 0,-16-3 0 0 0,-31-3 15 0 0,0 3 0 0 0,0 2 0 0 0,-73 6 1 0 0,-173 28 192 0 0,233-22-174 0 0,-310 53 299 0 0,318-48-265 0 0,1 2 0 0 0,1 2 0 0 0,1 3 1 0 0,-64 33-1 0 0,104-45-72 0 0,-30 21 0 0 0,42-27-19 0 0,0 1 0 0 0,1 0 0 0 0,-1 1-1 0 0,1-1 1 0 0,0 1 0 0 0,0 0 0 0 0,0 0-1 0 0,1 0 1 0 0,-5 9 0 0 0,8-12 2 0 0,-1-1-1 0 0,0 1 1 0 0,0 0-1 0 0,1 0 1 0 0,-1-1-1 0 0,1 1 1 0 0,0 0-1 0 0,0 0 1 0 0,-1 0 0 0 0,1-1-1 0 0,0 1 1 0 0,0 0-1 0 0,1 0 1 0 0,-1 0-1 0 0,0 0 1 0 0,1-1-1 0 0,-1 1 1 0 0,1 0 0 0 0,-1 0-1 0 0,1-1 1 0 0,0 1-1 0 0,0 0 1 0 0,1 2-1 0 0,1 0 4 0 0,1-1 0 0 0,0 0 0 0 0,-1 1 0 0 0,1-1 0 0 0,0 0 0 0 0,0-1 0 0 0,1 1 0 0 0,-1-1 0 0 0,6 3 0 0 0,8 2 8 0 0,1 0 1 0 0,1-1 0 0 0,-1-1-1 0 0,38 5 1 0 0,92 1 16 0 0,-56-12-47 0 0,144-19-1 0 0,91-41-58 0 0,-221 35 144 0 0,-2-4 1 0 0,-1-4-1 0 0,103-51 0 0 0,-146 52 93 0 0,-58 31-126 0 0,-1 0 0 0 0,1 0 0 0 0,0 0 0 0 0,-1 0 0 0 0,1 0 1 0 0,-1-1-1 0 0,0 1 0 0 0,0-1 0 0 0,0 1 0 0 0,0-1 0 0 0,0 0 1 0 0,2-5-1 0 0,-4 8-22 0 0,0-1 1 0 0,0 0-1 0 0,0 0 1 0 0,0 0-1 0 0,1 1 0 0 0,-1-1 1 0 0,0 0-1 0 0,0 0 1 0 0,-1 1-1 0 0,1-1 1 0 0,0 0-1 0 0,0 0 1 0 0,0 1-1 0 0,0-1 1 0 0,-1 0-1 0 0,1 0 0 0 0,0 1 1 0 0,-1-1-1 0 0,1 0 1 0 0,-1 1-1 0 0,1-1 1 0 0,0 0-1 0 0,-1 1 1 0 0,1-1-1 0 0,-1 1 1 0 0,0-1-1 0 0,1 1 1 0 0,-1-1-1 0 0,1 1 0 0 0,-1-1 1 0 0,0 1-1 0 0,1 0 1 0 0,-1-1-1 0 0,0 1 1 0 0,0 0-1 0 0,-1-1 1 0 0,-6-3-9 0 0,-1 1 1 0 0,0 0 0 0 0,0 0 0 0 0,-1 1-1 0 0,1 0 1 0 0,-11 0 0 0 0,-69-2-81 0 0,60 4 53 0 0,-156 2 78 0 0,1 9 0 0 0,0 7 0 0 0,1 9-1 0 0,-262 72 1 0 0,442-98-47 0 0,-47 12 63 0 0,-1 3-1 0 0,-57 26 1 0 0,75-23-66 0 0,32-18-1 0 0,1-1-1 0 0,0 0 0 0 0,-1 0 1 0 0,1 0-1 0 0,-1 0 0 0 0,1 1 1 0 0,0-1-1 0 0,-1 0 0 0 0,1 0 1 0 0,0 0-1 0 0,-1 1 0 0 0,1-1 1 0 0,0 0-1 0 0,0 1 0 0 0,-1-1 1 0 0,1 0-1 0 0,0 1 0 0 0,0-1 1 0 0,0 0-1 0 0,-1 1 0 0 0,1-1 1 0 0,0 0-1 0 0,0 1 0 0 0,0-1 1 0 0,0 1-1 0 0,0-1 0 0 0,0 0 1 0 0,0 1-1 0 0,0-1 0 0 0,0 1 1 0 0,0-1-1 0 0,0 0 0 0 0,0 1 1 0 0,0-1-1 0 0,0 1 0 0 0,0-1 1 0 0,0 0-1 0 0,0 1 0 0 0,0-1 1 0 0,0 1-1 0 0,1-1 0 0 0,-1 0 1 0 0,0 1-1 0 0,0-1 0 0 0,0 0 1 0 0,1 1-1 0 0,-1-1 0 0 0,1 1 1 0 0,24 9-20 0 0,3-3-9 0 0,2-3-1 0 0,38 3 1 0 0,-25-4-99 0 0,10 1-72 0 0,67 9-2005 0 0,-101-10 1633 0 0,0 1 1 0 0,-1 1 0 0 0,0 0-1 0 0,26 13 1 0 0,12 15-767 0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39.931"/>
    </inkml:context>
    <inkml:brush xml:id="br0">
      <inkml:brushProperty name="width" value="0.2" units="cm"/>
      <inkml:brushProperty name="height" value="0.2" units="cm"/>
      <inkml:brushProperty name="color" value="#CC0066"/>
    </inkml:brush>
  </inkml:definitions>
  <inkml:trace contextRef="#ctx0" brushRef="#br0">0 7 384 0 0,'8'0'96'0'0,"-2"-7"-568"0"0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1-16T18:10:46.480"/>
    </inkml:context>
    <inkml:brush xml:id="br0">
      <inkml:brushProperty name="width" value="0.2" units="cm"/>
      <inkml:brushProperty name="height" value="0.2" units="cm"/>
      <inkml:brushProperty name="color" value="#CC0066"/>
    </inkml:brush>
  </inkml:definitions>
  <inkml:trace contextRef="#ctx0" brushRef="#br0">163 515 976 0 0,'-19'-3'35'0'0,"-1"0"0"0"0,1 2 0 0 0,-1 0 0 0 0,-19 2 0 0 0,2 0 47 0 0,29-2 181 0 0,15-7 646 0 0,12-8-641 0 0,1 0 1 0 0,43-24-1 0 0,4-4 9 0 0,-23 15-34 0 0,1 2-1 0 0,75-34 1 0 0,108-28 348 0 0,25 20 82 0 0,7 18-17 0 0,-256 50-647 0 0,176-26 288 0 0,1 9-1 0 0,2 7 1 0 0,321 22 0 0 0,539 141-695 0 0,-314 28 326 0 0,12 54 815 0 0,-296-78-423 0 0,37 31-70 0 0,-313-120-174 0 0,487 201 653 0 0,-433-176-480 0 0,18 6 130 0 0,340 143-148 0 0,-17 20-152 0 0,280 202 266 0 0,-141-41 167 0 0,-480-299-252 0 0,-21-12-64 0 0,64 62 115 0 0,-203-130-239 0 0,-24-17-36 0 0,101 75 130 0 0,78 73 484 0 0,-115-95-369 0 0,138 135 0 0 0,-217-189-240 0 0,15 17 25 0 0,1-2 0 0 0,66 49 0 0 0,-99-84 60 0 0,0 1 1 0 0,-1-1-1 0 0,0 1 1 0 0,0 0-1 0 0,6 7 1 0 0,-11-9 435 0 0,-1-11-598 0 0,-1-6 53 0 0,-1 1 0 0 0,-1 0 0 0 0,0 0 0 0 0,0 0 0 0 0,-1 0 0 0 0,0 0 0 0 0,-1 1 0 0 0,-1 0 0 0 0,-8-14-1 0 0,8 15-14 0 0,-111-242 16 0 0,-45-79 204 0 0,104 235-86 0 0,58 92-337 0 0,6 6 61 0 0,7 6-78 0 0,6 8 175 0 0,-2 0 1 0 0,25 31-1 0 0,-23-27 51 0 0,239 317-121 0 0,-219-278 108 0 0,43 87 1 0 0,-67-113-16 0 0,-1 0 0 0 0,-2 1 1 0 0,-1 0-1 0 0,7 46 0 0 0,-16-74 64 0 0,-1 0 0 0 0,0 1 0 0 0,-1-1 1 0 0,0 1-1 0 0,0-1 0 0 0,0 1 0 0 0,-1-1 1 0 0,1 0-1 0 0,-2 1 0 0 0,1-1 0 0 0,-1 0 1 0 0,-4 12-1 0 0,2-11 21 0 0,0-1 0 0 0,-1 0 0 0 0,1 0 0 0 0,-1 0 0 0 0,0-1 0 0 0,0 0 0 0 0,-1 0 0 0 0,1 0 0 0 0,-1-1 0 0 0,-9 6 0 0 0,-25 12 233 0 0,-1-1 0 0 0,-1-3 0 0 0,-50 16 0 0 0,-9-4-61 0 0,-189 32-1 0 0,35-11-758 0 0,242-48 495 0 0,-140 38-2370 0 0,123-31 583 0 0,0 2 0 0 0,1 0 1 0 0,-34 21-1 0 0,29-10-1658 0 0,-52 46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2BDCD-3A0A-4948-B75D-23CB656079BA}" type="datetimeFigureOut">
              <a:rPr lang="en-IN" smtClean="0"/>
              <a:t>17-11-2025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B5C8A4-45CF-42D8-A2C1-9D9A34A4B80B}" type="slidenum">
              <a:rPr lang="en-IN" smtClean="0"/>
              <a:t>‹#›</a:t>
            </a:fld>
            <a:endParaRPr lang="en-IN"/>
          </a:p>
        </p:txBody>
      </p:sp>
    </p:spTree>
    <p:extLst>
      <p:ext uri="{BB962C8B-B14F-4D97-AF65-F5344CB8AC3E}">
        <p14:creationId xmlns:p14="http://schemas.microsoft.com/office/powerpoint/2010/main" val="660868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77B5C8A4-45CF-42D8-A2C1-9D9A34A4B80B}" type="slidenum">
              <a:rPr lang="en-IN" smtClean="0"/>
              <a:t>18</a:t>
            </a:fld>
            <a:endParaRPr lang="en-IN"/>
          </a:p>
        </p:txBody>
      </p:sp>
    </p:spTree>
    <p:extLst>
      <p:ext uri="{BB962C8B-B14F-4D97-AF65-F5344CB8AC3E}">
        <p14:creationId xmlns:p14="http://schemas.microsoft.com/office/powerpoint/2010/main" val="396877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2C8D0A2-744E-465C-8C45-094815B9208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1928502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C8D0A2-744E-465C-8C45-094815B9208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3864899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C8D0A2-744E-465C-8C45-094815B9208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866471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2C8D0A2-744E-465C-8C45-094815B92088}"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3141559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2C8D0A2-744E-465C-8C45-094815B92088}" type="datetimeFigureOut">
              <a:rPr lang="en-IN" smtClean="0"/>
              <a:t>17-11-2025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2586313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2C8D0A2-744E-465C-8C45-094815B92088}" type="datetimeFigureOut">
              <a:rPr lang="en-IN" smtClean="0"/>
              <a:t>17-11-2025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3152248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C8D0A2-744E-465C-8C45-094815B92088}" type="datetimeFigureOut">
              <a:rPr lang="en-IN" smtClean="0"/>
              <a:t>17-11-2025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1502559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C8D0A2-744E-465C-8C45-094815B92088}"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2624507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C8D0A2-744E-465C-8C45-094815B92088}" type="datetimeFigureOut">
              <a:rPr lang="en-IN" smtClean="0"/>
              <a:t>17-11-2025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4056419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C8D0A2-744E-465C-8C45-094815B9208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623389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2C8D0A2-744E-465C-8C45-094815B92088}" type="datetimeFigureOut">
              <a:rPr lang="en-IN" smtClean="0"/>
              <a:t>17-11-2025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DCAF71-BCA4-4F28-9A63-B2098F4A22B7}" type="slidenum">
              <a:rPr lang="en-IN" smtClean="0"/>
              <a:t>‹#›</a:t>
            </a:fld>
            <a:endParaRPr lang="en-IN"/>
          </a:p>
        </p:txBody>
      </p:sp>
    </p:spTree>
    <p:extLst>
      <p:ext uri="{BB962C8B-B14F-4D97-AF65-F5344CB8AC3E}">
        <p14:creationId xmlns:p14="http://schemas.microsoft.com/office/powerpoint/2010/main" val="2661048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C8D0A2-744E-465C-8C45-094815B92088}" type="datetimeFigureOut">
              <a:rPr lang="en-IN" smtClean="0"/>
              <a:t>17-11-2025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DCAF71-BCA4-4F28-9A63-B2098F4A22B7}" type="slidenum">
              <a:rPr lang="en-IN" smtClean="0"/>
              <a:t>‹#›</a:t>
            </a:fld>
            <a:endParaRPr lang="en-IN"/>
          </a:p>
        </p:txBody>
      </p:sp>
    </p:spTree>
    <p:extLst>
      <p:ext uri="{BB962C8B-B14F-4D97-AF65-F5344CB8AC3E}">
        <p14:creationId xmlns:p14="http://schemas.microsoft.com/office/powerpoint/2010/main" val="2295542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9.png"/><Relationship Id="rId26" Type="http://schemas.openxmlformats.org/officeDocument/2006/relationships/image" Target="../media/image13.png"/><Relationship Id="rId3" Type="http://schemas.openxmlformats.org/officeDocument/2006/relationships/customXml" Target="../ink/ink1.xml"/><Relationship Id="rId21" Type="http://schemas.openxmlformats.org/officeDocument/2006/relationships/customXml" Target="../ink/ink10.xml"/><Relationship Id="rId34" Type="http://schemas.openxmlformats.org/officeDocument/2006/relationships/image" Target="../media/image17.png"/><Relationship Id="rId7" Type="http://schemas.openxmlformats.org/officeDocument/2006/relationships/customXml" Target="../ink/ink3.xml"/><Relationship Id="rId12" Type="http://schemas.openxmlformats.org/officeDocument/2006/relationships/image" Target="../media/image6.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customXml" Target="../ink/ink16.xml"/><Relationship Id="rId2" Type="http://schemas.openxmlformats.org/officeDocument/2006/relationships/image" Target="../media/image1.png"/><Relationship Id="rId16" Type="http://schemas.openxmlformats.org/officeDocument/2006/relationships/image" Target="../media/image8.png"/><Relationship Id="rId20" Type="http://schemas.openxmlformats.org/officeDocument/2006/relationships/image" Target="../media/image10.png"/><Relationship Id="rId29" Type="http://schemas.openxmlformats.org/officeDocument/2006/relationships/customXml" Target="../ink/ink14.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customXml" Target="../ink/ink5.xml"/><Relationship Id="rId24" Type="http://schemas.openxmlformats.org/officeDocument/2006/relationships/image" Target="../media/image12.png"/><Relationship Id="rId32" Type="http://schemas.openxmlformats.org/officeDocument/2006/relationships/image" Target="../media/image16.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4.png"/><Relationship Id="rId10" Type="http://schemas.openxmlformats.org/officeDocument/2006/relationships/image" Target="../media/image5.png"/><Relationship Id="rId19" Type="http://schemas.openxmlformats.org/officeDocument/2006/relationships/customXml" Target="../ink/ink9.xml"/><Relationship Id="rId31" Type="http://schemas.openxmlformats.org/officeDocument/2006/relationships/customXml" Target="../ink/ink15.xml"/><Relationship Id="rId4" Type="http://schemas.openxmlformats.org/officeDocument/2006/relationships/image" Target="../media/image2.png"/><Relationship Id="rId9" Type="http://schemas.openxmlformats.org/officeDocument/2006/relationships/customXml" Target="../ink/ink4.xml"/><Relationship Id="rId14" Type="http://schemas.openxmlformats.org/officeDocument/2006/relationships/image" Target="../media/image7.png"/><Relationship Id="rId22" Type="http://schemas.openxmlformats.org/officeDocument/2006/relationships/image" Target="../media/image11.png"/><Relationship Id="rId27" Type="http://schemas.openxmlformats.org/officeDocument/2006/relationships/customXml" Target="../ink/ink13.xml"/><Relationship Id="rId30" Type="http://schemas.openxmlformats.org/officeDocument/2006/relationships/image" Target="../media/image15.png"/><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customXml" Target="../ink/ink20.xml"/><Relationship Id="rId13" Type="http://schemas.openxmlformats.org/officeDocument/2006/relationships/image" Target="../media/image25.png"/><Relationship Id="rId18" Type="http://schemas.openxmlformats.org/officeDocument/2006/relationships/customXml" Target="../ink/ink25.xml"/><Relationship Id="rId26" Type="http://schemas.openxmlformats.org/officeDocument/2006/relationships/customXml" Target="../ink/ink29.xml"/><Relationship Id="rId3" Type="http://schemas.openxmlformats.org/officeDocument/2006/relationships/image" Target="../media/image20.png"/><Relationship Id="rId21" Type="http://schemas.openxmlformats.org/officeDocument/2006/relationships/image" Target="../media/image29.png"/><Relationship Id="rId7" Type="http://schemas.openxmlformats.org/officeDocument/2006/relationships/image" Target="../media/image22.png"/><Relationship Id="rId12" Type="http://schemas.openxmlformats.org/officeDocument/2006/relationships/customXml" Target="../ink/ink22.xml"/><Relationship Id="rId17" Type="http://schemas.openxmlformats.org/officeDocument/2006/relationships/image" Target="../media/image27.png"/><Relationship Id="rId25" Type="http://schemas.openxmlformats.org/officeDocument/2006/relationships/image" Target="../media/image31.png"/><Relationship Id="rId2" Type="http://schemas.openxmlformats.org/officeDocument/2006/relationships/customXml" Target="../ink/ink17.xml"/><Relationship Id="rId16" Type="http://schemas.openxmlformats.org/officeDocument/2006/relationships/customXml" Target="../ink/ink24.xml"/><Relationship Id="rId20" Type="http://schemas.openxmlformats.org/officeDocument/2006/relationships/customXml" Target="../ink/ink26.xml"/><Relationship Id="rId29"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customXml" Target="../ink/ink19.xml"/><Relationship Id="rId11" Type="http://schemas.openxmlformats.org/officeDocument/2006/relationships/image" Target="../media/image24.png"/><Relationship Id="rId24" Type="http://schemas.openxmlformats.org/officeDocument/2006/relationships/customXml" Target="../ink/ink28.xml"/><Relationship Id="rId5" Type="http://schemas.openxmlformats.org/officeDocument/2006/relationships/image" Target="../media/image21.png"/><Relationship Id="rId15" Type="http://schemas.openxmlformats.org/officeDocument/2006/relationships/image" Target="../media/image26.png"/><Relationship Id="rId23" Type="http://schemas.openxmlformats.org/officeDocument/2006/relationships/image" Target="../media/image30.png"/><Relationship Id="rId28" Type="http://schemas.openxmlformats.org/officeDocument/2006/relationships/customXml" Target="../ink/ink30.xml"/><Relationship Id="rId10" Type="http://schemas.openxmlformats.org/officeDocument/2006/relationships/customXml" Target="../ink/ink21.xml"/><Relationship Id="rId19" Type="http://schemas.openxmlformats.org/officeDocument/2006/relationships/image" Target="../media/image28.png"/><Relationship Id="rId4" Type="http://schemas.openxmlformats.org/officeDocument/2006/relationships/customXml" Target="../ink/ink18.xml"/><Relationship Id="rId9" Type="http://schemas.openxmlformats.org/officeDocument/2006/relationships/image" Target="../media/image23.png"/><Relationship Id="rId14" Type="http://schemas.openxmlformats.org/officeDocument/2006/relationships/customXml" Target="../ink/ink23.xml"/><Relationship Id="rId22" Type="http://schemas.openxmlformats.org/officeDocument/2006/relationships/customXml" Target="../ink/ink27.xml"/><Relationship Id="rId27" Type="http://schemas.openxmlformats.org/officeDocument/2006/relationships/image" Target="../media/image32.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customXml" Target="../ink/ink31.xml"/><Relationship Id="rId7" Type="http://schemas.openxmlformats.org/officeDocument/2006/relationships/customXml" Target="../ink/ink33.xml"/><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customXml" Target="../ink/ink32.xml"/><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ustomXml" Target="../ink/ink34.xml"/><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customXml" Target="../ink/ink35.xml"/><Relationship Id="rId4" Type="http://schemas.openxmlformats.org/officeDocument/2006/relationships/image" Target="../media/image41.png"/></Relationships>
</file>

<file path=ppt/slides/_rels/slide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5.png"/><Relationship Id="rId7" Type="http://schemas.openxmlformats.org/officeDocument/2006/relationships/customXml" Target="../ink/ink37.xm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customXml" Target="../ink/ink36.xml"/><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customXml" Target="../ink/ink38.xml"/><Relationship Id="rId7" Type="http://schemas.openxmlformats.org/officeDocument/2006/relationships/customXml" Target="../ink/ink40.xml"/><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customXml" Target="../ink/ink39.xml"/><Relationship Id="rId4" Type="http://schemas.openxmlformats.org/officeDocument/2006/relationships/image" Target="../media/image50.png"/></Relationships>
</file>

<file path=ppt/slides/_rels/slide12.xml.rels><?xml version="1.0" encoding="UTF-8" standalone="yes"?>
<Relationships xmlns="http://schemas.openxmlformats.org/package/2006/relationships"><Relationship Id="rId3" Type="http://schemas.openxmlformats.org/officeDocument/2006/relationships/customXml" Target="../ink/ink41.xml"/><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customXml" Target="../ink/ink42.xml"/><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customXml" Target="../ink/ink44.xml"/><Relationship Id="rId4"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2.png"/><Relationship Id="rId4" Type="http://schemas.openxmlformats.org/officeDocument/2006/relationships/customXml" Target="../ink/ink45.xml"/></Relationships>
</file>

<file path=ppt/slides/_rels/slide1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customXml" Target="../ink/ink48.xml"/><Relationship Id="rId3" Type="http://schemas.openxmlformats.org/officeDocument/2006/relationships/image" Target="../media/image65.png"/><Relationship Id="rId7" Type="http://schemas.openxmlformats.org/officeDocument/2006/relationships/image" Target="../media/image67.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customXml" Target="../ink/ink47.xml"/><Relationship Id="rId5" Type="http://schemas.openxmlformats.org/officeDocument/2006/relationships/image" Target="../media/image66.png"/><Relationship Id="rId4" Type="http://schemas.openxmlformats.org/officeDocument/2006/relationships/customXml" Target="../ink/ink46.xml"/><Relationship Id="rId9" Type="http://schemas.openxmlformats.org/officeDocument/2006/relationships/image" Target="../media/image68.png"/></Relationships>
</file>

<file path=ppt/slides/_rels/slide1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customXml" Target="../ink/ink49.xml"/><Relationship Id="rId7" Type="http://schemas.openxmlformats.org/officeDocument/2006/relationships/customXml" Target="../ink/ink51.xml"/><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customXml" Target="../ink/ink50.xml"/><Relationship Id="rId4" Type="http://schemas.openxmlformats.org/officeDocument/2006/relationships/image" Target="../media/image71.png"/></Relationships>
</file>

<file path=ppt/slides/_rels/slide23.xml.rels><?xml version="1.0" encoding="UTF-8" standalone="yes"?>
<Relationships xmlns="http://schemas.openxmlformats.org/package/2006/relationships"><Relationship Id="rId3" Type="http://schemas.openxmlformats.org/officeDocument/2006/relationships/customXml" Target="../ink/ink52.xml"/><Relationship Id="rId2" Type="http://schemas.openxmlformats.org/officeDocument/2006/relationships/image" Target="../media/image74.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3" Type="http://schemas.openxmlformats.org/officeDocument/2006/relationships/customXml" Target="../ink/ink58.xml"/><Relationship Id="rId18" Type="http://schemas.openxmlformats.org/officeDocument/2006/relationships/image" Target="../media/image85.png"/><Relationship Id="rId26" Type="http://schemas.openxmlformats.org/officeDocument/2006/relationships/image" Target="../media/image89.png"/><Relationship Id="rId39" Type="http://schemas.openxmlformats.org/officeDocument/2006/relationships/customXml" Target="../ink/ink71.xml"/><Relationship Id="rId21" Type="http://schemas.openxmlformats.org/officeDocument/2006/relationships/customXml" Target="../ink/ink62.xml"/><Relationship Id="rId34" Type="http://schemas.openxmlformats.org/officeDocument/2006/relationships/image" Target="../media/image93.png"/><Relationship Id="rId42" Type="http://schemas.openxmlformats.org/officeDocument/2006/relationships/image" Target="../media/image97.png"/><Relationship Id="rId7" Type="http://schemas.openxmlformats.org/officeDocument/2006/relationships/customXml" Target="../ink/ink55.xml"/><Relationship Id="rId2" Type="http://schemas.openxmlformats.org/officeDocument/2006/relationships/image" Target="../media/image77.png"/><Relationship Id="rId16" Type="http://schemas.openxmlformats.org/officeDocument/2006/relationships/image" Target="../media/image84.png"/><Relationship Id="rId20" Type="http://schemas.openxmlformats.org/officeDocument/2006/relationships/image" Target="../media/image86.png"/><Relationship Id="rId29" Type="http://schemas.openxmlformats.org/officeDocument/2006/relationships/customXml" Target="../ink/ink66.xml"/><Relationship Id="rId41" Type="http://schemas.openxmlformats.org/officeDocument/2006/relationships/customXml" Target="../ink/ink72.xml"/><Relationship Id="rId1" Type="http://schemas.openxmlformats.org/officeDocument/2006/relationships/slideLayout" Target="../slideLayouts/slideLayout2.xml"/><Relationship Id="rId6" Type="http://schemas.openxmlformats.org/officeDocument/2006/relationships/image" Target="../media/image79.png"/><Relationship Id="rId11" Type="http://schemas.openxmlformats.org/officeDocument/2006/relationships/customXml" Target="../ink/ink57.xml"/><Relationship Id="rId24" Type="http://schemas.openxmlformats.org/officeDocument/2006/relationships/image" Target="../media/image88.png"/><Relationship Id="rId32" Type="http://schemas.openxmlformats.org/officeDocument/2006/relationships/image" Target="../media/image92.png"/><Relationship Id="rId37" Type="http://schemas.openxmlformats.org/officeDocument/2006/relationships/customXml" Target="../ink/ink70.xml"/><Relationship Id="rId40" Type="http://schemas.openxmlformats.org/officeDocument/2006/relationships/image" Target="../media/image96.png"/><Relationship Id="rId5" Type="http://schemas.openxmlformats.org/officeDocument/2006/relationships/customXml" Target="../ink/ink54.xml"/><Relationship Id="rId15" Type="http://schemas.openxmlformats.org/officeDocument/2006/relationships/customXml" Target="../ink/ink59.xml"/><Relationship Id="rId23" Type="http://schemas.openxmlformats.org/officeDocument/2006/relationships/customXml" Target="../ink/ink63.xml"/><Relationship Id="rId28" Type="http://schemas.openxmlformats.org/officeDocument/2006/relationships/image" Target="../media/image90.png"/><Relationship Id="rId36" Type="http://schemas.openxmlformats.org/officeDocument/2006/relationships/image" Target="../media/image94.png"/><Relationship Id="rId10" Type="http://schemas.openxmlformats.org/officeDocument/2006/relationships/image" Target="../media/image81.png"/><Relationship Id="rId19" Type="http://schemas.openxmlformats.org/officeDocument/2006/relationships/customXml" Target="../ink/ink61.xml"/><Relationship Id="rId31" Type="http://schemas.openxmlformats.org/officeDocument/2006/relationships/customXml" Target="../ink/ink67.xml"/><Relationship Id="rId4" Type="http://schemas.openxmlformats.org/officeDocument/2006/relationships/image" Target="../media/image78.png"/><Relationship Id="rId9" Type="http://schemas.openxmlformats.org/officeDocument/2006/relationships/customXml" Target="../ink/ink56.xml"/><Relationship Id="rId14" Type="http://schemas.openxmlformats.org/officeDocument/2006/relationships/image" Target="../media/image83.png"/><Relationship Id="rId22" Type="http://schemas.openxmlformats.org/officeDocument/2006/relationships/image" Target="../media/image87.png"/><Relationship Id="rId27" Type="http://schemas.openxmlformats.org/officeDocument/2006/relationships/customXml" Target="../ink/ink65.xml"/><Relationship Id="rId30" Type="http://schemas.openxmlformats.org/officeDocument/2006/relationships/image" Target="../media/image91.png"/><Relationship Id="rId35" Type="http://schemas.openxmlformats.org/officeDocument/2006/relationships/customXml" Target="../ink/ink69.xml"/><Relationship Id="rId8" Type="http://schemas.openxmlformats.org/officeDocument/2006/relationships/image" Target="../media/image80.png"/><Relationship Id="rId3" Type="http://schemas.openxmlformats.org/officeDocument/2006/relationships/customXml" Target="../ink/ink53.xml"/><Relationship Id="rId12" Type="http://schemas.openxmlformats.org/officeDocument/2006/relationships/image" Target="../media/image82.png"/><Relationship Id="rId17" Type="http://schemas.openxmlformats.org/officeDocument/2006/relationships/customXml" Target="../ink/ink60.xml"/><Relationship Id="rId25" Type="http://schemas.openxmlformats.org/officeDocument/2006/relationships/customXml" Target="../ink/ink64.xml"/><Relationship Id="rId33" Type="http://schemas.openxmlformats.org/officeDocument/2006/relationships/customXml" Target="../ink/ink68.xml"/><Relationship Id="rId38" Type="http://schemas.openxmlformats.org/officeDocument/2006/relationships/image" Target="../media/image95.png"/></Relationships>
</file>

<file path=ppt/slides/_rels/slide2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customXml" Target="../ink/ink73.xml"/><Relationship Id="rId7" Type="http://schemas.openxmlformats.org/officeDocument/2006/relationships/customXml" Target="../ink/ink75.xml"/><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customXml" Target="../ink/ink74.xml"/><Relationship Id="rId4" Type="http://schemas.openxmlformats.org/officeDocument/2006/relationships/image" Target="../media/image109.png"/></Relationships>
</file>

<file path=ppt/slides/_rels/slide3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ustomXml" Target="../ink/ink76.xml"/><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40.xml.rels><?xml version="1.0" encoding="UTF-8" standalone="yes"?>
<Relationships xmlns="http://schemas.openxmlformats.org/package/2006/relationships"><Relationship Id="rId3" Type="http://schemas.openxmlformats.org/officeDocument/2006/relationships/customXml" Target="../ink/ink77.xml"/><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customXml" Target="../ink/ink78.xml"/><Relationship Id="rId4" Type="http://schemas.openxmlformats.org/officeDocument/2006/relationships/image" Target="../media/image117.png"/></Relationships>
</file>

<file path=ppt/slides/_rels/slide4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customXml" Target="../ink/ink79.xml"/><Relationship Id="rId7" Type="http://schemas.openxmlformats.org/officeDocument/2006/relationships/customXml" Target="../ink/ink81.xml"/><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23.png"/><Relationship Id="rId5" Type="http://schemas.openxmlformats.org/officeDocument/2006/relationships/customXml" Target="../ink/ink80.xml"/><Relationship Id="rId4" Type="http://schemas.openxmlformats.org/officeDocument/2006/relationships/image" Target="../media/image122.png"/></Relationships>
</file>

<file path=ppt/slides/_rels/slide44.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152.png"/><Relationship Id="rId7" Type="http://schemas.openxmlformats.org/officeDocument/2006/relationships/image" Target="../media/image154.png"/><Relationship Id="rId2" Type="http://schemas.openxmlformats.org/officeDocument/2006/relationships/image" Target="../media/image151.png"/><Relationship Id="rId1" Type="http://schemas.openxmlformats.org/officeDocument/2006/relationships/slideLayout" Target="../slideLayouts/slideLayout6.xml"/><Relationship Id="rId6" Type="http://schemas.openxmlformats.org/officeDocument/2006/relationships/customXml" Target="../ink/ink83.xml"/><Relationship Id="rId5" Type="http://schemas.openxmlformats.org/officeDocument/2006/relationships/image" Target="../media/image153.png"/><Relationship Id="rId4" Type="http://schemas.openxmlformats.org/officeDocument/2006/relationships/customXml" Target="../ink/ink82.xml"/></Relationships>
</file>

<file path=ppt/slides/_rels/slide6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image" Target="../media/image162.png"/><Relationship Id="rId3" Type="http://schemas.openxmlformats.org/officeDocument/2006/relationships/image" Target="../media/image158.png"/><Relationship Id="rId7" Type="http://schemas.openxmlformats.org/officeDocument/2006/relationships/customXml" Target="../ink/ink84.xml"/><Relationship Id="rId12" Type="http://schemas.openxmlformats.org/officeDocument/2006/relationships/image" Target="../media/image164.png"/><Relationship Id="rId2" Type="http://schemas.openxmlformats.org/officeDocument/2006/relationships/image" Target="../media/image157.png"/><Relationship Id="rId1" Type="http://schemas.openxmlformats.org/officeDocument/2006/relationships/slideLayout" Target="../slideLayouts/slideLayout6.xml"/><Relationship Id="rId6" Type="http://schemas.openxmlformats.org/officeDocument/2006/relationships/image" Target="../media/image161.png"/><Relationship Id="rId11" Type="http://schemas.openxmlformats.org/officeDocument/2006/relationships/customXml" Target="../ink/ink86.xml"/><Relationship Id="rId5" Type="http://schemas.openxmlformats.org/officeDocument/2006/relationships/image" Target="../media/image160.png"/><Relationship Id="rId10" Type="http://schemas.openxmlformats.org/officeDocument/2006/relationships/image" Target="../media/image163.png"/><Relationship Id="rId4" Type="http://schemas.openxmlformats.org/officeDocument/2006/relationships/image" Target="../media/image159.png"/><Relationship Id="rId9" Type="http://schemas.openxmlformats.org/officeDocument/2006/relationships/customXml" Target="../ink/ink85.xml"/></Relationships>
</file>

<file path=ppt/slides/_rels/slide7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6.xml"/><Relationship Id="rId6" Type="http://schemas.openxmlformats.org/officeDocument/2006/relationships/image" Target="../media/image161.png"/><Relationship Id="rId5" Type="http://schemas.openxmlformats.org/officeDocument/2006/relationships/image" Target="../media/image159.png"/><Relationship Id="rId4" Type="http://schemas.openxmlformats.org/officeDocument/2006/relationships/image" Target="../media/image167.png"/></Relationships>
</file>

<file path=ppt/slides/_rels/slide72.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4.png"/><Relationship Id="rId1" Type="http://schemas.openxmlformats.org/officeDocument/2006/relationships/slideLayout" Target="../slideLayouts/slideLayout6.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s>
</file>

<file path=ppt/slides/_rels/slide78.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image" Target="../media/image180.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6.xml"/><Relationship Id="rId5" Type="http://schemas.openxmlformats.org/officeDocument/2006/relationships/image" Target="../media/image185.png"/><Relationship Id="rId4" Type="http://schemas.openxmlformats.org/officeDocument/2006/relationships/image" Target="../media/image184.png"/></Relationships>
</file>

<file path=ppt/slides/_rels/slide80.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image" Target="../media/image188.png"/><Relationship Id="rId1" Type="http://schemas.openxmlformats.org/officeDocument/2006/relationships/slideLayout" Target="../slideLayouts/slideLayout6.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s>
</file>

<file path=ppt/slides/_rels/slide82.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image" Target="../media/image193.png"/><Relationship Id="rId1" Type="http://schemas.openxmlformats.org/officeDocument/2006/relationships/slideLayout" Target="../slideLayouts/slideLayout6.xml"/><Relationship Id="rId4" Type="http://schemas.openxmlformats.org/officeDocument/2006/relationships/image" Target="../media/image195.png"/></Relationships>
</file>

<file path=ppt/slides/_rels/slide83.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7.png"/><Relationship Id="rId1" Type="http://schemas.openxmlformats.org/officeDocument/2006/relationships/slideLayout" Target="../slideLayouts/slideLayout6.xml"/><Relationship Id="rId5" Type="http://schemas.openxmlformats.org/officeDocument/2006/relationships/image" Target="../media/image199.png"/><Relationship Id="rId4" Type="http://schemas.openxmlformats.org/officeDocument/2006/relationships/image" Target="../media/image198.png"/></Relationships>
</file>

<file path=ppt/slides/_rels/slide85.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200.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202.png"/><Relationship Id="rId2" Type="http://schemas.openxmlformats.org/officeDocument/2006/relationships/image" Target="../media/image200.png"/><Relationship Id="rId1" Type="http://schemas.openxmlformats.org/officeDocument/2006/relationships/slideLayout" Target="../slideLayouts/slideLayout6.xm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s>
</file>

<file path=ppt/slides/_rels/slide87.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image" Target="../media/image206.png"/><Relationship Id="rId1" Type="http://schemas.openxmlformats.org/officeDocument/2006/relationships/slideLayout" Target="../slideLayouts/slideLayout6.xml"/><Relationship Id="rId5" Type="http://schemas.openxmlformats.org/officeDocument/2006/relationships/image" Target="../media/image209.png"/><Relationship Id="rId4" Type="http://schemas.openxmlformats.org/officeDocument/2006/relationships/image" Target="../media/image208.png"/></Relationships>
</file>

<file path=ppt/slides/_rels/slide88.xml.rels><?xml version="1.0" encoding="UTF-8" standalone="yes"?>
<Relationships xmlns="http://schemas.openxmlformats.org/package/2006/relationships"><Relationship Id="rId8" Type="http://schemas.openxmlformats.org/officeDocument/2006/relationships/image" Target="../media/image216.png"/><Relationship Id="rId3" Type="http://schemas.openxmlformats.org/officeDocument/2006/relationships/image" Target="../media/image211.png"/><Relationship Id="rId7" Type="http://schemas.openxmlformats.org/officeDocument/2006/relationships/image" Target="../media/image215.png"/><Relationship Id="rId2" Type="http://schemas.openxmlformats.org/officeDocument/2006/relationships/image" Target="../media/image210.png"/><Relationship Id="rId1" Type="http://schemas.openxmlformats.org/officeDocument/2006/relationships/slideLayout" Target="../slideLayouts/slideLayout6.xml"/><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s>
</file>

<file path=ppt/slides/_rels/slide89.xml.rels><?xml version="1.0" encoding="UTF-8" standalone="yes"?>
<Relationships xmlns="http://schemas.openxmlformats.org/package/2006/relationships"><Relationship Id="rId8" Type="http://schemas.openxmlformats.org/officeDocument/2006/relationships/image" Target="../media/image223.png"/><Relationship Id="rId3" Type="http://schemas.openxmlformats.org/officeDocument/2006/relationships/image" Target="../media/image218.png"/><Relationship Id="rId7" Type="http://schemas.openxmlformats.org/officeDocument/2006/relationships/image" Target="../media/image222.png"/><Relationship Id="rId2" Type="http://schemas.openxmlformats.org/officeDocument/2006/relationships/image" Target="../media/image217.png"/><Relationship Id="rId1" Type="http://schemas.openxmlformats.org/officeDocument/2006/relationships/slideLayout" Target="../slideLayouts/slideLayout6.xml"/><Relationship Id="rId6" Type="http://schemas.openxmlformats.org/officeDocument/2006/relationships/image" Target="../media/image221.png"/><Relationship Id="rId5" Type="http://schemas.openxmlformats.org/officeDocument/2006/relationships/image" Target="../media/image220.png"/><Relationship Id="rId4" Type="http://schemas.openxmlformats.org/officeDocument/2006/relationships/image" Target="../media/image219.png"/><Relationship Id="rId9" Type="http://schemas.openxmlformats.org/officeDocument/2006/relationships/image" Target="../media/image224.png"/></Relationships>
</file>

<file path=ppt/slides/_rels/slide90.xml.rels><?xml version="1.0" encoding="UTF-8" standalone="yes"?>
<Relationships xmlns="http://schemas.openxmlformats.org/package/2006/relationships"><Relationship Id="rId2" Type="http://schemas.openxmlformats.org/officeDocument/2006/relationships/image" Target="../media/image225.png"/><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image" Target="../media/image226.png"/><Relationship Id="rId1" Type="http://schemas.openxmlformats.org/officeDocument/2006/relationships/slideLayout" Target="../slideLayouts/slideLayout6.xml"/><Relationship Id="rId4" Type="http://schemas.openxmlformats.org/officeDocument/2006/relationships/image" Target="../media/image228.png"/></Relationships>
</file>

<file path=ppt/slides/_rels/slide9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9.png"/><Relationship Id="rId1" Type="http://schemas.openxmlformats.org/officeDocument/2006/relationships/slideLayout" Target="../slideLayouts/slideLayout6.xml"/><Relationship Id="rId4" Type="http://schemas.openxmlformats.org/officeDocument/2006/relationships/image" Target="../media/image231.png"/></Relationships>
</file>

<file path=ppt/slides/_rels/slide93.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image" Target="../media/image232.png"/><Relationship Id="rId1" Type="http://schemas.openxmlformats.org/officeDocument/2006/relationships/slideLayout" Target="../slideLayouts/slideLayout6.xml"/><Relationship Id="rId4" Type="http://schemas.openxmlformats.org/officeDocument/2006/relationships/image" Target="../media/image234.png"/></Relationships>
</file>

<file path=ppt/slides/_rels/slide94.xml.rels><?xml version="1.0" encoding="UTF-8" standalone="yes"?>
<Relationships xmlns="http://schemas.openxmlformats.org/package/2006/relationships"><Relationship Id="rId3" Type="http://schemas.openxmlformats.org/officeDocument/2006/relationships/image" Target="../media/image236.png"/><Relationship Id="rId2" Type="http://schemas.openxmlformats.org/officeDocument/2006/relationships/image" Target="../media/image235.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237.png"/><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8" Type="http://schemas.openxmlformats.org/officeDocument/2006/relationships/customXml" Target="../ink/ink90.xml"/><Relationship Id="rId13" Type="http://schemas.openxmlformats.org/officeDocument/2006/relationships/image" Target="../media/image245.png"/><Relationship Id="rId3" Type="http://schemas.openxmlformats.org/officeDocument/2006/relationships/image" Target="../media/image240.png"/><Relationship Id="rId7" Type="http://schemas.openxmlformats.org/officeDocument/2006/relationships/image" Target="../media/image242.png"/><Relationship Id="rId12" Type="http://schemas.openxmlformats.org/officeDocument/2006/relationships/customXml" Target="../ink/ink92.xml"/><Relationship Id="rId2" Type="http://schemas.openxmlformats.org/officeDocument/2006/relationships/customXml" Target="../ink/ink87.xml"/><Relationship Id="rId1" Type="http://schemas.openxmlformats.org/officeDocument/2006/relationships/slideLayout" Target="../slideLayouts/slideLayout1.xml"/><Relationship Id="rId6" Type="http://schemas.openxmlformats.org/officeDocument/2006/relationships/customXml" Target="../ink/ink89.xml"/><Relationship Id="rId11" Type="http://schemas.openxmlformats.org/officeDocument/2006/relationships/image" Target="../media/image244.png"/><Relationship Id="rId5" Type="http://schemas.openxmlformats.org/officeDocument/2006/relationships/image" Target="../media/image241.png"/><Relationship Id="rId15" Type="http://schemas.openxmlformats.org/officeDocument/2006/relationships/image" Target="../media/image246.png"/><Relationship Id="rId10" Type="http://schemas.openxmlformats.org/officeDocument/2006/relationships/customXml" Target="../ink/ink91.xml"/><Relationship Id="rId4" Type="http://schemas.openxmlformats.org/officeDocument/2006/relationships/customXml" Target="../ink/ink88.xml"/><Relationship Id="rId9" Type="http://schemas.openxmlformats.org/officeDocument/2006/relationships/image" Target="../media/image243.png"/><Relationship Id="rId14" Type="http://schemas.openxmlformats.org/officeDocument/2006/relationships/customXml" Target="../ink/ink93.xml"/></Relationships>
</file>

<file path=ppt/slides/_rels/slide99.xml.rels><?xml version="1.0" encoding="UTF-8" standalone="yes"?>
<Relationships xmlns="http://schemas.openxmlformats.org/package/2006/relationships"><Relationship Id="rId2" Type="http://schemas.openxmlformats.org/officeDocument/2006/relationships/image" Target="../media/image24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image" Target="../media/image248.png"/><Relationship Id="rId1" Type="http://schemas.openxmlformats.org/officeDocument/2006/relationships/slideLayout" Target="../slideLayouts/slideLayout2.xml"/><Relationship Id="rId5" Type="http://schemas.openxmlformats.org/officeDocument/2006/relationships/image" Target="../media/image250.png"/><Relationship Id="rId4" Type="http://schemas.openxmlformats.org/officeDocument/2006/relationships/customXml" Target="../ink/ink94.xml"/></Relationships>
</file>

<file path=ppt/slides/_rels/slide101.xml.rels><?xml version="1.0" encoding="UTF-8" standalone="yes"?>
<Relationships xmlns="http://schemas.openxmlformats.org/package/2006/relationships"><Relationship Id="rId3" Type="http://schemas.openxmlformats.org/officeDocument/2006/relationships/customXml" Target="../ink/ink95.xml"/><Relationship Id="rId2" Type="http://schemas.openxmlformats.org/officeDocument/2006/relationships/image" Target="../media/image251.png"/><Relationship Id="rId1" Type="http://schemas.openxmlformats.org/officeDocument/2006/relationships/slideLayout" Target="../slideLayouts/slideLayout2.xml"/><Relationship Id="rId4" Type="http://schemas.openxmlformats.org/officeDocument/2006/relationships/image" Target="../media/image252.png"/></Relationships>
</file>

<file path=ppt/slides/_rels/slide102.xml.rels><?xml version="1.0" encoding="UTF-8" standalone="yes"?>
<Relationships xmlns="http://schemas.openxmlformats.org/package/2006/relationships"><Relationship Id="rId2" Type="http://schemas.openxmlformats.org/officeDocument/2006/relationships/image" Target="../media/image25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54.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5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3" Type="http://schemas.openxmlformats.org/officeDocument/2006/relationships/customXml" Target="../ink/ink101.xml"/><Relationship Id="rId18" Type="http://schemas.openxmlformats.org/officeDocument/2006/relationships/image" Target="../media/image265.png"/><Relationship Id="rId26" Type="http://schemas.openxmlformats.org/officeDocument/2006/relationships/image" Target="../media/image269.png"/><Relationship Id="rId3" Type="http://schemas.openxmlformats.org/officeDocument/2006/relationships/customXml" Target="../ink/ink96.xml"/><Relationship Id="rId21" Type="http://schemas.openxmlformats.org/officeDocument/2006/relationships/customXml" Target="../ink/ink105.xml"/><Relationship Id="rId34" Type="http://schemas.openxmlformats.org/officeDocument/2006/relationships/image" Target="../media/image273.png"/><Relationship Id="rId7" Type="http://schemas.openxmlformats.org/officeDocument/2006/relationships/customXml" Target="../ink/ink98.xml"/><Relationship Id="rId12" Type="http://schemas.openxmlformats.org/officeDocument/2006/relationships/image" Target="../media/image262.png"/><Relationship Id="rId17" Type="http://schemas.openxmlformats.org/officeDocument/2006/relationships/customXml" Target="../ink/ink103.xml"/><Relationship Id="rId25" Type="http://schemas.openxmlformats.org/officeDocument/2006/relationships/customXml" Target="../ink/ink107.xml"/><Relationship Id="rId33" Type="http://schemas.openxmlformats.org/officeDocument/2006/relationships/customXml" Target="../ink/ink111.xml"/><Relationship Id="rId2" Type="http://schemas.openxmlformats.org/officeDocument/2006/relationships/image" Target="../media/image257.png"/><Relationship Id="rId16" Type="http://schemas.openxmlformats.org/officeDocument/2006/relationships/image" Target="../media/image264.png"/><Relationship Id="rId20" Type="http://schemas.openxmlformats.org/officeDocument/2006/relationships/image" Target="../media/image266.png"/><Relationship Id="rId29" Type="http://schemas.openxmlformats.org/officeDocument/2006/relationships/customXml" Target="../ink/ink109.xml"/><Relationship Id="rId1" Type="http://schemas.openxmlformats.org/officeDocument/2006/relationships/slideLayout" Target="../slideLayouts/slideLayout2.xml"/><Relationship Id="rId6" Type="http://schemas.openxmlformats.org/officeDocument/2006/relationships/image" Target="../media/image259.png"/><Relationship Id="rId11" Type="http://schemas.openxmlformats.org/officeDocument/2006/relationships/customXml" Target="../ink/ink100.xml"/><Relationship Id="rId24" Type="http://schemas.openxmlformats.org/officeDocument/2006/relationships/image" Target="../media/image268.png"/><Relationship Id="rId32" Type="http://schemas.openxmlformats.org/officeDocument/2006/relationships/image" Target="../media/image272.png"/><Relationship Id="rId5" Type="http://schemas.openxmlformats.org/officeDocument/2006/relationships/customXml" Target="../ink/ink97.xml"/><Relationship Id="rId15" Type="http://schemas.openxmlformats.org/officeDocument/2006/relationships/customXml" Target="../ink/ink102.xml"/><Relationship Id="rId23" Type="http://schemas.openxmlformats.org/officeDocument/2006/relationships/customXml" Target="../ink/ink106.xml"/><Relationship Id="rId28" Type="http://schemas.openxmlformats.org/officeDocument/2006/relationships/image" Target="../media/image270.png"/><Relationship Id="rId36" Type="http://schemas.openxmlformats.org/officeDocument/2006/relationships/image" Target="../media/image274.png"/><Relationship Id="rId10" Type="http://schemas.openxmlformats.org/officeDocument/2006/relationships/image" Target="../media/image261.png"/><Relationship Id="rId19" Type="http://schemas.openxmlformats.org/officeDocument/2006/relationships/customXml" Target="../ink/ink104.xml"/><Relationship Id="rId31" Type="http://schemas.openxmlformats.org/officeDocument/2006/relationships/customXml" Target="../ink/ink110.xml"/><Relationship Id="rId4" Type="http://schemas.openxmlformats.org/officeDocument/2006/relationships/image" Target="../media/image258.png"/><Relationship Id="rId9" Type="http://schemas.openxmlformats.org/officeDocument/2006/relationships/customXml" Target="../ink/ink99.xml"/><Relationship Id="rId14" Type="http://schemas.openxmlformats.org/officeDocument/2006/relationships/image" Target="../media/image263.png"/><Relationship Id="rId22" Type="http://schemas.openxmlformats.org/officeDocument/2006/relationships/image" Target="../media/image267.png"/><Relationship Id="rId27" Type="http://schemas.openxmlformats.org/officeDocument/2006/relationships/customXml" Target="../ink/ink108.xml"/><Relationship Id="rId30" Type="http://schemas.openxmlformats.org/officeDocument/2006/relationships/image" Target="../media/image271.png"/><Relationship Id="rId35" Type="http://schemas.openxmlformats.org/officeDocument/2006/relationships/customXml" Target="../ink/ink112.xml"/><Relationship Id="rId8" Type="http://schemas.openxmlformats.org/officeDocument/2006/relationships/image" Target="../media/image26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76.png"/><Relationship Id="rId2" Type="http://schemas.openxmlformats.org/officeDocument/2006/relationships/image" Target="../media/image27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customXml" Target="../ink/ink113.xml"/><Relationship Id="rId2" Type="http://schemas.openxmlformats.org/officeDocument/2006/relationships/image" Target="../media/image277.png"/><Relationship Id="rId1" Type="http://schemas.openxmlformats.org/officeDocument/2006/relationships/slideLayout" Target="../slideLayouts/slideLayout2.xml"/><Relationship Id="rId6" Type="http://schemas.openxmlformats.org/officeDocument/2006/relationships/image" Target="../media/image279.png"/><Relationship Id="rId5" Type="http://schemas.openxmlformats.org/officeDocument/2006/relationships/customXml" Target="../ink/ink114.xml"/><Relationship Id="rId4" Type="http://schemas.openxmlformats.org/officeDocument/2006/relationships/image" Target="../media/image278.png"/></Relationships>
</file>

<file path=ppt/slides/_rels/slide110.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image" Target="../media/image280.png"/><Relationship Id="rId1" Type="http://schemas.openxmlformats.org/officeDocument/2006/relationships/slideLayout" Target="../slideLayouts/slideLayout6.xml"/><Relationship Id="rId5" Type="http://schemas.openxmlformats.org/officeDocument/2006/relationships/image" Target="../media/image282.png"/><Relationship Id="rId4" Type="http://schemas.openxmlformats.org/officeDocument/2006/relationships/customXml" Target="../ink/ink115.xml"/></Relationships>
</file>

<file path=ppt/slides/_rels/slide111.xml.rels><?xml version="1.0" encoding="UTF-8" standalone="yes"?>
<Relationships xmlns="http://schemas.openxmlformats.org/package/2006/relationships"><Relationship Id="rId3" Type="http://schemas.openxmlformats.org/officeDocument/2006/relationships/image" Target="../media/image284.png"/><Relationship Id="rId7" Type="http://schemas.openxmlformats.org/officeDocument/2006/relationships/image" Target="../media/image286.png"/><Relationship Id="rId2" Type="http://schemas.openxmlformats.org/officeDocument/2006/relationships/image" Target="../media/image283.png"/><Relationship Id="rId1" Type="http://schemas.openxmlformats.org/officeDocument/2006/relationships/slideLayout" Target="../slideLayouts/slideLayout2.xml"/><Relationship Id="rId6" Type="http://schemas.openxmlformats.org/officeDocument/2006/relationships/customXml" Target="../ink/ink117.xml"/><Relationship Id="rId5" Type="http://schemas.openxmlformats.org/officeDocument/2006/relationships/image" Target="../media/image285.png"/><Relationship Id="rId4" Type="http://schemas.openxmlformats.org/officeDocument/2006/relationships/customXml" Target="../ink/ink116.xml"/></Relationships>
</file>

<file path=ppt/slides/_rels/slide112.xml.rels><?xml version="1.0" encoding="UTF-8" standalone="yes"?>
<Relationships xmlns="http://schemas.openxmlformats.org/package/2006/relationships"><Relationship Id="rId8" Type="http://schemas.openxmlformats.org/officeDocument/2006/relationships/customXml" Target="../ink/ink120.xml"/><Relationship Id="rId3" Type="http://schemas.openxmlformats.org/officeDocument/2006/relationships/image" Target="../media/image288.png"/><Relationship Id="rId7" Type="http://schemas.openxmlformats.org/officeDocument/2006/relationships/image" Target="../media/image290.png"/><Relationship Id="rId2" Type="http://schemas.openxmlformats.org/officeDocument/2006/relationships/image" Target="../media/image287.png"/><Relationship Id="rId1" Type="http://schemas.openxmlformats.org/officeDocument/2006/relationships/slideLayout" Target="../slideLayouts/slideLayout2.xml"/><Relationship Id="rId6" Type="http://schemas.openxmlformats.org/officeDocument/2006/relationships/customXml" Target="../ink/ink119.xml"/><Relationship Id="rId11" Type="http://schemas.openxmlformats.org/officeDocument/2006/relationships/image" Target="../media/image292.png"/><Relationship Id="rId5" Type="http://schemas.openxmlformats.org/officeDocument/2006/relationships/image" Target="../media/image289.png"/><Relationship Id="rId10" Type="http://schemas.openxmlformats.org/officeDocument/2006/relationships/customXml" Target="../ink/ink121.xml"/><Relationship Id="rId4" Type="http://schemas.openxmlformats.org/officeDocument/2006/relationships/customXml" Target="../ink/ink118.xml"/><Relationship Id="rId9" Type="http://schemas.openxmlformats.org/officeDocument/2006/relationships/image" Target="../media/image291.png"/></Relationships>
</file>

<file path=ppt/slides/_rels/slide113.xml.rels><?xml version="1.0" encoding="UTF-8" standalone="yes"?>
<Relationships xmlns="http://schemas.openxmlformats.org/package/2006/relationships"><Relationship Id="rId8" Type="http://schemas.openxmlformats.org/officeDocument/2006/relationships/image" Target="../media/image296.png"/><Relationship Id="rId3" Type="http://schemas.openxmlformats.org/officeDocument/2006/relationships/customXml" Target="../ink/ink122.xml"/><Relationship Id="rId7" Type="http://schemas.openxmlformats.org/officeDocument/2006/relationships/customXml" Target="../ink/ink124.xml"/><Relationship Id="rId2" Type="http://schemas.openxmlformats.org/officeDocument/2006/relationships/image" Target="../media/image293.png"/><Relationship Id="rId1" Type="http://schemas.openxmlformats.org/officeDocument/2006/relationships/slideLayout" Target="../slideLayouts/slideLayout2.xml"/><Relationship Id="rId6" Type="http://schemas.openxmlformats.org/officeDocument/2006/relationships/image" Target="../media/image295.png"/><Relationship Id="rId5" Type="http://schemas.openxmlformats.org/officeDocument/2006/relationships/customXml" Target="../ink/ink123.xml"/><Relationship Id="rId4" Type="http://schemas.openxmlformats.org/officeDocument/2006/relationships/image" Target="../media/image294.png"/></Relationships>
</file>

<file path=ppt/slides/_rels/slide114.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image" Target="../media/image297.png"/><Relationship Id="rId1" Type="http://schemas.openxmlformats.org/officeDocument/2006/relationships/slideLayout" Target="../slideLayouts/slideLayout2.xml"/><Relationship Id="rId6" Type="http://schemas.openxmlformats.org/officeDocument/2006/relationships/image" Target="../media/image300.png"/><Relationship Id="rId5" Type="http://schemas.openxmlformats.org/officeDocument/2006/relationships/customXml" Target="../ink/ink125.xml"/><Relationship Id="rId4" Type="http://schemas.openxmlformats.org/officeDocument/2006/relationships/image" Target="../media/image299.png"/></Relationships>
</file>

<file path=ppt/slides/_rels/slide115.xml.rels><?xml version="1.0" encoding="UTF-8" standalone="yes"?>
<Relationships xmlns="http://schemas.openxmlformats.org/package/2006/relationships"><Relationship Id="rId3" Type="http://schemas.openxmlformats.org/officeDocument/2006/relationships/image" Target="../media/image302.png"/><Relationship Id="rId2" Type="http://schemas.openxmlformats.org/officeDocument/2006/relationships/image" Target="../media/image30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303.png"/><Relationship Id="rId2" Type="http://schemas.openxmlformats.org/officeDocument/2006/relationships/image" Target="../media/image299.png"/><Relationship Id="rId1" Type="http://schemas.openxmlformats.org/officeDocument/2006/relationships/slideLayout" Target="../slideLayouts/slideLayout2.xml"/><Relationship Id="rId5" Type="http://schemas.openxmlformats.org/officeDocument/2006/relationships/image" Target="../media/image304.png"/><Relationship Id="rId4" Type="http://schemas.openxmlformats.org/officeDocument/2006/relationships/customXml" Target="../ink/ink126.xml"/></Relationships>
</file>

<file path=ppt/slides/_rels/slide117.xml.rels><?xml version="1.0" encoding="UTF-8" standalone="yes"?>
<Relationships xmlns="http://schemas.openxmlformats.org/package/2006/relationships"><Relationship Id="rId8" Type="http://schemas.openxmlformats.org/officeDocument/2006/relationships/image" Target="../media/image308.png"/><Relationship Id="rId13" Type="http://schemas.openxmlformats.org/officeDocument/2006/relationships/customXml" Target="../ink/ink132.xml"/><Relationship Id="rId18" Type="http://schemas.openxmlformats.org/officeDocument/2006/relationships/image" Target="../media/image313.png"/><Relationship Id="rId26" Type="http://schemas.openxmlformats.org/officeDocument/2006/relationships/image" Target="../media/image317.png"/><Relationship Id="rId3" Type="http://schemas.openxmlformats.org/officeDocument/2006/relationships/customXml" Target="../ink/ink127.xml"/><Relationship Id="rId21" Type="http://schemas.openxmlformats.org/officeDocument/2006/relationships/customXml" Target="../ink/ink136.xml"/><Relationship Id="rId7" Type="http://schemas.openxmlformats.org/officeDocument/2006/relationships/customXml" Target="../ink/ink129.xml"/><Relationship Id="rId12" Type="http://schemas.openxmlformats.org/officeDocument/2006/relationships/image" Target="../media/image310.png"/><Relationship Id="rId17" Type="http://schemas.openxmlformats.org/officeDocument/2006/relationships/customXml" Target="../ink/ink134.xml"/><Relationship Id="rId25" Type="http://schemas.openxmlformats.org/officeDocument/2006/relationships/customXml" Target="../ink/ink138.xml"/><Relationship Id="rId2" Type="http://schemas.openxmlformats.org/officeDocument/2006/relationships/image" Target="../media/image305.png"/><Relationship Id="rId16" Type="http://schemas.openxmlformats.org/officeDocument/2006/relationships/image" Target="../media/image312.png"/><Relationship Id="rId20" Type="http://schemas.openxmlformats.org/officeDocument/2006/relationships/image" Target="../media/image314.png"/><Relationship Id="rId1" Type="http://schemas.openxmlformats.org/officeDocument/2006/relationships/slideLayout" Target="../slideLayouts/slideLayout2.xml"/><Relationship Id="rId6" Type="http://schemas.openxmlformats.org/officeDocument/2006/relationships/image" Target="../media/image307.png"/><Relationship Id="rId11" Type="http://schemas.openxmlformats.org/officeDocument/2006/relationships/customXml" Target="../ink/ink131.xml"/><Relationship Id="rId24" Type="http://schemas.openxmlformats.org/officeDocument/2006/relationships/image" Target="../media/image316.png"/><Relationship Id="rId5" Type="http://schemas.openxmlformats.org/officeDocument/2006/relationships/customXml" Target="../ink/ink128.xml"/><Relationship Id="rId15" Type="http://schemas.openxmlformats.org/officeDocument/2006/relationships/customXml" Target="../ink/ink133.xml"/><Relationship Id="rId23" Type="http://schemas.openxmlformats.org/officeDocument/2006/relationships/customXml" Target="../ink/ink137.xml"/><Relationship Id="rId28" Type="http://schemas.openxmlformats.org/officeDocument/2006/relationships/image" Target="../media/image318.png"/><Relationship Id="rId10" Type="http://schemas.openxmlformats.org/officeDocument/2006/relationships/image" Target="../media/image309.png"/><Relationship Id="rId19" Type="http://schemas.openxmlformats.org/officeDocument/2006/relationships/customXml" Target="../ink/ink135.xml"/><Relationship Id="rId4" Type="http://schemas.openxmlformats.org/officeDocument/2006/relationships/image" Target="../media/image306.png"/><Relationship Id="rId9" Type="http://schemas.openxmlformats.org/officeDocument/2006/relationships/customXml" Target="../ink/ink130.xml"/><Relationship Id="rId14" Type="http://schemas.openxmlformats.org/officeDocument/2006/relationships/image" Target="../media/image311.png"/><Relationship Id="rId22" Type="http://schemas.openxmlformats.org/officeDocument/2006/relationships/image" Target="../media/image315.png"/><Relationship Id="rId27" Type="http://schemas.openxmlformats.org/officeDocument/2006/relationships/customXml" Target="../ink/ink139.xml"/></Relationships>
</file>

<file path=ppt/slides/_rels/slide118.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image" Target="../media/image319.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customXml" Target="../ink/ink140.xml"/><Relationship Id="rId2" Type="http://schemas.openxmlformats.org/officeDocument/2006/relationships/image" Target="../media/image321.png"/><Relationship Id="rId1" Type="http://schemas.openxmlformats.org/officeDocument/2006/relationships/slideLayout" Target="../slideLayouts/slideLayout2.xml"/><Relationship Id="rId4" Type="http://schemas.openxmlformats.org/officeDocument/2006/relationships/image" Target="../media/image322.png"/></Relationships>
</file>

<file path=ppt/slides/_rels/slide120.xml.rels><?xml version="1.0" encoding="UTF-8" standalone="yes"?>
<Relationships xmlns="http://schemas.openxmlformats.org/package/2006/relationships"><Relationship Id="rId3" Type="http://schemas.openxmlformats.org/officeDocument/2006/relationships/customXml" Target="../ink/ink141.xml"/><Relationship Id="rId2" Type="http://schemas.openxmlformats.org/officeDocument/2006/relationships/image" Target="../media/image323.png"/><Relationship Id="rId1" Type="http://schemas.openxmlformats.org/officeDocument/2006/relationships/slideLayout" Target="../slideLayouts/slideLayout2.xml"/><Relationship Id="rId6" Type="http://schemas.openxmlformats.org/officeDocument/2006/relationships/image" Target="../media/image325.png"/><Relationship Id="rId5" Type="http://schemas.openxmlformats.org/officeDocument/2006/relationships/customXml" Target="../ink/ink142.xml"/><Relationship Id="rId4" Type="http://schemas.openxmlformats.org/officeDocument/2006/relationships/image" Target="../media/image324.png"/></Relationships>
</file>

<file path=ppt/slides/_rels/slide121.xml.rels><?xml version="1.0" encoding="UTF-8" standalone="yes"?>
<Relationships xmlns="http://schemas.openxmlformats.org/package/2006/relationships"><Relationship Id="rId2" Type="http://schemas.openxmlformats.org/officeDocument/2006/relationships/image" Target="../media/image326.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customXml" Target="../ink/ink143.xml"/><Relationship Id="rId2" Type="http://schemas.openxmlformats.org/officeDocument/2006/relationships/image" Target="../media/image327.png"/><Relationship Id="rId1" Type="http://schemas.openxmlformats.org/officeDocument/2006/relationships/slideLayout" Target="../slideLayouts/slideLayout2.xml"/><Relationship Id="rId4" Type="http://schemas.openxmlformats.org/officeDocument/2006/relationships/image" Target="../media/image328.png"/></Relationships>
</file>

<file path=ppt/slides/_rels/slide123.xml.rels><?xml version="1.0" encoding="UTF-8" standalone="yes"?>
<Relationships xmlns="http://schemas.openxmlformats.org/package/2006/relationships"><Relationship Id="rId3" Type="http://schemas.openxmlformats.org/officeDocument/2006/relationships/customXml" Target="../ink/ink144.xml"/><Relationship Id="rId2" Type="http://schemas.openxmlformats.org/officeDocument/2006/relationships/image" Target="../media/image329.png"/><Relationship Id="rId1" Type="http://schemas.openxmlformats.org/officeDocument/2006/relationships/slideLayout" Target="../slideLayouts/slideLayout2.xml"/><Relationship Id="rId4" Type="http://schemas.openxmlformats.org/officeDocument/2006/relationships/image" Target="../media/image330.png"/></Relationships>
</file>

<file path=ppt/slides/_rels/slide124.xml.rels><?xml version="1.0" encoding="UTF-8" standalone="yes"?>
<Relationships xmlns="http://schemas.openxmlformats.org/package/2006/relationships"><Relationship Id="rId3" Type="http://schemas.openxmlformats.org/officeDocument/2006/relationships/image" Target="../media/image332.png"/><Relationship Id="rId7" Type="http://schemas.openxmlformats.org/officeDocument/2006/relationships/image" Target="../media/image334.png"/><Relationship Id="rId2" Type="http://schemas.openxmlformats.org/officeDocument/2006/relationships/image" Target="../media/image331.png"/><Relationship Id="rId1" Type="http://schemas.openxmlformats.org/officeDocument/2006/relationships/slideLayout" Target="../slideLayouts/slideLayout2.xml"/><Relationship Id="rId6" Type="http://schemas.openxmlformats.org/officeDocument/2006/relationships/customXml" Target="../ink/ink146.xml"/><Relationship Id="rId5" Type="http://schemas.openxmlformats.org/officeDocument/2006/relationships/image" Target="../media/image333.png"/><Relationship Id="rId4" Type="http://schemas.openxmlformats.org/officeDocument/2006/relationships/customXml" Target="../ink/ink145.xml"/></Relationships>
</file>

<file path=ppt/slides/_rels/slide125.xml.rels><?xml version="1.0" encoding="UTF-8" standalone="yes"?>
<Relationships xmlns="http://schemas.openxmlformats.org/package/2006/relationships"><Relationship Id="rId8" Type="http://schemas.openxmlformats.org/officeDocument/2006/relationships/image" Target="../media/image338.png"/><Relationship Id="rId3" Type="http://schemas.openxmlformats.org/officeDocument/2006/relationships/customXml" Target="../ink/ink147.xml"/><Relationship Id="rId7" Type="http://schemas.openxmlformats.org/officeDocument/2006/relationships/customXml" Target="../ink/ink149.xml"/><Relationship Id="rId2" Type="http://schemas.openxmlformats.org/officeDocument/2006/relationships/image" Target="../media/image335.png"/><Relationship Id="rId1" Type="http://schemas.openxmlformats.org/officeDocument/2006/relationships/slideLayout" Target="../slideLayouts/slideLayout2.xml"/><Relationship Id="rId6" Type="http://schemas.openxmlformats.org/officeDocument/2006/relationships/image" Target="../media/image337.png"/><Relationship Id="rId5" Type="http://schemas.openxmlformats.org/officeDocument/2006/relationships/customXml" Target="../ink/ink148.xml"/><Relationship Id="rId4" Type="http://schemas.openxmlformats.org/officeDocument/2006/relationships/image" Target="../media/image336.png"/></Relationships>
</file>

<file path=ppt/slides/_rels/slide12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39.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342.png"/><Relationship Id="rId2" Type="http://schemas.openxmlformats.org/officeDocument/2006/relationships/image" Target="../media/image34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6" Type="http://schemas.openxmlformats.org/officeDocument/2006/relationships/customXml" Target="../ink/ink156.xml"/><Relationship Id="rId117" Type="http://schemas.openxmlformats.org/officeDocument/2006/relationships/image" Target="../media/image359.png"/><Relationship Id="rId21" Type="http://schemas.openxmlformats.org/officeDocument/2006/relationships/image" Target="../media/image510.png"/><Relationship Id="rId42" Type="http://schemas.openxmlformats.org/officeDocument/2006/relationships/image" Target="../media/image345.png"/><Relationship Id="rId47" Type="http://schemas.openxmlformats.org/officeDocument/2006/relationships/image" Target="../media/image346.png"/><Relationship Id="rId63" Type="http://schemas.openxmlformats.org/officeDocument/2006/relationships/customXml" Target="../ink/ink171.xml"/><Relationship Id="rId68" Type="http://schemas.openxmlformats.org/officeDocument/2006/relationships/image" Target="../media/image740.png"/><Relationship Id="rId84" Type="http://schemas.openxmlformats.org/officeDocument/2006/relationships/customXml" Target="../ink/ink178.xml"/><Relationship Id="rId89" Type="http://schemas.openxmlformats.org/officeDocument/2006/relationships/image" Target="../media/image850.png"/><Relationship Id="rId112" Type="http://schemas.openxmlformats.org/officeDocument/2006/relationships/customXml" Target="../ink/ink192.xml"/><Relationship Id="rId133" Type="http://schemas.openxmlformats.org/officeDocument/2006/relationships/image" Target="../media/image367.png"/><Relationship Id="rId107" Type="http://schemas.openxmlformats.org/officeDocument/2006/relationships/image" Target="../media/image354.png"/><Relationship Id="rId32" Type="http://schemas.openxmlformats.org/officeDocument/2006/relationships/customXml" Target="../ink/ink159.xml"/><Relationship Id="rId37" Type="http://schemas.openxmlformats.org/officeDocument/2006/relationships/image" Target="../media/image590.png"/><Relationship Id="rId79" Type="http://schemas.openxmlformats.org/officeDocument/2006/relationships/customXml" Target="../ink/ink176.xml"/><Relationship Id="rId102" Type="http://schemas.openxmlformats.org/officeDocument/2006/relationships/customXml" Target="../ink/ink187.xml"/><Relationship Id="rId123" Type="http://schemas.openxmlformats.org/officeDocument/2006/relationships/image" Target="../media/image362.png"/><Relationship Id="rId128" Type="http://schemas.openxmlformats.org/officeDocument/2006/relationships/customXml" Target="../ink/ink200.xml"/><Relationship Id="rId5" Type="http://schemas.openxmlformats.org/officeDocument/2006/relationships/image" Target="../media/image430.png"/><Relationship Id="rId90" Type="http://schemas.openxmlformats.org/officeDocument/2006/relationships/customXml" Target="../ink/ink181.xml"/><Relationship Id="rId95" Type="http://schemas.openxmlformats.org/officeDocument/2006/relationships/image" Target="../media/image348.png"/><Relationship Id="rId22" Type="http://schemas.openxmlformats.org/officeDocument/2006/relationships/customXml" Target="../ink/ink154.xml"/><Relationship Id="rId27" Type="http://schemas.openxmlformats.org/officeDocument/2006/relationships/image" Target="../media/image540.png"/><Relationship Id="rId43" Type="http://schemas.openxmlformats.org/officeDocument/2006/relationships/customXml" Target="../ink/ink165.xml"/><Relationship Id="rId48" Type="http://schemas.openxmlformats.org/officeDocument/2006/relationships/customXml" Target="../ink/ink167.xml"/><Relationship Id="rId64" Type="http://schemas.openxmlformats.org/officeDocument/2006/relationships/image" Target="../media/image720.png"/><Relationship Id="rId69" Type="http://schemas.openxmlformats.org/officeDocument/2006/relationships/customXml" Target="../ink/ink174.xml"/><Relationship Id="rId113" Type="http://schemas.openxmlformats.org/officeDocument/2006/relationships/image" Target="../media/image357.png"/><Relationship Id="rId118" Type="http://schemas.openxmlformats.org/officeDocument/2006/relationships/customXml" Target="../ink/ink195.xml"/><Relationship Id="rId134" Type="http://schemas.openxmlformats.org/officeDocument/2006/relationships/customXml" Target="../ink/ink203.xml"/><Relationship Id="rId80" Type="http://schemas.openxmlformats.org/officeDocument/2006/relationships/image" Target="../media/image800.png"/><Relationship Id="rId85" Type="http://schemas.openxmlformats.org/officeDocument/2006/relationships/image" Target="../media/image830.png"/><Relationship Id="rId33" Type="http://schemas.openxmlformats.org/officeDocument/2006/relationships/image" Target="../media/image570.png"/><Relationship Id="rId38" Type="http://schemas.openxmlformats.org/officeDocument/2006/relationships/customXml" Target="../ink/ink162.xml"/><Relationship Id="rId103" Type="http://schemas.openxmlformats.org/officeDocument/2006/relationships/image" Target="../media/image352.png"/><Relationship Id="rId108" Type="http://schemas.openxmlformats.org/officeDocument/2006/relationships/customXml" Target="../ink/ink190.xml"/><Relationship Id="rId124" Type="http://schemas.openxmlformats.org/officeDocument/2006/relationships/customXml" Target="../ink/ink198.xml"/><Relationship Id="rId129" Type="http://schemas.openxmlformats.org/officeDocument/2006/relationships/image" Target="../media/image365.png"/><Relationship Id="rId54" Type="http://schemas.openxmlformats.org/officeDocument/2006/relationships/image" Target="../media/image670.png"/><Relationship Id="rId91" Type="http://schemas.openxmlformats.org/officeDocument/2006/relationships/image" Target="../media/image860.png"/><Relationship Id="rId96" Type="http://schemas.openxmlformats.org/officeDocument/2006/relationships/customXml" Target="../ink/ink184.xml"/><Relationship Id="rId1" Type="http://schemas.openxmlformats.org/officeDocument/2006/relationships/slideLayout" Target="../slideLayouts/slideLayout2.xml"/><Relationship Id="rId6" Type="http://schemas.openxmlformats.org/officeDocument/2006/relationships/customXml" Target="../ink/ink151.xml"/><Relationship Id="rId23" Type="http://schemas.openxmlformats.org/officeDocument/2006/relationships/image" Target="../media/image520.png"/><Relationship Id="rId28" Type="http://schemas.openxmlformats.org/officeDocument/2006/relationships/customXml" Target="../ink/ink157.xml"/><Relationship Id="rId36" Type="http://schemas.openxmlformats.org/officeDocument/2006/relationships/customXml" Target="../ink/ink161.xml"/><Relationship Id="rId49" Type="http://schemas.openxmlformats.org/officeDocument/2006/relationships/customXml" Target="../ink/ink168.xml"/><Relationship Id="rId106" Type="http://schemas.openxmlformats.org/officeDocument/2006/relationships/customXml" Target="../ink/ink189.xml"/><Relationship Id="rId114" Type="http://schemas.openxmlformats.org/officeDocument/2006/relationships/customXml" Target="../ink/ink193.xml"/><Relationship Id="rId119" Type="http://schemas.openxmlformats.org/officeDocument/2006/relationships/image" Target="../media/image360.png"/><Relationship Id="rId127" Type="http://schemas.openxmlformats.org/officeDocument/2006/relationships/image" Target="../media/image364.png"/><Relationship Id="rId10" Type="http://schemas.openxmlformats.org/officeDocument/2006/relationships/customXml" Target="../ink/ink153.xml"/><Relationship Id="rId31" Type="http://schemas.openxmlformats.org/officeDocument/2006/relationships/image" Target="../media/image560.png"/><Relationship Id="rId44" Type="http://schemas.openxmlformats.org/officeDocument/2006/relationships/image" Target="../media/image620.png"/><Relationship Id="rId65" Type="http://schemas.openxmlformats.org/officeDocument/2006/relationships/customXml" Target="../ink/ink172.xml"/><Relationship Id="rId78" Type="http://schemas.openxmlformats.org/officeDocument/2006/relationships/image" Target="../media/image790.png"/><Relationship Id="rId81" Type="http://schemas.openxmlformats.org/officeDocument/2006/relationships/image" Target="../media/image347.png"/><Relationship Id="rId86" Type="http://schemas.openxmlformats.org/officeDocument/2006/relationships/customXml" Target="../ink/ink179.xml"/><Relationship Id="rId94" Type="http://schemas.openxmlformats.org/officeDocument/2006/relationships/customXml" Target="../ink/ink183.xml"/><Relationship Id="rId99" Type="http://schemas.openxmlformats.org/officeDocument/2006/relationships/image" Target="../media/image350.png"/><Relationship Id="rId101" Type="http://schemas.openxmlformats.org/officeDocument/2006/relationships/image" Target="../media/image351.png"/><Relationship Id="rId122" Type="http://schemas.openxmlformats.org/officeDocument/2006/relationships/customXml" Target="../ink/ink197.xml"/><Relationship Id="rId130" Type="http://schemas.openxmlformats.org/officeDocument/2006/relationships/customXml" Target="../ink/ink201.xml"/><Relationship Id="rId135" Type="http://schemas.openxmlformats.org/officeDocument/2006/relationships/image" Target="../media/image368.png"/><Relationship Id="rId4" Type="http://schemas.openxmlformats.org/officeDocument/2006/relationships/customXml" Target="../ink/ink150.xml"/><Relationship Id="rId9" Type="http://schemas.openxmlformats.org/officeDocument/2006/relationships/image" Target="../media/image450.png"/><Relationship Id="rId39" Type="http://schemas.openxmlformats.org/officeDocument/2006/relationships/customXml" Target="../ink/ink163.xml"/><Relationship Id="rId109" Type="http://schemas.openxmlformats.org/officeDocument/2006/relationships/image" Target="../media/image355.png"/><Relationship Id="rId34" Type="http://schemas.openxmlformats.org/officeDocument/2006/relationships/customXml" Target="../ink/ink160.xml"/><Relationship Id="rId50" Type="http://schemas.openxmlformats.org/officeDocument/2006/relationships/image" Target="../media/image650.png"/><Relationship Id="rId55" Type="http://schemas.openxmlformats.org/officeDocument/2006/relationships/customXml" Target="../ink/ink170.xml"/><Relationship Id="rId76" Type="http://schemas.openxmlformats.org/officeDocument/2006/relationships/image" Target="../media/image780.png"/><Relationship Id="rId97" Type="http://schemas.openxmlformats.org/officeDocument/2006/relationships/image" Target="../media/image349.png"/><Relationship Id="rId104" Type="http://schemas.openxmlformats.org/officeDocument/2006/relationships/customXml" Target="../ink/ink188.xml"/><Relationship Id="rId120" Type="http://schemas.openxmlformats.org/officeDocument/2006/relationships/customXml" Target="../ink/ink196.xml"/><Relationship Id="rId125" Type="http://schemas.openxmlformats.org/officeDocument/2006/relationships/image" Target="../media/image363.png"/><Relationship Id="rId7" Type="http://schemas.openxmlformats.org/officeDocument/2006/relationships/image" Target="../media/image440.png"/><Relationship Id="rId92" Type="http://schemas.openxmlformats.org/officeDocument/2006/relationships/customXml" Target="../ink/ink182.xml"/><Relationship Id="rId2" Type="http://schemas.openxmlformats.org/officeDocument/2006/relationships/image" Target="../media/image343.png"/><Relationship Id="rId29" Type="http://schemas.openxmlformats.org/officeDocument/2006/relationships/image" Target="../media/image550.png"/><Relationship Id="rId24" Type="http://schemas.openxmlformats.org/officeDocument/2006/relationships/customXml" Target="../ink/ink155.xml"/><Relationship Id="rId40" Type="http://schemas.openxmlformats.org/officeDocument/2006/relationships/customXml" Target="../ink/ink164.xml"/><Relationship Id="rId45" Type="http://schemas.openxmlformats.org/officeDocument/2006/relationships/customXml" Target="../ink/ink166.xml"/><Relationship Id="rId66" Type="http://schemas.openxmlformats.org/officeDocument/2006/relationships/image" Target="../media/image730.png"/><Relationship Id="rId87" Type="http://schemas.openxmlformats.org/officeDocument/2006/relationships/image" Target="../media/image840.png"/><Relationship Id="rId110" Type="http://schemas.openxmlformats.org/officeDocument/2006/relationships/customXml" Target="../ink/ink191.xml"/><Relationship Id="rId115" Type="http://schemas.openxmlformats.org/officeDocument/2006/relationships/image" Target="../media/image358.png"/><Relationship Id="rId131" Type="http://schemas.openxmlformats.org/officeDocument/2006/relationships/image" Target="../media/image366.png"/><Relationship Id="rId82" Type="http://schemas.openxmlformats.org/officeDocument/2006/relationships/customXml" Target="../ink/ink177.xml"/><Relationship Id="rId30" Type="http://schemas.openxmlformats.org/officeDocument/2006/relationships/customXml" Target="../ink/ink158.xml"/><Relationship Id="rId35" Type="http://schemas.openxmlformats.org/officeDocument/2006/relationships/image" Target="../media/image580.png"/><Relationship Id="rId77" Type="http://schemas.openxmlformats.org/officeDocument/2006/relationships/customXml" Target="../ink/ink175.xml"/><Relationship Id="rId100" Type="http://schemas.openxmlformats.org/officeDocument/2006/relationships/customXml" Target="../ink/ink186.xml"/><Relationship Id="rId105" Type="http://schemas.openxmlformats.org/officeDocument/2006/relationships/image" Target="../media/image353.png"/><Relationship Id="rId126" Type="http://schemas.openxmlformats.org/officeDocument/2006/relationships/customXml" Target="../ink/ink199.xml"/><Relationship Id="rId8" Type="http://schemas.openxmlformats.org/officeDocument/2006/relationships/customXml" Target="../ink/ink152.xml"/><Relationship Id="rId51" Type="http://schemas.openxmlformats.org/officeDocument/2006/relationships/customXml" Target="../ink/ink169.xml"/><Relationship Id="rId93" Type="http://schemas.openxmlformats.org/officeDocument/2006/relationships/image" Target="../media/image870.png"/><Relationship Id="rId98" Type="http://schemas.openxmlformats.org/officeDocument/2006/relationships/customXml" Target="../ink/ink185.xml"/><Relationship Id="rId121" Type="http://schemas.openxmlformats.org/officeDocument/2006/relationships/image" Target="../media/image361.png"/><Relationship Id="rId3" Type="http://schemas.openxmlformats.org/officeDocument/2006/relationships/image" Target="../media/image344.png"/><Relationship Id="rId25" Type="http://schemas.openxmlformats.org/officeDocument/2006/relationships/image" Target="../media/image530.png"/><Relationship Id="rId46" Type="http://schemas.openxmlformats.org/officeDocument/2006/relationships/image" Target="../media/image630.png"/><Relationship Id="rId67" Type="http://schemas.openxmlformats.org/officeDocument/2006/relationships/customXml" Target="../ink/ink173.xml"/><Relationship Id="rId116" Type="http://schemas.openxmlformats.org/officeDocument/2006/relationships/customXml" Target="../ink/ink194.xml"/><Relationship Id="rId41" Type="http://schemas.openxmlformats.org/officeDocument/2006/relationships/image" Target="../media/image600.png"/><Relationship Id="rId62" Type="http://schemas.openxmlformats.org/officeDocument/2006/relationships/image" Target="../media/image710.png"/><Relationship Id="rId83" Type="http://schemas.openxmlformats.org/officeDocument/2006/relationships/image" Target="../media/image821.png"/><Relationship Id="rId88" Type="http://schemas.openxmlformats.org/officeDocument/2006/relationships/customXml" Target="../ink/ink180.xml"/><Relationship Id="rId111" Type="http://schemas.openxmlformats.org/officeDocument/2006/relationships/image" Target="../media/image356.png"/><Relationship Id="rId132" Type="http://schemas.openxmlformats.org/officeDocument/2006/relationships/customXml" Target="../ink/ink202.xml"/></Relationships>
</file>

<file path=ppt/slides/_rels/slide129.xml.rels><?xml version="1.0" encoding="UTF-8" standalone="yes"?>
<Relationships xmlns="http://schemas.openxmlformats.org/package/2006/relationships"><Relationship Id="rId8" Type="http://schemas.openxmlformats.org/officeDocument/2006/relationships/image" Target="../media/image890.png"/><Relationship Id="rId13" Type="http://schemas.openxmlformats.org/officeDocument/2006/relationships/customXml" Target="../ink/ink209.xml"/><Relationship Id="rId18" Type="http://schemas.openxmlformats.org/officeDocument/2006/relationships/image" Target="../media/image940.png"/><Relationship Id="rId26" Type="http://schemas.openxmlformats.org/officeDocument/2006/relationships/image" Target="../media/image980.png"/><Relationship Id="rId3" Type="http://schemas.openxmlformats.org/officeDocument/2006/relationships/image" Target="../media/image820.png"/><Relationship Id="rId21" Type="http://schemas.openxmlformats.org/officeDocument/2006/relationships/customXml" Target="../ink/ink213.xml"/><Relationship Id="rId7" Type="http://schemas.openxmlformats.org/officeDocument/2006/relationships/customXml" Target="../ink/ink206.xml"/><Relationship Id="rId12" Type="http://schemas.openxmlformats.org/officeDocument/2006/relationships/image" Target="../media/image910.png"/><Relationship Id="rId17" Type="http://schemas.openxmlformats.org/officeDocument/2006/relationships/customXml" Target="../ink/ink211.xml"/><Relationship Id="rId25" Type="http://schemas.openxmlformats.org/officeDocument/2006/relationships/customXml" Target="../ink/ink215.xml"/><Relationship Id="rId2" Type="http://schemas.openxmlformats.org/officeDocument/2006/relationships/customXml" Target="../ink/ink204.xml"/><Relationship Id="rId16" Type="http://schemas.openxmlformats.org/officeDocument/2006/relationships/image" Target="../media/image930.png"/><Relationship Id="rId20" Type="http://schemas.openxmlformats.org/officeDocument/2006/relationships/image" Target="../media/image950.png"/><Relationship Id="rId29" Type="http://schemas.openxmlformats.org/officeDocument/2006/relationships/customXml" Target="../ink/ink217.xml"/><Relationship Id="rId1" Type="http://schemas.openxmlformats.org/officeDocument/2006/relationships/slideLayout" Target="../slideLayouts/slideLayout2.xml"/><Relationship Id="rId6" Type="http://schemas.openxmlformats.org/officeDocument/2006/relationships/image" Target="../media/image343.png"/><Relationship Id="rId11" Type="http://schemas.openxmlformats.org/officeDocument/2006/relationships/customXml" Target="../ink/ink208.xml"/><Relationship Id="rId24" Type="http://schemas.openxmlformats.org/officeDocument/2006/relationships/image" Target="../media/image970.png"/><Relationship Id="rId32" Type="http://schemas.openxmlformats.org/officeDocument/2006/relationships/image" Target="../media/image369.png"/><Relationship Id="rId5" Type="http://schemas.openxmlformats.org/officeDocument/2006/relationships/image" Target="../media/image880.png"/><Relationship Id="rId15" Type="http://schemas.openxmlformats.org/officeDocument/2006/relationships/customXml" Target="../ink/ink210.xml"/><Relationship Id="rId23" Type="http://schemas.openxmlformats.org/officeDocument/2006/relationships/customXml" Target="../ink/ink214.xml"/><Relationship Id="rId28" Type="http://schemas.openxmlformats.org/officeDocument/2006/relationships/image" Target="../media/image990.png"/><Relationship Id="rId10" Type="http://schemas.openxmlformats.org/officeDocument/2006/relationships/image" Target="../media/image900.png"/><Relationship Id="rId19" Type="http://schemas.openxmlformats.org/officeDocument/2006/relationships/customXml" Target="../ink/ink212.xml"/><Relationship Id="rId31" Type="http://schemas.openxmlformats.org/officeDocument/2006/relationships/customXml" Target="../ink/ink218.xml"/><Relationship Id="rId4" Type="http://schemas.openxmlformats.org/officeDocument/2006/relationships/customXml" Target="../ink/ink205.xml"/><Relationship Id="rId9" Type="http://schemas.openxmlformats.org/officeDocument/2006/relationships/customXml" Target="../ink/ink207.xml"/><Relationship Id="rId14" Type="http://schemas.openxmlformats.org/officeDocument/2006/relationships/image" Target="../media/image920.png"/><Relationship Id="rId22" Type="http://schemas.openxmlformats.org/officeDocument/2006/relationships/image" Target="../media/image960.png"/><Relationship Id="rId27" Type="http://schemas.openxmlformats.org/officeDocument/2006/relationships/customXml" Target="../ink/ink216.xml"/><Relationship Id="rId30" Type="http://schemas.openxmlformats.org/officeDocument/2006/relationships/image" Target="../media/image1000.png"/></Relationships>
</file>

<file path=ppt/slides/_rels/slide130.xml.rels><?xml version="1.0" encoding="UTF-8" standalone="yes"?>
<Relationships xmlns="http://schemas.openxmlformats.org/package/2006/relationships"><Relationship Id="rId13" Type="http://schemas.openxmlformats.org/officeDocument/2006/relationships/customXml" Target="../ink/ink223.xml"/><Relationship Id="rId18" Type="http://schemas.openxmlformats.org/officeDocument/2006/relationships/image" Target="../media/image373.png"/><Relationship Id="rId3" Type="http://schemas.openxmlformats.org/officeDocument/2006/relationships/customXml" Target="../ink/ink219.xml"/><Relationship Id="rId21" Type="http://schemas.openxmlformats.org/officeDocument/2006/relationships/customXml" Target="../ink/ink227.xml"/><Relationship Id="rId7" Type="http://schemas.openxmlformats.org/officeDocument/2006/relationships/customXml" Target="../ink/ink221.xml"/><Relationship Id="rId12" Type="http://schemas.openxmlformats.org/officeDocument/2006/relationships/image" Target="../media/image1060.png"/><Relationship Id="rId17" Type="http://schemas.openxmlformats.org/officeDocument/2006/relationships/customXml" Target="../ink/ink225.xml"/><Relationship Id="rId2" Type="http://schemas.openxmlformats.org/officeDocument/2006/relationships/image" Target="../media/image370.png"/><Relationship Id="rId16" Type="http://schemas.openxmlformats.org/officeDocument/2006/relationships/image" Target="../media/image372.png"/><Relationship Id="rId20" Type="http://schemas.openxmlformats.org/officeDocument/2006/relationships/image" Target="../media/image374.png"/><Relationship Id="rId1" Type="http://schemas.openxmlformats.org/officeDocument/2006/relationships/slideLayout" Target="../slideLayouts/slideLayout2.xml"/><Relationship Id="rId6" Type="http://schemas.openxmlformats.org/officeDocument/2006/relationships/image" Target="../media/image1030.png"/><Relationship Id="rId11" Type="http://schemas.openxmlformats.org/officeDocument/2006/relationships/customXml" Target="../ink/ink222.xml"/><Relationship Id="rId24" Type="http://schemas.openxmlformats.org/officeDocument/2006/relationships/image" Target="../media/image376.png"/><Relationship Id="rId5" Type="http://schemas.openxmlformats.org/officeDocument/2006/relationships/customXml" Target="../ink/ink220.xml"/><Relationship Id="rId15" Type="http://schemas.openxmlformats.org/officeDocument/2006/relationships/customXml" Target="../ink/ink224.xml"/><Relationship Id="rId23" Type="http://schemas.openxmlformats.org/officeDocument/2006/relationships/customXml" Target="../ink/ink228.xml"/><Relationship Id="rId10" Type="http://schemas.openxmlformats.org/officeDocument/2006/relationships/image" Target="../media/image1050.png"/><Relationship Id="rId19" Type="http://schemas.openxmlformats.org/officeDocument/2006/relationships/customXml" Target="../ink/ink226.xml"/><Relationship Id="rId4" Type="http://schemas.openxmlformats.org/officeDocument/2006/relationships/image" Target="../media/image1020.png"/><Relationship Id="rId14" Type="http://schemas.openxmlformats.org/officeDocument/2006/relationships/image" Target="../media/image371.png"/><Relationship Id="rId22" Type="http://schemas.openxmlformats.org/officeDocument/2006/relationships/image" Target="../media/image375.png"/></Relationships>
</file>

<file path=ppt/slides/_rels/slide131.xml.rels><?xml version="1.0" encoding="UTF-8" standalone="yes"?>
<Relationships xmlns="http://schemas.openxmlformats.org/package/2006/relationships"><Relationship Id="rId13" Type="http://schemas.openxmlformats.org/officeDocument/2006/relationships/customXml" Target="../ink/ink234.xml"/><Relationship Id="rId18" Type="http://schemas.openxmlformats.org/officeDocument/2006/relationships/customXml" Target="../ink/ink236.xml"/><Relationship Id="rId26" Type="http://schemas.openxmlformats.org/officeDocument/2006/relationships/customXml" Target="../ink/ink239.xml"/><Relationship Id="rId39" Type="http://schemas.openxmlformats.org/officeDocument/2006/relationships/customXml" Target="../ink/ink246.xml"/><Relationship Id="rId21" Type="http://schemas.openxmlformats.org/officeDocument/2006/relationships/image" Target="../media/image380.png"/><Relationship Id="rId34" Type="http://schemas.openxmlformats.org/officeDocument/2006/relationships/image" Target="../media/image382.png"/><Relationship Id="rId42" Type="http://schemas.openxmlformats.org/officeDocument/2006/relationships/image" Target="../media/image386.png"/><Relationship Id="rId7" Type="http://schemas.openxmlformats.org/officeDocument/2006/relationships/customXml" Target="../ink/ink231.xml"/><Relationship Id="rId2" Type="http://schemas.openxmlformats.org/officeDocument/2006/relationships/image" Target="../media/image377.png"/><Relationship Id="rId16" Type="http://schemas.openxmlformats.org/officeDocument/2006/relationships/image" Target="../media/image1140.png"/><Relationship Id="rId20" Type="http://schemas.openxmlformats.org/officeDocument/2006/relationships/image" Target="../media/image379.png"/><Relationship Id="rId29" Type="http://schemas.openxmlformats.org/officeDocument/2006/relationships/image" Target="../media/image1210.png"/><Relationship Id="rId41" Type="http://schemas.openxmlformats.org/officeDocument/2006/relationships/customXml" Target="../ink/ink247.xml"/><Relationship Id="rId1" Type="http://schemas.openxmlformats.org/officeDocument/2006/relationships/slideLayout" Target="../slideLayouts/slideLayout2.xml"/><Relationship Id="rId6" Type="http://schemas.openxmlformats.org/officeDocument/2006/relationships/image" Target="../media/image1090.png"/><Relationship Id="rId11" Type="http://schemas.openxmlformats.org/officeDocument/2006/relationships/customXml" Target="../ink/ink233.xml"/><Relationship Id="rId24" Type="http://schemas.openxmlformats.org/officeDocument/2006/relationships/customXml" Target="../ink/ink238.xml"/><Relationship Id="rId32" Type="http://schemas.openxmlformats.org/officeDocument/2006/relationships/image" Target="../media/image381.png"/><Relationship Id="rId37" Type="http://schemas.openxmlformats.org/officeDocument/2006/relationships/customXml" Target="../ink/ink245.xml"/><Relationship Id="rId40" Type="http://schemas.openxmlformats.org/officeDocument/2006/relationships/image" Target="../media/image385.png"/><Relationship Id="rId5" Type="http://schemas.openxmlformats.org/officeDocument/2006/relationships/customXml" Target="../ink/ink230.xml"/><Relationship Id="rId15" Type="http://schemas.openxmlformats.org/officeDocument/2006/relationships/customXml" Target="../ink/ink235.xml"/><Relationship Id="rId23" Type="http://schemas.openxmlformats.org/officeDocument/2006/relationships/image" Target="../media/image1190.png"/><Relationship Id="rId28" Type="http://schemas.openxmlformats.org/officeDocument/2006/relationships/customXml" Target="../ink/ink240.xml"/><Relationship Id="rId36" Type="http://schemas.openxmlformats.org/officeDocument/2006/relationships/image" Target="../media/image383.png"/><Relationship Id="rId10" Type="http://schemas.openxmlformats.org/officeDocument/2006/relationships/image" Target="../media/image1110.png"/><Relationship Id="rId19" Type="http://schemas.openxmlformats.org/officeDocument/2006/relationships/image" Target="../media/image1160.png"/><Relationship Id="rId31" Type="http://schemas.openxmlformats.org/officeDocument/2006/relationships/customXml" Target="../ink/ink242.xml"/><Relationship Id="rId44" Type="http://schemas.openxmlformats.org/officeDocument/2006/relationships/image" Target="../media/image387.png"/><Relationship Id="rId4" Type="http://schemas.openxmlformats.org/officeDocument/2006/relationships/image" Target="../media/image1080.png"/><Relationship Id="rId9" Type="http://schemas.openxmlformats.org/officeDocument/2006/relationships/customXml" Target="../ink/ink232.xml"/><Relationship Id="rId14" Type="http://schemas.openxmlformats.org/officeDocument/2006/relationships/image" Target="../media/image1130.png"/><Relationship Id="rId22" Type="http://schemas.openxmlformats.org/officeDocument/2006/relationships/customXml" Target="../ink/ink237.xml"/><Relationship Id="rId27" Type="http://schemas.openxmlformats.org/officeDocument/2006/relationships/image" Target="../media/image1000.png"/><Relationship Id="rId30" Type="http://schemas.openxmlformats.org/officeDocument/2006/relationships/customXml" Target="../ink/ink241.xml"/><Relationship Id="rId35" Type="http://schemas.openxmlformats.org/officeDocument/2006/relationships/customXml" Target="../ink/ink244.xml"/><Relationship Id="rId43" Type="http://schemas.openxmlformats.org/officeDocument/2006/relationships/customXml" Target="../ink/ink248.xml"/><Relationship Id="rId8" Type="http://schemas.openxmlformats.org/officeDocument/2006/relationships/image" Target="../media/image1100.png"/><Relationship Id="rId3" Type="http://schemas.openxmlformats.org/officeDocument/2006/relationships/customXml" Target="../ink/ink229.xml"/><Relationship Id="rId12" Type="http://schemas.openxmlformats.org/officeDocument/2006/relationships/image" Target="../media/image1120.png"/><Relationship Id="rId17" Type="http://schemas.openxmlformats.org/officeDocument/2006/relationships/image" Target="../media/image378.png"/><Relationship Id="rId25" Type="http://schemas.openxmlformats.org/officeDocument/2006/relationships/image" Target="../media/image1200.png"/><Relationship Id="rId33" Type="http://schemas.openxmlformats.org/officeDocument/2006/relationships/customXml" Target="../ink/ink243.xml"/><Relationship Id="rId38" Type="http://schemas.openxmlformats.org/officeDocument/2006/relationships/image" Target="../media/image384.png"/></Relationships>
</file>

<file path=ppt/slides/_rels/slide132.xml.rels><?xml version="1.0" encoding="UTF-8" standalone="yes"?>
<Relationships xmlns="http://schemas.openxmlformats.org/package/2006/relationships"><Relationship Id="rId26" Type="http://schemas.openxmlformats.org/officeDocument/2006/relationships/customXml" Target="../ink/ink261.xml"/><Relationship Id="rId21" Type="http://schemas.openxmlformats.org/officeDocument/2006/relationships/image" Target="../media/image389.png"/><Relationship Id="rId42" Type="http://schemas.openxmlformats.org/officeDocument/2006/relationships/customXml" Target="../ink/ink269.xml"/><Relationship Id="rId47" Type="http://schemas.openxmlformats.org/officeDocument/2006/relationships/image" Target="../media/image402.png"/><Relationship Id="rId63" Type="http://schemas.openxmlformats.org/officeDocument/2006/relationships/image" Target="../media/image410.png"/><Relationship Id="rId68" Type="http://schemas.openxmlformats.org/officeDocument/2006/relationships/customXml" Target="../ink/ink282.xml"/><Relationship Id="rId84" Type="http://schemas.openxmlformats.org/officeDocument/2006/relationships/customXml" Target="../ink/ink290.xml"/><Relationship Id="rId89" Type="http://schemas.openxmlformats.org/officeDocument/2006/relationships/image" Target="../media/image423.png"/><Relationship Id="rId112" Type="http://schemas.openxmlformats.org/officeDocument/2006/relationships/customXml" Target="../ink/ink304.xml"/><Relationship Id="rId16" Type="http://schemas.openxmlformats.org/officeDocument/2006/relationships/image" Target="../media/image1290.png"/><Relationship Id="rId107" Type="http://schemas.openxmlformats.org/officeDocument/2006/relationships/image" Target="../media/image433.png"/><Relationship Id="rId11" Type="http://schemas.openxmlformats.org/officeDocument/2006/relationships/customXml" Target="../ink/ink253.xml"/><Relationship Id="rId32" Type="http://schemas.openxmlformats.org/officeDocument/2006/relationships/customXml" Target="../ink/ink264.xml"/><Relationship Id="rId37" Type="http://schemas.openxmlformats.org/officeDocument/2006/relationships/image" Target="../media/image397.png"/><Relationship Id="rId53" Type="http://schemas.openxmlformats.org/officeDocument/2006/relationships/image" Target="../media/image405.png"/><Relationship Id="rId58" Type="http://schemas.openxmlformats.org/officeDocument/2006/relationships/customXml" Target="../ink/ink277.xml"/><Relationship Id="rId74" Type="http://schemas.openxmlformats.org/officeDocument/2006/relationships/customXml" Target="../ink/ink285.xml"/><Relationship Id="rId79" Type="http://schemas.openxmlformats.org/officeDocument/2006/relationships/image" Target="../media/image418.png"/><Relationship Id="rId102" Type="http://schemas.openxmlformats.org/officeDocument/2006/relationships/customXml" Target="../ink/ink299.xml"/><Relationship Id="rId5" Type="http://schemas.openxmlformats.org/officeDocument/2006/relationships/customXml" Target="../ink/ink250.xml"/><Relationship Id="rId90" Type="http://schemas.openxmlformats.org/officeDocument/2006/relationships/customXml" Target="../ink/ink293.xml"/><Relationship Id="rId95" Type="http://schemas.openxmlformats.org/officeDocument/2006/relationships/image" Target="../media/image426.png"/><Relationship Id="rId22" Type="http://schemas.openxmlformats.org/officeDocument/2006/relationships/customXml" Target="../ink/ink259.xml"/><Relationship Id="rId27" Type="http://schemas.openxmlformats.org/officeDocument/2006/relationships/image" Target="../media/image392.png"/><Relationship Id="rId43" Type="http://schemas.openxmlformats.org/officeDocument/2006/relationships/image" Target="../media/image400.png"/><Relationship Id="rId48" Type="http://schemas.openxmlformats.org/officeDocument/2006/relationships/customXml" Target="../ink/ink272.xml"/><Relationship Id="rId64" Type="http://schemas.openxmlformats.org/officeDocument/2006/relationships/customXml" Target="../ink/ink280.xml"/><Relationship Id="rId69" Type="http://schemas.openxmlformats.org/officeDocument/2006/relationships/image" Target="../media/image413.png"/><Relationship Id="rId113" Type="http://schemas.openxmlformats.org/officeDocument/2006/relationships/image" Target="../media/image436.png"/><Relationship Id="rId80" Type="http://schemas.openxmlformats.org/officeDocument/2006/relationships/customXml" Target="../ink/ink288.xml"/><Relationship Id="rId85" Type="http://schemas.openxmlformats.org/officeDocument/2006/relationships/image" Target="../media/image421.png"/><Relationship Id="rId12" Type="http://schemas.openxmlformats.org/officeDocument/2006/relationships/image" Target="../media/image1270.png"/><Relationship Id="rId17" Type="http://schemas.openxmlformats.org/officeDocument/2006/relationships/customXml" Target="../ink/ink256.xml"/><Relationship Id="rId33" Type="http://schemas.openxmlformats.org/officeDocument/2006/relationships/image" Target="../media/image395.png"/><Relationship Id="rId38" Type="http://schemas.openxmlformats.org/officeDocument/2006/relationships/customXml" Target="../ink/ink267.xml"/><Relationship Id="rId59" Type="http://schemas.openxmlformats.org/officeDocument/2006/relationships/image" Target="../media/image408.png"/><Relationship Id="rId103" Type="http://schemas.openxmlformats.org/officeDocument/2006/relationships/image" Target="../media/image431.png"/><Relationship Id="rId108" Type="http://schemas.openxmlformats.org/officeDocument/2006/relationships/customXml" Target="../ink/ink302.xml"/><Relationship Id="rId54" Type="http://schemas.openxmlformats.org/officeDocument/2006/relationships/customXml" Target="../ink/ink275.xml"/><Relationship Id="rId70" Type="http://schemas.openxmlformats.org/officeDocument/2006/relationships/customXml" Target="../ink/ink283.xml"/><Relationship Id="rId75" Type="http://schemas.openxmlformats.org/officeDocument/2006/relationships/image" Target="../media/image416.png"/><Relationship Id="rId91" Type="http://schemas.openxmlformats.org/officeDocument/2006/relationships/image" Target="../media/image424.png"/><Relationship Id="rId96" Type="http://schemas.openxmlformats.org/officeDocument/2006/relationships/customXml" Target="../ink/ink296.xml"/><Relationship Id="rId1" Type="http://schemas.openxmlformats.org/officeDocument/2006/relationships/slideLayout" Target="../slideLayouts/slideLayout2.xml"/><Relationship Id="rId6" Type="http://schemas.openxmlformats.org/officeDocument/2006/relationships/image" Target="../media/image1240.png"/><Relationship Id="rId15" Type="http://schemas.openxmlformats.org/officeDocument/2006/relationships/customXml" Target="../ink/ink255.xml"/><Relationship Id="rId23" Type="http://schemas.openxmlformats.org/officeDocument/2006/relationships/image" Target="../media/image390.png"/><Relationship Id="rId28" Type="http://schemas.openxmlformats.org/officeDocument/2006/relationships/customXml" Target="../ink/ink262.xml"/><Relationship Id="rId36" Type="http://schemas.openxmlformats.org/officeDocument/2006/relationships/customXml" Target="../ink/ink266.xml"/><Relationship Id="rId49" Type="http://schemas.openxmlformats.org/officeDocument/2006/relationships/image" Target="../media/image403.png"/><Relationship Id="rId57" Type="http://schemas.openxmlformats.org/officeDocument/2006/relationships/image" Target="../media/image407.png"/><Relationship Id="rId106" Type="http://schemas.openxmlformats.org/officeDocument/2006/relationships/customXml" Target="../ink/ink301.xml"/><Relationship Id="rId10" Type="http://schemas.openxmlformats.org/officeDocument/2006/relationships/image" Target="../media/image1260.png"/><Relationship Id="rId31" Type="http://schemas.openxmlformats.org/officeDocument/2006/relationships/image" Target="../media/image394.png"/><Relationship Id="rId44" Type="http://schemas.openxmlformats.org/officeDocument/2006/relationships/customXml" Target="../ink/ink270.xml"/><Relationship Id="rId52" Type="http://schemas.openxmlformats.org/officeDocument/2006/relationships/customXml" Target="../ink/ink274.xml"/><Relationship Id="rId60" Type="http://schemas.openxmlformats.org/officeDocument/2006/relationships/customXml" Target="../ink/ink278.xml"/><Relationship Id="rId65" Type="http://schemas.openxmlformats.org/officeDocument/2006/relationships/image" Target="../media/image411.png"/><Relationship Id="rId73" Type="http://schemas.openxmlformats.org/officeDocument/2006/relationships/image" Target="../media/image415.png"/><Relationship Id="rId78" Type="http://schemas.openxmlformats.org/officeDocument/2006/relationships/customXml" Target="../ink/ink287.xml"/><Relationship Id="rId81" Type="http://schemas.openxmlformats.org/officeDocument/2006/relationships/image" Target="../media/image419.png"/><Relationship Id="rId86" Type="http://schemas.openxmlformats.org/officeDocument/2006/relationships/customXml" Target="../ink/ink291.xml"/><Relationship Id="rId94" Type="http://schemas.openxmlformats.org/officeDocument/2006/relationships/customXml" Target="../ink/ink295.xml"/><Relationship Id="rId99" Type="http://schemas.openxmlformats.org/officeDocument/2006/relationships/image" Target="../media/image428.png"/><Relationship Id="rId101" Type="http://schemas.openxmlformats.org/officeDocument/2006/relationships/image" Target="../media/image429.png"/><Relationship Id="rId4" Type="http://schemas.openxmlformats.org/officeDocument/2006/relationships/image" Target="../media/image1230.png"/><Relationship Id="rId9" Type="http://schemas.openxmlformats.org/officeDocument/2006/relationships/customXml" Target="../ink/ink252.xml"/><Relationship Id="rId13" Type="http://schemas.openxmlformats.org/officeDocument/2006/relationships/customXml" Target="../ink/ink254.xml"/><Relationship Id="rId18" Type="http://schemas.openxmlformats.org/officeDocument/2006/relationships/customXml" Target="../ink/ink257.xml"/><Relationship Id="rId39" Type="http://schemas.openxmlformats.org/officeDocument/2006/relationships/image" Target="../media/image398.png"/><Relationship Id="rId109" Type="http://schemas.openxmlformats.org/officeDocument/2006/relationships/image" Target="../media/image434.png"/><Relationship Id="rId34" Type="http://schemas.openxmlformats.org/officeDocument/2006/relationships/customXml" Target="../ink/ink265.xml"/><Relationship Id="rId50" Type="http://schemas.openxmlformats.org/officeDocument/2006/relationships/customXml" Target="../ink/ink273.xml"/><Relationship Id="rId55" Type="http://schemas.openxmlformats.org/officeDocument/2006/relationships/image" Target="../media/image406.png"/><Relationship Id="rId76" Type="http://schemas.openxmlformats.org/officeDocument/2006/relationships/customXml" Target="../ink/ink286.xml"/><Relationship Id="rId97" Type="http://schemas.openxmlformats.org/officeDocument/2006/relationships/image" Target="../media/image427.png"/><Relationship Id="rId104" Type="http://schemas.openxmlformats.org/officeDocument/2006/relationships/customXml" Target="../ink/ink300.xml"/><Relationship Id="rId7" Type="http://schemas.openxmlformats.org/officeDocument/2006/relationships/customXml" Target="../ink/ink251.xml"/><Relationship Id="rId71" Type="http://schemas.openxmlformats.org/officeDocument/2006/relationships/image" Target="../media/image414.png"/><Relationship Id="rId92" Type="http://schemas.openxmlformats.org/officeDocument/2006/relationships/customXml" Target="../ink/ink294.xml"/><Relationship Id="rId2" Type="http://schemas.openxmlformats.org/officeDocument/2006/relationships/image" Target="../media/image388.png"/><Relationship Id="rId29" Type="http://schemas.openxmlformats.org/officeDocument/2006/relationships/image" Target="../media/image393.png"/><Relationship Id="rId24" Type="http://schemas.openxmlformats.org/officeDocument/2006/relationships/customXml" Target="../ink/ink260.xml"/><Relationship Id="rId40" Type="http://schemas.openxmlformats.org/officeDocument/2006/relationships/customXml" Target="../ink/ink268.xml"/><Relationship Id="rId45" Type="http://schemas.openxmlformats.org/officeDocument/2006/relationships/image" Target="../media/image401.png"/><Relationship Id="rId66" Type="http://schemas.openxmlformats.org/officeDocument/2006/relationships/customXml" Target="../ink/ink281.xml"/><Relationship Id="rId87" Type="http://schemas.openxmlformats.org/officeDocument/2006/relationships/image" Target="../media/image422.png"/><Relationship Id="rId110" Type="http://schemas.openxmlformats.org/officeDocument/2006/relationships/customXml" Target="../ink/ink303.xml"/><Relationship Id="rId61" Type="http://schemas.openxmlformats.org/officeDocument/2006/relationships/image" Target="../media/image409.png"/><Relationship Id="rId82" Type="http://schemas.openxmlformats.org/officeDocument/2006/relationships/customXml" Target="../ink/ink289.xml"/><Relationship Id="rId19" Type="http://schemas.openxmlformats.org/officeDocument/2006/relationships/image" Target="../media/image1300.png"/><Relationship Id="rId14" Type="http://schemas.openxmlformats.org/officeDocument/2006/relationships/image" Target="../media/image1280.png"/><Relationship Id="rId30" Type="http://schemas.openxmlformats.org/officeDocument/2006/relationships/customXml" Target="../ink/ink263.xml"/><Relationship Id="rId35" Type="http://schemas.openxmlformats.org/officeDocument/2006/relationships/image" Target="../media/image396.png"/><Relationship Id="rId56" Type="http://schemas.openxmlformats.org/officeDocument/2006/relationships/customXml" Target="../ink/ink276.xml"/><Relationship Id="rId77" Type="http://schemas.openxmlformats.org/officeDocument/2006/relationships/image" Target="../media/image417.png"/><Relationship Id="rId100" Type="http://schemas.openxmlformats.org/officeDocument/2006/relationships/customXml" Target="../ink/ink298.xml"/><Relationship Id="rId105" Type="http://schemas.openxmlformats.org/officeDocument/2006/relationships/image" Target="../media/image432.png"/><Relationship Id="rId8" Type="http://schemas.openxmlformats.org/officeDocument/2006/relationships/image" Target="../media/image1250.png"/><Relationship Id="rId51" Type="http://schemas.openxmlformats.org/officeDocument/2006/relationships/image" Target="../media/image404.png"/><Relationship Id="rId72" Type="http://schemas.openxmlformats.org/officeDocument/2006/relationships/customXml" Target="../ink/ink284.xml"/><Relationship Id="rId93" Type="http://schemas.openxmlformats.org/officeDocument/2006/relationships/image" Target="../media/image425.png"/><Relationship Id="rId98" Type="http://schemas.openxmlformats.org/officeDocument/2006/relationships/customXml" Target="../ink/ink297.xml"/><Relationship Id="rId3" Type="http://schemas.openxmlformats.org/officeDocument/2006/relationships/customXml" Target="../ink/ink249.xml"/><Relationship Id="rId25" Type="http://schemas.openxmlformats.org/officeDocument/2006/relationships/image" Target="../media/image391.png"/><Relationship Id="rId46" Type="http://schemas.openxmlformats.org/officeDocument/2006/relationships/customXml" Target="../ink/ink271.xml"/><Relationship Id="rId67" Type="http://schemas.openxmlformats.org/officeDocument/2006/relationships/image" Target="../media/image412.png"/><Relationship Id="rId20" Type="http://schemas.openxmlformats.org/officeDocument/2006/relationships/customXml" Target="../ink/ink258.xml"/><Relationship Id="rId41" Type="http://schemas.openxmlformats.org/officeDocument/2006/relationships/image" Target="../media/image399.png"/><Relationship Id="rId62" Type="http://schemas.openxmlformats.org/officeDocument/2006/relationships/customXml" Target="../ink/ink279.xml"/><Relationship Id="rId83" Type="http://schemas.openxmlformats.org/officeDocument/2006/relationships/image" Target="../media/image420.png"/><Relationship Id="rId88" Type="http://schemas.openxmlformats.org/officeDocument/2006/relationships/customXml" Target="../ink/ink292.xml"/><Relationship Id="rId111" Type="http://schemas.openxmlformats.org/officeDocument/2006/relationships/image" Target="../media/image435.png"/></Relationships>
</file>

<file path=ppt/slides/_rels/slide133.xml.rels><?xml version="1.0" encoding="UTF-8" standalone="yes"?>
<Relationships xmlns="http://schemas.openxmlformats.org/package/2006/relationships"><Relationship Id="rId8" Type="http://schemas.openxmlformats.org/officeDocument/2006/relationships/image" Target="../media/image1340.png"/><Relationship Id="rId13" Type="http://schemas.openxmlformats.org/officeDocument/2006/relationships/image" Target="../media/image1360.png"/><Relationship Id="rId18" Type="http://schemas.openxmlformats.org/officeDocument/2006/relationships/customXml" Target="../ink/ink312.xml"/><Relationship Id="rId3" Type="http://schemas.openxmlformats.org/officeDocument/2006/relationships/customXml" Target="../ink/ink305.xml"/><Relationship Id="rId21" Type="http://schemas.openxmlformats.org/officeDocument/2006/relationships/image" Target="../media/image442.png"/><Relationship Id="rId7" Type="http://schemas.openxmlformats.org/officeDocument/2006/relationships/customXml" Target="../ink/ink307.xml"/><Relationship Id="rId12" Type="http://schemas.openxmlformats.org/officeDocument/2006/relationships/customXml" Target="../ink/ink309.xml"/><Relationship Id="rId17" Type="http://schemas.openxmlformats.org/officeDocument/2006/relationships/image" Target="../media/image439.png"/><Relationship Id="rId2" Type="http://schemas.openxmlformats.org/officeDocument/2006/relationships/image" Target="../media/image437.png"/><Relationship Id="rId16" Type="http://schemas.openxmlformats.org/officeDocument/2006/relationships/customXml" Target="../ink/ink311.xml"/><Relationship Id="rId20" Type="http://schemas.openxmlformats.org/officeDocument/2006/relationships/customXml" Target="../ink/ink313.xml"/><Relationship Id="rId1" Type="http://schemas.openxmlformats.org/officeDocument/2006/relationships/slideLayout" Target="../slideLayouts/slideLayout2.xml"/><Relationship Id="rId6" Type="http://schemas.openxmlformats.org/officeDocument/2006/relationships/image" Target="../media/image1330.png"/><Relationship Id="rId11" Type="http://schemas.openxmlformats.org/officeDocument/2006/relationships/image" Target="../media/image438.png"/><Relationship Id="rId5" Type="http://schemas.openxmlformats.org/officeDocument/2006/relationships/customXml" Target="../ink/ink306.xml"/><Relationship Id="rId15" Type="http://schemas.openxmlformats.org/officeDocument/2006/relationships/image" Target="../media/image1370.png"/><Relationship Id="rId10" Type="http://schemas.openxmlformats.org/officeDocument/2006/relationships/image" Target="../media/image1000.png"/><Relationship Id="rId19" Type="http://schemas.openxmlformats.org/officeDocument/2006/relationships/image" Target="../media/image441.png"/><Relationship Id="rId4" Type="http://schemas.openxmlformats.org/officeDocument/2006/relationships/image" Target="../media/image1320.png"/><Relationship Id="rId9" Type="http://schemas.openxmlformats.org/officeDocument/2006/relationships/customXml" Target="../ink/ink308.xml"/><Relationship Id="rId14" Type="http://schemas.openxmlformats.org/officeDocument/2006/relationships/customXml" Target="../ink/ink310.xml"/></Relationships>
</file>

<file path=ppt/slides/_rels/slide134.xml.rels><?xml version="1.0" encoding="UTF-8" standalone="yes"?>
<Relationships xmlns="http://schemas.openxmlformats.org/package/2006/relationships"><Relationship Id="rId34" Type="http://schemas.openxmlformats.org/officeDocument/2006/relationships/image" Target="../media/image1520.png"/><Relationship Id="rId42" Type="http://schemas.openxmlformats.org/officeDocument/2006/relationships/customXml" Target="../ink/ink325.xml"/><Relationship Id="rId47" Type="http://schemas.openxmlformats.org/officeDocument/2006/relationships/image" Target="../media/image454.png"/><Relationship Id="rId50" Type="http://schemas.openxmlformats.org/officeDocument/2006/relationships/customXml" Target="../ink/ink329.xml"/><Relationship Id="rId55" Type="http://schemas.openxmlformats.org/officeDocument/2006/relationships/image" Target="../media/image458.png"/><Relationship Id="rId63" Type="http://schemas.openxmlformats.org/officeDocument/2006/relationships/image" Target="../media/image462.png"/><Relationship Id="rId68" Type="http://schemas.openxmlformats.org/officeDocument/2006/relationships/customXml" Target="../ink/ink338.xml"/><Relationship Id="rId76" Type="http://schemas.openxmlformats.org/officeDocument/2006/relationships/customXml" Target="../ink/ink342.xml"/><Relationship Id="rId71" Type="http://schemas.openxmlformats.org/officeDocument/2006/relationships/image" Target="../media/image466.png"/><Relationship Id="rId2" Type="http://schemas.openxmlformats.org/officeDocument/2006/relationships/image" Target="../media/image443.png"/><Relationship Id="rId16" Type="http://schemas.openxmlformats.org/officeDocument/2006/relationships/image" Target="../media/image1440.png"/><Relationship Id="rId29" Type="http://schemas.openxmlformats.org/officeDocument/2006/relationships/image" Target="../media/image447.png"/><Relationship Id="rId32" Type="http://schemas.openxmlformats.org/officeDocument/2006/relationships/image" Target="../media/image1510.png"/><Relationship Id="rId37" Type="http://schemas.openxmlformats.org/officeDocument/2006/relationships/customXml" Target="../ink/ink323.xml"/><Relationship Id="rId40" Type="http://schemas.openxmlformats.org/officeDocument/2006/relationships/customXml" Target="../ink/ink324.xml"/><Relationship Id="rId45" Type="http://schemas.openxmlformats.org/officeDocument/2006/relationships/image" Target="../media/image453.png"/><Relationship Id="rId53" Type="http://schemas.openxmlformats.org/officeDocument/2006/relationships/image" Target="../media/image457.png"/><Relationship Id="rId58" Type="http://schemas.openxmlformats.org/officeDocument/2006/relationships/customXml" Target="../ink/ink333.xml"/><Relationship Id="rId66" Type="http://schemas.openxmlformats.org/officeDocument/2006/relationships/customXml" Target="../ink/ink337.xml"/><Relationship Id="rId74" Type="http://schemas.openxmlformats.org/officeDocument/2006/relationships/customXml" Target="../ink/ink341.xml"/><Relationship Id="rId79" Type="http://schemas.openxmlformats.org/officeDocument/2006/relationships/image" Target="../media/image470.png"/><Relationship Id="rId5" Type="http://schemas.openxmlformats.org/officeDocument/2006/relationships/customXml" Target="../ink/ink314.xml"/><Relationship Id="rId61" Type="http://schemas.openxmlformats.org/officeDocument/2006/relationships/image" Target="../media/image461.png"/><Relationship Id="rId19" Type="http://schemas.openxmlformats.org/officeDocument/2006/relationships/image" Target="../media/image446.png"/><Relationship Id="rId14" Type="http://schemas.openxmlformats.org/officeDocument/2006/relationships/customXml" Target="../ink/ink315.xml"/><Relationship Id="rId30" Type="http://schemas.openxmlformats.org/officeDocument/2006/relationships/customXml" Target="../ink/ink319.xml"/><Relationship Id="rId35" Type="http://schemas.openxmlformats.org/officeDocument/2006/relationships/customXml" Target="../ink/ink322.xml"/><Relationship Id="rId43" Type="http://schemas.openxmlformats.org/officeDocument/2006/relationships/image" Target="../media/image452.png"/><Relationship Id="rId48" Type="http://schemas.openxmlformats.org/officeDocument/2006/relationships/customXml" Target="../ink/ink328.xml"/><Relationship Id="rId56" Type="http://schemas.openxmlformats.org/officeDocument/2006/relationships/customXml" Target="../ink/ink332.xml"/><Relationship Id="rId64" Type="http://schemas.openxmlformats.org/officeDocument/2006/relationships/customXml" Target="../ink/ink336.xml"/><Relationship Id="rId69" Type="http://schemas.openxmlformats.org/officeDocument/2006/relationships/image" Target="../media/image465.png"/><Relationship Id="rId77" Type="http://schemas.openxmlformats.org/officeDocument/2006/relationships/image" Target="../media/image469.png"/><Relationship Id="rId8" Type="http://schemas.openxmlformats.org/officeDocument/2006/relationships/image" Target="../media/image1000.png"/><Relationship Id="rId51" Type="http://schemas.openxmlformats.org/officeDocument/2006/relationships/image" Target="../media/image456.png"/><Relationship Id="rId72" Type="http://schemas.openxmlformats.org/officeDocument/2006/relationships/customXml" Target="../ink/ink340.xml"/><Relationship Id="rId3" Type="http://schemas.openxmlformats.org/officeDocument/2006/relationships/image" Target="../media/image379.png"/><Relationship Id="rId17" Type="http://schemas.openxmlformats.org/officeDocument/2006/relationships/customXml" Target="../ink/ink317.xml"/><Relationship Id="rId33" Type="http://schemas.openxmlformats.org/officeDocument/2006/relationships/customXml" Target="../ink/ink321.xml"/><Relationship Id="rId38" Type="http://schemas.openxmlformats.org/officeDocument/2006/relationships/image" Target="../media/image448.png"/><Relationship Id="rId46" Type="http://schemas.openxmlformats.org/officeDocument/2006/relationships/customXml" Target="../ink/ink327.xml"/><Relationship Id="rId59" Type="http://schemas.openxmlformats.org/officeDocument/2006/relationships/image" Target="../media/image460.png"/><Relationship Id="rId67" Type="http://schemas.openxmlformats.org/officeDocument/2006/relationships/image" Target="../media/image464.png"/><Relationship Id="rId20" Type="http://schemas.openxmlformats.org/officeDocument/2006/relationships/customXml" Target="../ink/ink318.xml"/><Relationship Id="rId41" Type="http://schemas.openxmlformats.org/officeDocument/2006/relationships/image" Target="../media/image451.png"/><Relationship Id="rId54" Type="http://schemas.openxmlformats.org/officeDocument/2006/relationships/customXml" Target="../ink/ink331.xml"/><Relationship Id="rId62" Type="http://schemas.openxmlformats.org/officeDocument/2006/relationships/customXml" Target="../ink/ink335.xml"/><Relationship Id="rId70" Type="http://schemas.openxmlformats.org/officeDocument/2006/relationships/customXml" Target="../ink/ink339.xml"/><Relationship Id="rId75" Type="http://schemas.openxmlformats.org/officeDocument/2006/relationships/image" Target="../media/image468.png"/><Relationship Id="rId1" Type="http://schemas.openxmlformats.org/officeDocument/2006/relationships/slideLayout" Target="../slideLayouts/slideLayout2.xml"/><Relationship Id="rId15" Type="http://schemas.openxmlformats.org/officeDocument/2006/relationships/customXml" Target="../ink/ink316.xml"/><Relationship Id="rId28" Type="http://schemas.openxmlformats.org/officeDocument/2006/relationships/image" Target="../media/image1490.png"/><Relationship Id="rId36" Type="http://schemas.openxmlformats.org/officeDocument/2006/relationships/image" Target="../media/image1530.png"/><Relationship Id="rId49" Type="http://schemas.openxmlformats.org/officeDocument/2006/relationships/image" Target="../media/image455.png"/><Relationship Id="rId57" Type="http://schemas.openxmlformats.org/officeDocument/2006/relationships/image" Target="../media/image459.png"/><Relationship Id="rId31" Type="http://schemas.openxmlformats.org/officeDocument/2006/relationships/customXml" Target="../ink/ink320.xml"/><Relationship Id="rId44" Type="http://schemas.openxmlformats.org/officeDocument/2006/relationships/customXml" Target="../ink/ink326.xml"/><Relationship Id="rId52" Type="http://schemas.openxmlformats.org/officeDocument/2006/relationships/customXml" Target="../ink/ink330.xml"/><Relationship Id="rId60" Type="http://schemas.openxmlformats.org/officeDocument/2006/relationships/customXml" Target="../ink/ink334.xml"/><Relationship Id="rId65" Type="http://schemas.openxmlformats.org/officeDocument/2006/relationships/image" Target="../media/image463.png"/><Relationship Id="rId73" Type="http://schemas.openxmlformats.org/officeDocument/2006/relationships/image" Target="../media/image467.png"/><Relationship Id="rId78" Type="http://schemas.openxmlformats.org/officeDocument/2006/relationships/customXml" Target="../ink/ink343.xml"/><Relationship Id="rId4" Type="http://schemas.openxmlformats.org/officeDocument/2006/relationships/image" Target="../media/image444.png"/><Relationship Id="rId13" Type="http://schemas.openxmlformats.org/officeDocument/2006/relationships/image" Target="../media/image1430.png"/><Relationship Id="rId18" Type="http://schemas.openxmlformats.org/officeDocument/2006/relationships/image" Target="../media/image445.png"/><Relationship Id="rId39" Type="http://schemas.openxmlformats.org/officeDocument/2006/relationships/image" Target="../media/image449.png"/></Relationships>
</file>

<file path=ppt/slides/_rels/slide135.xml.rels><?xml version="1.0" encoding="UTF-8" standalone="yes"?>
<Relationships xmlns="http://schemas.openxmlformats.org/package/2006/relationships"><Relationship Id="rId8" Type="http://schemas.openxmlformats.org/officeDocument/2006/relationships/image" Target="../media/image1590.png"/><Relationship Id="rId13" Type="http://schemas.openxmlformats.org/officeDocument/2006/relationships/customXml" Target="../ink/ink349.xml"/><Relationship Id="rId3" Type="http://schemas.openxmlformats.org/officeDocument/2006/relationships/customXml" Target="../ink/ink344.xml"/><Relationship Id="rId7" Type="http://schemas.openxmlformats.org/officeDocument/2006/relationships/customXml" Target="../ink/ink346.xml"/><Relationship Id="rId12" Type="http://schemas.openxmlformats.org/officeDocument/2006/relationships/image" Target="../media/image1610.png"/><Relationship Id="rId2" Type="http://schemas.openxmlformats.org/officeDocument/2006/relationships/image" Target="../media/image471.png"/><Relationship Id="rId1" Type="http://schemas.openxmlformats.org/officeDocument/2006/relationships/slideLayout" Target="../slideLayouts/slideLayout2.xml"/><Relationship Id="rId6" Type="http://schemas.openxmlformats.org/officeDocument/2006/relationships/image" Target="../media/image1580.png"/><Relationship Id="rId11" Type="http://schemas.openxmlformats.org/officeDocument/2006/relationships/customXml" Target="../ink/ink348.xml"/><Relationship Id="rId5" Type="http://schemas.openxmlformats.org/officeDocument/2006/relationships/customXml" Target="../ink/ink345.xml"/><Relationship Id="rId10" Type="http://schemas.openxmlformats.org/officeDocument/2006/relationships/image" Target="../media/image1600.png"/><Relationship Id="rId4" Type="http://schemas.openxmlformats.org/officeDocument/2006/relationships/image" Target="../media/image1570.png"/><Relationship Id="rId9" Type="http://schemas.openxmlformats.org/officeDocument/2006/relationships/customXml" Target="../ink/ink347.xml"/><Relationship Id="rId14" Type="http://schemas.openxmlformats.org/officeDocument/2006/relationships/image" Target="../media/image1620.png"/></Relationships>
</file>

<file path=ppt/slides/_rels/slide136.xml.rels><?xml version="1.0" encoding="UTF-8" standalone="yes"?>
<Relationships xmlns="http://schemas.openxmlformats.org/package/2006/relationships"><Relationship Id="rId26" Type="http://schemas.openxmlformats.org/officeDocument/2006/relationships/image" Target="../media/image480.png"/><Relationship Id="rId21" Type="http://schemas.openxmlformats.org/officeDocument/2006/relationships/customXml" Target="../ink/ink357.xml"/><Relationship Id="rId42" Type="http://schemas.openxmlformats.org/officeDocument/2006/relationships/image" Target="../media/image488.png"/><Relationship Id="rId47" Type="http://schemas.openxmlformats.org/officeDocument/2006/relationships/customXml" Target="../ink/ink370.xml"/><Relationship Id="rId63" Type="http://schemas.openxmlformats.org/officeDocument/2006/relationships/customXml" Target="../ink/ink378.xml"/><Relationship Id="rId68" Type="http://schemas.openxmlformats.org/officeDocument/2006/relationships/image" Target="../media/image501.png"/><Relationship Id="rId2" Type="http://schemas.openxmlformats.org/officeDocument/2006/relationships/image" Target="../media/image472.png"/><Relationship Id="rId16" Type="http://schemas.openxmlformats.org/officeDocument/2006/relationships/image" Target="../media/image475.png"/><Relationship Id="rId29" Type="http://schemas.openxmlformats.org/officeDocument/2006/relationships/customXml" Target="../ink/ink361.xml"/><Relationship Id="rId11" Type="http://schemas.openxmlformats.org/officeDocument/2006/relationships/customXml" Target="../ink/ink352.xml"/><Relationship Id="rId24" Type="http://schemas.openxmlformats.org/officeDocument/2006/relationships/image" Target="../media/image479.png"/><Relationship Id="rId32" Type="http://schemas.openxmlformats.org/officeDocument/2006/relationships/image" Target="../media/image483.png"/><Relationship Id="rId37" Type="http://schemas.openxmlformats.org/officeDocument/2006/relationships/customXml" Target="../ink/ink365.xml"/><Relationship Id="rId40" Type="http://schemas.openxmlformats.org/officeDocument/2006/relationships/image" Target="../media/image487.png"/><Relationship Id="rId45" Type="http://schemas.openxmlformats.org/officeDocument/2006/relationships/customXml" Target="../ink/ink369.xml"/><Relationship Id="rId53" Type="http://schemas.openxmlformats.org/officeDocument/2006/relationships/customXml" Target="../ink/ink373.xml"/><Relationship Id="rId58" Type="http://schemas.openxmlformats.org/officeDocument/2006/relationships/image" Target="../media/image496.png"/><Relationship Id="rId66" Type="http://schemas.openxmlformats.org/officeDocument/2006/relationships/image" Target="../media/image500.png"/><Relationship Id="rId74" Type="http://schemas.openxmlformats.org/officeDocument/2006/relationships/image" Target="../media/image504.png"/><Relationship Id="rId79" Type="http://schemas.openxmlformats.org/officeDocument/2006/relationships/customXml" Target="../ink/ink386.xml"/><Relationship Id="rId61" Type="http://schemas.openxmlformats.org/officeDocument/2006/relationships/customXml" Target="../ink/ink377.xml"/><Relationship Id="rId19" Type="http://schemas.openxmlformats.org/officeDocument/2006/relationships/customXml" Target="../ink/ink356.xml"/><Relationship Id="rId14" Type="http://schemas.openxmlformats.org/officeDocument/2006/relationships/image" Target="../media/image474.png"/><Relationship Id="rId22" Type="http://schemas.openxmlformats.org/officeDocument/2006/relationships/image" Target="../media/image478.png"/><Relationship Id="rId27" Type="http://schemas.openxmlformats.org/officeDocument/2006/relationships/customXml" Target="../ink/ink360.xml"/><Relationship Id="rId30" Type="http://schemas.openxmlformats.org/officeDocument/2006/relationships/image" Target="../media/image482.png"/><Relationship Id="rId35" Type="http://schemas.openxmlformats.org/officeDocument/2006/relationships/customXml" Target="../ink/ink364.xml"/><Relationship Id="rId43" Type="http://schemas.openxmlformats.org/officeDocument/2006/relationships/customXml" Target="../ink/ink368.xml"/><Relationship Id="rId48" Type="http://schemas.openxmlformats.org/officeDocument/2006/relationships/image" Target="../media/image491.png"/><Relationship Id="rId56" Type="http://schemas.openxmlformats.org/officeDocument/2006/relationships/image" Target="../media/image495.png"/><Relationship Id="rId64" Type="http://schemas.openxmlformats.org/officeDocument/2006/relationships/image" Target="../media/image499.png"/><Relationship Id="rId69" Type="http://schemas.openxmlformats.org/officeDocument/2006/relationships/customXml" Target="../ink/ink381.xml"/><Relationship Id="rId77" Type="http://schemas.openxmlformats.org/officeDocument/2006/relationships/customXml" Target="../ink/ink385.xml"/><Relationship Id="rId8" Type="http://schemas.openxmlformats.org/officeDocument/2006/relationships/image" Target="../media/image1660.png"/><Relationship Id="rId51" Type="http://schemas.openxmlformats.org/officeDocument/2006/relationships/customXml" Target="../ink/ink372.xml"/><Relationship Id="rId72" Type="http://schemas.openxmlformats.org/officeDocument/2006/relationships/image" Target="../media/image503.png"/><Relationship Id="rId80" Type="http://schemas.openxmlformats.org/officeDocument/2006/relationships/image" Target="../media/image507.png"/><Relationship Id="rId3" Type="http://schemas.openxmlformats.org/officeDocument/2006/relationships/customXml" Target="../ink/ink350.xml"/><Relationship Id="rId12" Type="http://schemas.openxmlformats.org/officeDocument/2006/relationships/image" Target="../media/image473.png"/><Relationship Id="rId17" Type="http://schemas.openxmlformats.org/officeDocument/2006/relationships/customXml" Target="../ink/ink355.xml"/><Relationship Id="rId25" Type="http://schemas.openxmlformats.org/officeDocument/2006/relationships/customXml" Target="../ink/ink359.xml"/><Relationship Id="rId33" Type="http://schemas.openxmlformats.org/officeDocument/2006/relationships/customXml" Target="../ink/ink363.xml"/><Relationship Id="rId38" Type="http://schemas.openxmlformats.org/officeDocument/2006/relationships/image" Target="../media/image486.png"/><Relationship Id="rId46" Type="http://schemas.openxmlformats.org/officeDocument/2006/relationships/image" Target="../media/image490.png"/><Relationship Id="rId59" Type="http://schemas.openxmlformats.org/officeDocument/2006/relationships/customXml" Target="../ink/ink376.xml"/><Relationship Id="rId67" Type="http://schemas.openxmlformats.org/officeDocument/2006/relationships/customXml" Target="../ink/ink380.xml"/><Relationship Id="rId20" Type="http://schemas.openxmlformats.org/officeDocument/2006/relationships/image" Target="../media/image477.png"/><Relationship Id="rId41" Type="http://schemas.openxmlformats.org/officeDocument/2006/relationships/customXml" Target="../ink/ink367.xml"/><Relationship Id="rId54" Type="http://schemas.openxmlformats.org/officeDocument/2006/relationships/image" Target="../media/image494.png"/><Relationship Id="rId62" Type="http://schemas.openxmlformats.org/officeDocument/2006/relationships/image" Target="../media/image498.png"/><Relationship Id="rId70" Type="http://schemas.openxmlformats.org/officeDocument/2006/relationships/image" Target="../media/image502.png"/><Relationship Id="rId75" Type="http://schemas.openxmlformats.org/officeDocument/2006/relationships/customXml" Target="../ink/ink384.xml"/><Relationship Id="rId1" Type="http://schemas.openxmlformats.org/officeDocument/2006/relationships/slideLayout" Target="../slideLayouts/slideLayout2.xml"/><Relationship Id="rId15" Type="http://schemas.openxmlformats.org/officeDocument/2006/relationships/customXml" Target="../ink/ink354.xml"/><Relationship Id="rId23" Type="http://schemas.openxmlformats.org/officeDocument/2006/relationships/customXml" Target="../ink/ink358.xml"/><Relationship Id="rId28" Type="http://schemas.openxmlformats.org/officeDocument/2006/relationships/image" Target="../media/image481.png"/><Relationship Id="rId36" Type="http://schemas.openxmlformats.org/officeDocument/2006/relationships/image" Target="../media/image485.png"/><Relationship Id="rId49" Type="http://schemas.openxmlformats.org/officeDocument/2006/relationships/customXml" Target="../ink/ink371.xml"/><Relationship Id="rId57" Type="http://schemas.openxmlformats.org/officeDocument/2006/relationships/customXml" Target="../ink/ink375.xml"/><Relationship Id="rId10" Type="http://schemas.openxmlformats.org/officeDocument/2006/relationships/image" Target="../media/image1670.png"/><Relationship Id="rId31" Type="http://schemas.openxmlformats.org/officeDocument/2006/relationships/customXml" Target="../ink/ink362.xml"/><Relationship Id="rId44" Type="http://schemas.openxmlformats.org/officeDocument/2006/relationships/image" Target="../media/image489.png"/><Relationship Id="rId52" Type="http://schemas.openxmlformats.org/officeDocument/2006/relationships/image" Target="../media/image493.png"/><Relationship Id="rId60" Type="http://schemas.openxmlformats.org/officeDocument/2006/relationships/image" Target="../media/image497.png"/><Relationship Id="rId65" Type="http://schemas.openxmlformats.org/officeDocument/2006/relationships/customXml" Target="../ink/ink379.xml"/><Relationship Id="rId73" Type="http://schemas.openxmlformats.org/officeDocument/2006/relationships/customXml" Target="../ink/ink383.xml"/><Relationship Id="rId78" Type="http://schemas.openxmlformats.org/officeDocument/2006/relationships/image" Target="../media/image506.png"/><Relationship Id="rId9" Type="http://schemas.openxmlformats.org/officeDocument/2006/relationships/customXml" Target="../ink/ink351.xml"/><Relationship Id="rId13" Type="http://schemas.openxmlformats.org/officeDocument/2006/relationships/customXml" Target="../ink/ink353.xml"/><Relationship Id="rId18" Type="http://schemas.openxmlformats.org/officeDocument/2006/relationships/image" Target="../media/image476.png"/><Relationship Id="rId39" Type="http://schemas.openxmlformats.org/officeDocument/2006/relationships/customXml" Target="../ink/ink366.xml"/><Relationship Id="rId34" Type="http://schemas.openxmlformats.org/officeDocument/2006/relationships/image" Target="../media/image484.png"/><Relationship Id="rId50" Type="http://schemas.openxmlformats.org/officeDocument/2006/relationships/image" Target="../media/image492.png"/><Relationship Id="rId55" Type="http://schemas.openxmlformats.org/officeDocument/2006/relationships/customXml" Target="../ink/ink374.xml"/><Relationship Id="rId76" Type="http://schemas.openxmlformats.org/officeDocument/2006/relationships/image" Target="../media/image505.png"/><Relationship Id="rId71" Type="http://schemas.openxmlformats.org/officeDocument/2006/relationships/customXml" Target="../ink/ink382.xml"/></Relationships>
</file>

<file path=ppt/slides/_rels/slide137.xml.rels><?xml version="1.0" encoding="UTF-8" standalone="yes"?>
<Relationships xmlns="http://schemas.openxmlformats.org/package/2006/relationships"><Relationship Id="rId8" Type="http://schemas.openxmlformats.org/officeDocument/2006/relationships/customXml" Target="../ink/ink389.xml"/><Relationship Id="rId13" Type="http://schemas.openxmlformats.org/officeDocument/2006/relationships/image" Target="../media/image514.png"/><Relationship Id="rId3" Type="http://schemas.openxmlformats.org/officeDocument/2006/relationships/image" Target="../media/image472.png"/><Relationship Id="rId7" Type="http://schemas.openxmlformats.org/officeDocument/2006/relationships/image" Target="../media/image511.png"/><Relationship Id="rId12" Type="http://schemas.openxmlformats.org/officeDocument/2006/relationships/customXml" Target="../ink/ink391.xml"/><Relationship Id="rId2" Type="http://schemas.openxmlformats.org/officeDocument/2006/relationships/image" Target="../media/image508.png"/><Relationship Id="rId1" Type="http://schemas.openxmlformats.org/officeDocument/2006/relationships/slideLayout" Target="../slideLayouts/slideLayout1.xml"/><Relationship Id="rId6" Type="http://schemas.openxmlformats.org/officeDocument/2006/relationships/customXml" Target="../ink/ink388.xml"/><Relationship Id="rId11" Type="http://schemas.openxmlformats.org/officeDocument/2006/relationships/image" Target="../media/image513.png"/><Relationship Id="rId5" Type="http://schemas.openxmlformats.org/officeDocument/2006/relationships/image" Target="../media/image509.png"/><Relationship Id="rId15" Type="http://schemas.openxmlformats.org/officeDocument/2006/relationships/image" Target="../media/image515.png"/><Relationship Id="rId10" Type="http://schemas.openxmlformats.org/officeDocument/2006/relationships/customXml" Target="../ink/ink390.xml"/><Relationship Id="rId4" Type="http://schemas.openxmlformats.org/officeDocument/2006/relationships/customXml" Target="../ink/ink387.xml"/><Relationship Id="rId9" Type="http://schemas.openxmlformats.org/officeDocument/2006/relationships/image" Target="../media/image512.png"/><Relationship Id="rId14" Type="http://schemas.openxmlformats.org/officeDocument/2006/relationships/customXml" Target="../ink/ink392.xml"/></Relationships>
</file>

<file path=ppt/slides/_rels/slide138.xml.rels><?xml version="1.0" encoding="UTF-8" standalone="yes"?>
<Relationships xmlns="http://schemas.openxmlformats.org/package/2006/relationships"><Relationship Id="rId8" Type="http://schemas.openxmlformats.org/officeDocument/2006/relationships/image" Target="../media/image519.png"/><Relationship Id="rId13" Type="http://schemas.openxmlformats.org/officeDocument/2006/relationships/customXml" Target="../ink/ink398.xml"/><Relationship Id="rId18" Type="http://schemas.openxmlformats.org/officeDocument/2006/relationships/image" Target="../media/image525.png"/><Relationship Id="rId26" Type="http://schemas.openxmlformats.org/officeDocument/2006/relationships/image" Target="../media/image529.png"/><Relationship Id="rId3" Type="http://schemas.openxmlformats.org/officeDocument/2006/relationships/customXml" Target="../ink/ink393.xml"/><Relationship Id="rId21" Type="http://schemas.openxmlformats.org/officeDocument/2006/relationships/customXml" Target="../ink/ink402.xml"/><Relationship Id="rId7" Type="http://schemas.openxmlformats.org/officeDocument/2006/relationships/customXml" Target="../ink/ink395.xml"/><Relationship Id="rId12" Type="http://schemas.openxmlformats.org/officeDocument/2006/relationships/image" Target="../media/image522.png"/><Relationship Id="rId17" Type="http://schemas.openxmlformats.org/officeDocument/2006/relationships/customXml" Target="../ink/ink400.xml"/><Relationship Id="rId25" Type="http://schemas.openxmlformats.org/officeDocument/2006/relationships/customXml" Target="../ink/ink404.xml"/><Relationship Id="rId2" Type="http://schemas.openxmlformats.org/officeDocument/2006/relationships/image" Target="../media/image516.png"/><Relationship Id="rId16" Type="http://schemas.openxmlformats.org/officeDocument/2006/relationships/image" Target="../media/image524.png"/><Relationship Id="rId20" Type="http://schemas.openxmlformats.org/officeDocument/2006/relationships/image" Target="../media/image526.png"/><Relationship Id="rId29" Type="http://schemas.openxmlformats.org/officeDocument/2006/relationships/customXml" Target="../ink/ink406.xml"/><Relationship Id="rId1" Type="http://schemas.openxmlformats.org/officeDocument/2006/relationships/slideLayout" Target="../slideLayouts/slideLayout2.xml"/><Relationship Id="rId6" Type="http://schemas.openxmlformats.org/officeDocument/2006/relationships/image" Target="../media/image518.png"/><Relationship Id="rId11" Type="http://schemas.openxmlformats.org/officeDocument/2006/relationships/customXml" Target="../ink/ink397.xml"/><Relationship Id="rId24" Type="http://schemas.openxmlformats.org/officeDocument/2006/relationships/image" Target="../media/image528.png"/><Relationship Id="rId32" Type="http://schemas.openxmlformats.org/officeDocument/2006/relationships/image" Target="../media/image533.png"/><Relationship Id="rId5" Type="http://schemas.openxmlformats.org/officeDocument/2006/relationships/customXml" Target="../ink/ink394.xml"/><Relationship Id="rId15" Type="http://schemas.openxmlformats.org/officeDocument/2006/relationships/customXml" Target="../ink/ink399.xml"/><Relationship Id="rId23" Type="http://schemas.openxmlformats.org/officeDocument/2006/relationships/customXml" Target="../ink/ink403.xml"/><Relationship Id="rId28" Type="http://schemas.openxmlformats.org/officeDocument/2006/relationships/image" Target="../media/image531.png"/><Relationship Id="rId10" Type="http://schemas.openxmlformats.org/officeDocument/2006/relationships/image" Target="../media/image521.png"/><Relationship Id="rId19" Type="http://schemas.openxmlformats.org/officeDocument/2006/relationships/customXml" Target="../ink/ink401.xml"/><Relationship Id="rId31" Type="http://schemas.openxmlformats.org/officeDocument/2006/relationships/customXml" Target="../ink/ink407.xml"/><Relationship Id="rId4" Type="http://schemas.openxmlformats.org/officeDocument/2006/relationships/image" Target="../media/image517.png"/><Relationship Id="rId9" Type="http://schemas.openxmlformats.org/officeDocument/2006/relationships/customXml" Target="../ink/ink396.xml"/><Relationship Id="rId14" Type="http://schemas.openxmlformats.org/officeDocument/2006/relationships/image" Target="../media/image523.png"/><Relationship Id="rId22" Type="http://schemas.openxmlformats.org/officeDocument/2006/relationships/image" Target="../media/image527.png"/><Relationship Id="rId27" Type="http://schemas.openxmlformats.org/officeDocument/2006/relationships/customXml" Target="../ink/ink405.xml"/><Relationship Id="rId30" Type="http://schemas.openxmlformats.org/officeDocument/2006/relationships/image" Target="../media/image532.png"/></Relationships>
</file>

<file path=ppt/slides/_rels/slide139.xml.rels><?xml version="1.0" encoding="UTF-8" standalone="yes"?>
<Relationships xmlns="http://schemas.openxmlformats.org/package/2006/relationships"><Relationship Id="rId2" Type="http://schemas.openxmlformats.org/officeDocument/2006/relationships/image" Target="../media/image534.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8" Type="http://schemas.openxmlformats.org/officeDocument/2006/relationships/customXml" Target="../ink/ink410.xml"/><Relationship Id="rId13" Type="http://schemas.openxmlformats.org/officeDocument/2006/relationships/image" Target="../media/image541.png"/><Relationship Id="rId18" Type="http://schemas.openxmlformats.org/officeDocument/2006/relationships/customXml" Target="../ink/ink415.xml"/><Relationship Id="rId3" Type="http://schemas.openxmlformats.org/officeDocument/2006/relationships/image" Target="../media/image472.png"/><Relationship Id="rId21" Type="http://schemas.openxmlformats.org/officeDocument/2006/relationships/image" Target="../media/image545.png"/><Relationship Id="rId7" Type="http://schemas.openxmlformats.org/officeDocument/2006/relationships/image" Target="../media/image537.png"/><Relationship Id="rId12" Type="http://schemas.openxmlformats.org/officeDocument/2006/relationships/customXml" Target="../ink/ink412.xml"/><Relationship Id="rId17" Type="http://schemas.openxmlformats.org/officeDocument/2006/relationships/image" Target="../media/image543.png"/><Relationship Id="rId2" Type="http://schemas.openxmlformats.org/officeDocument/2006/relationships/image" Target="../media/image535.png"/><Relationship Id="rId16" Type="http://schemas.openxmlformats.org/officeDocument/2006/relationships/customXml" Target="../ink/ink414.xml"/><Relationship Id="rId20" Type="http://schemas.openxmlformats.org/officeDocument/2006/relationships/customXml" Target="../ink/ink416.xml"/><Relationship Id="rId1" Type="http://schemas.openxmlformats.org/officeDocument/2006/relationships/slideLayout" Target="../slideLayouts/slideLayout2.xml"/><Relationship Id="rId6" Type="http://schemas.openxmlformats.org/officeDocument/2006/relationships/customXml" Target="../ink/ink409.xml"/><Relationship Id="rId11" Type="http://schemas.openxmlformats.org/officeDocument/2006/relationships/image" Target="../media/image539.png"/><Relationship Id="rId5" Type="http://schemas.openxmlformats.org/officeDocument/2006/relationships/image" Target="../media/image536.png"/><Relationship Id="rId15" Type="http://schemas.openxmlformats.org/officeDocument/2006/relationships/image" Target="../media/image542.png"/><Relationship Id="rId23" Type="http://schemas.openxmlformats.org/officeDocument/2006/relationships/image" Target="../media/image546.png"/><Relationship Id="rId10" Type="http://schemas.openxmlformats.org/officeDocument/2006/relationships/customXml" Target="../ink/ink411.xml"/><Relationship Id="rId19" Type="http://schemas.openxmlformats.org/officeDocument/2006/relationships/image" Target="../media/image544.png"/><Relationship Id="rId4" Type="http://schemas.openxmlformats.org/officeDocument/2006/relationships/customXml" Target="../ink/ink408.xml"/><Relationship Id="rId9" Type="http://schemas.openxmlformats.org/officeDocument/2006/relationships/image" Target="../media/image538.png"/><Relationship Id="rId14" Type="http://schemas.openxmlformats.org/officeDocument/2006/relationships/customXml" Target="../ink/ink413.xml"/><Relationship Id="rId22" Type="http://schemas.openxmlformats.org/officeDocument/2006/relationships/customXml" Target="../ink/ink417.xml"/></Relationships>
</file>

<file path=ppt/slides/_rels/slide141.xml.rels><?xml version="1.0" encoding="UTF-8" standalone="yes"?>
<Relationships xmlns="http://schemas.openxmlformats.org/package/2006/relationships"><Relationship Id="rId8" Type="http://schemas.openxmlformats.org/officeDocument/2006/relationships/customXml" Target="../ink/ink420.xml"/><Relationship Id="rId3" Type="http://schemas.openxmlformats.org/officeDocument/2006/relationships/image" Target="../media/image472.png"/><Relationship Id="rId7" Type="http://schemas.openxmlformats.org/officeDocument/2006/relationships/image" Target="../media/image549.png"/><Relationship Id="rId2" Type="http://schemas.openxmlformats.org/officeDocument/2006/relationships/image" Target="../media/image547.png"/><Relationship Id="rId1" Type="http://schemas.openxmlformats.org/officeDocument/2006/relationships/slideLayout" Target="../slideLayouts/slideLayout2.xml"/><Relationship Id="rId6" Type="http://schemas.openxmlformats.org/officeDocument/2006/relationships/customXml" Target="../ink/ink419.xml"/><Relationship Id="rId5" Type="http://schemas.openxmlformats.org/officeDocument/2006/relationships/image" Target="../media/image548.png"/><Relationship Id="rId4" Type="http://schemas.openxmlformats.org/officeDocument/2006/relationships/customXml" Target="../ink/ink418.xml"/><Relationship Id="rId9" Type="http://schemas.openxmlformats.org/officeDocument/2006/relationships/image" Target="../media/image551.png"/></Relationships>
</file>

<file path=ppt/slides/_rels/slide142.xml.rels><?xml version="1.0" encoding="UTF-8" standalone="yes"?>
<Relationships xmlns="http://schemas.openxmlformats.org/package/2006/relationships"><Relationship Id="rId8" Type="http://schemas.openxmlformats.org/officeDocument/2006/relationships/image" Target="../media/image555.png"/><Relationship Id="rId13" Type="http://schemas.openxmlformats.org/officeDocument/2006/relationships/customXml" Target="../ink/ink426.xml"/><Relationship Id="rId18" Type="http://schemas.openxmlformats.org/officeDocument/2006/relationships/image" Target="../media/image561.png"/><Relationship Id="rId3" Type="http://schemas.openxmlformats.org/officeDocument/2006/relationships/customXml" Target="../ink/ink421.xml"/><Relationship Id="rId21" Type="http://schemas.openxmlformats.org/officeDocument/2006/relationships/customXml" Target="../ink/ink430.xml"/><Relationship Id="rId7" Type="http://schemas.openxmlformats.org/officeDocument/2006/relationships/customXml" Target="../ink/ink423.xml"/><Relationship Id="rId12" Type="http://schemas.openxmlformats.org/officeDocument/2006/relationships/image" Target="../media/image557.png"/><Relationship Id="rId17" Type="http://schemas.openxmlformats.org/officeDocument/2006/relationships/customXml" Target="../ink/ink428.xml"/><Relationship Id="rId2" Type="http://schemas.openxmlformats.org/officeDocument/2006/relationships/image" Target="../media/image552.png"/><Relationship Id="rId16" Type="http://schemas.openxmlformats.org/officeDocument/2006/relationships/image" Target="../media/image559.png"/><Relationship Id="rId20" Type="http://schemas.openxmlformats.org/officeDocument/2006/relationships/image" Target="../media/image562.png"/><Relationship Id="rId1" Type="http://schemas.openxmlformats.org/officeDocument/2006/relationships/slideLayout" Target="../slideLayouts/slideLayout2.xml"/><Relationship Id="rId6" Type="http://schemas.openxmlformats.org/officeDocument/2006/relationships/image" Target="../media/image554.png"/><Relationship Id="rId11" Type="http://schemas.openxmlformats.org/officeDocument/2006/relationships/customXml" Target="../ink/ink425.xml"/><Relationship Id="rId24" Type="http://schemas.openxmlformats.org/officeDocument/2006/relationships/image" Target="../media/image564.png"/><Relationship Id="rId5" Type="http://schemas.openxmlformats.org/officeDocument/2006/relationships/customXml" Target="../ink/ink422.xml"/><Relationship Id="rId15" Type="http://schemas.openxmlformats.org/officeDocument/2006/relationships/customXml" Target="../ink/ink427.xml"/><Relationship Id="rId23" Type="http://schemas.openxmlformats.org/officeDocument/2006/relationships/customXml" Target="../ink/ink431.xml"/><Relationship Id="rId10" Type="http://schemas.openxmlformats.org/officeDocument/2006/relationships/image" Target="../media/image556.png"/><Relationship Id="rId19" Type="http://schemas.openxmlformats.org/officeDocument/2006/relationships/customXml" Target="../ink/ink429.xml"/><Relationship Id="rId4" Type="http://schemas.openxmlformats.org/officeDocument/2006/relationships/image" Target="../media/image553.png"/><Relationship Id="rId9" Type="http://schemas.openxmlformats.org/officeDocument/2006/relationships/customXml" Target="../ink/ink424.xml"/><Relationship Id="rId14" Type="http://schemas.openxmlformats.org/officeDocument/2006/relationships/image" Target="../media/image558.png"/><Relationship Id="rId22" Type="http://schemas.openxmlformats.org/officeDocument/2006/relationships/image" Target="../media/image563.png"/></Relationships>
</file>

<file path=ppt/slides/_rels/slide143.xml.rels><?xml version="1.0" encoding="UTF-8" standalone="yes"?>
<Relationships xmlns="http://schemas.openxmlformats.org/package/2006/relationships"><Relationship Id="rId8" Type="http://schemas.openxmlformats.org/officeDocument/2006/relationships/image" Target="../media/image569.png"/><Relationship Id="rId3" Type="http://schemas.openxmlformats.org/officeDocument/2006/relationships/image" Target="../media/image566.png"/><Relationship Id="rId7" Type="http://schemas.openxmlformats.org/officeDocument/2006/relationships/customXml" Target="../ink/ink433.xml"/><Relationship Id="rId12" Type="http://schemas.openxmlformats.org/officeDocument/2006/relationships/image" Target="../media/image572.png"/><Relationship Id="rId2" Type="http://schemas.openxmlformats.org/officeDocument/2006/relationships/image" Target="../media/image565.png"/><Relationship Id="rId1" Type="http://schemas.openxmlformats.org/officeDocument/2006/relationships/slideLayout" Target="../slideLayouts/slideLayout1.xml"/><Relationship Id="rId6" Type="http://schemas.openxmlformats.org/officeDocument/2006/relationships/image" Target="../media/image568.png"/><Relationship Id="rId11" Type="http://schemas.openxmlformats.org/officeDocument/2006/relationships/customXml" Target="../ink/ink435.xml"/><Relationship Id="rId5" Type="http://schemas.openxmlformats.org/officeDocument/2006/relationships/customXml" Target="../ink/ink432.xml"/><Relationship Id="rId10" Type="http://schemas.openxmlformats.org/officeDocument/2006/relationships/image" Target="../media/image571.png"/><Relationship Id="rId4" Type="http://schemas.openxmlformats.org/officeDocument/2006/relationships/image" Target="../media/image567.png"/><Relationship Id="rId9" Type="http://schemas.openxmlformats.org/officeDocument/2006/relationships/customXml" Target="../ink/ink434.xml"/></Relationships>
</file>

<file path=ppt/slides/_rels/slide144.xml.rels><?xml version="1.0" encoding="UTF-8" standalone="yes"?>
<Relationships xmlns="http://schemas.openxmlformats.org/package/2006/relationships"><Relationship Id="rId18" Type="http://schemas.openxmlformats.org/officeDocument/2006/relationships/customXml" Target="../ink/ink439.xml"/><Relationship Id="rId26" Type="http://schemas.openxmlformats.org/officeDocument/2006/relationships/customXml" Target="../ink/ink443.xml"/><Relationship Id="rId39" Type="http://schemas.openxmlformats.org/officeDocument/2006/relationships/image" Target="../media/image584.png"/><Relationship Id="rId21" Type="http://schemas.openxmlformats.org/officeDocument/2006/relationships/image" Target="../media/image574.png"/><Relationship Id="rId34" Type="http://schemas.openxmlformats.org/officeDocument/2006/relationships/customXml" Target="../ink/ink447.xml"/><Relationship Id="rId42" Type="http://schemas.openxmlformats.org/officeDocument/2006/relationships/customXml" Target="../ink/ink451.xml"/><Relationship Id="rId7" Type="http://schemas.openxmlformats.org/officeDocument/2006/relationships/image" Target="../media/image1790.png"/><Relationship Id="rId17" Type="http://schemas.openxmlformats.org/officeDocument/2006/relationships/image" Target="../media/image1840.png"/><Relationship Id="rId25" Type="http://schemas.openxmlformats.org/officeDocument/2006/relationships/image" Target="../media/image576.png"/><Relationship Id="rId33" Type="http://schemas.openxmlformats.org/officeDocument/2006/relationships/image" Target="../media/image581.png"/><Relationship Id="rId38" Type="http://schemas.openxmlformats.org/officeDocument/2006/relationships/customXml" Target="../ink/ink449.xml"/><Relationship Id="rId2" Type="http://schemas.openxmlformats.org/officeDocument/2006/relationships/image" Target="../media/image573.png"/><Relationship Id="rId20" Type="http://schemas.openxmlformats.org/officeDocument/2006/relationships/customXml" Target="../ink/ink440.xml"/><Relationship Id="rId29" Type="http://schemas.openxmlformats.org/officeDocument/2006/relationships/image" Target="../media/image578.png"/><Relationship Id="rId41" Type="http://schemas.openxmlformats.org/officeDocument/2006/relationships/image" Target="../media/image585.png"/><Relationship Id="rId1" Type="http://schemas.openxmlformats.org/officeDocument/2006/relationships/slideLayout" Target="../slideLayouts/slideLayout2.xml"/><Relationship Id="rId6" Type="http://schemas.openxmlformats.org/officeDocument/2006/relationships/customXml" Target="../ink/ink437.xml"/><Relationship Id="rId24" Type="http://schemas.openxmlformats.org/officeDocument/2006/relationships/customXml" Target="../ink/ink442.xml"/><Relationship Id="rId32" Type="http://schemas.openxmlformats.org/officeDocument/2006/relationships/customXml" Target="../ink/ink446.xml"/><Relationship Id="rId37" Type="http://schemas.openxmlformats.org/officeDocument/2006/relationships/image" Target="../media/image583.png"/><Relationship Id="rId40" Type="http://schemas.openxmlformats.org/officeDocument/2006/relationships/customXml" Target="../ink/ink450.xml"/><Relationship Id="rId45" Type="http://schemas.openxmlformats.org/officeDocument/2006/relationships/image" Target="../media/image587.png"/><Relationship Id="rId5" Type="http://schemas.openxmlformats.org/officeDocument/2006/relationships/image" Target="../media/image1780.png"/><Relationship Id="rId23" Type="http://schemas.openxmlformats.org/officeDocument/2006/relationships/image" Target="../media/image575.png"/><Relationship Id="rId28" Type="http://schemas.openxmlformats.org/officeDocument/2006/relationships/customXml" Target="../ink/ink444.xml"/><Relationship Id="rId36" Type="http://schemas.openxmlformats.org/officeDocument/2006/relationships/customXml" Target="../ink/ink448.xml"/><Relationship Id="rId19" Type="http://schemas.openxmlformats.org/officeDocument/2006/relationships/image" Target="../media/image1850.png"/><Relationship Id="rId31" Type="http://schemas.openxmlformats.org/officeDocument/2006/relationships/image" Target="../media/image579.png"/><Relationship Id="rId44" Type="http://schemas.openxmlformats.org/officeDocument/2006/relationships/customXml" Target="../ink/ink452.xml"/><Relationship Id="rId4" Type="http://schemas.openxmlformats.org/officeDocument/2006/relationships/customXml" Target="../ink/ink436.xml"/><Relationship Id="rId22" Type="http://schemas.openxmlformats.org/officeDocument/2006/relationships/customXml" Target="../ink/ink441.xml"/><Relationship Id="rId27" Type="http://schemas.openxmlformats.org/officeDocument/2006/relationships/image" Target="../media/image577.png"/><Relationship Id="rId30" Type="http://schemas.openxmlformats.org/officeDocument/2006/relationships/customXml" Target="../ink/ink445.xml"/><Relationship Id="rId35" Type="http://schemas.openxmlformats.org/officeDocument/2006/relationships/image" Target="../media/image582.png"/><Relationship Id="rId43" Type="http://schemas.openxmlformats.org/officeDocument/2006/relationships/image" Target="../media/image586.png"/><Relationship Id="rId8" Type="http://schemas.openxmlformats.org/officeDocument/2006/relationships/customXml" Target="../ink/ink438.xml"/><Relationship Id="rId3" Type="http://schemas.openxmlformats.org/officeDocument/2006/relationships/image" Target="../media/image566.png"/></Relationships>
</file>

<file path=ppt/slides/_rels/slide145.xml.rels><?xml version="1.0" encoding="UTF-8" standalone="yes"?>
<Relationships xmlns="http://schemas.openxmlformats.org/package/2006/relationships"><Relationship Id="rId26" Type="http://schemas.openxmlformats.org/officeDocument/2006/relationships/image" Target="../media/image602.png"/><Relationship Id="rId21" Type="http://schemas.openxmlformats.org/officeDocument/2006/relationships/customXml" Target="../ink/ink462.xml"/><Relationship Id="rId42" Type="http://schemas.openxmlformats.org/officeDocument/2006/relationships/image" Target="../media/image610.png"/><Relationship Id="rId47" Type="http://schemas.openxmlformats.org/officeDocument/2006/relationships/customXml" Target="../ink/ink475.xml"/><Relationship Id="rId63" Type="http://schemas.openxmlformats.org/officeDocument/2006/relationships/customXml" Target="../ink/ink483.xml"/><Relationship Id="rId68" Type="http://schemas.openxmlformats.org/officeDocument/2006/relationships/image" Target="../media/image624.png"/><Relationship Id="rId16" Type="http://schemas.openxmlformats.org/officeDocument/2006/relationships/image" Target="../media/image596.png"/><Relationship Id="rId11" Type="http://schemas.openxmlformats.org/officeDocument/2006/relationships/customXml" Target="../ink/ink457.xml"/><Relationship Id="rId24" Type="http://schemas.openxmlformats.org/officeDocument/2006/relationships/image" Target="../media/image601.png"/><Relationship Id="rId32" Type="http://schemas.openxmlformats.org/officeDocument/2006/relationships/image" Target="../media/image605.png"/><Relationship Id="rId37" Type="http://schemas.openxmlformats.org/officeDocument/2006/relationships/customXml" Target="../ink/ink470.xml"/><Relationship Id="rId40" Type="http://schemas.openxmlformats.org/officeDocument/2006/relationships/image" Target="../media/image609.png"/><Relationship Id="rId45" Type="http://schemas.openxmlformats.org/officeDocument/2006/relationships/customXml" Target="../ink/ink474.xml"/><Relationship Id="rId53" Type="http://schemas.openxmlformats.org/officeDocument/2006/relationships/customXml" Target="../ink/ink478.xml"/><Relationship Id="rId58" Type="http://schemas.openxmlformats.org/officeDocument/2006/relationships/image" Target="../media/image618.png"/><Relationship Id="rId66" Type="http://schemas.openxmlformats.org/officeDocument/2006/relationships/image" Target="../media/image623.png"/><Relationship Id="rId74" Type="http://schemas.openxmlformats.org/officeDocument/2006/relationships/image" Target="../media/image627.png"/><Relationship Id="rId79" Type="http://schemas.openxmlformats.org/officeDocument/2006/relationships/customXml" Target="../ink/ink491.xml"/><Relationship Id="rId5" Type="http://schemas.openxmlformats.org/officeDocument/2006/relationships/customXml" Target="../ink/ink454.xml"/><Relationship Id="rId61" Type="http://schemas.openxmlformats.org/officeDocument/2006/relationships/customXml" Target="../ink/ink482.xml"/><Relationship Id="rId19" Type="http://schemas.openxmlformats.org/officeDocument/2006/relationships/customXml" Target="../ink/ink461.xml"/><Relationship Id="rId14" Type="http://schemas.openxmlformats.org/officeDocument/2006/relationships/image" Target="../media/image595.png"/><Relationship Id="rId22" Type="http://schemas.openxmlformats.org/officeDocument/2006/relationships/image" Target="../media/image599.png"/><Relationship Id="rId27" Type="http://schemas.openxmlformats.org/officeDocument/2006/relationships/customXml" Target="../ink/ink465.xml"/><Relationship Id="rId30" Type="http://schemas.openxmlformats.org/officeDocument/2006/relationships/image" Target="../media/image604.png"/><Relationship Id="rId35" Type="http://schemas.openxmlformats.org/officeDocument/2006/relationships/customXml" Target="../ink/ink469.xml"/><Relationship Id="rId43" Type="http://schemas.openxmlformats.org/officeDocument/2006/relationships/customXml" Target="../ink/ink473.xml"/><Relationship Id="rId48" Type="http://schemas.openxmlformats.org/officeDocument/2006/relationships/image" Target="../media/image613.png"/><Relationship Id="rId56" Type="http://schemas.openxmlformats.org/officeDocument/2006/relationships/image" Target="../media/image617.png"/><Relationship Id="rId64" Type="http://schemas.openxmlformats.org/officeDocument/2006/relationships/image" Target="../media/image622.png"/><Relationship Id="rId69" Type="http://schemas.openxmlformats.org/officeDocument/2006/relationships/customXml" Target="../ink/ink486.xml"/><Relationship Id="rId77" Type="http://schemas.openxmlformats.org/officeDocument/2006/relationships/customXml" Target="../ink/ink490.xml"/><Relationship Id="rId8" Type="http://schemas.openxmlformats.org/officeDocument/2006/relationships/image" Target="../media/image592.png"/><Relationship Id="rId51" Type="http://schemas.openxmlformats.org/officeDocument/2006/relationships/customXml" Target="../ink/ink477.xml"/><Relationship Id="rId72" Type="http://schemas.openxmlformats.org/officeDocument/2006/relationships/image" Target="../media/image626.png"/><Relationship Id="rId80" Type="http://schemas.openxmlformats.org/officeDocument/2006/relationships/image" Target="../media/image631.png"/><Relationship Id="rId3" Type="http://schemas.openxmlformats.org/officeDocument/2006/relationships/customXml" Target="../ink/ink453.xml"/><Relationship Id="rId12" Type="http://schemas.openxmlformats.org/officeDocument/2006/relationships/image" Target="../media/image594.png"/><Relationship Id="rId17" Type="http://schemas.openxmlformats.org/officeDocument/2006/relationships/customXml" Target="../ink/ink460.xml"/><Relationship Id="rId25" Type="http://schemas.openxmlformats.org/officeDocument/2006/relationships/customXml" Target="../ink/ink464.xml"/><Relationship Id="rId33" Type="http://schemas.openxmlformats.org/officeDocument/2006/relationships/customXml" Target="../ink/ink468.xml"/><Relationship Id="rId38" Type="http://schemas.openxmlformats.org/officeDocument/2006/relationships/image" Target="../media/image608.png"/><Relationship Id="rId46" Type="http://schemas.openxmlformats.org/officeDocument/2006/relationships/image" Target="../media/image612.png"/><Relationship Id="rId59" Type="http://schemas.openxmlformats.org/officeDocument/2006/relationships/customXml" Target="../ink/ink481.xml"/><Relationship Id="rId67" Type="http://schemas.openxmlformats.org/officeDocument/2006/relationships/customXml" Target="../ink/ink485.xml"/><Relationship Id="rId20" Type="http://schemas.openxmlformats.org/officeDocument/2006/relationships/image" Target="../media/image598.png"/><Relationship Id="rId41" Type="http://schemas.openxmlformats.org/officeDocument/2006/relationships/customXml" Target="../ink/ink472.xml"/><Relationship Id="rId54" Type="http://schemas.openxmlformats.org/officeDocument/2006/relationships/image" Target="../media/image616.png"/><Relationship Id="rId62" Type="http://schemas.openxmlformats.org/officeDocument/2006/relationships/image" Target="../media/image621.png"/><Relationship Id="rId70" Type="http://schemas.openxmlformats.org/officeDocument/2006/relationships/image" Target="../media/image625.png"/><Relationship Id="rId75" Type="http://schemas.openxmlformats.org/officeDocument/2006/relationships/customXml" Target="../ink/ink489.xml"/><Relationship Id="rId1" Type="http://schemas.openxmlformats.org/officeDocument/2006/relationships/slideLayout" Target="../slideLayouts/slideLayout2.xml"/><Relationship Id="rId6" Type="http://schemas.openxmlformats.org/officeDocument/2006/relationships/image" Target="../media/image591.png"/><Relationship Id="rId15" Type="http://schemas.openxmlformats.org/officeDocument/2006/relationships/customXml" Target="../ink/ink459.xml"/><Relationship Id="rId23" Type="http://schemas.openxmlformats.org/officeDocument/2006/relationships/customXml" Target="../ink/ink463.xml"/><Relationship Id="rId28" Type="http://schemas.openxmlformats.org/officeDocument/2006/relationships/image" Target="../media/image603.png"/><Relationship Id="rId36" Type="http://schemas.openxmlformats.org/officeDocument/2006/relationships/image" Target="../media/image607.png"/><Relationship Id="rId49" Type="http://schemas.openxmlformats.org/officeDocument/2006/relationships/customXml" Target="../ink/ink476.xml"/><Relationship Id="rId57" Type="http://schemas.openxmlformats.org/officeDocument/2006/relationships/customXml" Target="../ink/ink480.xml"/><Relationship Id="rId10" Type="http://schemas.openxmlformats.org/officeDocument/2006/relationships/image" Target="../media/image593.png"/><Relationship Id="rId31" Type="http://schemas.openxmlformats.org/officeDocument/2006/relationships/customXml" Target="../ink/ink467.xml"/><Relationship Id="rId44" Type="http://schemas.openxmlformats.org/officeDocument/2006/relationships/image" Target="../media/image611.png"/><Relationship Id="rId52" Type="http://schemas.openxmlformats.org/officeDocument/2006/relationships/image" Target="../media/image615.png"/><Relationship Id="rId60" Type="http://schemas.openxmlformats.org/officeDocument/2006/relationships/image" Target="../media/image619.png"/><Relationship Id="rId65" Type="http://schemas.openxmlformats.org/officeDocument/2006/relationships/customXml" Target="../ink/ink484.xml"/><Relationship Id="rId73" Type="http://schemas.openxmlformats.org/officeDocument/2006/relationships/customXml" Target="../ink/ink488.xml"/><Relationship Id="rId78" Type="http://schemas.openxmlformats.org/officeDocument/2006/relationships/image" Target="../media/image629.png"/><Relationship Id="rId4" Type="http://schemas.openxmlformats.org/officeDocument/2006/relationships/image" Target="../media/image589.png"/><Relationship Id="rId9" Type="http://schemas.openxmlformats.org/officeDocument/2006/relationships/customXml" Target="../ink/ink456.xml"/><Relationship Id="rId13" Type="http://schemas.openxmlformats.org/officeDocument/2006/relationships/customXml" Target="../ink/ink458.xml"/><Relationship Id="rId18" Type="http://schemas.openxmlformats.org/officeDocument/2006/relationships/image" Target="../media/image597.png"/><Relationship Id="rId39" Type="http://schemas.openxmlformats.org/officeDocument/2006/relationships/customXml" Target="../ink/ink471.xml"/><Relationship Id="rId34" Type="http://schemas.openxmlformats.org/officeDocument/2006/relationships/image" Target="../media/image606.png"/><Relationship Id="rId50" Type="http://schemas.openxmlformats.org/officeDocument/2006/relationships/image" Target="../media/image614.png"/><Relationship Id="rId55" Type="http://schemas.openxmlformats.org/officeDocument/2006/relationships/customXml" Target="../ink/ink479.xml"/><Relationship Id="rId76" Type="http://schemas.openxmlformats.org/officeDocument/2006/relationships/image" Target="../media/image628.png"/><Relationship Id="rId7" Type="http://schemas.openxmlformats.org/officeDocument/2006/relationships/customXml" Target="../ink/ink455.xml"/><Relationship Id="rId71" Type="http://schemas.openxmlformats.org/officeDocument/2006/relationships/customXml" Target="../ink/ink487.xml"/><Relationship Id="rId2" Type="http://schemas.openxmlformats.org/officeDocument/2006/relationships/image" Target="../media/image588.png"/><Relationship Id="rId29" Type="http://schemas.openxmlformats.org/officeDocument/2006/relationships/customXml" Target="../ink/ink466.xml"/></Relationships>
</file>

<file path=ppt/slides/_rels/slide146.xml.rels><?xml version="1.0" encoding="UTF-8" standalone="yes"?>
<Relationships xmlns="http://schemas.openxmlformats.org/package/2006/relationships"><Relationship Id="rId13" Type="http://schemas.openxmlformats.org/officeDocument/2006/relationships/image" Target="../media/image634.png"/><Relationship Id="rId18" Type="http://schemas.openxmlformats.org/officeDocument/2006/relationships/image" Target="../media/image1970.png"/><Relationship Id="rId26" Type="http://schemas.openxmlformats.org/officeDocument/2006/relationships/image" Target="../media/image636.png"/><Relationship Id="rId39" Type="http://schemas.openxmlformats.org/officeDocument/2006/relationships/customXml" Target="../ink/ink506.xml"/><Relationship Id="rId21" Type="http://schemas.openxmlformats.org/officeDocument/2006/relationships/customXml" Target="../ink/ink499.xml"/><Relationship Id="rId34" Type="http://schemas.openxmlformats.org/officeDocument/2006/relationships/image" Target="../media/image641.png"/><Relationship Id="rId42" Type="http://schemas.openxmlformats.org/officeDocument/2006/relationships/image" Target="../media/image645.png"/><Relationship Id="rId47" Type="http://schemas.openxmlformats.org/officeDocument/2006/relationships/customXml" Target="../ink/ink510.xml"/><Relationship Id="rId50" Type="http://schemas.openxmlformats.org/officeDocument/2006/relationships/image" Target="../media/image649.png"/><Relationship Id="rId7" Type="http://schemas.openxmlformats.org/officeDocument/2006/relationships/image" Target="../media/image588.png"/><Relationship Id="rId2" Type="http://schemas.openxmlformats.org/officeDocument/2006/relationships/image" Target="../media/image632.png"/><Relationship Id="rId16" Type="http://schemas.openxmlformats.org/officeDocument/2006/relationships/image" Target="../media/image566.png"/><Relationship Id="rId29" Type="http://schemas.openxmlformats.org/officeDocument/2006/relationships/customXml" Target="../ink/ink501.xml"/><Relationship Id="rId11" Type="http://schemas.openxmlformats.org/officeDocument/2006/relationships/image" Target="../media/image1930.png"/><Relationship Id="rId24" Type="http://schemas.openxmlformats.org/officeDocument/2006/relationships/image" Target="../media/image2000.png"/><Relationship Id="rId32" Type="http://schemas.openxmlformats.org/officeDocument/2006/relationships/image" Target="../media/image640.png"/><Relationship Id="rId37" Type="http://schemas.openxmlformats.org/officeDocument/2006/relationships/customXml" Target="../ink/ink505.xml"/><Relationship Id="rId40" Type="http://schemas.openxmlformats.org/officeDocument/2006/relationships/image" Target="../media/image644.png"/><Relationship Id="rId45" Type="http://schemas.openxmlformats.org/officeDocument/2006/relationships/customXml" Target="../ink/ink509.xml"/><Relationship Id="rId5" Type="http://schemas.openxmlformats.org/officeDocument/2006/relationships/customXml" Target="../ink/ink493.xml"/><Relationship Id="rId15" Type="http://schemas.openxmlformats.org/officeDocument/2006/relationships/image" Target="../media/image1960.png"/><Relationship Id="rId23" Type="http://schemas.openxmlformats.org/officeDocument/2006/relationships/customXml" Target="../ink/ink500.xml"/><Relationship Id="rId28" Type="http://schemas.openxmlformats.org/officeDocument/2006/relationships/image" Target="../media/image638.png"/><Relationship Id="rId36" Type="http://schemas.openxmlformats.org/officeDocument/2006/relationships/image" Target="../media/image642.png"/><Relationship Id="rId49" Type="http://schemas.openxmlformats.org/officeDocument/2006/relationships/customXml" Target="../ink/ink511.xml"/><Relationship Id="rId10" Type="http://schemas.openxmlformats.org/officeDocument/2006/relationships/customXml" Target="../ink/ink495.xml"/><Relationship Id="rId19" Type="http://schemas.openxmlformats.org/officeDocument/2006/relationships/customXml" Target="../ink/ink498.xml"/><Relationship Id="rId31" Type="http://schemas.openxmlformats.org/officeDocument/2006/relationships/customXml" Target="../ink/ink502.xml"/><Relationship Id="rId44" Type="http://schemas.openxmlformats.org/officeDocument/2006/relationships/image" Target="../media/image646.png"/><Relationship Id="rId52" Type="http://schemas.openxmlformats.org/officeDocument/2006/relationships/image" Target="../media/image651.png"/><Relationship Id="rId4" Type="http://schemas.openxmlformats.org/officeDocument/2006/relationships/image" Target="../media/image1900.png"/><Relationship Id="rId9" Type="http://schemas.openxmlformats.org/officeDocument/2006/relationships/image" Target="../media/image1920.png"/><Relationship Id="rId14" Type="http://schemas.openxmlformats.org/officeDocument/2006/relationships/customXml" Target="../ink/ink496.xml"/><Relationship Id="rId22" Type="http://schemas.openxmlformats.org/officeDocument/2006/relationships/image" Target="../media/image1990.png"/><Relationship Id="rId27" Type="http://schemas.openxmlformats.org/officeDocument/2006/relationships/image" Target="../media/image637.png"/><Relationship Id="rId30" Type="http://schemas.openxmlformats.org/officeDocument/2006/relationships/image" Target="../media/image639.png"/><Relationship Id="rId35" Type="http://schemas.openxmlformats.org/officeDocument/2006/relationships/customXml" Target="../ink/ink504.xml"/><Relationship Id="rId43" Type="http://schemas.openxmlformats.org/officeDocument/2006/relationships/customXml" Target="../ink/ink508.xml"/><Relationship Id="rId48" Type="http://schemas.openxmlformats.org/officeDocument/2006/relationships/image" Target="../media/image648.png"/><Relationship Id="rId8" Type="http://schemas.openxmlformats.org/officeDocument/2006/relationships/customXml" Target="../ink/ink494.xml"/><Relationship Id="rId51" Type="http://schemas.openxmlformats.org/officeDocument/2006/relationships/customXml" Target="../ink/ink512.xml"/><Relationship Id="rId3" Type="http://schemas.openxmlformats.org/officeDocument/2006/relationships/customXml" Target="../ink/ink492.xml"/><Relationship Id="rId12" Type="http://schemas.openxmlformats.org/officeDocument/2006/relationships/image" Target="../media/image633.png"/><Relationship Id="rId17" Type="http://schemas.openxmlformats.org/officeDocument/2006/relationships/customXml" Target="../ink/ink497.xml"/><Relationship Id="rId25" Type="http://schemas.openxmlformats.org/officeDocument/2006/relationships/image" Target="../media/image635.png"/><Relationship Id="rId33" Type="http://schemas.openxmlformats.org/officeDocument/2006/relationships/customXml" Target="../ink/ink503.xml"/><Relationship Id="rId38" Type="http://schemas.openxmlformats.org/officeDocument/2006/relationships/image" Target="../media/image643.png"/><Relationship Id="rId46" Type="http://schemas.openxmlformats.org/officeDocument/2006/relationships/image" Target="../media/image647.png"/><Relationship Id="rId20" Type="http://schemas.openxmlformats.org/officeDocument/2006/relationships/image" Target="../media/image1980.png"/><Relationship Id="rId41" Type="http://schemas.openxmlformats.org/officeDocument/2006/relationships/customXml" Target="../ink/ink507.xml"/><Relationship Id="rId1" Type="http://schemas.openxmlformats.org/officeDocument/2006/relationships/slideLayout" Target="../slideLayouts/slideLayout2.xml"/><Relationship Id="rId6" Type="http://schemas.openxmlformats.org/officeDocument/2006/relationships/image" Target="../media/image1910.png"/></Relationships>
</file>

<file path=ppt/slides/_rels/slide147.xml.rels><?xml version="1.0" encoding="UTF-8" standalone="yes"?>
<Relationships xmlns="http://schemas.openxmlformats.org/package/2006/relationships"><Relationship Id="rId13" Type="http://schemas.openxmlformats.org/officeDocument/2006/relationships/customXml" Target="../ink/ink518.xml"/><Relationship Id="rId18" Type="http://schemas.openxmlformats.org/officeDocument/2006/relationships/image" Target="../media/image659.png"/><Relationship Id="rId26" Type="http://schemas.openxmlformats.org/officeDocument/2006/relationships/image" Target="../media/image663.png"/><Relationship Id="rId21" Type="http://schemas.openxmlformats.org/officeDocument/2006/relationships/customXml" Target="../ink/ink522.xml"/><Relationship Id="rId34" Type="http://schemas.openxmlformats.org/officeDocument/2006/relationships/image" Target="../media/image667.png"/><Relationship Id="rId7" Type="http://schemas.openxmlformats.org/officeDocument/2006/relationships/customXml" Target="../ink/ink515.xml"/><Relationship Id="rId12" Type="http://schemas.openxmlformats.org/officeDocument/2006/relationships/image" Target="../media/image656.png"/><Relationship Id="rId17" Type="http://schemas.openxmlformats.org/officeDocument/2006/relationships/customXml" Target="../ink/ink520.xml"/><Relationship Id="rId25" Type="http://schemas.openxmlformats.org/officeDocument/2006/relationships/customXml" Target="../ink/ink524.xml"/><Relationship Id="rId33" Type="http://schemas.openxmlformats.org/officeDocument/2006/relationships/customXml" Target="../ink/ink528.xml"/><Relationship Id="rId38" Type="http://schemas.openxmlformats.org/officeDocument/2006/relationships/image" Target="../media/image669.png"/><Relationship Id="rId2" Type="http://schemas.openxmlformats.org/officeDocument/2006/relationships/image" Target="../media/image632.png"/><Relationship Id="rId16" Type="http://schemas.openxmlformats.org/officeDocument/2006/relationships/image" Target="../media/image658.png"/><Relationship Id="rId20" Type="http://schemas.openxmlformats.org/officeDocument/2006/relationships/image" Target="../media/image660.png"/><Relationship Id="rId29" Type="http://schemas.openxmlformats.org/officeDocument/2006/relationships/customXml" Target="../ink/ink526.xml"/><Relationship Id="rId1" Type="http://schemas.openxmlformats.org/officeDocument/2006/relationships/slideLayout" Target="../slideLayouts/slideLayout2.xml"/><Relationship Id="rId6" Type="http://schemas.openxmlformats.org/officeDocument/2006/relationships/image" Target="../media/image653.png"/><Relationship Id="rId11" Type="http://schemas.openxmlformats.org/officeDocument/2006/relationships/customXml" Target="../ink/ink517.xml"/><Relationship Id="rId24" Type="http://schemas.openxmlformats.org/officeDocument/2006/relationships/image" Target="../media/image662.png"/><Relationship Id="rId32" Type="http://schemas.openxmlformats.org/officeDocument/2006/relationships/image" Target="../media/image666.png"/><Relationship Id="rId37" Type="http://schemas.openxmlformats.org/officeDocument/2006/relationships/customXml" Target="../ink/ink530.xml"/><Relationship Id="rId5" Type="http://schemas.openxmlformats.org/officeDocument/2006/relationships/customXml" Target="../ink/ink514.xml"/><Relationship Id="rId15" Type="http://schemas.openxmlformats.org/officeDocument/2006/relationships/customXml" Target="../ink/ink519.xml"/><Relationship Id="rId23" Type="http://schemas.openxmlformats.org/officeDocument/2006/relationships/customXml" Target="../ink/ink523.xml"/><Relationship Id="rId28" Type="http://schemas.openxmlformats.org/officeDocument/2006/relationships/image" Target="../media/image664.png"/><Relationship Id="rId36" Type="http://schemas.openxmlformats.org/officeDocument/2006/relationships/image" Target="../media/image668.png"/><Relationship Id="rId10" Type="http://schemas.openxmlformats.org/officeDocument/2006/relationships/image" Target="../media/image655.png"/><Relationship Id="rId19" Type="http://schemas.openxmlformats.org/officeDocument/2006/relationships/customXml" Target="../ink/ink521.xml"/><Relationship Id="rId31" Type="http://schemas.openxmlformats.org/officeDocument/2006/relationships/customXml" Target="../ink/ink527.xml"/><Relationship Id="rId4" Type="http://schemas.openxmlformats.org/officeDocument/2006/relationships/image" Target="../media/image652.png"/><Relationship Id="rId9" Type="http://schemas.openxmlformats.org/officeDocument/2006/relationships/customXml" Target="../ink/ink516.xml"/><Relationship Id="rId14" Type="http://schemas.openxmlformats.org/officeDocument/2006/relationships/image" Target="../media/image657.png"/><Relationship Id="rId22" Type="http://schemas.openxmlformats.org/officeDocument/2006/relationships/image" Target="../media/image661.png"/><Relationship Id="rId27" Type="http://schemas.openxmlformats.org/officeDocument/2006/relationships/customXml" Target="../ink/ink525.xml"/><Relationship Id="rId30" Type="http://schemas.openxmlformats.org/officeDocument/2006/relationships/image" Target="../media/image665.png"/><Relationship Id="rId35" Type="http://schemas.openxmlformats.org/officeDocument/2006/relationships/customXml" Target="../ink/ink529.xml"/><Relationship Id="rId8" Type="http://schemas.openxmlformats.org/officeDocument/2006/relationships/image" Target="../media/image654.png"/><Relationship Id="rId3" Type="http://schemas.openxmlformats.org/officeDocument/2006/relationships/customXml" Target="../ink/ink513.xml"/></Relationships>
</file>

<file path=ppt/slides/_rels/slide148.xml.rels><?xml version="1.0" encoding="UTF-8" standalone="yes"?>
<Relationships xmlns="http://schemas.openxmlformats.org/package/2006/relationships"><Relationship Id="rId3" Type="http://schemas.openxmlformats.org/officeDocument/2006/relationships/image" Target="../media/image632.png"/><Relationship Id="rId2" Type="http://schemas.openxmlformats.org/officeDocument/2006/relationships/image" Target="../media/image67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671.png"/><Relationship Id="rId2" Type="http://schemas.openxmlformats.org/officeDocument/2006/relationships/image" Target="../media/image672.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customXml" Target="../ink/ink531.xml"/><Relationship Id="rId2" Type="http://schemas.openxmlformats.org/officeDocument/2006/relationships/image" Target="../media/image673.png"/><Relationship Id="rId1" Type="http://schemas.openxmlformats.org/officeDocument/2006/relationships/slideLayout" Target="../slideLayouts/slideLayout2.xml"/><Relationship Id="rId6" Type="http://schemas.openxmlformats.org/officeDocument/2006/relationships/image" Target="../media/image675.png"/><Relationship Id="rId5" Type="http://schemas.openxmlformats.org/officeDocument/2006/relationships/customXml" Target="../ink/ink532.xml"/><Relationship Id="rId4" Type="http://schemas.openxmlformats.org/officeDocument/2006/relationships/image" Target="../media/image674.png"/></Relationships>
</file>

<file path=ppt/slides/_rels/slide151.xml.rels><?xml version="1.0" encoding="UTF-8" standalone="yes"?>
<Relationships xmlns="http://schemas.openxmlformats.org/package/2006/relationships"><Relationship Id="rId3" Type="http://schemas.openxmlformats.org/officeDocument/2006/relationships/image" Target="../media/image677.png"/><Relationship Id="rId2" Type="http://schemas.openxmlformats.org/officeDocument/2006/relationships/image" Target="../media/image676.png"/><Relationship Id="rId1" Type="http://schemas.openxmlformats.org/officeDocument/2006/relationships/slideLayout" Target="../slideLayouts/slideLayout2.xml"/><Relationship Id="rId4" Type="http://schemas.openxmlformats.org/officeDocument/2006/relationships/image" Target="../media/image678.png"/></Relationships>
</file>

<file path=ppt/slides/_rels/slide152.xml.rels><?xml version="1.0" encoding="UTF-8" standalone="yes"?>
<Relationships xmlns="http://schemas.openxmlformats.org/package/2006/relationships"><Relationship Id="rId8" Type="http://schemas.openxmlformats.org/officeDocument/2006/relationships/customXml" Target="../ink/ink535.xml"/><Relationship Id="rId3" Type="http://schemas.openxmlformats.org/officeDocument/2006/relationships/image" Target="../media/image680.png"/><Relationship Id="rId7" Type="http://schemas.openxmlformats.org/officeDocument/2006/relationships/image" Target="../media/image2170.png"/><Relationship Id="rId2" Type="http://schemas.openxmlformats.org/officeDocument/2006/relationships/image" Target="../media/image679.png"/><Relationship Id="rId1" Type="http://schemas.openxmlformats.org/officeDocument/2006/relationships/slideLayout" Target="../slideLayouts/slideLayout2.xml"/><Relationship Id="rId6" Type="http://schemas.openxmlformats.org/officeDocument/2006/relationships/customXml" Target="../ink/ink534.xml"/><Relationship Id="rId5" Type="http://schemas.openxmlformats.org/officeDocument/2006/relationships/image" Target="../media/image2160.png"/><Relationship Id="rId4" Type="http://schemas.openxmlformats.org/officeDocument/2006/relationships/customXml" Target="../ink/ink533.xml"/><Relationship Id="rId9" Type="http://schemas.openxmlformats.org/officeDocument/2006/relationships/image" Target="../media/image2180.png"/></Relationships>
</file>

<file path=ppt/slides/_rels/slide153.xml.rels><?xml version="1.0" encoding="UTF-8" standalone="yes"?>
<Relationships xmlns="http://schemas.openxmlformats.org/package/2006/relationships"><Relationship Id="rId2" Type="http://schemas.openxmlformats.org/officeDocument/2006/relationships/image" Target="../media/image681.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682.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3" Type="http://schemas.openxmlformats.org/officeDocument/2006/relationships/image" Target="../media/image2270.png"/><Relationship Id="rId18" Type="http://schemas.openxmlformats.org/officeDocument/2006/relationships/customXml" Target="../ink/ink543.xml"/><Relationship Id="rId26" Type="http://schemas.openxmlformats.org/officeDocument/2006/relationships/customXml" Target="../ink/ink547.xml"/><Relationship Id="rId3" Type="http://schemas.openxmlformats.org/officeDocument/2006/relationships/customXml" Target="../ink/ink536.xml"/><Relationship Id="rId21" Type="http://schemas.openxmlformats.org/officeDocument/2006/relationships/image" Target="../media/image2310.png"/><Relationship Id="rId7" Type="http://schemas.openxmlformats.org/officeDocument/2006/relationships/customXml" Target="../ink/ink538.xml"/><Relationship Id="rId12" Type="http://schemas.openxmlformats.org/officeDocument/2006/relationships/customXml" Target="../ink/ink540.xml"/><Relationship Id="rId17" Type="http://schemas.openxmlformats.org/officeDocument/2006/relationships/image" Target="../media/image685.png"/><Relationship Id="rId25" Type="http://schemas.openxmlformats.org/officeDocument/2006/relationships/image" Target="../media/image2330.png"/><Relationship Id="rId33" Type="http://schemas.openxmlformats.org/officeDocument/2006/relationships/image" Target="../media/image2370.png"/><Relationship Id="rId2" Type="http://schemas.openxmlformats.org/officeDocument/2006/relationships/image" Target="../media/image683.png"/><Relationship Id="rId16" Type="http://schemas.openxmlformats.org/officeDocument/2006/relationships/customXml" Target="../ink/ink542.xml"/><Relationship Id="rId20" Type="http://schemas.openxmlformats.org/officeDocument/2006/relationships/customXml" Target="../ink/ink544.xml"/><Relationship Id="rId29" Type="http://schemas.openxmlformats.org/officeDocument/2006/relationships/image" Target="../media/image2350.png"/><Relationship Id="rId1" Type="http://schemas.openxmlformats.org/officeDocument/2006/relationships/slideLayout" Target="../slideLayouts/slideLayout2.xml"/><Relationship Id="rId6" Type="http://schemas.openxmlformats.org/officeDocument/2006/relationships/image" Target="../media/image2230.png"/><Relationship Id="rId11" Type="http://schemas.openxmlformats.org/officeDocument/2006/relationships/image" Target="../media/image684.png"/><Relationship Id="rId24" Type="http://schemas.openxmlformats.org/officeDocument/2006/relationships/customXml" Target="../ink/ink546.xml"/><Relationship Id="rId32" Type="http://schemas.openxmlformats.org/officeDocument/2006/relationships/customXml" Target="../ink/ink550.xml"/><Relationship Id="rId5" Type="http://schemas.openxmlformats.org/officeDocument/2006/relationships/customXml" Target="../ink/ink537.xml"/><Relationship Id="rId15" Type="http://schemas.openxmlformats.org/officeDocument/2006/relationships/image" Target="../media/image2280.png"/><Relationship Id="rId23" Type="http://schemas.openxmlformats.org/officeDocument/2006/relationships/image" Target="../media/image2320.png"/><Relationship Id="rId28" Type="http://schemas.openxmlformats.org/officeDocument/2006/relationships/customXml" Target="../ink/ink548.xml"/><Relationship Id="rId10" Type="http://schemas.openxmlformats.org/officeDocument/2006/relationships/image" Target="../media/image2250.png"/><Relationship Id="rId19" Type="http://schemas.openxmlformats.org/officeDocument/2006/relationships/image" Target="../media/image2300.png"/><Relationship Id="rId31" Type="http://schemas.openxmlformats.org/officeDocument/2006/relationships/image" Target="../media/image2360.png"/><Relationship Id="rId4" Type="http://schemas.openxmlformats.org/officeDocument/2006/relationships/image" Target="../media/image2220.png"/><Relationship Id="rId9" Type="http://schemas.openxmlformats.org/officeDocument/2006/relationships/customXml" Target="../ink/ink539.xml"/><Relationship Id="rId14" Type="http://schemas.openxmlformats.org/officeDocument/2006/relationships/customXml" Target="../ink/ink541.xml"/><Relationship Id="rId22" Type="http://schemas.openxmlformats.org/officeDocument/2006/relationships/customXml" Target="../ink/ink545.xml"/><Relationship Id="rId27" Type="http://schemas.openxmlformats.org/officeDocument/2006/relationships/image" Target="../media/image2340.png"/><Relationship Id="rId30" Type="http://schemas.openxmlformats.org/officeDocument/2006/relationships/customXml" Target="../ink/ink549.xml"/><Relationship Id="rId8" Type="http://schemas.openxmlformats.org/officeDocument/2006/relationships/image" Target="../media/image2240.png"/></Relationships>
</file>

<file path=ppt/slides/_rels/slide156.xml.rels><?xml version="1.0" encoding="UTF-8" standalone="yes"?>
<Relationships xmlns="http://schemas.openxmlformats.org/package/2006/relationships"><Relationship Id="rId3" Type="http://schemas.openxmlformats.org/officeDocument/2006/relationships/image" Target="../media/image687.png"/><Relationship Id="rId2" Type="http://schemas.openxmlformats.org/officeDocument/2006/relationships/image" Target="../media/image68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688.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9.png"/><Relationship Id="rId1" Type="http://schemas.openxmlformats.org/officeDocument/2006/relationships/slideLayout" Target="../slideLayouts/slideLayout2.xml"/><Relationship Id="rId4" Type="http://schemas.openxmlformats.org/officeDocument/2006/relationships/image" Target="../media/image691.png"/></Relationships>
</file>

<file path=ppt/slides/_rels/slide159.xml.rels><?xml version="1.0" encoding="UTF-8" standalone="yes"?>
<Relationships xmlns="http://schemas.openxmlformats.org/package/2006/relationships"><Relationship Id="rId13" Type="http://schemas.openxmlformats.org/officeDocument/2006/relationships/customXml" Target="../ink/ink555.xml"/><Relationship Id="rId18" Type="http://schemas.openxmlformats.org/officeDocument/2006/relationships/image" Target="../media/image701.png"/><Relationship Id="rId26" Type="http://schemas.openxmlformats.org/officeDocument/2006/relationships/image" Target="../media/image705.png"/><Relationship Id="rId3" Type="http://schemas.openxmlformats.org/officeDocument/2006/relationships/image" Target="../media/image693.png"/><Relationship Id="rId21" Type="http://schemas.openxmlformats.org/officeDocument/2006/relationships/customXml" Target="../ink/ink559.xml"/><Relationship Id="rId34" Type="http://schemas.openxmlformats.org/officeDocument/2006/relationships/image" Target="../media/image709.png"/><Relationship Id="rId7" Type="http://schemas.openxmlformats.org/officeDocument/2006/relationships/customXml" Target="../ink/ink552.xml"/><Relationship Id="rId12" Type="http://schemas.openxmlformats.org/officeDocument/2006/relationships/image" Target="../media/image698.png"/><Relationship Id="rId17" Type="http://schemas.openxmlformats.org/officeDocument/2006/relationships/customXml" Target="../ink/ink557.xml"/><Relationship Id="rId25" Type="http://schemas.openxmlformats.org/officeDocument/2006/relationships/customXml" Target="../ink/ink561.xml"/><Relationship Id="rId33" Type="http://schemas.openxmlformats.org/officeDocument/2006/relationships/customXml" Target="../ink/ink565.xml"/><Relationship Id="rId2" Type="http://schemas.openxmlformats.org/officeDocument/2006/relationships/image" Target="../media/image692.png"/><Relationship Id="rId16" Type="http://schemas.openxmlformats.org/officeDocument/2006/relationships/image" Target="../media/image700.png"/><Relationship Id="rId20" Type="http://schemas.openxmlformats.org/officeDocument/2006/relationships/image" Target="../media/image702.png"/><Relationship Id="rId29" Type="http://schemas.openxmlformats.org/officeDocument/2006/relationships/customXml" Target="../ink/ink563.xml"/><Relationship Id="rId1" Type="http://schemas.openxmlformats.org/officeDocument/2006/relationships/slideLayout" Target="../slideLayouts/slideLayout2.xml"/><Relationship Id="rId6" Type="http://schemas.openxmlformats.org/officeDocument/2006/relationships/image" Target="../media/image695.png"/><Relationship Id="rId11" Type="http://schemas.openxmlformats.org/officeDocument/2006/relationships/customXml" Target="../ink/ink554.xml"/><Relationship Id="rId24" Type="http://schemas.openxmlformats.org/officeDocument/2006/relationships/image" Target="../media/image704.png"/><Relationship Id="rId32" Type="http://schemas.openxmlformats.org/officeDocument/2006/relationships/image" Target="../media/image708.png"/><Relationship Id="rId5" Type="http://schemas.openxmlformats.org/officeDocument/2006/relationships/customXml" Target="../ink/ink551.xml"/><Relationship Id="rId15" Type="http://schemas.openxmlformats.org/officeDocument/2006/relationships/customXml" Target="../ink/ink556.xml"/><Relationship Id="rId23" Type="http://schemas.openxmlformats.org/officeDocument/2006/relationships/customXml" Target="../ink/ink560.xml"/><Relationship Id="rId28" Type="http://schemas.openxmlformats.org/officeDocument/2006/relationships/image" Target="../media/image706.png"/><Relationship Id="rId10" Type="http://schemas.openxmlformats.org/officeDocument/2006/relationships/image" Target="../media/image697.png"/><Relationship Id="rId19" Type="http://schemas.openxmlformats.org/officeDocument/2006/relationships/customXml" Target="../ink/ink558.xml"/><Relationship Id="rId31" Type="http://schemas.openxmlformats.org/officeDocument/2006/relationships/customXml" Target="../ink/ink564.xml"/><Relationship Id="rId4" Type="http://schemas.openxmlformats.org/officeDocument/2006/relationships/image" Target="../media/image694.png"/><Relationship Id="rId9" Type="http://schemas.openxmlformats.org/officeDocument/2006/relationships/customXml" Target="../ink/ink553.xml"/><Relationship Id="rId14" Type="http://schemas.openxmlformats.org/officeDocument/2006/relationships/image" Target="../media/image699.png"/><Relationship Id="rId22" Type="http://schemas.openxmlformats.org/officeDocument/2006/relationships/image" Target="../media/image703.png"/><Relationship Id="rId27" Type="http://schemas.openxmlformats.org/officeDocument/2006/relationships/customXml" Target="../ink/ink562.xml"/><Relationship Id="rId30" Type="http://schemas.openxmlformats.org/officeDocument/2006/relationships/image" Target="../media/image707.png"/><Relationship Id="rId8" Type="http://schemas.openxmlformats.org/officeDocument/2006/relationships/image" Target="../media/image696.png"/></Relationships>
</file>

<file path=ppt/slides/_rels/slide160.xml.rels><?xml version="1.0" encoding="UTF-8" standalone="yes"?>
<Relationships xmlns="http://schemas.openxmlformats.org/package/2006/relationships"><Relationship Id="rId3" Type="http://schemas.openxmlformats.org/officeDocument/2006/relationships/customXml" Target="../ink/ink566.xml"/><Relationship Id="rId7" Type="http://schemas.openxmlformats.org/officeDocument/2006/relationships/image" Target="../media/image713.png"/><Relationship Id="rId2" Type="http://schemas.openxmlformats.org/officeDocument/2006/relationships/image" Target="../media/image711.png"/><Relationship Id="rId1" Type="http://schemas.openxmlformats.org/officeDocument/2006/relationships/slideLayout" Target="../slideLayouts/slideLayout2.xml"/><Relationship Id="rId6" Type="http://schemas.openxmlformats.org/officeDocument/2006/relationships/customXml" Target="../ink/ink567.xml"/><Relationship Id="rId5" Type="http://schemas.openxmlformats.org/officeDocument/2006/relationships/image" Target="../media/image712.png"/><Relationship Id="rId4" Type="http://schemas.openxmlformats.org/officeDocument/2006/relationships/image" Target="../media/image2470.png"/></Relationships>
</file>

<file path=ppt/slides/_rels/slide161.xml.rels><?xml version="1.0" encoding="UTF-8" standalone="yes"?>
<Relationships xmlns="http://schemas.openxmlformats.org/package/2006/relationships"><Relationship Id="rId8" Type="http://schemas.openxmlformats.org/officeDocument/2006/relationships/customXml" Target="../ink/ink570.xml"/><Relationship Id="rId3" Type="http://schemas.openxmlformats.org/officeDocument/2006/relationships/image" Target="../media/image715.png"/><Relationship Id="rId7" Type="http://schemas.openxmlformats.org/officeDocument/2006/relationships/image" Target="../media/image717.png"/><Relationship Id="rId2" Type="http://schemas.openxmlformats.org/officeDocument/2006/relationships/image" Target="../media/image714.png"/><Relationship Id="rId1" Type="http://schemas.openxmlformats.org/officeDocument/2006/relationships/slideLayout" Target="../slideLayouts/slideLayout2.xml"/><Relationship Id="rId6" Type="http://schemas.openxmlformats.org/officeDocument/2006/relationships/customXml" Target="../ink/ink569.xml"/><Relationship Id="rId5" Type="http://schemas.openxmlformats.org/officeDocument/2006/relationships/image" Target="../media/image716.png"/><Relationship Id="rId4" Type="http://schemas.openxmlformats.org/officeDocument/2006/relationships/customXml" Target="../ink/ink568.xml"/><Relationship Id="rId9" Type="http://schemas.openxmlformats.org/officeDocument/2006/relationships/image" Target="../media/image718.png"/></Relationships>
</file>

<file path=ppt/slides/_rels/slide162.xml.rels><?xml version="1.0" encoding="UTF-8" standalone="yes"?>
<Relationships xmlns="http://schemas.openxmlformats.org/package/2006/relationships"><Relationship Id="rId3" Type="http://schemas.openxmlformats.org/officeDocument/2006/relationships/image" Target="../media/image721.png"/><Relationship Id="rId2" Type="http://schemas.openxmlformats.org/officeDocument/2006/relationships/image" Target="../media/image719.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722.png"/><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723.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3" Type="http://schemas.openxmlformats.org/officeDocument/2006/relationships/customXml" Target="../ink/ink573.xml"/><Relationship Id="rId18" Type="http://schemas.openxmlformats.org/officeDocument/2006/relationships/image" Target="../media/image731.png"/><Relationship Id="rId26" Type="http://schemas.openxmlformats.org/officeDocument/2006/relationships/image" Target="../media/image735.png"/><Relationship Id="rId3" Type="http://schemas.openxmlformats.org/officeDocument/2006/relationships/image" Target="../media/image725.png"/><Relationship Id="rId21" Type="http://schemas.openxmlformats.org/officeDocument/2006/relationships/customXml" Target="../ink/ink577.xml"/><Relationship Id="rId12" Type="http://schemas.openxmlformats.org/officeDocument/2006/relationships/image" Target="../media/image727.png"/><Relationship Id="rId17" Type="http://schemas.openxmlformats.org/officeDocument/2006/relationships/customXml" Target="../ink/ink575.xml"/><Relationship Id="rId25" Type="http://schemas.openxmlformats.org/officeDocument/2006/relationships/customXml" Target="../ink/ink579.xml"/><Relationship Id="rId2" Type="http://schemas.openxmlformats.org/officeDocument/2006/relationships/image" Target="../media/image724.png"/><Relationship Id="rId16" Type="http://schemas.openxmlformats.org/officeDocument/2006/relationships/image" Target="../media/image729.png"/><Relationship Id="rId20" Type="http://schemas.openxmlformats.org/officeDocument/2006/relationships/image" Target="../media/image732.png"/><Relationship Id="rId29" Type="http://schemas.openxmlformats.org/officeDocument/2006/relationships/customXml" Target="../ink/ink581.xml"/><Relationship Id="rId1" Type="http://schemas.openxmlformats.org/officeDocument/2006/relationships/slideLayout" Target="../slideLayouts/slideLayout2.xml"/><Relationship Id="rId11" Type="http://schemas.openxmlformats.org/officeDocument/2006/relationships/customXml" Target="../ink/ink572.xml"/><Relationship Id="rId24" Type="http://schemas.openxmlformats.org/officeDocument/2006/relationships/image" Target="../media/image734.png"/><Relationship Id="rId32" Type="http://schemas.openxmlformats.org/officeDocument/2006/relationships/image" Target="../media/image738.png"/><Relationship Id="rId15" Type="http://schemas.openxmlformats.org/officeDocument/2006/relationships/customXml" Target="../ink/ink574.xml"/><Relationship Id="rId23" Type="http://schemas.openxmlformats.org/officeDocument/2006/relationships/customXml" Target="../ink/ink578.xml"/><Relationship Id="rId28" Type="http://schemas.openxmlformats.org/officeDocument/2006/relationships/image" Target="../media/image736.png"/><Relationship Id="rId10" Type="http://schemas.openxmlformats.org/officeDocument/2006/relationships/image" Target="../media/image726.png"/><Relationship Id="rId19" Type="http://schemas.openxmlformats.org/officeDocument/2006/relationships/customXml" Target="../ink/ink576.xml"/><Relationship Id="rId31" Type="http://schemas.openxmlformats.org/officeDocument/2006/relationships/customXml" Target="../ink/ink582.xml"/><Relationship Id="rId4" Type="http://schemas.openxmlformats.org/officeDocument/2006/relationships/customXml" Target="../ink/ink571.xml"/><Relationship Id="rId9" Type="http://schemas.openxmlformats.org/officeDocument/2006/relationships/image" Target="../media/image2590.png"/><Relationship Id="rId14" Type="http://schemas.openxmlformats.org/officeDocument/2006/relationships/image" Target="../media/image728.png"/><Relationship Id="rId22" Type="http://schemas.openxmlformats.org/officeDocument/2006/relationships/image" Target="../media/image733.png"/><Relationship Id="rId27" Type="http://schemas.openxmlformats.org/officeDocument/2006/relationships/customXml" Target="../ink/ink580.xml"/><Relationship Id="rId30" Type="http://schemas.openxmlformats.org/officeDocument/2006/relationships/image" Target="../media/image737.png"/></Relationships>
</file>

<file path=ppt/slides/_rels/slide166.xml.rels><?xml version="1.0" encoding="UTF-8" standalone="yes"?>
<Relationships xmlns="http://schemas.openxmlformats.org/package/2006/relationships"><Relationship Id="rId8" Type="http://schemas.openxmlformats.org/officeDocument/2006/relationships/image" Target="../media/image743.png"/><Relationship Id="rId13" Type="http://schemas.openxmlformats.org/officeDocument/2006/relationships/customXml" Target="../ink/ink588.xml"/><Relationship Id="rId3" Type="http://schemas.openxmlformats.org/officeDocument/2006/relationships/customXml" Target="../ink/ink583.xml"/><Relationship Id="rId7" Type="http://schemas.openxmlformats.org/officeDocument/2006/relationships/customXml" Target="../ink/ink585.xml"/><Relationship Id="rId12" Type="http://schemas.openxmlformats.org/officeDocument/2006/relationships/image" Target="../media/image745.png"/><Relationship Id="rId2" Type="http://schemas.openxmlformats.org/officeDocument/2006/relationships/image" Target="../media/image739.png"/><Relationship Id="rId16" Type="http://schemas.openxmlformats.org/officeDocument/2006/relationships/image" Target="../media/image747.png"/><Relationship Id="rId1" Type="http://schemas.openxmlformats.org/officeDocument/2006/relationships/slideLayout" Target="../slideLayouts/slideLayout2.xml"/><Relationship Id="rId6" Type="http://schemas.openxmlformats.org/officeDocument/2006/relationships/image" Target="../media/image742.png"/><Relationship Id="rId11" Type="http://schemas.openxmlformats.org/officeDocument/2006/relationships/customXml" Target="../ink/ink587.xml"/><Relationship Id="rId5" Type="http://schemas.openxmlformats.org/officeDocument/2006/relationships/customXml" Target="../ink/ink584.xml"/><Relationship Id="rId15" Type="http://schemas.openxmlformats.org/officeDocument/2006/relationships/customXml" Target="../ink/ink589.xml"/><Relationship Id="rId10" Type="http://schemas.openxmlformats.org/officeDocument/2006/relationships/image" Target="../media/image744.png"/><Relationship Id="rId4" Type="http://schemas.openxmlformats.org/officeDocument/2006/relationships/image" Target="../media/image741.png"/><Relationship Id="rId9" Type="http://schemas.openxmlformats.org/officeDocument/2006/relationships/customXml" Target="../ink/ink586.xml"/><Relationship Id="rId14" Type="http://schemas.openxmlformats.org/officeDocument/2006/relationships/image" Target="../media/image746.png"/></Relationships>
</file>

<file path=ppt/slides/_rels/slide167.xml.rels><?xml version="1.0" encoding="UTF-8" standalone="yes"?>
<Relationships xmlns="http://schemas.openxmlformats.org/package/2006/relationships"><Relationship Id="rId2" Type="http://schemas.openxmlformats.org/officeDocument/2006/relationships/image" Target="../media/image748.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8" Type="http://schemas.openxmlformats.org/officeDocument/2006/relationships/customXml" Target="../ink/ink592.xml"/><Relationship Id="rId3" Type="http://schemas.openxmlformats.org/officeDocument/2006/relationships/image" Target="../media/image750.png"/><Relationship Id="rId7" Type="http://schemas.openxmlformats.org/officeDocument/2006/relationships/image" Target="../media/image2660.png"/><Relationship Id="rId2" Type="http://schemas.openxmlformats.org/officeDocument/2006/relationships/image" Target="../media/image749.png"/><Relationship Id="rId1" Type="http://schemas.openxmlformats.org/officeDocument/2006/relationships/slideLayout" Target="../slideLayouts/slideLayout2.xml"/><Relationship Id="rId6" Type="http://schemas.openxmlformats.org/officeDocument/2006/relationships/customXml" Target="../ink/ink591.xml"/><Relationship Id="rId5" Type="http://schemas.openxmlformats.org/officeDocument/2006/relationships/image" Target="../media/image2650.png"/><Relationship Id="rId4" Type="http://schemas.openxmlformats.org/officeDocument/2006/relationships/customXml" Target="../ink/ink590.xml"/><Relationship Id="rId9" Type="http://schemas.openxmlformats.org/officeDocument/2006/relationships/image" Target="../media/image2670.png"/></Relationships>
</file>

<file path=ppt/slides/_rels/slide169.xml.rels><?xml version="1.0" encoding="UTF-8" standalone="yes"?>
<Relationships xmlns="http://schemas.openxmlformats.org/package/2006/relationships"><Relationship Id="rId3" Type="http://schemas.openxmlformats.org/officeDocument/2006/relationships/image" Target="../media/image694.png"/><Relationship Id="rId2" Type="http://schemas.openxmlformats.org/officeDocument/2006/relationships/image" Target="../media/image751.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752.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753.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754.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image" Target="../media/image755.png"/><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756.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757.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758.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759.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760.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762.png"/><Relationship Id="rId2" Type="http://schemas.openxmlformats.org/officeDocument/2006/relationships/image" Target="../media/image761.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764.png"/><Relationship Id="rId2" Type="http://schemas.openxmlformats.org/officeDocument/2006/relationships/image" Target="../media/image763.png"/><Relationship Id="rId1" Type="http://schemas.openxmlformats.org/officeDocument/2006/relationships/slideLayout" Target="../slideLayouts/slideLayout2.xml"/><Relationship Id="rId6" Type="http://schemas.openxmlformats.org/officeDocument/2006/relationships/image" Target="../media/image694.png"/><Relationship Id="rId5" Type="http://schemas.openxmlformats.org/officeDocument/2006/relationships/image" Target="../media/image766.png"/><Relationship Id="rId4" Type="http://schemas.openxmlformats.org/officeDocument/2006/relationships/image" Target="../media/image765.png"/></Relationships>
</file>

<file path=ppt/slides/_rels/slide181.xml.rels><?xml version="1.0" encoding="UTF-8" standalone="yes"?>
<Relationships xmlns="http://schemas.openxmlformats.org/package/2006/relationships"><Relationship Id="rId13" Type="http://schemas.openxmlformats.org/officeDocument/2006/relationships/image" Target="../media/image773.png"/><Relationship Id="rId18" Type="http://schemas.openxmlformats.org/officeDocument/2006/relationships/customXml" Target="../ink/ink600.xml"/><Relationship Id="rId26" Type="http://schemas.openxmlformats.org/officeDocument/2006/relationships/customXml" Target="../ink/ink604.xml"/><Relationship Id="rId21" Type="http://schemas.openxmlformats.org/officeDocument/2006/relationships/image" Target="../media/image777.png"/><Relationship Id="rId34" Type="http://schemas.openxmlformats.org/officeDocument/2006/relationships/customXml" Target="../ink/ink608.xml"/><Relationship Id="rId7" Type="http://schemas.openxmlformats.org/officeDocument/2006/relationships/image" Target="../media/image770.png"/><Relationship Id="rId12" Type="http://schemas.openxmlformats.org/officeDocument/2006/relationships/customXml" Target="../ink/ink597.xml"/><Relationship Id="rId17" Type="http://schemas.openxmlformats.org/officeDocument/2006/relationships/image" Target="../media/image775.png"/><Relationship Id="rId25" Type="http://schemas.openxmlformats.org/officeDocument/2006/relationships/image" Target="../media/image779.png"/><Relationship Id="rId33" Type="http://schemas.openxmlformats.org/officeDocument/2006/relationships/image" Target="../media/image784.png"/><Relationship Id="rId2" Type="http://schemas.openxmlformats.org/officeDocument/2006/relationships/image" Target="../media/image767.png"/><Relationship Id="rId16" Type="http://schemas.openxmlformats.org/officeDocument/2006/relationships/customXml" Target="../ink/ink599.xml"/><Relationship Id="rId20" Type="http://schemas.openxmlformats.org/officeDocument/2006/relationships/customXml" Target="../ink/ink601.xml"/><Relationship Id="rId29" Type="http://schemas.openxmlformats.org/officeDocument/2006/relationships/image" Target="../media/image782.png"/><Relationship Id="rId1" Type="http://schemas.openxmlformats.org/officeDocument/2006/relationships/slideLayout" Target="../slideLayouts/slideLayout2.xml"/><Relationship Id="rId6" Type="http://schemas.openxmlformats.org/officeDocument/2006/relationships/customXml" Target="../ink/ink594.xml"/><Relationship Id="rId11" Type="http://schemas.openxmlformats.org/officeDocument/2006/relationships/image" Target="../media/image772.png"/><Relationship Id="rId24" Type="http://schemas.openxmlformats.org/officeDocument/2006/relationships/customXml" Target="../ink/ink603.xml"/><Relationship Id="rId32" Type="http://schemas.openxmlformats.org/officeDocument/2006/relationships/customXml" Target="../ink/ink607.xml"/><Relationship Id="rId37" Type="http://schemas.openxmlformats.org/officeDocument/2006/relationships/image" Target="../media/image786.png"/><Relationship Id="rId5" Type="http://schemas.openxmlformats.org/officeDocument/2006/relationships/image" Target="../media/image769.png"/><Relationship Id="rId15" Type="http://schemas.openxmlformats.org/officeDocument/2006/relationships/image" Target="../media/image774.png"/><Relationship Id="rId23" Type="http://schemas.openxmlformats.org/officeDocument/2006/relationships/image" Target="../media/image778.png"/><Relationship Id="rId28" Type="http://schemas.openxmlformats.org/officeDocument/2006/relationships/customXml" Target="../ink/ink605.xml"/><Relationship Id="rId36" Type="http://schemas.openxmlformats.org/officeDocument/2006/relationships/customXml" Target="../ink/ink609.xml"/><Relationship Id="rId10" Type="http://schemas.openxmlformats.org/officeDocument/2006/relationships/customXml" Target="../ink/ink596.xml"/><Relationship Id="rId19" Type="http://schemas.openxmlformats.org/officeDocument/2006/relationships/image" Target="../media/image776.png"/><Relationship Id="rId31" Type="http://schemas.openxmlformats.org/officeDocument/2006/relationships/image" Target="../media/image783.png"/><Relationship Id="rId4" Type="http://schemas.openxmlformats.org/officeDocument/2006/relationships/customXml" Target="../ink/ink593.xml"/><Relationship Id="rId9" Type="http://schemas.openxmlformats.org/officeDocument/2006/relationships/image" Target="../media/image771.png"/><Relationship Id="rId14" Type="http://schemas.openxmlformats.org/officeDocument/2006/relationships/customXml" Target="../ink/ink598.xml"/><Relationship Id="rId22" Type="http://schemas.openxmlformats.org/officeDocument/2006/relationships/customXml" Target="../ink/ink602.xml"/><Relationship Id="rId27" Type="http://schemas.openxmlformats.org/officeDocument/2006/relationships/image" Target="../media/image781.png"/><Relationship Id="rId30" Type="http://schemas.openxmlformats.org/officeDocument/2006/relationships/customXml" Target="../ink/ink606.xml"/><Relationship Id="rId35" Type="http://schemas.openxmlformats.org/officeDocument/2006/relationships/image" Target="../media/image785.png"/><Relationship Id="rId8" Type="http://schemas.openxmlformats.org/officeDocument/2006/relationships/customXml" Target="../ink/ink595.xml"/><Relationship Id="rId3" Type="http://schemas.openxmlformats.org/officeDocument/2006/relationships/image" Target="../media/image768.png"/></Relationships>
</file>

<file path=ppt/slides/_rels/slide182.xml.rels><?xml version="1.0" encoding="UTF-8" standalone="yes"?>
<Relationships xmlns="http://schemas.openxmlformats.org/package/2006/relationships"><Relationship Id="rId3" Type="http://schemas.openxmlformats.org/officeDocument/2006/relationships/image" Target="../media/image788.png"/><Relationship Id="rId7" Type="http://schemas.openxmlformats.org/officeDocument/2006/relationships/image" Target="../media/image793.png"/><Relationship Id="rId2" Type="http://schemas.openxmlformats.org/officeDocument/2006/relationships/image" Target="../media/image787.png"/><Relationship Id="rId1" Type="http://schemas.openxmlformats.org/officeDocument/2006/relationships/slideLayout" Target="../slideLayouts/slideLayout2.xml"/><Relationship Id="rId6" Type="http://schemas.openxmlformats.org/officeDocument/2006/relationships/image" Target="../media/image792.png"/><Relationship Id="rId5" Type="http://schemas.openxmlformats.org/officeDocument/2006/relationships/image" Target="../media/image791.png"/><Relationship Id="rId4" Type="http://schemas.openxmlformats.org/officeDocument/2006/relationships/image" Target="../media/image78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38612" y="5065078"/>
            <a:ext cx="9144000" cy="1655762"/>
          </a:xfrm>
        </p:spPr>
        <p:txBody>
          <a:bodyPr>
            <a:normAutofit/>
          </a:bodyPr>
          <a:lstStyle/>
          <a:p>
            <a:r>
              <a:rPr lang="en-US" sz="8000" dirty="0"/>
              <a:t>Aura ++</a:t>
            </a:r>
            <a:endParaRPr lang="en-IN" sz="8000"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20995" t="11983" r="24641" b="17654"/>
          <a:stretch/>
        </p:blipFill>
        <p:spPr>
          <a:xfrm>
            <a:off x="3136392" y="0"/>
            <a:ext cx="5468112" cy="4718305"/>
          </a:xfrm>
          <a:prstGeom prst="rect">
            <a:avLst/>
          </a:prstGeom>
        </p:spPr>
      </p:pic>
      <p:grpSp>
        <p:nvGrpSpPr>
          <p:cNvPr id="63" name="Group 62">
            <a:extLst>
              <a:ext uri="{FF2B5EF4-FFF2-40B4-BE49-F238E27FC236}">
                <a16:creationId xmlns:a16="http://schemas.microsoft.com/office/drawing/2014/main" id="{03E833E6-20D2-10C2-79C7-22741466A378}"/>
              </a:ext>
            </a:extLst>
          </p:cNvPr>
          <p:cNvGrpSpPr/>
          <p:nvPr/>
        </p:nvGrpSpPr>
        <p:grpSpPr>
          <a:xfrm>
            <a:off x="267012" y="568286"/>
            <a:ext cx="2972160" cy="1881720"/>
            <a:chOff x="267012" y="568286"/>
            <a:chExt cx="2972160" cy="1881720"/>
          </a:xfrm>
        </p:grpSpPr>
        <mc:AlternateContent xmlns:mc="http://schemas.openxmlformats.org/markup-compatibility/2006" xmlns:p14="http://schemas.microsoft.com/office/powerpoint/2010/main">
          <mc:Choice Requires="p14">
            <p:contentPart p14:bwMode="auto" r:id="rId3">
              <p14:nvContentPartPr>
                <p14:cNvPr id="52" name="Ink 51">
                  <a:extLst>
                    <a:ext uri="{FF2B5EF4-FFF2-40B4-BE49-F238E27FC236}">
                      <a16:creationId xmlns:a16="http://schemas.microsoft.com/office/drawing/2014/main" id="{744B5E57-C1B4-F7E9-80C0-54F2A60BFF85}"/>
                    </a:ext>
                  </a:extLst>
                </p14:cNvPr>
                <p14:cNvContentPartPr/>
                <p14:nvPr/>
              </p14:nvContentPartPr>
              <p14:xfrm>
                <a:off x="267372" y="1387646"/>
                <a:ext cx="481320" cy="1062360"/>
              </p14:xfrm>
            </p:contentPart>
          </mc:Choice>
          <mc:Fallback xmlns="">
            <p:pic>
              <p:nvPicPr>
                <p:cNvPr id="52" name="Ink 51">
                  <a:extLst>
                    <a:ext uri="{FF2B5EF4-FFF2-40B4-BE49-F238E27FC236}">
                      <a16:creationId xmlns:a16="http://schemas.microsoft.com/office/drawing/2014/main" id="{744B5E57-C1B4-F7E9-80C0-54F2A60BFF85}"/>
                    </a:ext>
                  </a:extLst>
                </p:cNvPr>
                <p:cNvPicPr/>
                <p:nvPr/>
              </p:nvPicPr>
              <p:blipFill>
                <a:blip r:embed="rId4"/>
                <a:stretch>
                  <a:fillRect/>
                </a:stretch>
              </p:blipFill>
              <p:spPr>
                <a:xfrm>
                  <a:off x="249372" y="1370006"/>
                  <a:ext cx="516960" cy="109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3" name="Ink 52">
                  <a:extLst>
                    <a:ext uri="{FF2B5EF4-FFF2-40B4-BE49-F238E27FC236}">
                      <a16:creationId xmlns:a16="http://schemas.microsoft.com/office/drawing/2014/main" id="{550E5892-EAA8-CCA7-24FA-07CF58169D3C}"/>
                    </a:ext>
                  </a:extLst>
                </p14:cNvPr>
                <p14:cNvContentPartPr/>
                <p14:nvPr/>
              </p14:nvContentPartPr>
              <p14:xfrm>
                <a:off x="267012" y="1229246"/>
                <a:ext cx="856800" cy="982440"/>
              </p14:xfrm>
            </p:contentPart>
          </mc:Choice>
          <mc:Fallback xmlns="">
            <p:pic>
              <p:nvPicPr>
                <p:cNvPr id="53" name="Ink 52">
                  <a:extLst>
                    <a:ext uri="{FF2B5EF4-FFF2-40B4-BE49-F238E27FC236}">
                      <a16:creationId xmlns:a16="http://schemas.microsoft.com/office/drawing/2014/main" id="{550E5892-EAA8-CCA7-24FA-07CF58169D3C}"/>
                    </a:ext>
                  </a:extLst>
                </p:cNvPr>
                <p:cNvPicPr/>
                <p:nvPr/>
              </p:nvPicPr>
              <p:blipFill>
                <a:blip r:embed="rId6"/>
                <a:stretch>
                  <a:fillRect/>
                </a:stretch>
              </p:blipFill>
              <p:spPr>
                <a:xfrm>
                  <a:off x="249372" y="1211246"/>
                  <a:ext cx="892440" cy="1018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4" name="Ink 53">
                  <a:extLst>
                    <a:ext uri="{FF2B5EF4-FFF2-40B4-BE49-F238E27FC236}">
                      <a16:creationId xmlns:a16="http://schemas.microsoft.com/office/drawing/2014/main" id="{326121A7-F6FC-5B83-A5D7-136771CE262C}"/>
                    </a:ext>
                  </a:extLst>
                </p14:cNvPr>
                <p14:cNvContentPartPr/>
                <p14:nvPr/>
              </p14:nvContentPartPr>
              <p14:xfrm>
                <a:off x="475812" y="1690046"/>
                <a:ext cx="303840" cy="207000"/>
              </p14:xfrm>
            </p:contentPart>
          </mc:Choice>
          <mc:Fallback xmlns="">
            <p:pic>
              <p:nvPicPr>
                <p:cNvPr id="54" name="Ink 53">
                  <a:extLst>
                    <a:ext uri="{FF2B5EF4-FFF2-40B4-BE49-F238E27FC236}">
                      <a16:creationId xmlns:a16="http://schemas.microsoft.com/office/drawing/2014/main" id="{326121A7-F6FC-5B83-A5D7-136771CE262C}"/>
                    </a:ext>
                  </a:extLst>
                </p:cNvPr>
                <p:cNvPicPr/>
                <p:nvPr/>
              </p:nvPicPr>
              <p:blipFill>
                <a:blip r:embed="rId8"/>
                <a:stretch>
                  <a:fillRect/>
                </a:stretch>
              </p:blipFill>
              <p:spPr>
                <a:xfrm>
                  <a:off x="458172" y="1672046"/>
                  <a:ext cx="33948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5" name="Ink 54">
                  <a:extLst>
                    <a:ext uri="{FF2B5EF4-FFF2-40B4-BE49-F238E27FC236}">
                      <a16:creationId xmlns:a16="http://schemas.microsoft.com/office/drawing/2014/main" id="{8BEBEF7F-11A6-0D55-215B-0B084C04F7EF}"/>
                    </a:ext>
                  </a:extLst>
                </p14:cNvPr>
                <p14:cNvContentPartPr/>
                <p14:nvPr/>
              </p14:nvContentPartPr>
              <p14:xfrm>
                <a:off x="898452" y="1389806"/>
                <a:ext cx="550080" cy="562680"/>
              </p14:xfrm>
            </p:contentPart>
          </mc:Choice>
          <mc:Fallback xmlns="">
            <p:pic>
              <p:nvPicPr>
                <p:cNvPr id="55" name="Ink 54">
                  <a:extLst>
                    <a:ext uri="{FF2B5EF4-FFF2-40B4-BE49-F238E27FC236}">
                      <a16:creationId xmlns:a16="http://schemas.microsoft.com/office/drawing/2014/main" id="{8BEBEF7F-11A6-0D55-215B-0B084C04F7EF}"/>
                    </a:ext>
                  </a:extLst>
                </p:cNvPr>
                <p:cNvPicPr/>
                <p:nvPr/>
              </p:nvPicPr>
              <p:blipFill>
                <a:blip r:embed="rId10"/>
                <a:stretch>
                  <a:fillRect/>
                </a:stretch>
              </p:blipFill>
              <p:spPr>
                <a:xfrm>
                  <a:off x="880452" y="1371806"/>
                  <a:ext cx="585720" cy="598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6" name="Ink 55">
                  <a:extLst>
                    <a:ext uri="{FF2B5EF4-FFF2-40B4-BE49-F238E27FC236}">
                      <a16:creationId xmlns:a16="http://schemas.microsoft.com/office/drawing/2014/main" id="{33B85EB3-6695-0E93-6F4B-368D75FD5F23}"/>
                    </a:ext>
                  </a:extLst>
                </p14:cNvPr>
                <p14:cNvContentPartPr/>
                <p14:nvPr/>
              </p14:nvContentPartPr>
              <p14:xfrm>
                <a:off x="1415052" y="1200086"/>
                <a:ext cx="562320" cy="609480"/>
              </p14:xfrm>
            </p:contentPart>
          </mc:Choice>
          <mc:Fallback xmlns="">
            <p:pic>
              <p:nvPicPr>
                <p:cNvPr id="56" name="Ink 55">
                  <a:extLst>
                    <a:ext uri="{FF2B5EF4-FFF2-40B4-BE49-F238E27FC236}">
                      <a16:creationId xmlns:a16="http://schemas.microsoft.com/office/drawing/2014/main" id="{33B85EB3-6695-0E93-6F4B-368D75FD5F23}"/>
                    </a:ext>
                  </a:extLst>
                </p:cNvPr>
                <p:cNvPicPr/>
                <p:nvPr/>
              </p:nvPicPr>
              <p:blipFill>
                <a:blip r:embed="rId12"/>
                <a:stretch>
                  <a:fillRect/>
                </a:stretch>
              </p:blipFill>
              <p:spPr>
                <a:xfrm>
                  <a:off x="1397052" y="1182086"/>
                  <a:ext cx="597960" cy="645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 name="Ink 56">
                  <a:extLst>
                    <a:ext uri="{FF2B5EF4-FFF2-40B4-BE49-F238E27FC236}">
                      <a16:creationId xmlns:a16="http://schemas.microsoft.com/office/drawing/2014/main" id="{C73F05FE-65EA-54AF-22BA-A7DC8B310DA4}"/>
                    </a:ext>
                  </a:extLst>
                </p14:cNvPr>
                <p14:cNvContentPartPr/>
                <p14:nvPr/>
              </p14:nvContentPartPr>
              <p14:xfrm>
                <a:off x="1959372" y="1114046"/>
                <a:ext cx="502200" cy="416520"/>
              </p14:xfrm>
            </p:contentPart>
          </mc:Choice>
          <mc:Fallback xmlns="">
            <p:pic>
              <p:nvPicPr>
                <p:cNvPr id="57" name="Ink 56">
                  <a:extLst>
                    <a:ext uri="{FF2B5EF4-FFF2-40B4-BE49-F238E27FC236}">
                      <a16:creationId xmlns:a16="http://schemas.microsoft.com/office/drawing/2014/main" id="{C73F05FE-65EA-54AF-22BA-A7DC8B310DA4}"/>
                    </a:ext>
                  </a:extLst>
                </p:cNvPr>
                <p:cNvPicPr/>
                <p:nvPr/>
              </p:nvPicPr>
              <p:blipFill>
                <a:blip r:embed="rId14"/>
                <a:stretch>
                  <a:fillRect/>
                </a:stretch>
              </p:blipFill>
              <p:spPr>
                <a:xfrm>
                  <a:off x="1941732" y="1096406"/>
                  <a:ext cx="53784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9" name="Ink 58">
                  <a:extLst>
                    <a:ext uri="{FF2B5EF4-FFF2-40B4-BE49-F238E27FC236}">
                      <a16:creationId xmlns:a16="http://schemas.microsoft.com/office/drawing/2014/main" id="{81951FF9-1C78-43E6-02E2-C0A6EAA14553}"/>
                    </a:ext>
                  </a:extLst>
                </p14:cNvPr>
                <p14:cNvContentPartPr/>
                <p14:nvPr/>
              </p14:nvContentPartPr>
              <p14:xfrm>
                <a:off x="2470932" y="897326"/>
                <a:ext cx="360360" cy="147960"/>
              </p14:xfrm>
            </p:contentPart>
          </mc:Choice>
          <mc:Fallback xmlns="">
            <p:pic>
              <p:nvPicPr>
                <p:cNvPr id="59" name="Ink 58">
                  <a:extLst>
                    <a:ext uri="{FF2B5EF4-FFF2-40B4-BE49-F238E27FC236}">
                      <a16:creationId xmlns:a16="http://schemas.microsoft.com/office/drawing/2014/main" id="{81951FF9-1C78-43E6-02E2-C0A6EAA14553}"/>
                    </a:ext>
                  </a:extLst>
                </p:cNvPr>
                <p:cNvPicPr/>
                <p:nvPr/>
              </p:nvPicPr>
              <p:blipFill>
                <a:blip r:embed="rId16"/>
                <a:stretch>
                  <a:fillRect/>
                </a:stretch>
              </p:blipFill>
              <p:spPr>
                <a:xfrm>
                  <a:off x="2452932" y="879326"/>
                  <a:ext cx="39600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0" name="Ink 59">
                  <a:extLst>
                    <a:ext uri="{FF2B5EF4-FFF2-40B4-BE49-F238E27FC236}">
                      <a16:creationId xmlns:a16="http://schemas.microsoft.com/office/drawing/2014/main" id="{77406342-3DFC-6A83-CDAD-F5988C51B96F}"/>
                    </a:ext>
                  </a:extLst>
                </p14:cNvPr>
                <p14:cNvContentPartPr/>
                <p14:nvPr/>
              </p14:nvContentPartPr>
              <p14:xfrm>
                <a:off x="2548692" y="731726"/>
                <a:ext cx="235800" cy="462240"/>
              </p14:xfrm>
            </p:contentPart>
          </mc:Choice>
          <mc:Fallback xmlns="">
            <p:pic>
              <p:nvPicPr>
                <p:cNvPr id="60" name="Ink 59">
                  <a:extLst>
                    <a:ext uri="{FF2B5EF4-FFF2-40B4-BE49-F238E27FC236}">
                      <a16:creationId xmlns:a16="http://schemas.microsoft.com/office/drawing/2014/main" id="{77406342-3DFC-6A83-CDAD-F5988C51B96F}"/>
                    </a:ext>
                  </a:extLst>
                </p:cNvPr>
                <p:cNvPicPr/>
                <p:nvPr/>
              </p:nvPicPr>
              <p:blipFill>
                <a:blip r:embed="rId18"/>
                <a:stretch>
                  <a:fillRect/>
                </a:stretch>
              </p:blipFill>
              <p:spPr>
                <a:xfrm>
                  <a:off x="2531052" y="714086"/>
                  <a:ext cx="271440" cy="497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1" name="Ink 60">
                  <a:extLst>
                    <a:ext uri="{FF2B5EF4-FFF2-40B4-BE49-F238E27FC236}">
                      <a16:creationId xmlns:a16="http://schemas.microsoft.com/office/drawing/2014/main" id="{0843AA1B-83CA-7A11-D6CC-A39B5235DF9D}"/>
                    </a:ext>
                  </a:extLst>
                </p14:cNvPr>
                <p14:cNvContentPartPr/>
                <p14:nvPr/>
              </p14:nvContentPartPr>
              <p14:xfrm>
                <a:off x="2959452" y="714446"/>
                <a:ext cx="278280" cy="138240"/>
              </p14:xfrm>
            </p:contentPart>
          </mc:Choice>
          <mc:Fallback xmlns="">
            <p:pic>
              <p:nvPicPr>
                <p:cNvPr id="61" name="Ink 60">
                  <a:extLst>
                    <a:ext uri="{FF2B5EF4-FFF2-40B4-BE49-F238E27FC236}">
                      <a16:creationId xmlns:a16="http://schemas.microsoft.com/office/drawing/2014/main" id="{0843AA1B-83CA-7A11-D6CC-A39B5235DF9D}"/>
                    </a:ext>
                  </a:extLst>
                </p:cNvPr>
                <p:cNvPicPr/>
                <p:nvPr/>
              </p:nvPicPr>
              <p:blipFill>
                <a:blip r:embed="rId20"/>
                <a:stretch>
                  <a:fillRect/>
                </a:stretch>
              </p:blipFill>
              <p:spPr>
                <a:xfrm>
                  <a:off x="2941812" y="696446"/>
                  <a:ext cx="3139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2" name="Ink 61">
                  <a:extLst>
                    <a:ext uri="{FF2B5EF4-FFF2-40B4-BE49-F238E27FC236}">
                      <a16:creationId xmlns:a16="http://schemas.microsoft.com/office/drawing/2014/main" id="{01FBC31D-278A-2498-94BC-021A80AA9F5F}"/>
                    </a:ext>
                  </a:extLst>
                </p14:cNvPr>
                <p14:cNvContentPartPr/>
                <p14:nvPr/>
              </p14:nvContentPartPr>
              <p14:xfrm>
                <a:off x="3009852" y="568286"/>
                <a:ext cx="229320" cy="461160"/>
              </p14:xfrm>
            </p:contentPart>
          </mc:Choice>
          <mc:Fallback xmlns="">
            <p:pic>
              <p:nvPicPr>
                <p:cNvPr id="62" name="Ink 61">
                  <a:extLst>
                    <a:ext uri="{FF2B5EF4-FFF2-40B4-BE49-F238E27FC236}">
                      <a16:creationId xmlns:a16="http://schemas.microsoft.com/office/drawing/2014/main" id="{01FBC31D-278A-2498-94BC-021A80AA9F5F}"/>
                    </a:ext>
                  </a:extLst>
                </p:cNvPr>
                <p:cNvPicPr/>
                <p:nvPr/>
              </p:nvPicPr>
              <p:blipFill>
                <a:blip r:embed="rId22"/>
                <a:stretch>
                  <a:fillRect/>
                </a:stretch>
              </p:blipFill>
              <p:spPr>
                <a:xfrm>
                  <a:off x="2991852" y="550646"/>
                  <a:ext cx="264960" cy="496800"/>
                </a:xfrm>
                <a:prstGeom prst="rect">
                  <a:avLst/>
                </a:prstGeom>
              </p:spPr>
            </p:pic>
          </mc:Fallback>
        </mc:AlternateContent>
      </p:grpSp>
      <p:grpSp>
        <p:nvGrpSpPr>
          <p:cNvPr id="70" name="Group 69">
            <a:extLst>
              <a:ext uri="{FF2B5EF4-FFF2-40B4-BE49-F238E27FC236}">
                <a16:creationId xmlns:a16="http://schemas.microsoft.com/office/drawing/2014/main" id="{9FB763FA-FE27-B1DC-8199-0BF085C87AD5}"/>
              </a:ext>
            </a:extLst>
          </p:cNvPr>
          <p:cNvGrpSpPr/>
          <p:nvPr/>
        </p:nvGrpSpPr>
        <p:grpSpPr>
          <a:xfrm>
            <a:off x="9057419" y="5065078"/>
            <a:ext cx="2986920" cy="1733040"/>
            <a:chOff x="8320572" y="4946966"/>
            <a:chExt cx="2986920" cy="1733040"/>
          </a:xfrm>
        </p:grpSpPr>
        <mc:AlternateContent xmlns:mc="http://schemas.openxmlformats.org/markup-compatibility/2006" xmlns:p14="http://schemas.microsoft.com/office/powerpoint/2010/main">
          <mc:Choice Requires="p14">
            <p:contentPart p14:bwMode="auto" r:id="rId23">
              <p14:nvContentPartPr>
                <p14:cNvPr id="64" name="Ink 63">
                  <a:extLst>
                    <a:ext uri="{FF2B5EF4-FFF2-40B4-BE49-F238E27FC236}">
                      <a16:creationId xmlns:a16="http://schemas.microsoft.com/office/drawing/2014/main" id="{EF966450-1311-DF73-D80D-AED141DBD9AC}"/>
                    </a:ext>
                  </a:extLst>
                </p14:cNvPr>
                <p14:cNvContentPartPr/>
                <p14:nvPr/>
              </p14:nvContentPartPr>
              <p14:xfrm>
                <a:off x="8320572" y="5655086"/>
                <a:ext cx="414000" cy="873000"/>
              </p14:xfrm>
            </p:contentPart>
          </mc:Choice>
          <mc:Fallback xmlns="">
            <p:pic>
              <p:nvPicPr>
                <p:cNvPr id="64" name="Ink 63">
                  <a:extLst>
                    <a:ext uri="{FF2B5EF4-FFF2-40B4-BE49-F238E27FC236}">
                      <a16:creationId xmlns:a16="http://schemas.microsoft.com/office/drawing/2014/main" id="{EF966450-1311-DF73-D80D-AED141DBD9AC}"/>
                    </a:ext>
                  </a:extLst>
                </p:cNvPr>
                <p:cNvPicPr/>
                <p:nvPr/>
              </p:nvPicPr>
              <p:blipFill>
                <a:blip r:embed="rId24"/>
                <a:stretch>
                  <a:fillRect/>
                </a:stretch>
              </p:blipFill>
              <p:spPr>
                <a:xfrm>
                  <a:off x="8302572" y="5637086"/>
                  <a:ext cx="449640" cy="908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5" name="Ink 64">
                  <a:extLst>
                    <a:ext uri="{FF2B5EF4-FFF2-40B4-BE49-F238E27FC236}">
                      <a16:creationId xmlns:a16="http://schemas.microsoft.com/office/drawing/2014/main" id="{F87C3170-7111-8021-8732-E53F98DE5FB6}"/>
                    </a:ext>
                  </a:extLst>
                </p14:cNvPr>
                <p14:cNvContentPartPr/>
                <p14:nvPr/>
              </p14:nvContentPartPr>
              <p14:xfrm>
                <a:off x="8689212" y="5641766"/>
                <a:ext cx="478800" cy="803160"/>
              </p14:xfrm>
            </p:contentPart>
          </mc:Choice>
          <mc:Fallback xmlns="">
            <p:pic>
              <p:nvPicPr>
                <p:cNvPr id="65" name="Ink 64">
                  <a:extLst>
                    <a:ext uri="{FF2B5EF4-FFF2-40B4-BE49-F238E27FC236}">
                      <a16:creationId xmlns:a16="http://schemas.microsoft.com/office/drawing/2014/main" id="{F87C3170-7111-8021-8732-E53F98DE5FB6}"/>
                    </a:ext>
                  </a:extLst>
                </p:cNvPr>
                <p:cNvPicPr/>
                <p:nvPr/>
              </p:nvPicPr>
              <p:blipFill>
                <a:blip r:embed="rId26"/>
                <a:stretch>
                  <a:fillRect/>
                </a:stretch>
              </p:blipFill>
              <p:spPr>
                <a:xfrm>
                  <a:off x="8671212" y="5623766"/>
                  <a:ext cx="514440" cy="8388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6" name="Ink 65">
                  <a:extLst>
                    <a:ext uri="{FF2B5EF4-FFF2-40B4-BE49-F238E27FC236}">
                      <a16:creationId xmlns:a16="http://schemas.microsoft.com/office/drawing/2014/main" id="{54A94C90-63A8-7B18-C169-BC5A90CBE647}"/>
                    </a:ext>
                  </a:extLst>
                </p14:cNvPr>
                <p14:cNvContentPartPr/>
                <p14:nvPr/>
              </p14:nvContentPartPr>
              <p14:xfrm>
                <a:off x="9065772" y="5316326"/>
                <a:ext cx="728640" cy="573120"/>
              </p14:xfrm>
            </p:contentPart>
          </mc:Choice>
          <mc:Fallback xmlns="">
            <p:pic>
              <p:nvPicPr>
                <p:cNvPr id="66" name="Ink 65">
                  <a:extLst>
                    <a:ext uri="{FF2B5EF4-FFF2-40B4-BE49-F238E27FC236}">
                      <a16:creationId xmlns:a16="http://schemas.microsoft.com/office/drawing/2014/main" id="{54A94C90-63A8-7B18-C169-BC5A90CBE647}"/>
                    </a:ext>
                  </a:extLst>
                </p:cNvPr>
                <p:cNvPicPr/>
                <p:nvPr/>
              </p:nvPicPr>
              <p:blipFill>
                <a:blip r:embed="rId28"/>
                <a:stretch>
                  <a:fillRect/>
                </a:stretch>
              </p:blipFill>
              <p:spPr>
                <a:xfrm>
                  <a:off x="9048132" y="5298686"/>
                  <a:ext cx="764280" cy="6087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7" name="Ink 66">
                  <a:extLst>
                    <a:ext uri="{FF2B5EF4-FFF2-40B4-BE49-F238E27FC236}">
                      <a16:creationId xmlns:a16="http://schemas.microsoft.com/office/drawing/2014/main" id="{30A01EBE-2306-9C2F-D8FF-871378C267BE}"/>
                    </a:ext>
                  </a:extLst>
                </p14:cNvPr>
                <p14:cNvContentPartPr/>
                <p14:nvPr/>
              </p14:nvContentPartPr>
              <p14:xfrm>
                <a:off x="9775332" y="5102126"/>
                <a:ext cx="270000" cy="678960"/>
              </p14:xfrm>
            </p:contentPart>
          </mc:Choice>
          <mc:Fallback xmlns="">
            <p:pic>
              <p:nvPicPr>
                <p:cNvPr id="67" name="Ink 66">
                  <a:extLst>
                    <a:ext uri="{FF2B5EF4-FFF2-40B4-BE49-F238E27FC236}">
                      <a16:creationId xmlns:a16="http://schemas.microsoft.com/office/drawing/2014/main" id="{30A01EBE-2306-9C2F-D8FF-871378C267BE}"/>
                    </a:ext>
                  </a:extLst>
                </p:cNvPr>
                <p:cNvPicPr/>
                <p:nvPr/>
              </p:nvPicPr>
              <p:blipFill>
                <a:blip r:embed="rId30"/>
                <a:stretch>
                  <a:fillRect/>
                </a:stretch>
              </p:blipFill>
              <p:spPr>
                <a:xfrm>
                  <a:off x="9757692" y="5084126"/>
                  <a:ext cx="305640" cy="714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8" name="Ink 67">
                  <a:extLst>
                    <a:ext uri="{FF2B5EF4-FFF2-40B4-BE49-F238E27FC236}">
                      <a16:creationId xmlns:a16="http://schemas.microsoft.com/office/drawing/2014/main" id="{AC5909C9-6F2F-4BB4-6B49-42F207889B4D}"/>
                    </a:ext>
                  </a:extLst>
                </p14:cNvPr>
                <p14:cNvContentPartPr/>
                <p14:nvPr/>
              </p14:nvContentPartPr>
              <p14:xfrm>
                <a:off x="9973332" y="4946966"/>
                <a:ext cx="448920" cy="581760"/>
              </p14:xfrm>
            </p:contentPart>
          </mc:Choice>
          <mc:Fallback xmlns="">
            <p:pic>
              <p:nvPicPr>
                <p:cNvPr id="68" name="Ink 67">
                  <a:extLst>
                    <a:ext uri="{FF2B5EF4-FFF2-40B4-BE49-F238E27FC236}">
                      <a16:creationId xmlns:a16="http://schemas.microsoft.com/office/drawing/2014/main" id="{AC5909C9-6F2F-4BB4-6B49-42F207889B4D}"/>
                    </a:ext>
                  </a:extLst>
                </p:cNvPr>
                <p:cNvPicPr/>
                <p:nvPr/>
              </p:nvPicPr>
              <p:blipFill>
                <a:blip r:embed="rId32"/>
                <a:stretch>
                  <a:fillRect/>
                </a:stretch>
              </p:blipFill>
              <p:spPr>
                <a:xfrm>
                  <a:off x="9955692" y="4929326"/>
                  <a:ext cx="48456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9" name="Ink 68">
                  <a:extLst>
                    <a:ext uri="{FF2B5EF4-FFF2-40B4-BE49-F238E27FC236}">
                      <a16:creationId xmlns:a16="http://schemas.microsoft.com/office/drawing/2014/main" id="{7FAE762F-645B-F6C5-E04A-8D70687DEE00}"/>
                    </a:ext>
                  </a:extLst>
                </p14:cNvPr>
                <p14:cNvContentPartPr/>
                <p14:nvPr/>
              </p14:nvContentPartPr>
              <p14:xfrm>
                <a:off x="8950932" y="5235326"/>
                <a:ext cx="2356560" cy="1444680"/>
              </p14:xfrm>
            </p:contentPart>
          </mc:Choice>
          <mc:Fallback xmlns="">
            <p:pic>
              <p:nvPicPr>
                <p:cNvPr id="69" name="Ink 68">
                  <a:extLst>
                    <a:ext uri="{FF2B5EF4-FFF2-40B4-BE49-F238E27FC236}">
                      <a16:creationId xmlns:a16="http://schemas.microsoft.com/office/drawing/2014/main" id="{7FAE762F-645B-F6C5-E04A-8D70687DEE00}"/>
                    </a:ext>
                  </a:extLst>
                </p:cNvPr>
                <p:cNvPicPr/>
                <p:nvPr/>
              </p:nvPicPr>
              <p:blipFill>
                <a:blip r:embed="rId34"/>
                <a:stretch>
                  <a:fillRect/>
                </a:stretch>
              </p:blipFill>
              <p:spPr>
                <a:xfrm>
                  <a:off x="8933292" y="5217326"/>
                  <a:ext cx="2392200" cy="1480320"/>
                </a:xfrm>
                <a:prstGeom prst="rect">
                  <a:avLst/>
                </a:prstGeom>
              </p:spPr>
            </p:pic>
          </mc:Fallback>
        </mc:AlternateContent>
      </p:grpSp>
    </p:spTree>
    <p:extLst>
      <p:ext uri="{BB962C8B-B14F-4D97-AF65-F5344CB8AC3E}">
        <p14:creationId xmlns:p14="http://schemas.microsoft.com/office/powerpoint/2010/main" val="3521441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1559" y="3810699"/>
            <a:ext cx="9144000" cy="2387600"/>
          </a:xfrm>
        </p:spPr>
        <p:txBody>
          <a:bodyPr/>
          <a:lstStyle/>
          <a:p>
            <a:r>
              <a:rPr lang="en-US" dirty="0"/>
              <a:t>Step1: </a:t>
            </a:r>
            <a:r>
              <a:rPr lang="en-US" dirty="0" err="1"/>
              <a:t>npm</a:t>
            </a:r>
            <a:r>
              <a:rPr lang="en-US" dirty="0"/>
              <a:t> </a:t>
            </a:r>
            <a:r>
              <a:rPr lang="en-US" dirty="0" err="1"/>
              <a:t>init</a:t>
            </a:r>
            <a:r>
              <a:rPr lang="en-US" dirty="0"/>
              <a:t>-y</a:t>
            </a:r>
            <a:endParaRPr lang="en-IN" dirty="0"/>
          </a:p>
        </p:txBody>
      </p:sp>
      <p:sp>
        <p:nvSpPr>
          <p:cNvPr id="3" name="Subtitle 2"/>
          <p:cNvSpPr>
            <a:spLocks noGrp="1"/>
          </p:cNvSpPr>
          <p:nvPr>
            <p:ph type="subTitle" idx="1"/>
          </p:nvPr>
        </p:nvSpPr>
        <p:spPr>
          <a:xfrm>
            <a:off x="836091" y="6198299"/>
            <a:ext cx="9144000" cy="1655762"/>
          </a:xfrm>
        </p:spPr>
        <p:txBody>
          <a:bodyPr/>
          <a:lstStyle/>
          <a:p>
            <a:r>
              <a:rPr lang="en-US" dirty="0"/>
              <a:t>We initialize the basic </a:t>
            </a:r>
            <a:r>
              <a:rPr lang="en-US" dirty="0" err="1"/>
              <a:t>package.json</a:t>
            </a:r>
            <a:r>
              <a:rPr lang="en-US" dirty="0"/>
              <a:t> file</a:t>
            </a:r>
            <a:endParaRPr lang="en-IN" dirty="0"/>
          </a:p>
        </p:txBody>
      </p:sp>
      <p:pic>
        <p:nvPicPr>
          <p:cNvPr id="4" name="Picture 3"/>
          <p:cNvPicPr>
            <a:picLocks noChangeAspect="1"/>
          </p:cNvPicPr>
          <p:nvPr/>
        </p:nvPicPr>
        <p:blipFill>
          <a:blip r:embed="rId2"/>
          <a:stretch>
            <a:fillRect/>
          </a:stretch>
        </p:blipFill>
        <p:spPr>
          <a:xfrm>
            <a:off x="323086" y="95060"/>
            <a:ext cx="4828973" cy="4950077"/>
          </a:xfrm>
          <a:prstGeom prst="rect">
            <a:avLst/>
          </a:prstGeom>
        </p:spPr>
      </p:pic>
      <p:sp>
        <p:nvSpPr>
          <p:cNvPr id="5" name="Oval 4"/>
          <p:cNvSpPr/>
          <p:nvPr/>
        </p:nvSpPr>
        <p:spPr>
          <a:xfrm>
            <a:off x="164592" y="2154937"/>
            <a:ext cx="3621024" cy="1475231"/>
          </a:xfrm>
          <a:prstGeom prst="ellipse">
            <a:avLst/>
          </a:prstGeom>
          <a:noFill/>
          <a:ln w="57150">
            <a:solidFill>
              <a:schemeClr val="accent4">
                <a:lumMod val="60000"/>
                <a:lumOff val="40000"/>
              </a:schemeClr>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ight Arrow 5"/>
          <p:cNvSpPr/>
          <p:nvPr/>
        </p:nvSpPr>
        <p:spPr>
          <a:xfrm>
            <a:off x="3785616" y="2432304"/>
            <a:ext cx="3557016" cy="39319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ed Rectangle 6"/>
          <p:cNvSpPr/>
          <p:nvPr/>
        </p:nvSpPr>
        <p:spPr>
          <a:xfrm>
            <a:off x="7342632" y="1253362"/>
            <a:ext cx="3749040" cy="2633472"/>
          </a:xfrm>
          <a:prstGeom prst="roundRect">
            <a:avLst/>
          </a:prstGeom>
          <a:solidFill>
            <a:schemeClr val="accent2">
              <a:lumMod val="60000"/>
              <a:lumOff val="40000"/>
            </a:schemeClr>
          </a:solidFill>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C00000"/>
                </a:solidFill>
              </a:rPr>
              <a:t>Basic Files</a:t>
            </a:r>
            <a:endParaRPr lang="en-IN" sz="4800" dirty="0">
              <a:solidFill>
                <a:srgbClr val="C00000"/>
              </a:solidFill>
            </a:endParaRPr>
          </a:p>
        </p:txBody>
      </p:sp>
      <p:sp>
        <p:nvSpPr>
          <p:cNvPr id="8" name="Right Arrow 7"/>
          <p:cNvSpPr/>
          <p:nvPr/>
        </p:nvSpPr>
        <p:spPr>
          <a:xfrm rot="18452772">
            <a:off x="6072079" y="4184900"/>
            <a:ext cx="2545197" cy="323748"/>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7963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80" y="4311152"/>
            <a:ext cx="11670791" cy="2387600"/>
          </a:xfrm>
        </p:spPr>
        <p:txBody>
          <a:bodyPr>
            <a:normAutofit/>
          </a:bodyPr>
          <a:lstStyle/>
          <a:p>
            <a:r>
              <a:rPr lang="en-US" sz="4000" dirty="0"/>
              <a:t>Step2: </a:t>
            </a:r>
            <a:r>
              <a:rPr lang="en-US" sz="4000" dirty="0" err="1"/>
              <a:t>npm</a:t>
            </a:r>
            <a:r>
              <a:rPr lang="en-US" sz="4000" dirty="0"/>
              <a:t> </a:t>
            </a:r>
            <a:r>
              <a:rPr lang="en-US" sz="4000" dirty="0" err="1"/>
              <a:t>i</a:t>
            </a:r>
            <a:r>
              <a:rPr lang="en-US" sz="4000" dirty="0"/>
              <a:t> express mongoose </a:t>
            </a:r>
            <a:r>
              <a:rPr lang="en-US" sz="4000" dirty="0" err="1"/>
              <a:t>dotenv</a:t>
            </a:r>
            <a:r>
              <a:rPr lang="en-US" sz="4000" dirty="0"/>
              <a:t> </a:t>
            </a:r>
            <a:r>
              <a:rPr lang="en-US" sz="4000" dirty="0" err="1"/>
              <a:t>cors</a:t>
            </a:r>
            <a:r>
              <a:rPr lang="en-US" sz="4000" dirty="0"/>
              <a:t> </a:t>
            </a:r>
            <a:r>
              <a:rPr lang="en-US" sz="4000" dirty="0" err="1"/>
              <a:t>bcryptjs</a:t>
            </a:r>
            <a:r>
              <a:rPr lang="en-US" sz="4000" dirty="0"/>
              <a:t> </a:t>
            </a:r>
            <a:r>
              <a:rPr lang="en-US" sz="4000" dirty="0" err="1"/>
              <a:t>jsonwebtoken</a:t>
            </a:r>
            <a:r>
              <a:rPr lang="en-US" sz="4000" dirty="0"/>
              <a:t> </a:t>
            </a:r>
            <a:r>
              <a:rPr lang="en-US" sz="4000" dirty="0" err="1"/>
              <a:t>nodemon</a:t>
            </a:r>
            <a:endParaRPr lang="en-IN" sz="4000" dirty="0"/>
          </a:p>
        </p:txBody>
      </p:sp>
      <p:sp>
        <p:nvSpPr>
          <p:cNvPr id="3" name="Subtitle 2"/>
          <p:cNvSpPr>
            <a:spLocks noGrp="1"/>
          </p:cNvSpPr>
          <p:nvPr>
            <p:ph type="subTitle" idx="1"/>
          </p:nvPr>
        </p:nvSpPr>
        <p:spPr/>
        <p:txBody>
          <a:bodyPr/>
          <a:lstStyle/>
          <a:p>
            <a:endParaRPr lang="en-IN"/>
          </a:p>
        </p:txBody>
      </p:sp>
      <p:pic>
        <p:nvPicPr>
          <p:cNvPr id="4" name="Picture 3"/>
          <p:cNvPicPr>
            <a:picLocks noChangeAspect="1"/>
          </p:cNvPicPr>
          <p:nvPr/>
        </p:nvPicPr>
        <p:blipFill>
          <a:blip r:embed="rId2"/>
          <a:stretch>
            <a:fillRect/>
          </a:stretch>
        </p:blipFill>
        <p:spPr>
          <a:xfrm>
            <a:off x="182880" y="-124016"/>
            <a:ext cx="11402881" cy="5519152"/>
          </a:xfrm>
          <a:prstGeom prst="rect">
            <a:avLst/>
          </a:prstGeom>
        </p:spPr>
      </p:pic>
      <p:sp>
        <p:nvSpPr>
          <p:cNvPr id="5" name="Rectangle 4"/>
          <p:cNvSpPr/>
          <p:nvPr/>
        </p:nvSpPr>
        <p:spPr>
          <a:xfrm>
            <a:off x="2130552" y="4160520"/>
            <a:ext cx="6821424" cy="283464"/>
          </a:xfrm>
          <a:prstGeom prst="rect">
            <a:avLst/>
          </a:prstGeom>
          <a:noFill/>
          <a:ln w="6350"/>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2423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6072" y="649224"/>
            <a:ext cx="10777728" cy="5527739"/>
          </a:xfrm>
        </p:spPr>
        <p:txBody>
          <a:bodyPr>
            <a:normAutofit/>
          </a:bodyPr>
          <a:lstStyle/>
          <a:p>
            <a:r>
              <a:rPr lang="en-US" dirty="0"/>
              <a:t>express -- is a web framework for node.js</a:t>
            </a:r>
          </a:p>
          <a:p>
            <a:r>
              <a:rPr lang="en-US" dirty="0"/>
              <a:t>mongoose -- is a library for </a:t>
            </a:r>
            <a:r>
              <a:rPr lang="en-US" dirty="0" err="1"/>
              <a:t>mongodb</a:t>
            </a:r>
            <a:endParaRPr lang="en-US" dirty="0"/>
          </a:p>
          <a:p>
            <a:r>
              <a:rPr lang="en-US" dirty="0" err="1"/>
              <a:t>nodemon</a:t>
            </a:r>
            <a:r>
              <a:rPr lang="en-US" dirty="0"/>
              <a:t> -- this will help us to restart the server automatically when we make changes in the code</a:t>
            </a:r>
          </a:p>
          <a:p>
            <a:r>
              <a:rPr lang="en-US" dirty="0" err="1"/>
              <a:t>dotenv</a:t>
            </a:r>
            <a:r>
              <a:rPr lang="en-US" dirty="0"/>
              <a:t> -- this will help us to manage environment variables</a:t>
            </a:r>
          </a:p>
          <a:p>
            <a:r>
              <a:rPr lang="en-US" dirty="0" err="1"/>
              <a:t>jsonwebtoken</a:t>
            </a:r>
            <a:r>
              <a:rPr lang="en-US" dirty="0"/>
              <a:t> -- this will help us to create and verify </a:t>
            </a:r>
            <a:r>
              <a:rPr lang="en-US" dirty="0" err="1"/>
              <a:t>json</a:t>
            </a:r>
            <a:r>
              <a:rPr lang="en-US" dirty="0"/>
              <a:t> web tokens</a:t>
            </a:r>
          </a:p>
          <a:p>
            <a:r>
              <a:rPr lang="en-US" dirty="0" err="1"/>
              <a:t>bcryptjs</a:t>
            </a:r>
            <a:r>
              <a:rPr lang="en-US" dirty="0"/>
              <a:t> -- this will help us to hash passwords</a:t>
            </a:r>
          </a:p>
          <a:p>
            <a:r>
              <a:rPr lang="en-US" dirty="0"/>
              <a:t>cookie-parser -- this will help us to parse cookies</a:t>
            </a:r>
          </a:p>
          <a:p>
            <a:r>
              <a:rPr lang="en-US" dirty="0" err="1"/>
              <a:t>cors</a:t>
            </a:r>
            <a:r>
              <a:rPr lang="en-US" dirty="0"/>
              <a:t> -- this will help us to handle cross origin requests</a:t>
            </a:r>
          </a:p>
          <a:p>
            <a:endParaRPr lang="en-IN"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9FECAC9-8670-3C6C-BC1B-259F14823863}"/>
                  </a:ext>
                </a:extLst>
              </p14:cNvPr>
              <p14:cNvContentPartPr/>
              <p14:nvPr/>
            </p14:nvContentPartPr>
            <p14:xfrm>
              <a:off x="813389" y="780394"/>
              <a:ext cx="1222920" cy="220320"/>
            </p14:xfrm>
          </p:contentPart>
        </mc:Choice>
        <mc:Fallback xmlns="">
          <p:pic>
            <p:nvPicPr>
              <p:cNvPr id="2" name="Ink 1">
                <a:extLst>
                  <a:ext uri="{FF2B5EF4-FFF2-40B4-BE49-F238E27FC236}">
                    <a16:creationId xmlns:a16="http://schemas.microsoft.com/office/drawing/2014/main" id="{29FECAC9-8670-3C6C-BC1B-259F14823863}"/>
                  </a:ext>
                </a:extLst>
              </p:cNvPr>
              <p:cNvPicPr/>
              <p:nvPr/>
            </p:nvPicPr>
            <p:blipFill>
              <a:blip r:embed="rId3"/>
              <a:stretch>
                <a:fillRect/>
              </a:stretch>
            </p:blipFill>
            <p:spPr>
              <a:xfrm>
                <a:off x="759389" y="672394"/>
                <a:ext cx="133056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89A7B10B-7320-155F-AEF2-39C0EF5AA10A}"/>
                  </a:ext>
                </a:extLst>
              </p14:cNvPr>
              <p14:cNvContentPartPr/>
              <p14:nvPr/>
            </p14:nvContentPartPr>
            <p14:xfrm>
              <a:off x="795749" y="1338754"/>
              <a:ext cx="1602360" cy="164520"/>
            </p14:xfrm>
          </p:contentPart>
        </mc:Choice>
        <mc:Fallback xmlns="">
          <p:pic>
            <p:nvPicPr>
              <p:cNvPr id="4" name="Ink 3">
                <a:extLst>
                  <a:ext uri="{FF2B5EF4-FFF2-40B4-BE49-F238E27FC236}">
                    <a16:creationId xmlns:a16="http://schemas.microsoft.com/office/drawing/2014/main" id="{89A7B10B-7320-155F-AEF2-39C0EF5AA10A}"/>
                  </a:ext>
                </a:extLst>
              </p:cNvPr>
              <p:cNvPicPr/>
              <p:nvPr/>
            </p:nvPicPr>
            <p:blipFill>
              <a:blip r:embed="rId5"/>
              <a:stretch>
                <a:fillRect/>
              </a:stretch>
            </p:blipFill>
            <p:spPr>
              <a:xfrm>
                <a:off x="742109" y="1231114"/>
                <a:ext cx="1710000" cy="3801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0F97C22A-D40A-2591-7582-3C6448668528}"/>
                  </a:ext>
                </a:extLst>
              </p14:cNvPr>
              <p14:cNvContentPartPr/>
              <p14:nvPr/>
            </p14:nvContentPartPr>
            <p14:xfrm>
              <a:off x="840029" y="1853554"/>
              <a:ext cx="1560240" cy="168840"/>
            </p14:xfrm>
          </p:contentPart>
        </mc:Choice>
        <mc:Fallback xmlns="">
          <p:pic>
            <p:nvPicPr>
              <p:cNvPr id="5" name="Ink 4">
                <a:extLst>
                  <a:ext uri="{FF2B5EF4-FFF2-40B4-BE49-F238E27FC236}">
                    <a16:creationId xmlns:a16="http://schemas.microsoft.com/office/drawing/2014/main" id="{0F97C22A-D40A-2591-7582-3C6448668528}"/>
                  </a:ext>
                </a:extLst>
              </p:cNvPr>
              <p:cNvPicPr/>
              <p:nvPr/>
            </p:nvPicPr>
            <p:blipFill>
              <a:blip r:embed="rId7"/>
              <a:stretch>
                <a:fillRect/>
              </a:stretch>
            </p:blipFill>
            <p:spPr>
              <a:xfrm>
                <a:off x="786389" y="1745914"/>
                <a:ext cx="166788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DFC1F560-BDFC-C3BF-42A9-0690BCD4E348}"/>
                  </a:ext>
                </a:extLst>
              </p14:cNvPr>
              <p14:cNvContentPartPr/>
              <p14:nvPr/>
            </p14:nvContentPartPr>
            <p14:xfrm>
              <a:off x="733109" y="2712874"/>
              <a:ext cx="1181160" cy="212400"/>
            </p14:xfrm>
          </p:contentPart>
        </mc:Choice>
        <mc:Fallback xmlns="">
          <p:pic>
            <p:nvPicPr>
              <p:cNvPr id="6" name="Ink 5">
                <a:extLst>
                  <a:ext uri="{FF2B5EF4-FFF2-40B4-BE49-F238E27FC236}">
                    <a16:creationId xmlns:a16="http://schemas.microsoft.com/office/drawing/2014/main" id="{DFC1F560-BDFC-C3BF-42A9-0690BCD4E348}"/>
                  </a:ext>
                </a:extLst>
              </p:cNvPr>
              <p:cNvPicPr/>
              <p:nvPr/>
            </p:nvPicPr>
            <p:blipFill>
              <a:blip r:embed="rId9"/>
              <a:stretch>
                <a:fillRect/>
              </a:stretch>
            </p:blipFill>
            <p:spPr>
              <a:xfrm>
                <a:off x="679469" y="2605234"/>
                <a:ext cx="1288800" cy="428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2114CD4C-857F-273D-6887-55ABA996AC6F}"/>
                  </a:ext>
                </a:extLst>
              </p14:cNvPr>
              <p14:cNvContentPartPr/>
              <p14:nvPr/>
            </p14:nvContentPartPr>
            <p14:xfrm>
              <a:off x="730949" y="3271594"/>
              <a:ext cx="2155680" cy="127440"/>
            </p14:xfrm>
          </p:contentPart>
        </mc:Choice>
        <mc:Fallback xmlns="">
          <p:pic>
            <p:nvPicPr>
              <p:cNvPr id="7" name="Ink 6">
                <a:extLst>
                  <a:ext uri="{FF2B5EF4-FFF2-40B4-BE49-F238E27FC236}">
                    <a16:creationId xmlns:a16="http://schemas.microsoft.com/office/drawing/2014/main" id="{2114CD4C-857F-273D-6887-55ABA996AC6F}"/>
                  </a:ext>
                </a:extLst>
              </p:cNvPr>
              <p:cNvPicPr/>
              <p:nvPr/>
            </p:nvPicPr>
            <p:blipFill>
              <a:blip r:embed="rId11"/>
              <a:stretch>
                <a:fillRect/>
              </a:stretch>
            </p:blipFill>
            <p:spPr>
              <a:xfrm>
                <a:off x="677309" y="3163594"/>
                <a:ext cx="226332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Ink 7">
                <a:extLst>
                  <a:ext uri="{FF2B5EF4-FFF2-40B4-BE49-F238E27FC236}">
                    <a16:creationId xmlns:a16="http://schemas.microsoft.com/office/drawing/2014/main" id="{F02AAF9A-B043-1689-1974-BB6D0DD62098}"/>
                  </a:ext>
                </a:extLst>
              </p14:cNvPr>
              <p14:cNvContentPartPr/>
              <p14:nvPr/>
            </p14:nvContentPartPr>
            <p14:xfrm>
              <a:off x="595229" y="3730234"/>
              <a:ext cx="1428480" cy="254880"/>
            </p14:xfrm>
          </p:contentPart>
        </mc:Choice>
        <mc:Fallback xmlns="">
          <p:pic>
            <p:nvPicPr>
              <p:cNvPr id="8" name="Ink 7">
                <a:extLst>
                  <a:ext uri="{FF2B5EF4-FFF2-40B4-BE49-F238E27FC236}">
                    <a16:creationId xmlns:a16="http://schemas.microsoft.com/office/drawing/2014/main" id="{F02AAF9A-B043-1689-1974-BB6D0DD62098}"/>
                  </a:ext>
                </a:extLst>
              </p:cNvPr>
              <p:cNvPicPr/>
              <p:nvPr/>
            </p:nvPicPr>
            <p:blipFill>
              <a:blip r:embed="rId13"/>
              <a:stretch>
                <a:fillRect/>
              </a:stretch>
            </p:blipFill>
            <p:spPr>
              <a:xfrm>
                <a:off x="541229" y="3622594"/>
                <a:ext cx="153612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Ink 8">
                <a:extLst>
                  <a:ext uri="{FF2B5EF4-FFF2-40B4-BE49-F238E27FC236}">
                    <a16:creationId xmlns:a16="http://schemas.microsoft.com/office/drawing/2014/main" id="{C9DBF189-5F0E-57C9-CAEF-7E705CBEBB5C}"/>
                  </a:ext>
                </a:extLst>
              </p14:cNvPr>
              <p14:cNvContentPartPr/>
              <p14:nvPr/>
            </p14:nvContentPartPr>
            <p14:xfrm>
              <a:off x="799709" y="4284994"/>
              <a:ext cx="1978920" cy="185040"/>
            </p14:xfrm>
          </p:contentPart>
        </mc:Choice>
        <mc:Fallback xmlns="">
          <p:pic>
            <p:nvPicPr>
              <p:cNvPr id="9" name="Ink 8">
                <a:extLst>
                  <a:ext uri="{FF2B5EF4-FFF2-40B4-BE49-F238E27FC236}">
                    <a16:creationId xmlns:a16="http://schemas.microsoft.com/office/drawing/2014/main" id="{C9DBF189-5F0E-57C9-CAEF-7E705CBEBB5C}"/>
                  </a:ext>
                </a:extLst>
              </p:cNvPr>
              <p:cNvPicPr/>
              <p:nvPr/>
            </p:nvPicPr>
            <p:blipFill>
              <a:blip r:embed="rId15"/>
              <a:stretch>
                <a:fillRect/>
              </a:stretch>
            </p:blipFill>
            <p:spPr>
              <a:xfrm>
                <a:off x="746069" y="4176994"/>
                <a:ext cx="208656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Ink 9">
                <a:extLst>
                  <a:ext uri="{FF2B5EF4-FFF2-40B4-BE49-F238E27FC236}">
                    <a16:creationId xmlns:a16="http://schemas.microsoft.com/office/drawing/2014/main" id="{8DCBEB40-7AC0-5D85-14E9-BCF214A42267}"/>
                  </a:ext>
                </a:extLst>
              </p14:cNvPr>
              <p14:cNvContentPartPr/>
              <p14:nvPr/>
            </p14:nvContentPartPr>
            <p14:xfrm>
              <a:off x="741389" y="4753354"/>
              <a:ext cx="701280" cy="248760"/>
            </p14:xfrm>
          </p:contentPart>
        </mc:Choice>
        <mc:Fallback xmlns="">
          <p:pic>
            <p:nvPicPr>
              <p:cNvPr id="10" name="Ink 9">
                <a:extLst>
                  <a:ext uri="{FF2B5EF4-FFF2-40B4-BE49-F238E27FC236}">
                    <a16:creationId xmlns:a16="http://schemas.microsoft.com/office/drawing/2014/main" id="{8DCBEB40-7AC0-5D85-14E9-BCF214A42267}"/>
                  </a:ext>
                </a:extLst>
              </p:cNvPr>
              <p:cNvPicPr/>
              <p:nvPr/>
            </p:nvPicPr>
            <p:blipFill>
              <a:blip r:embed="rId17"/>
              <a:stretch>
                <a:fillRect/>
              </a:stretch>
            </p:blipFill>
            <p:spPr>
              <a:xfrm>
                <a:off x="687389" y="4645354"/>
                <a:ext cx="80892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33DA492C-3F17-AAE1-90DA-6475BE68D6EF}"/>
                  </a:ext>
                </a:extLst>
              </p14:cNvPr>
              <p14:cNvContentPartPr/>
              <p14:nvPr/>
            </p14:nvContentPartPr>
            <p14:xfrm>
              <a:off x="8463389" y="3176194"/>
              <a:ext cx="2380320" cy="298080"/>
            </p14:xfrm>
          </p:contentPart>
        </mc:Choice>
        <mc:Fallback xmlns="">
          <p:pic>
            <p:nvPicPr>
              <p:cNvPr id="11" name="Ink 10">
                <a:extLst>
                  <a:ext uri="{FF2B5EF4-FFF2-40B4-BE49-F238E27FC236}">
                    <a16:creationId xmlns:a16="http://schemas.microsoft.com/office/drawing/2014/main" id="{33DA492C-3F17-AAE1-90DA-6475BE68D6EF}"/>
                  </a:ext>
                </a:extLst>
              </p:cNvPr>
              <p:cNvPicPr/>
              <p:nvPr/>
            </p:nvPicPr>
            <p:blipFill>
              <a:blip r:embed="rId19"/>
              <a:stretch>
                <a:fillRect/>
              </a:stretch>
            </p:blipFill>
            <p:spPr>
              <a:xfrm>
                <a:off x="8409389" y="3068194"/>
                <a:ext cx="2487960" cy="513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Ink 11">
                <a:extLst>
                  <a:ext uri="{FF2B5EF4-FFF2-40B4-BE49-F238E27FC236}">
                    <a16:creationId xmlns:a16="http://schemas.microsoft.com/office/drawing/2014/main" id="{336EC0D3-EB62-8196-EF83-4EC2DDFB86AE}"/>
                  </a:ext>
                </a:extLst>
              </p14:cNvPr>
              <p14:cNvContentPartPr/>
              <p14:nvPr/>
            </p14:nvContentPartPr>
            <p14:xfrm>
              <a:off x="4914149" y="1357114"/>
              <a:ext cx="1237680" cy="141120"/>
            </p14:xfrm>
          </p:contentPart>
        </mc:Choice>
        <mc:Fallback xmlns="">
          <p:pic>
            <p:nvPicPr>
              <p:cNvPr id="12" name="Ink 11">
                <a:extLst>
                  <a:ext uri="{FF2B5EF4-FFF2-40B4-BE49-F238E27FC236}">
                    <a16:creationId xmlns:a16="http://schemas.microsoft.com/office/drawing/2014/main" id="{336EC0D3-EB62-8196-EF83-4EC2DDFB86AE}"/>
                  </a:ext>
                </a:extLst>
              </p:cNvPr>
              <p:cNvPicPr/>
              <p:nvPr/>
            </p:nvPicPr>
            <p:blipFill>
              <a:blip r:embed="rId21"/>
              <a:stretch>
                <a:fillRect/>
              </a:stretch>
            </p:blipFill>
            <p:spPr>
              <a:xfrm>
                <a:off x="4860509" y="1249474"/>
                <a:ext cx="1345320" cy="356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Ink 12">
                <a:extLst>
                  <a:ext uri="{FF2B5EF4-FFF2-40B4-BE49-F238E27FC236}">
                    <a16:creationId xmlns:a16="http://schemas.microsoft.com/office/drawing/2014/main" id="{12226637-9104-AE0E-34E0-24D7FF99A9DB}"/>
                  </a:ext>
                </a:extLst>
              </p14:cNvPr>
              <p14:cNvContentPartPr/>
              <p14:nvPr/>
            </p14:nvContentPartPr>
            <p14:xfrm>
              <a:off x="5261189" y="1840594"/>
              <a:ext cx="1163520" cy="141480"/>
            </p14:xfrm>
          </p:contentPart>
        </mc:Choice>
        <mc:Fallback xmlns="">
          <p:pic>
            <p:nvPicPr>
              <p:cNvPr id="13" name="Ink 12">
                <a:extLst>
                  <a:ext uri="{FF2B5EF4-FFF2-40B4-BE49-F238E27FC236}">
                    <a16:creationId xmlns:a16="http://schemas.microsoft.com/office/drawing/2014/main" id="{12226637-9104-AE0E-34E0-24D7FF99A9DB}"/>
                  </a:ext>
                </a:extLst>
              </p:cNvPr>
              <p:cNvPicPr/>
              <p:nvPr/>
            </p:nvPicPr>
            <p:blipFill>
              <a:blip r:embed="rId23"/>
              <a:stretch>
                <a:fillRect/>
              </a:stretch>
            </p:blipFill>
            <p:spPr>
              <a:xfrm>
                <a:off x="5207549" y="1732954"/>
                <a:ext cx="1271160" cy="357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Ink 13">
                <a:extLst>
                  <a:ext uri="{FF2B5EF4-FFF2-40B4-BE49-F238E27FC236}">
                    <a16:creationId xmlns:a16="http://schemas.microsoft.com/office/drawing/2014/main" id="{B9E81ED2-298C-EA51-DC31-F48062F1024F}"/>
                  </a:ext>
                </a:extLst>
              </p14:cNvPr>
              <p14:cNvContentPartPr/>
              <p14:nvPr/>
            </p14:nvContentPartPr>
            <p14:xfrm>
              <a:off x="6143189" y="2658874"/>
              <a:ext cx="3227040" cy="333360"/>
            </p14:xfrm>
          </p:contentPart>
        </mc:Choice>
        <mc:Fallback xmlns="">
          <p:pic>
            <p:nvPicPr>
              <p:cNvPr id="14" name="Ink 13">
                <a:extLst>
                  <a:ext uri="{FF2B5EF4-FFF2-40B4-BE49-F238E27FC236}">
                    <a16:creationId xmlns:a16="http://schemas.microsoft.com/office/drawing/2014/main" id="{B9E81ED2-298C-EA51-DC31-F48062F1024F}"/>
                  </a:ext>
                </a:extLst>
              </p:cNvPr>
              <p:cNvPicPr/>
              <p:nvPr/>
            </p:nvPicPr>
            <p:blipFill>
              <a:blip r:embed="rId25"/>
              <a:stretch>
                <a:fillRect/>
              </a:stretch>
            </p:blipFill>
            <p:spPr>
              <a:xfrm>
                <a:off x="6089189" y="2550874"/>
                <a:ext cx="3334680" cy="549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Ink 14">
                <a:extLst>
                  <a:ext uri="{FF2B5EF4-FFF2-40B4-BE49-F238E27FC236}">
                    <a16:creationId xmlns:a16="http://schemas.microsoft.com/office/drawing/2014/main" id="{49616C80-6F66-EF83-CDA8-AFC75347EF07}"/>
                  </a:ext>
                </a:extLst>
              </p14:cNvPr>
              <p14:cNvContentPartPr/>
              <p14:nvPr/>
            </p14:nvContentPartPr>
            <p14:xfrm>
              <a:off x="5854109" y="4273114"/>
              <a:ext cx="1895760" cy="198360"/>
            </p14:xfrm>
          </p:contentPart>
        </mc:Choice>
        <mc:Fallback xmlns="">
          <p:pic>
            <p:nvPicPr>
              <p:cNvPr id="15" name="Ink 14">
                <a:extLst>
                  <a:ext uri="{FF2B5EF4-FFF2-40B4-BE49-F238E27FC236}">
                    <a16:creationId xmlns:a16="http://schemas.microsoft.com/office/drawing/2014/main" id="{49616C80-6F66-EF83-CDA8-AFC75347EF07}"/>
                  </a:ext>
                </a:extLst>
              </p:cNvPr>
              <p:cNvPicPr/>
              <p:nvPr/>
            </p:nvPicPr>
            <p:blipFill>
              <a:blip r:embed="rId27"/>
              <a:stretch>
                <a:fillRect/>
              </a:stretch>
            </p:blipFill>
            <p:spPr>
              <a:xfrm>
                <a:off x="5800469" y="4165474"/>
                <a:ext cx="200340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Ink 15">
                <a:extLst>
                  <a:ext uri="{FF2B5EF4-FFF2-40B4-BE49-F238E27FC236}">
                    <a16:creationId xmlns:a16="http://schemas.microsoft.com/office/drawing/2014/main" id="{4604F80E-66AF-249C-E5DA-9F4245C539CD}"/>
                  </a:ext>
                </a:extLst>
              </p14:cNvPr>
              <p14:cNvContentPartPr/>
              <p14:nvPr/>
            </p14:nvContentPartPr>
            <p14:xfrm>
              <a:off x="5616509" y="4798354"/>
              <a:ext cx="2755800" cy="236880"/>
            </p14:xfrm>
          </p:contentPart>
        </mc:Choice>
        <mc:Fallback xmlns="">
          <p:pic>
            <p:nvPicPr>
              <p:cNvPr id="16" name="Ink 15">
                <a:extLst>
                  <a:ext uri="{FF2B5EF4-FFF2-40B4-BE49-F238E27FC236}">
                    <a16:creationId xmlns:a16="http://schemas.microsoft.com/office/drawing/2014/main" id="{4604F80E-66AF-249C-E5DA-9F4245C539CD}"/>
                  </a:ext>
                </a:extLst>
              </p:cNvPr>
              <p:cNvPicPr/>
              <p:nvPr/>
            </p:nvPicPr>
            <p:blipFill>
              <a:blip r:embed="rId29"/>
              <a:stretch>
                <a:fillRect/>
              </a:stretch>
            </p:blipFill>
            <p:spPr>
              <a:xfrm>
                <a:off x="5562869" y="4690714"/>
                <a:ext cx="2863440" cy="452520"/>
              </a:xfrm>
              <a:prstGeom prst="rect">
                <a:avLst/>
              </a:prstGeom>
            </p:spPr>
          </p:pic>
        </mc:Fallback>
      </mc:AlternateContent>
    </p:spTree>
    <p:extLst>
      <p:ext uri="{BB962C8B-B14F-4D97-AF65-F5344CB8AC3E}">
        <p14:creationId xmlns:p14="http://schemas.microsoft.com/office/powerpoint/2010/main" val="3569218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416" y="490601"/>
            <a:ext cx="10515600" cy="4351338"/>
          </a:xfrm>
        </p:spPr>
        <p:txBody>
          <a:bodyPr>
            <a:normAutofit/>
          </a:bodyPr>
          <a:lstStyle/>
          <a:p>
            <a:endParaRPr lang="en-US" sz="3600" dirty="0"/>
          </a:p>
          <a:p>
            <a:pPr marL="0" indent="0">
              <a:buNone/>
            </a:pPr>
            <a:r>
              <a:rPr lang="en-US" sz="3600" dirty="0"/>
              <a:t>also in the </a:t>
            </a:r>
            <a:r>
              <a:rPr lang="en-US" sz="3600" dirty="0" err="1"/>
              <a:t>package.json</a:t>
            </a:r>
            <a:r>
              <a:rPr lang="en-US" sz="3600" dirty="0"/>
              <a:t> -- we will add </a:t>
            </a:r>
            <a:r>
              <a:rPr lang="en-US" sz="3600" dirty="0" err="1"/>
              <a:t>type:module</a:t>
            </a:r>
            <a:r>
              <a:rPr lang="en-US" sz="3600" dirty="0"/>
              <a:t> </a:t>
            </a:r>
          </a:p>
          <a:p>
            <a:pPr marL="0" indent="0">
              <a:buNone/>
            </a:pPr>
            <a:r>
              <a:rPr lang="en-US" sz="3600" dirty="0"/>
              <a:t>--using this we can use import and export statements instead of require and </a:t>
            </a:r>
            <a:r>
              <a:rPr lang="en-US" sz="3600" dirty="0" err="1"/>
              <a:t>module.exports</a:t>
            </a:r>
            <a:endParaRPr lang="en-US" sz="3600" dirty="0"/>
          </a:p>
          <a:p>
            <a:pPr marL="0" indent="0">
              <a:buNone/>
            </a:pPr>
            <a:r>
              <a:rPr lang="en-US" sz="3600" dirty="0"/>
              <a:t>---"type": "module",</a:t>
            </a:r>
            <a:endParaRPr lang="en-IN" sz="3600" dirty="0"/>
          </a:p>
        </p:txBody>
      </p:sp>
      <p:pic>
        <p:nvPicPr>
          <p:cNvPr id="4" name="Picture 3"/>
          <p:cNvPicPr>
            <a:picLocks noChangeAspect="1"/>
          </p:cNvPicPr>
          <p:nvPr/>
        </p:nvPicPr>
        <p:blipFill>
          <a:blip r:embed="rId2"/>
          <a:stretch>
            <a:fillRect/>
          </a:stretch>
        </p:blipFill>
        <p:spPr>
          <a:xfrm>
            <a:off x="104579" y="4093324"/>
            <a:ext cx="5648206" cy="972451"/>
          </a:xfrm>
          <a:prstGeom prst="rect">
            <a:avLst/>
          </a:prstGeom>
        </p:spPr>
      </p:pic>
      <p:cxnSp>
        <p:nvCxnSpPr>
          <p:cNvPr id="6" name="Straight Arrow Connector 5"/>
          <p:cNvCxnSpPr>
            <a:stCxn id="4" idx="3"/>
          </p:cNvCxnSpPr>
          <p:nvPr/>
        </p:nvCxnSpPr>
        <p:spPr>
          <a:xfrm>
            <a:off x="5752785" y="4579550"/>
            <a:ext cx="1662999" cy="129610"/>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415784" y="4492192"/>
            <a:ext cx="4038798" cy="923330"/>
          </a:xfrm>
          <a:prstGeom prst="rect">
            <a:avLst/>
          </a:prstGeom>
          <a:solidFill>
            <a:srgbClr val="92D050"/>
          </a:solidFill>
          <a:ln>
            <a:solidFill>
              <a:srgbClr val="FFFF00"/>
            </a:solidFill>
          </a:ln>
        </p:spPr>
        <p:txBody>
          <a:bodyPr wrap="none" rtlCol="0">
            <a:spAutoFit/>
          </a:bodyPr>
          <a:lstStyle/>
          <a:p>
            <a:r>
              <a:rPr lang="en-US" dirty="0"/>
              <a:t>Like here since we are using type module</a:t>
            </a:r>
          </a:p>
          <a:p>
            <a:r>
              <a:rPr lang="en-US" dirty="0"/>
              <a:t>So we have to write ./</a:t>
            </a:r>
            <a:r>
              <a:rPr lang="en-US" dirty="0" err="1"/>
              <a:t>utils</a:t>
            </a:r>
            <a:r>
              <a:rPr lang="en-US" dirty="0"/>
              <a:t>/db.js </a:t>
            </a:r>
          </a:p>
          <a:p>
            <a:r>
              <a:rPr lang="en-US" dirty="0"/>
              <a:t>Else we need to write ./</a:t>
            </a:r>
            <a:r>
              <a:rPr lang="en-US" dirty="0" err="1"/>
              <a:t>utils</a:t>
            </a:r>
            <a:r>
              <a:rPr lang="en-US" dirty="0"/>
              <a:t>/</a:t>
            </a:r>
            <a:r>
              <a:rPr lang="en-US" dirty="0" err="1"/>
              <a:t>db</a:t>
            </a:r>
            <a:endParaRPr lang="en-IN"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DD937AD0-3C55-1E9D-D85C-124F8AEF9797}"/>
                  </a:ext>
                </a:extLst>
              </p14:cNvPr>
              <p14:cNvContentPartPr/>
              <p14:nvPr/>
            </p14:nvContentPartPr>
            <p14:xfrm>
              <a:off x="7443509" y="1103314"/>
              <a:ext cx="2513520" cy="530280"/>
            </p14:xfrm>
          </p:contentPart>
        </mc:Choice>
        <mc:Fallback xmlns="">
          <p:pic>
            <p:nvPicPr>
              <p:cNvPr id="2" name="Ink 1">
                <a:extLst>
                  <a:ext uri="{FF2B5EF4-FFF2-40B4-BE49-F238E27FC236}">
                    <a16:creationId xmlns:a16="http://schemas.microsoft.com/office/drawing/2014/main" id="{DD937AD0-3C55-1E9D-D85C-124F8AEF9797}"/>
                  </a:ext>
                </a:extLst>
              </p:cNvPr>
              <p:cNvPicPr/>
              <p:nvPr/>
            </p:nvPicPr>
            <p:blipFill>
              <a:blip r:embed="rId4"/>
              <a:stretch>
                <a:fillRect/>
              </a:stretch>
            </p:blipFill>
            <p:spPr>
              <a:xfrm>
                <a:off x="7389509" y="995314"/>
                <a:ext cx="2621160" cy="745920"/>
              </a:xfrm>
              <a:prstGeom prst="rect">
                <a:avLst/>
              </a:prstGeom>
            </p:spPr>
          </p:pic>
        </mc:Fallback>
      </mc:AlternateContent>
      <p:grpSp>
        <p:nvGrpSpPr>
          <p:cNvPr id="9" name="Group 8">
            <a:extLst>
              <a:ext uri="{FF2B5EF4-FFF2-40B4-BE49-F238E27FC236}">
                <a16:creationId xmlns:a16="http://schemas.microsoft.com/office/drawing/2014/main" id="{4E116192-01B0-7FC3-4390-1D627CF89ABA}"/>
              </a:ext>
            </a:extLst>
          </p:cNvPr>
          <p:cNvGrpSpPr/>
          <p:nvPr/>
        </p:nvGrpSpPr>
        <p:grpSpPr>
          <a:xfrm>
            <a:off x="252869" y="2798194"/>
            <a:ext cx="4088160" cy="829800"/>
            <a:chOff x="252869" y="2798194"/>
            <a:chExt cx="4088160" cy="82980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CB92635A-ED8F-3997-9AC3-6AEE0CBC0CD1}"/>
                    </a:ext>
                  </a:extLst>
                </p14:cNvPr>
                <p14:cNvContentPartPr/>
                <p14:nvPr/>
              </p14:nvContentPartPr>
              <p14:xfrm>
                <a:off x="258269" y="2822314"/>
                <a:ext cx="3835440" cy="805680"/>
              </p14:xfrm>
            </p:contentPart>
          </mc:Choice>
          <mc:Fallback xmlns="">
            <p:pic>
              <p:nvPicPr>
                <p:cNvPr id="5" name="Ink 4">
                  <a:extLst>
                    <a:ext uri="{FF2B5EF4-FFF2-40B4-BE49-F238E27FC236}">
                      <a16:creationId xmlns:a16="http://schemas.microsoft.com/office/drawing/2014/main" id="{CB92635A-ED8F-3997-9AC3-6AEE0CBC0CD1}"/>
                    </a:ext>
                  </a:extLst>
                </p:cNvPr>
                <p:cNvPicPr/>
                <p:nvPr/>
              </p:nvPicPr>
              <p:blipFill>
                <a:blip r:embed="rId6"/>
                <a:stretch>
                  <a:fillRect/>
                </a:stretch>
              </p:blipFill>
              <p:spPr>
                <a:xfrm>
                  <a:off x="240269" y="2804314"/>
                  <a:ext cx="3871080" cy="841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E805439-3898-32A0-1202-D011E42912B9}"/>
                    </a:ext>
                  </a:extLst>
                </p14:cNvPr>
                <p14:cNvContentPartPr/>
                <p14:nvPr/>
              </p14:nvContentPartPr>
              <p14:xfrm>
                <a:off x="252869" y="2798194"/>
                <a:ext cx="4088160" cy="715680"/>
              </p14:xfrm>
            </p:contentPart>
          </mc:Choice>
          <mc:Fallback xmlns="">
            <p:pic>
              <p:nvPicPr>
                <p:cNvPr id="8" name="Ink 7">
                  <a:extLst>
                    <a:ext uri="{FF2B5EF4-FFF2-40B4-BE49-F238E27FC236}">
                      <a16:creationId xmlns:a16="http://schemas.microsoft.com/office/drawing/2014/main" id="{FE805439-3898-32A0-1202-D011E42912B9}"/>
                    </a:ext>
                  </a:extLst>
                </p:cNvPr>
                <p:cNvPicPr/>
                <p:nvPr/>
              </p:nvPicPr>
              <p:blipFill>
                <a:blip r:embed="rId8"/>
                <a:stretch>
                  <a:fillRect/>
                </a:stretch>
              </p:blipFill>
              <p:spPr>
                <a:xfrm>
                  <a:off x="235229" y="2780194"/>
                  <a:ext cx="4123800" cy="751320"/>
                </a:xfrm>
                <a:prstGeom prst="rect">
                  <a:avLst/>
                </a:prstGeom>
              </p:spPr>
            </p:pic>
          </mc:Fallback>
        </mc:AlternateContent>
      </p:grpSp>
    </p:spTree>
    <p:extLst>
      <p:ext uri="{BB962C8B-B14F-4D97-AF65-F5344CB8AC3E}">
        <p14:creationId xmlns:p14="http://schemas.microsoft.com/office/powerpoint/2010/main" val="1455132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a:t>
            </a:r>
            <a:r>
              <a:rPr lang="en-US" dirty="0" err="1"/>
              <a:t>Nodemon</a:t>
            </a:r>
            <a:endParaRPr lang="en-IN" dirty="0"/>
          </a:p>
        </p:txBody>
      </p:sp>
      <p:pic>
        <p:nvPicPr>
          <p:cNvPr id="4" name="Content Placeholder 3"/>
          <p:cNvPicPr>
            <a:picLocks noGrp="1" noChangeAspect="1"/>
          </p:cNvPicPr>
          <p:nvPr>
            <p:ph idx="1"/>
          </p:nvPr>
        </p:nvPicPr>
        <p:blipFill>
          <a:blip r:embed="rId2"/>
          <a:stretch>
            <a:fillRect/>
          </a:stretch>
        </p:blipFill>
        <p:spPr>
          <a:xfrm>
            <a:off x="724809" y="1690688"/>
            <a:ext cx="7123986" cy="5075872"/>
          </a:xfrm>
          <a:prstGeom prst="rect">
            <a:avLst/>
          </a:prstGeom>
        </p:spPr>
      </p:pic>
      <p:sp>
        <p:nvSpPr>
          <p:cNvPr id="5" name="Rounded Rectangle 4"/>
          <p:cNvSpPr/>
          <p:nvPr/>
        </p:nvSpPr>
        <p:spPr>
          <a:xfrm>
            <a:off x="1399032" y="3016251"/>
            <a:ext cx="3090672" cy="248158"/>
          </a:xfrm>
          <a:prstGeom prst="roundRect">
            <a:avLst/>
          </a:prstGeom>
          <a:noFill/>
          <a:ln>
            <a:solidFill>
              <a:srgbClr val="FF00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ight Arrow 5"/>
          <p:cNvSpPr/>
          <p:nvPr/>
        </p:nvSpPr>
        <p:spPr>
          <a:xfrm rot="10800000">
            <a:off x="4489704" y="3017521"/>
            <a:ext cx="4160520" cy="246888"/>
          </a:xfrm>
          <a:prstGeom prst="rightArrow">
            <a:avLst/>
          </a:prstGeom>
          <a:solidFill>
            <a:srgbClr val="FF000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ed Rectangle 6"/>
          <p:cNvSpPr/>
          <p:nvPr/>
        </p:nvSpPr>
        <p:spPr>
          <a:xfrm>
            <a:off x="8567928" y="1865376"/>
            <a:ext cx="3547872" cy="3392424"/>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t>WHENEVER WE RUN</a:t>
            </a:r>
          </a:p>
          <a:p>
            <a:pPr algn="ctr"/>
            <a:r>
              <a:rPr lang="en-US" sz="3200" dirty="0" err="1">
                <a:solidFill>
                  <a:srgbClr val="FFFF00"/>
                </a:solidFill>
              </a:rPr>
              <a:t>Npm</a:t>
            </a:r>
            <a:r>
              <a:rPr lang="en-US" sz="3200" dirty="0">
                <a:solidFill>
                  <a:srgbClr val="FFFF00"/>
                </a:solidFill>
              </a:rPr>
              <a:t> run dev</a:t>
            </a:r>
          </a:p>
          <a:p>
            <a:pPr algn="ctr"/>
            <a:r>
              <a:rPr lang="en-US" sz="3200" dirty="0"/>
              <a:t>Then our server will start</a:t>
            </a:r>
            <a:endParaRPr lang="en-IN" sz="3200" dirty="0"/>
          </a:p>
        </p:txBody>
      </p:sp>
    </p:spTree>
    <p:extLst>
      <p:ext uri="{BB962C8B-B14F-4D97-AF65-F5344CB8AC3E}">
        <p14:creationId xmlns:p14="http://schemas.microsoft.com/office/powerpoint/2010/main" val="471596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4320" y="3455797"/>
            <a:ext cx="4639056" cy="1325563"/>
          </a:xfrm>
        </p:spPr>
        <p:txBody>
          <a:bodyPr/>
          <a:lstStyle/>
          <a:p>
            <a:r>
              <a:rPr lang="en-US" dirty="0"/>
              <a:t>index.js</a:t>
            </a:r>
            <a:endParaRPr lang="en-IN" dirty="0"/>
          </a:p>
        </p:txBody>
      </p:sp>
      <p:pic>
        <p:nvPicPr>
          <p:cNvPr id="4" name="Content Placeholder 3"/>
          <p:cNvPicPr>
            <a:picLocks noGrp="1" noChangeAspect="1"/>
          </p:cNvPicPr>
          <p:nvPr>
            <p:ph idx="1"/>
          </p:nvPr>
        </p:nvPicPr>
        <p:blipFill>
          <a:blip r:embed="rId2"/>
          <a:stretch>
            <a:fillRect/>
          </a:stretch>
        </p:blipFill>
        <p:spPr>
          <a:xfrm>
            <a:off x="354763" y="168862"/>
            <a:ext cx="10016386" cy="3521044"/>
          </a:xfrm>
          <a:prstGeom prst="rect">
            <a:avLst/>
          </a:prstGeom>
        </p:spPr>
      </p:pic>
      <p:sp>
        <p:nvSpPr>
          <p:cNvPr id="6" name="Oval 5"/>
          <p:cNvSpPr/>
          <p:nvPr/>
        </p:nvSpPr>
        <p:spPr>
          <a:xfrm>
            <a:off x="1024128" y="1435608"/>
            <a:ext cx="8677656" cy="493776"/>
          </a:xfrm>
          <a:prstGeom prst="ellipse">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ln>
                <a:solidFill>
                  <a:srgbClr val="FF0000"/>
                </a:solidFill>
              </a:ln>
              <a:solidFill>
                <a:srgbClr val="FF0000"/>
              </a:solidFill>
            </a:endParaRPr>
          </a:p>
        </p:txBody>
      </p:sp>
      <p:sp>
        <p:nvSpPr>
          <p:cNvPr id="11" name="Right Arrow 10"/>
          <p:cNvSpPr/>
          <p:nvPr/>
        </p:nvSpPr>
        <p:spPr>
          <a:xfrm rot="13433810">
            <a:off x="7872984" y="2859209"/>
            <a:ext cx="3657600" cy="65357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F0000"/>
              </a:solidFill>
            </a:endParaRPr>
          </a:p>
        </p:txBody>
      </p:sp>
      <p:sp>
        <p:nvSpPr>
          <p:cNvPr id="13" name="Round Same Side Corner Rectangle 12"/>
          <p:cNvSpPr/>
          <p:nvPr/>
        </p:nvSpPr>
        <p:spPr>
          <a:xfrm>
            <a:off x="7255764" y="4542981"/>
            <a:ext cx="4892040" cy="1764792"/>
          </a:xfrm>
          <a:prstGeom prst="round2Same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a:t>BASIC DONE</a:t>
            </a:r>
            <a:endParaRPr lang="en-IN" sz="5400" dirty="0"/>
          </a:p>
        </p:txBody>
      </p:sp>
    </p:spTree>
    <p:extLst>
      <p:ext uri="{BB962C8B-B14F-4D97-AF65-F5344CB8AC3E}">
        <p14:creationId xmlns:p14="http://schemas.microsoft.com/office/powerpoint/2010/main" val="3491681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Cookie parser and </a:t>
            </a:r>
            <a:r>
              <a:rPr lang="en-US" dirty="0" err="1"/>
              <a:t>url</a:t>
            </a:r>
            <a:r>
              <a:rPr lang="en-US" dirty="0"/>
              <a:t> encoded</a:t>
            </a:r>
            <a:endParaRPr lang="en-IN" dirty="0"/>
          </a:p>
        </p:txBody>
      </p:sp>
      <p:pic>
        <p:nvPicPr>
          <p:cNvPr id="4" name="Content Placeholder 3"/>
          <p:cNvPicPr>
            <a:picLocks noGrp="1" noChangeAspect="1"/>
          </p:cNvPicPr>
          <p:nvPr>
            <p:ph idx="1"/>
          </p:nvPr>
        </p:nvPicPr>
        <p:blipFill>
          <a:blip r:embed="rId2"/>
          <a:stretch>
            <a:fillRect/>
          </a:stretch>
        </p:blipFill>
        <p:spPr>
          <a:xfrm>
            <a:off x="447293" y="2075688"/>
            <a:ext cx="11129509" cy="3072384"/>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80425CD-62BE-BA9A-76E2-74C35B67D689}"/>
                  </a:ext>
                </a:extLst>
              </p14:cNvPr>
              <p14:cNvContentPartPr/>
              <p14:nvPr/>
            </p14:nvContentPartPr>
            <p14:xfrm>
              <a:off x="466349" y="2459794"/>
              <a:ext cx="2650320" cy="146520"/>
            </p14:xfrm>
          </p:contentPart>
        </mc:Choice>
        <mc:Fallback xmlns="">
          <p:pic>
            <p:nvPicPr>
              <p:cNvPr id="3" name="Ink 2">
                <a:extLst>
                  <a:ext uri="{FF2B5EF4-FFF2-40B4-BE49-F238E27FC236}">
                    <a16:creationId xmlns:a16="http://schemas.microsoft.com/office/drawing/2014/main" id="{680425CD-62BE-BA9A-76E2-74C35B67D689}"/>
                  </a:ext>
                </a:extLst>
              </p:cNvPr>
              <p:cNvPicPr/>
              <p:nvPr/>
            </p:nvPicPr>
            <p:blipFill>
              <a:blip r:embed="rId4"/>
              <a:stretch>
                <a:fillRect/>
              </a:stretch>
            </p:blipFill>
            <p:spPr>
              <a:xfrm>
                <a:off x="448349" y="2441794"/>
                <a:ext cx="268596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254320D0-124B-9F6D-21FD-7271BFB2EF06}"/>
                  </a:ext>
                </a:extLst>
              </p14:cNvPr>
              <p14:cNvContentPartPr/>
              <p14:nvPr/>
            </p14:nvContentPartPr>
            <p14:xfrm>
              <a:off x="459509" y="3662914"/>
              <a:ext cx="3933360" cy="79920"/>
            </p14:xfrm>
          </p:contentPart>
        </mc:Choice>
        <mc:Fallback xmlns="">
          <p:pic>
            <p:nvPicPr>
              <p:cNvPr id="5" name="Ink 4">
                <a:extLst>
                  <a:ext uri="{FF2B5EF4-FFF2-40B4-BE49-F238E27FC236}">
                    <a16:creationId xmlns:a16="http://schemas.microsoft.com/office/drawing/2014/main" id="{254320D0-124B-9F6D-21FD-7271BFB2EF06}"/>
                  </a:ext>
                </a:extLst>
              </p:cNvPr>
              <p:cNvPicPr/>
              <p:nvPr/>
            </p:nvPicPr>
            <p:blipFill>
              <a:blip r:embed="rId6"/>
              <a:stretch>
                <a:fillRect/>
              </a:stretch>
            </p:blipFill>
            <p:spPr>
              <a:xfrm>
                <a:off x="441509" y="3645274"/>
                <a:ext cx="3969000" cy="115560"/>
              </a:xfrm>
              <a:prstGeom prst="rect">
                <a:avLst/>
              </a:prstGeom>
            </p:spPr>
          </p:pic>
        </mc:Fallback>
      </mc:AlternateContent>
    </p:spTree>
    <p:extLst>
      <p:ext uri="{BB962C8B-B14F-4D97-AF65-F5344CB8AC3E}">
        <p14:creationId xmlns:p14="http://schemas.microsoft.com/office/powerpoint/2010/main" val="2262395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CORS(cross origin </a:t>
            </a:r>
            <a:r>
              <a:rPr lang="en-US" dirty="0" err="1">
                <a:solidFill>
                  <a:srgbClr val="FF0000"/>
                </a:solidFill>
              </a:rPr>
              <a:t>resourse</a:t>
            </a:r>
            <a:r>
              <a:rPr lang="en-US" dirty="0">
                <a:solidFill>
                  <a:srgbClr val="FF0000"/>
                </a:solidFill>
              </a:rPr>
              <a:t> sharing)</a:t>
            </a:r>
            <a:endParaRPr lang="en-IN"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310370" y="1608392"/>
            <a:ext cx="9212107" cy="3158499"/>
          </a:xfrm>
          <a:prstGeom prst="rect">
            <a:avLst/>
          </a:prstGeom>
        </p:spPr>
      </p:pic>
      <p:sp>
        <p:nvSpPr>
          <p:cNvPr id="5" name="Rounded Rectangle 4"/>
          <p:cNvSpPr/>
          <p:nvPr/>
        </p:nvSpPr>
        <p:spPr>
          <a:xfrm>
            <a:off x="493776" y="2606040"/>
            <a:ext cx="1956816" cy="256032"/>
          </a:xfrm>
          <a:prstGeom prst="roundRect">
            <a:avLst/>
          </a:prstGeom>
          <a:noFill/>
          <a:ln w="19050">
            <a:solidFill>
              <a:srgbClr val="FF00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9705883" y="1267556"/>
            <a:ext cx="2558270" cy="241027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rgbClr val="FF0000"/>
                </a:solidFill>
              </a:rPr>
              <a:t>Credentails</a:t>
            </a:r>
            <a:r>
              <a:rPr lang="en-US" sz="2000" dirty="0">
                <a:solidFill>
                  <a:srgbClr val="FF0000"/>
                </a:solidFill>
              </a:rPr>
              <a:t>: true </a:t>
            </a:r>
            <a:r>
              <a:rPr lang="en-US" sz="2000" dirty="0" err="1">
                <a:solidFill>
                  <a:srgbClr val="FF0000"/>
                </a:solidFill>
              </a:rPr>
              <a:t>hoge</a:t>
            </a:r>
            <a:r>
              <a:rPr lang="en-US" sz="2000" dirty="0">
                <a:solidFill>
                  <a:srgbClr val="FF0000"/>
                </a:solidFill>
              </a:rPr>
              <a:t> </a:t>
            </a:r>
            <a:r>
              <a:rPr lang="en-US" sz="2000" dirty="0" err="1">
                <a:solidFill>
                  <a:srgbClr val="FF0000"/>
                </a:solidFill>
              </a:rPr>
              <a:t>tabhi</a:t>
            </a:r>
            <a:r>
              <a:rPr lang="en-US" sz="2000" dirty="0">
                <a:solidFill>
                  <a:srgbClr val="FF0000"/>
                </a:solidFill>
              </a:rPr>
              <a:t> </a:t>
            </a:r>
            <a:r>
              <a:rPr lang="en-US" sz="2000" dirty="0" err="1">
                <a:solidFill>
                  <a:srgbClr val="FF0000"/>
                </a:solidFill>
              </a:rPr>
              <a:t>hm</a:t>
            </a:r>
            <a:r>
              <a:rPr lang="en-US" sz="2000" dirty="0">
                <a:solidFill>
                  <a:srgbClr val="FF0000"/>
                </a:solidFill>
              </a:rPr>
              <a:t> cookie </a:t>
            </a:r>
            <a:r>
              <a:rPr lang="en-US" sz="2000" dirty="0" err="1">
                <a:solidFill>
                  <a:srgbClr val="FF0000"/>
                </a:solidFill>
              </a:rPr>
              <a:t>ko</a:t>
            </a:r>
            <a:r>
              <a:rPr lang="en-US" sz="2000" dirty="0">
                <a:solidFill>
                  <a:srgbClr val="FF0000"/>
                </a:solidFill>
              </a:rPr>
              <a:t> send </a:t>
            </a:r>
            <a:r>
              <a:rPr lang="en-US" sz="2000" dirty="0" err="1">
                <a:solidFill>
                  <a:srgbClr val="FF0000"/>
                </a:solidFill>
              </a:rPr>
              <a:t>kar</a:t>
            </a:r>
            <a:r>
              <a:rPr lang="en-US" sz="2000" dirty="0">
                <a:solidFill>
                  <a:srgbClr val="FF0000"/>
                </a:solidFill>
              </a:rPr>
              <a:t> </a:t>
            </a:r>
            <a:r>
              <a:rPr lang="en-US" sz="2000" dirty="0" err="1">
                <a:solidFill>
                  <a:srgbClr val="FF0000"/>
                </a:solidFill>
              </a:rPr>
              <a:t>payege</a:t>
            </a:r>
            <a:endParaRPr lang="en-IN" sz="2000" dirty="0">
              <a:solidFill>
                <a:srgbClr val="FF0000"/>
              </a:solidFill>
            </a:endParaRPr>
          </a:p>
        </p:txBody>
      </p:sp>
      <p:sp>
        <p:nvSpPr>
          <p:cNvPr id="13" name="Rounded Rectangle 12"/>
          <p:cNvSpPr/>
          <p:nvPr/>
        </p:nvSpPr>
        <p:spPr>
          <a:xfrm>
            <a:off x="173736" y="5497449"/>
            <a:ext cx="11671844" cy="136055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rPr>
              <a:t>by default, browsers restrict cross-origin requests for security reasons. This means your frontend (on port 5173) cannot make requests to your backend (on port 5000) unless CORS is enabled. By using </a:t>
            </a:r>
            <a:r>
              <a:rPr lang="en-US" dirty="0" err="1">
                <a:solidFill>
                  <a:srgbClr val="FFFF00"/>
                </a:solidFill>
              </a:rPr>
              <a:t>app.use</a:t>
            </a:r>
            <a:r>
              <a:rPr lang="en-US" dirty="0">
                <a:solidFill>
                  <a:srgbClr val="FFFF00"/>
                </a:solidFill>
              </a:rPr>
              <a:t>(</a:t>
            </a:r>
            <a:r>
              <a:rPr lang="en-US" dirty="0" err="1">
                <a:solidFill>
                  <a:srgbClr val="FFFF00"/>
                </a:solidFill>
              </a:rPr>
              <a:t>cors</a:t>
            </a:r>
            <a:r>
              <a:rPr lang="en-US" dirty="0">
                <a:solidFill>
                  <a:srgbClr val="FFFF00"/>
                </a:solidFill>
              </a:rPr>
              <a:t>(</a:t>
            </a:r>
            <a:r>
              <a:rPr lang="en-US" dirty="0" err="1">
                <a:solidFill>
                  <a:srgbClr val="FFFF00"/>
                </a:solidFill>
              </a:rPr>
              <a:t>corsOptions</a:t>
            </a:r>
            <a:r>
              <a:rPr lang="en-US" dirty="0">
                <a:solidFill>
                  <a:srgbClr val="FFFF00"/>
                </a:solidFill>
              </a:rPr>
              <a:t>)), you explicitly allow your frontend to communicate with your backend, including sending cookies and credentials.</a:t>
            </a:r>
            <a:endParaRPr lang="en-IN" dirty="0">
              <a:solidFill>
                <a:srgbClr val="FFFF00"/>
              </a:solidFill>
            </a:endParaRPr>
          </a:p>
        </p:txBody>
      </p:sp>
      <p:sp>
        <p:nvSpPr>
          <p:cNvPr id="14" name="Rounded Rectangle 13"/>
          <p:cNvSpPr/>
          <p:nvPr/>
        </p:nvSpPr>
        <p:spPr>
          <a:xfrm>
            <a:off x="493776" y="3831336"/>
            <a:ext cx="2565945" cy="237744"/>
          </a:xfrm>
          <a:prstGeom prst="roundRect">
            <a:avLst/>
          </a:prstGeom>
          <a:noFill/>
          <a:ln w="38100">
            <a:solidFill>
              <a:srgbClr val="FFC0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effectLst>
                <a:glow rad="228600">
                  <a:schemeClr val="accent6">
                    <a:satMod val="175000"/>
                    <a:alpha val="40000"/>
                  </a:schemeClr>
                </a:glow>
              </a:effectLst>
            </a:endParaRPr>
          </a:p>
        </p:txBody>
      </p:sp>
      <p:sp>
        <p:nvSpPr>
          <p:cNvPr id="15" name="Right Arrow 14"/>
          <p:cNvSpPr/>
          <p:nvPr/>
        </p:nvSpPr>
        <p:spPr>
          <a:xfrm rot="10800000">
            <a:off x="3114583" y="3730752"/>
            <a:ext cx="7437591" cy="274320"/>
          </a:xfrm>
          <a:prstGeom prst="rightArrow">
            <a:avLst>
              <a:gd name="adj1" fmla="val 40600"/>
              <a:gd name="adj2" fmla="val 5000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ight Arrow 16"/>
          <p:cNvSpPr/>
          <p:nvPr/>
        </p:nvSpPr>
        <p:spPr>
          <a:xfrm rot="5400000">
            <a:off x="9714730" y="4504557"/>
            <a:ext cx="1664209" cy="321579"/>
          </a:xfrm>
          <a:prstGeom prst="rightArrow">
            <a:avLst>
              <a:gd name="adj1" fmla="val 40600"/>
              <a:gd name="adj2" fmla="val 50000"/>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p:cNvCxnSpPr/>
          <p:nvPr/>
        </p:nvCxnSpPr>
        <p:spPr>
          <a:xfrm flipH="1">
            <a:off x="7114032" y="2606040"/>
            <a:ext cx="2591851" cy="128016"/>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5826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906" y="317456"/>
            <a:ext cx="5564454" cy="900294"/>
          </a:xfrm>
        </p:spPr>
        <p:txBody>
          <a:bodyPr>
            <a:normAutofit/>
          </a:bodyPr>
          <a:lstStyle/>
          <a:p>
            <a:r>
              <a:rPr lang="en-US" sz="5400" dirty="0">
                <a:solidFill>
                  <a:srgbClr val="FF0000"/>
                </a:solidFill>
              </a:rPr>
              <a:t>First API</a:t>
            </a:r>
            <a:endParaRPr lang="en-IN" sz="5400" dirty="0">
              <a:solidFill>
                <a:srgbClr val="FF0000"/>
              </a:solidFill>
            </a:endParaRPr>
          </a:p>
        </p:txBody>
      </p:sp>
      <p:pic>
        <p:nvPicPr>
          <p:cNvPr id="4" name="Picture 3"/>
          <p:cNvPicPr>
            <a:picLocks noChangeAspect="1"/>
          </p:cNvPicPr>
          <p:nvPr/>
        </p:nvPicPr>
        <p:blipFill>
          <a:blip r:embed="rId2"/>
          <a:stretch>
            <a:fillRect/>
          </a:stretch>
        </p:blipFill>
        <p:spPr>
          <a:xfrm>
            <a:off x="210312" y="1406889"/>
            <a:ext cx="9605586" cy="3998499"/>
          </a:xfrm>
          <a:prstGeom prst="rect">
            <a:avLst/>
          </a:prstGeom>
        </p:spPr>
      </p:pic>
      <p:pic>
        <p:nvPicPr>
          <p:cNvPr id="5" name="Picture 4"/>
          <p:cNvPicPr>
            <a:picLocks noChangeAspect="1"/>
          </p:cNvPicPr>
          <p:nvPr/>
        </p:nvPicPr>
        <p:blipFill rotWithShape="1">
          <a:blip r:embed="rId3"/>
          <a:srcRect t="16725" r="31512" b="12811"/>
          <a:stretch/>
        </p:blipFill>
        <p:spPr>
          <a:xfrm>
            <a:off x="0" y="5067572"/>
            <a:ext cx="6393085" cy="1207008"/>
          </a:xfrm>
          <a:prstGeom prst="rect">
            <a:avLst/>
          </a:prstGeom>
        </p:spPr>
      </p:pic>
      <p:pic>
        <p:nvPicPr>
          <p:cNvPr id="6" name="Picture 5"/>
          <p:cNvPicPr>
            <a:picLocks noChangeAspect="1"/>
          </p:cNvPicPr>
          <p:nvPr/>
        </p:nvPicPr>
        <p:blipFill>
          <a:blip r:embed="rId4"/>
          <a:stretch>
            <a:fillRect/>
          </a:stretch>
        </p:blipFill>
        <p:spPr>
          <a:xfrm>
            <a:off x="6821424" y="4121854"/>
            <a:ext cx="5218650" cy="2152726"/>
          </a:xfrm>
          <a:prstGeom prst="rect">
            <a:avLst/>
          </a:prstGeom>
        </p:spPr>
      </p:pic>
      <p:sp>
        <p:nvSpPr>
          <p:cNvPr id="7" name="Right Arrow 6"/>
          <p:cNvSpPr/>
          <p:nvPr/>
        </p:nvSpPr>
        <p:spPr>
          <a:xfrm rot="20774802">
            <a:off x="2901977" y="5235757"/>
            <a:ext cx="6212456" cy="199242"/>
          </a:xfrm>
          <a:prstGeom prst="rightArrow">
            <a:avLst/>
          </a:prstGeom>
          <a:noFill/>
          <a:ln>
            <a:solidFill>
              <a:srgbClr val="92D05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D648C760-5B12-BC8F-C23D-D5148A957251}"/>
                  </a:ext>
                </a:extLst>
              </p14:cNvPr>
              <p14:cNvContentPartPr/>
              <p14:nvPr/>
            </p14:nvContentPartPr>
            <p14:xfrm>
              <a:off x="988709" y="6138994"/>
              <a:ext cx="2045160" cy="170640"/>
            </p14:xfrm>
          </p:contentPart>
        </mc:Choice>
        <mc:Fallback xmlns="">
          <p:pic>
            <p:nvPicPr>
              <p:cNvPr id="10" name="Ink 9">
                <a:extLst>
                  <a:ext uri="{FF2B5EF4-FFF2-40B4-BE49-F238E27FC236}">
                    <a16:creationId xmlns:a16="http://schemas.microsoft.com/office/drawing/2014/main" id="{D648C760-5B12-BC8F-C23D-D5148A957251}"/>
                  </a:ext>
                </a:extLst>
              </p:cNvPr>
              <p:cNvPicPr/>
              <p:nvPr/>
            </p:nvPicPr>
            <p:blipFill>
              <a:blip r:embed="rId6"/>
              <a:stretch>
                <a:fillRect/>
              </a:stretch>
            </p:blipFill>
            <p:spPr>
              <a:xfrm>
                <a:off x="971069" y="6120994"/>
                <a:ext cx="20808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D3A37B2B-8CF6-0720-7199-C8ABB440E649}"/>
                  </a:ext>
                </a:extLst>
              </p14:cNvPr>
              <p14:cNvContentPartPr/>
              <p14:nvPr/>
            </p14:nvContentPartPr>
            <p14:xfrm>
              <a:off x="579389" y="112234"/>
              <a:ext cx="3029040" cy="1324800"/>
            </p14:xfrm>
          </p:contentPart>
        </mc:Choice>
        <mc:Fallback xmlns="">
          <p:pic>
            <p:nvPicPr>
              <p:cNvPr id="11" name="Ink 10">
                <a:extLst>
                  <a:ext uri="{FF2B5EF4-FFF2-40B4-BE49-F238E27FC236}">
                    <a16:creationId xmlns:a16="http://schemas.microsoft.com/office/drawing/2014/main" id="{D3A37B2B-8CF6-0720-7199-C8ABB440E649}"/>
                  </a:ext>
                </a:extLst>
              </p:cNvPr>
              <p:cNvPicPr/>
              <p:nvPr/>
            </p:nvPicPr>
            <p:blipFill>
              <a:blip r:embed="rId8"/>
              <a:stretch>
                <a:fillRect/>
              </a:stretch>
            </p:blipFill>
            <p:spPr>
              <a:xfrm>
                <a:off x="561389" y="94234"/>
                <a:ext cx="3064680" cy="1360440"/>
              </a:xfrm>
              <a:prstGeom prst="rect">
                <a:avLst/>
              </a:prstGeom>
            </p:spPr>
          </p:pic>
        </mc:Fallback>
      </mc:AlternateContent>
    </p:spTree>
    <p:extLst>
      <p:ext uri="{BB962C8B-B14F-4D97-AF65-F5344CB8AC3E}">
        <p14:creationId xmlns:p14="http://schemas.microsoft.com/office/powerpoint/2010/main" val="3036164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03"/>
            <a:ext cx="10515600" cy="902123"/>
          </a:xfrm>
          <a:ln>
            <a:solidFill>
              <a:srgbClr val="0070C0"/>
            </a:solidFill>
          </a:ln>
        </p:spPr>
        <p:txBody>
          <a:bodyPr/>
          <a:lstStyle/>
          <a:p>
            <a:r>
              <a:rPr lang="en-US" dirty="0" err="1">
                <a:solidFill>
                  <a:srgbClr val="92D050"/>
                </a:solidFill>
              </a:rPr>
              <a:t>Mongodb</a:t>
            </a:r>
            <a:r>
              <a:rPr lang="en-US" dirty="0">
                <a:solidFill>
                  <a:srgbClr val="92D050"/>
                </a:solidFill>
              </a:rPr>
              <a:t> database working</a:t>
            </a:r>
            <a:endParaRPr lang="en-IN" dirty="0">
              <a:solidFill>
                <a:srgbClr val="92D050"/>
              </a:solidFill>
            </a:endParaRPr>
          </a:p>
        </p:txBody>
      </p:sp>
      <p:pic>
        <p:nvPicPr>
          <p:cNvPr id="4" name="Content Placeholder 3"/>
          <p:cNvPicPr>
            <a:picLocks noGrp="1" noChangeAspect="1"/>
          </p:cNvPicPr>
          <p:nvPr>
            <p:ph idx="1"/>
          </p:nvPr>
        </p:nvPicPr>
        <p:blipFill>
          <a:blip r:embed="rId2"/>
          <a:stretch>
            <a:fillRect/>
          </a:stretch>
        </p:blipFill>
        <p:spPr>
          <a:xfrm>
            <a:off x="653810" y="1423289"/>
            <a:ext cx="10410430" cy="5126604"/>
          </a:xfrm>
          <a:prstGeom prst="rect">
            <a:avLst/>
          </a:prstGeom>
        </p:spPr>
      </p:pic>
      <p:sp>
        <p:nvSpPr>
          <p:cNvPr id="5" name="Oval 4"/>
          <p:cNvSpPr/>
          <p:nvPr/>
        </p:nvSpPr>
        <p:spPr>
          <a:xfrm>
            <a:off x="1700784" y="3639312"/>
            <a:ext cx="1335024" cy="667512"/>
          </a:xfrm>
          <a:prstGeom prst="ellipse">
            <a:avLst/>
          </a:prstGeom>
          <a:noFill/>
          <a:ln w="57150">
            <a:solidFill>
              <a:srgbClr val="FF000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DFE55771-5819-55C2-653E-99C8EA5C947E}"/>
              </a:ext>
            </a:extLst>
          </p:cNvPr>
          <p:cNvGrpSpPr/>
          <p:nvPr/>
        </p:nvGrpSpPr>
        <p:grpSpPr>
          <a:xfrm>
            <a:off x="546269" y="102514"/>
            <a:ext cx="7115400" cy="3533760"/>
            <a:chOff x="546269" y="102514"/>
            <a:chExt cx="7115400" cy="353376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6EF8BD70-6BD1-FE5C-4226-F44EF44CF44B}"/>
                    </a:ext>
                  </a:extLst>
                </p14:cNvPr>
                <p14:cNvContentPartPr/>
                <p14:nvPr/>
              </p14:nvContentPartPr>
              <p14:xfrm>
                <a:off x="546269" y="102514"/>
                <a:ext cx="7053840" cy="1139760"/>
              </p14:xfrm>
            </p:contentPart>
          </mc:Choice>
          <mc:Fallback xmlns="">
            <p:pic>
              <p:nvPicPr>
                <p:cNvPr id="3" name="Ink 2">
                  <a:extLst>
                    <a:ext uri="{FF2B5EF4-FFF2-40B4-BE49-F238E27FC236}">
                      <a16:creationId xmlns:a16="http://schemas.microsoft.com/office/drawing/2014/main" id="{6EF8BD70-6BD1-FE5C-4226-F44EF44CF44B}"/>
                    </a:ext>
                  </a:extLst>
                </p:cNvPr>
                <p:cNvPicPr/>
                <p:nvPr/>
              </p:nvPicPr>
              <p:blipFill>
                <a:blip r:embed="rId4"/>
                <a:stretch>
                  <a:fillRect/>
                </a:stretch>
              </p:blipFill>
              <p:spPr>
                <a:xfrm>
                  <a:off x="528629" y="84514"/>
                  <a:ext cx="7089480" cy="1175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CCB021C3-9E8F-C0B5-3826-C295FCEF74F2}"/>
                    </a:ext>
                  </a:extLst>
                </p14:cNvPr>
                <p14:cNvContentPartPr/>
                <p14:nvPr/>
              </p14:nvContentPartPr>
              <p14:xfrm>
                <a:off x="1125149" y="685714"/>
                <a:ext cx="6536520" cy="601560"/>
              </p14:xfrm>
            </p:contentPart>
          </mc:Choice>
          <mc:Fallback xmlns="">
            <p:pic>
              <p:nvPicPr>
                <p:cNvPr id="7" name="Ink 6">
                  <a:extLst>
                    <a:ext uri="{FF2B5EF4-FFF2-40B4-BE49-F238E27FC236}">
                      <a16:creationId xmlns:a16="http://schemas.microsoft.com/office/drawing/2014/main" id="{CCB021C3-9E8F-C0B5-3826-C295FCEF74F2}"/>
                    </a:ext>
                  </a:extLst>
                </p:cNvPr>
                <p:cNvPicPr/>
                <p:nvPr/>
              </p:nvPicPr>
              <p:blipFill>
                <a:blip r:embed="rId6"/>
                <a:stretch>
                  <a:fillRect/>
                </a:stretch>
              </p:blipFill>
              <p:spPr>
                <a:xfrm>
                  <a:off x="1107149" y="668074"/>
                  <a:ext cx="6572160" cy="637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970E8358-2A55-2950-3356-8D90C4A16637}"/>
                    </a:ext>
                  </a:extLst>
                </p14:cNvPr>
                <p14:cNvContentPartPr/>
                <p14:nvPr/>
              </p14:nvContentPartPr>
              <p14:xfrm>
                <a:off x="2771429" y="978754"/>
                <a:ext cx="784080" cy="2657520"/>
              </p14:xfrm>
            </p:contentPart>
          </mc:Choice>
          <mc:Fallback xmlns="">
            <p:pic>
              <p:nvPicPr>
                <p:cNvPr id="8" name="Ink 7">
                  <a:extLst>
                    <a:ext uri="{FF2B5EF4-FFF2-40B4-BE49-F238E27FC236}">
                      <a16:creationId xmlns:a16="http://schemas.microsoft.com/office/drawing/2014/main" id="{970E8358-2A55-2950-3356-8D90C4A16637}"/>
                    </a:ext>
                  </a:extLst>
                </p:cNvPr>
                <p:cNvPicPr/>
                <p:nvPr/>
              </p:nvPicPr>
              <p:blipFill>
                <a:blip r:embed="rId8"/>
                <a:stretch>
                  <a:fillRect/>
                </a:stretch>
              </p:blipFill>
              <p:spPr>
                <a:xfrm>
                  <a:off x="2753789" y="961114"/>
                  <a:ext cx="819720" cy="2693160"/>
                </a:xfrm>
                <a:prstGeom prst="rect">
                  <a:avLst/>
                </a:prstGeom>
              </p:spPr>
            </p:pic>
          </mc:Fallback>
        </mc:AlternateContent>
      </p:grpSp>
    </p:spTree>
    <p:extLst>
      <p:ext uri="{BB962C8B-B14F-4D97-AF65-F5344CB8AC3E}">
        <p14:creationId xmlns:p14="http://schemas.microsoft.com/office/powerpoint/2010/main" val="28445118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3745" y="533765"/>
            <a:ext cx="9135407" cy="6539310"/>
          </a:xfrm>
          <a:prstGeom prst="rect">
            <a:avLst/>
          </a:prstGeom>
        </p:spPr>
      </p:pic>
      <p:sp>
        <p:nvSpPr>
          <p:cNvPr id="5" name="Down Arrow 4"/>
          <p:cNvSpPr/>
          <p:nvPr/>
        </p:nvSpPr>
        <p:spPr>
          <a:xfrm rot="2983812">
            <a:off x="8362565" y="1530236"/>
            <a:ext cx="274137" cy="1737360"/>
          </a:xfrm>
          <a:prstGeom prst="downArrow">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IN"/>
          </a:p>
        </p:txBody>
      </p:sp>
      <p:sp>
        <p:nvSpPr>
          <p:cNvPr id="6" name="Rounded Rectangle 5"/>
          <p:cNvSpPr/>
          <p:nvPr/>
        </p:nvSpPr>
        <p:spPr>
          <a:xfrm>
            <a:off x="8881872" y="1600201"/>
            <a:ext cx="3310128" cy="397802"/>
          </a:xfrm>
          <a:prstGeom prst="roundRect">
            <a:avLst>
              <a:gd name="adj" fmla="val 50000"/>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sz="2400" dirty="0">
              <a:solidFill>
                <a:srgbClr val="92D050"/>
              </a:solidFill>
            </a:endParaRPr>
          </a:p>
          <a:p>
            <a:pPr algn="ctr"/>
            <a:r>
              <a:rPr lang="en-US" sz="2400" dirty="0">
                <a:solidFill>
                  <a:srgbClr val="92D050"/>
                </a:solidFill>
              </a:rPr>
              <a:t>Write name of project</a:t>
            </a:r>
          </a:p>
          <a:p>
            <a:pPr algn="ctr"/>
            <a:endParaRPr lang="en-IN"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C929C3F5-2CA8-B683-7DC5-1DBD8C307715}"/>
                  </a:ext>
                </a:extLst>
              </p14:cNvPr>
              <p14:cNvContentPartPr/>
              <p14:nvPr/>
            </p14:nvContentPartPr>
            <p14:xfrm>
              <a:off x="788189" y="2836539"/>
              <a:ext cx="1145880" cy="527400"/>
            </p14:xfrm>
          </p:contentPart>
        </mc:Choice>
        <mc:Fallback xmlns="">
          <p:pic>
            <p:nvPicPr>
              <p:cNvPr id="2" name="Ink 1">
                <a:extLst>
                  <a:ext uri="{FF2B5EF4-FFF2-40B4-BE49-F238E27FC236}">
                    <a16:creationId xmlns:a16="http://schemas.microsoft.com/office/drawing/2014/main" id="{C929C3F5-2CA8-B683-7DC5-1DBD8C307715}"/>
                  </a:ext>
                </a:extLst>
              </p:cNvPr>
              <p:cNvPicPr/>
              <p:nvPr/>
            </p:nvPicPr>
            <p:blipFill>
              <a:blip r:embed="rId4"/>
              <a:stretch>
                <a:fillRect/>
              </a:stretch>
            </p:blipFill>
            <p:spPr>
              <a:xfrm>
                <a:off x="770549" y="2818539"/>
                <a:ext cx="1181520" cy="563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3862EAE5-BAD3-1523-FFDB-0CE34E874512}"/>
                  </a:ext>
                </a:extLst>
              </p14:cNvPr>
              <p14:cNvContentPartPr/>
              <p14:nvPr/>
            </p14:nvContentPartPr>
            <p14:xfrm>
              <a:off x="4103069" y="4936779"/>
              <a:ext cx="1590120" cy="232920"/>
            </p14:xfrm>
          </p:contentPart>
        </mc:Choice>
        <mc:Fallback xmlns="">
          <p:pic>
            <p:nvPicPr>
              <p:cNvPr id="3" name="Ink 2">
                <a:extLst>
                  <a:ext uri="{FF2B5EF4-FFF2-40B4-BE49-F238E27FC236}">
                    <a16:creationId xmlns:a16="http://schemas.microsoft.com/office/drawing/2014/main" id="{3862EAE5-BAD3-1523-FFDB-0CE34E874512}"/>
                  </a:ext>
                </a:extLst>
              </p:cNvPr>
              <p:cNvPicPr/>
              <p:nvPr/>
            </p:nvPicPr>
            <p:blipFill>
              <a:blip r:embed="rId6"/>
              <a:stretch>
                <a:fillRect/>
              </a:stretch>
            </p:blipFill>
            <p:spPr>
              <a:xfrm>
                <a:off x="4085429" y="4919139"/>
                <a:ext cx="1625760" cy="268560"/>
              </a:xfrm>
              <a:prstGeom prst="rect">
                <a:avLst/>
              </a:prstGeom>
            </p:spPr>
          </p:pic>
        </mc:Fallback>
      </mc:AlternateContent>
    </p:spTree>
    <p:extLst>
      <p:ext uri="{BB962C8B-B14F-4D97-AF65-F5344CB8AC3E}">
        <p14:creationId xmlns:p14="http://schemas.microsoft.com/office/powerpoint/2010/main" val="586148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26418" y="1180331"/>
            <a:ext cx="7554742" cy="5290835"/>
          </a:xfrm>
          <a:prstGeom prst="rect">
            <a:avLst/>
          </a:prstGeom>
        </p:spPr>
      </p:pic>
      <p:sp>
        <p:nvSpPr>
          <p:cNvPr id="5" name="Oval 4"/>
          <p:cNvSpPr/>
          <p:nvPr/>
        </p:nvSpPr>
        <p:spPr>
          <a:xfrm>
            <a:off x="6903720" y="5047488"/>
            <a:ext cx="1929384" cy="923544"/>
          </a:xfrm>
          <a:prstGeom prst="ellipse">
            <a:avLst/>
          </a:prstGeom>
          <a:noFill/>
          <a:ln>
            <a:solidFill>
              <a:srgbClr val="FF000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33821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38200" y="868680"/>
            <a:ext cx="8215934" cy="4664334"/>
          </a:xfrm>
          <a:prstGeom prst="rect">
            <a:avLst/>
          </a:prstGeom>
        </p:spPr>
      </p:pic>
      <p:sp>
        <p:nvSpPr>
          <p:cNvPr id="5" name="Oval 4"/>
          <p:cNvSpPr/>
          <p:nvPr/>
        </p:nvSpPr>
        <p:spPr>
          <a:xfrm>
            <a:off x="4077362" y="4268032"/>
            <a:ext cx="2103120" cy="758952"/>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ECCD46B7-32BF-0EB1-3E1D-B9C67E54E065}"/>
                  </a:ext>
                </a:extLst>
              </p14:cNvPr>
              <p14:cNvContentPartPr/>
              <p14:nvPr/>
            </p14:nvContentPartPr>
            <p14:xfrm>
              <a:off x="4059149" y="4365634"/>
              <a:ext cx="117000" cy="677520"/>
            </p14:xfrm>
          </p:contentPart>
        </mc:Choice>
        <mc:Fallback xmlns="">
          <p:pic>
            <p:nvPicPr>
              <p:cNvPr id="3" name="Ink 2">
                <a:extLst>
                  <a:ext uri="{FF2B5EF4-FFF2-40B4-BE49-F238E27FC236}">
                    <a16:creationId xmlns:a16="http://schemas.microsoft.com/office/drawing/2014/main" id="{ECCD46B7-32BF-0EB1-3E1D-B9C67E54E065}"/>
                  </a:ext>
                </a:extLst>
              </p:cNvPr>
              <p:cNvPicPr/>
              <p:nvPr/>
            </p:nvPicPr>
            <p:blipFill>
              <a:blip r:embed="rId4"/>
              <a:stretch>
                <a:fillRect/>
              </a:stretch>
            </p:blipFill>
            <p:spPr>
              <a:xfrm>
                <a:off x="4041509" y="4347634"/>
                <a:ext cx="152640" cy="713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0E007E8-673B-43A1-07A8-A09C6D6C5C55}"/>
                  </a:ext>
                </a:extLst>
              </p14:cNvPr>
              <p14:cNvContentPartPr/>
              <p14:nvPr/>
            </p14:nvContentPartPr>
            <p14:xfrm>
              <a:off x="4000469" y="4219834"/>
              <a:ext cx="1775520" cy="981000"/>
            </p14:xfrm>
          </p:contentPart>
        </mc:Choice>
        <mc:Fallback xmlns="">
          <p:pic>
            <p:nvPicPr>
              <p:cNvPr id="6" name="Ink 5">
                <a:extLst>
                  <a:ext uri="{FF2B5EF4-FFF2-40B4-BE49-F238E27FC236}">
                    <a16:creationId xmlns:a16="http://schemas.microsoft.com/office/drawing/2014/main" id="{50E007E8-673B-43A1-07A8-A09C6D6C5C55}"/>
                  </a:ext>
                </a:extLst>
              </p:cNvPr>
              <p:cNvPicPr/>
              <p:nvPr/>
            </p:nvPicPr>
            <p:blipFill>
              <a:blip r:embed="rId6"/>
              <a:stretch>
                <a:fillRect/>
              </a:stretch>
            </p:blipFill>
            <p:spPr>
              <a:xfrm>
                <a:off x="3982829" y="4201834"/>
                <a:ext cx="1811160" cy="1016640"/>
              </a:xfrm>
              <a:prstGeom prst="rect">
                <a:avLst/>
              </a:prstGeom>
            </p:spPr>
          </p:pic>
        </mc:Fallback>
      </mc:AlternateContent>
    </p:spTree>
    <p:extLst>
      <p:ext uri="{BB962C8B-B14F-4D97-AF65-F5344CB8AC3E}">
        <p14:creationId xmlns:p14="http://schemas.microsoft.com/office/powerpoint/2010/main" val="3919203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6" name="Content Placeholder 5"/>
          <p:cNvPicPr>
            <a:picLocks noGrp="1" noChangeAspect="1"/>
          </p:cNvPicPr>
          <p:nvPr>
            <p:ph idx="1"/>
          </p:nvPr>
        </p:nvPicPr>
        <p:blipFill rotWithShape="1">
          <a:blip r:embed="rId2"/>
          <a:srcRect l="229" t="5989" b="41370"/>
          <a:stretch/>
        </p:blipFill>
        <p:spPr>
          <a:xfrm>
            <a:off x="210312" y="100584"/>
            <a:ext cx="8407387" cy="2290572"/>
          </a:xfrm>
          <a:prstGeom prst="rect">
            <a:avLst/>
          </a:prstGeom>
        </p:spPr>
      </p:pic>
      <p:pic>
        <p:nvPicPr>
          <p:cNvPr id="7" name="Picture 6"/>
          <p:cNvPicPr>
            <a:picLocks noChangeAspect="1"/>
          </p:cNvPicPr>
          <p:nvPr/>
        </p:nvPicPr>
        <p:blipFill>
          <a:blip r:embed="rId3"/>
          <a:stretch>
            <a:fillRect/>
          </a:stretch>
        </p:blipFill>
        <p:spPr>
          <a:xfrm>
            <a:off x="210312" y="2306175"/>
            <a:ext cx="9465552" cy="4789569"/>
          </a:xfrm>
          <a:prstGeom prst="rect">
            <a:avLst/>
          </a:prstGeom>
        </p:spPr>
      </p:pic>
      <p:sp>
        <p:nvSpPr>
          <p:cNvPr id="8" name="Rectangle 7"/>
          <p:cNvSpPr/>
          <p:nvPr/>
        </p:nvSpPr>
        <p:spPr>
          <a:xfrm>
            <a:off x="5294376" y="685800"/>
            <a:ext cx="2432304" cy="1837944"/>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p:cNvSpPr/>
          <p:nvPr/>
        </p:nvSpPr>
        <p:spPr>
          <a:xfrm>
            <a:off x="7072884" y="6510528"/>
            <a:ext cx="1307592" cy="694944"/>
          </a:xfrm>
          <a:prstGeom prst="ellipse">
            <a:avLst/>
          </a:prstGeom>
          <a:noFill/>
          <a:ln>
            <a:solidFill>
              <a:srgbClr val="92D05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4120C8A4-B49A-3B28-FC56-EC669F6506BF}"/>
                  </a:ext>
                </a:extLst>
              </p14:cNvPr>
              <p14:cNvContentPartPr/>
              <p14:nvPr/>
            </p14:nvContentPartPr>
            <p14:xfrm>
              <a:off x="7129949" y="6440859"/>
              <a:ext cx="1129320" cy="609480"/>
            </p14:xfrm>
          </p:contentPart>
        </mc:Choice>
        <mc:Fallback xmlns="">
          <p:pic>
            <p:nvPicPr>
              <p:cNvPr id="3" name="Ink 2">
                <a:extLst>
                  <a:ext uri="{FF2B5EF4-FFF2-40B4-BE49-F238E27FC236}">
                    <a16:creationId xmlns:a16="http://schemas.microsoft.com/office/drawing/2014/main" id="{4120C8A4-B49A-3B28-FC56-EC669F6506BF}"/>
                  </a:ext>
                </a:extLst>
              </p:cNvPr>
              <p:cNvPicPr/>
              <p:nvPr/>
            </p:nvPicPr>
            <p:blipFill>
              <a:blip r:embed="rId5"/>
              <a:stretch>
                <a:fillRect/>
              </a:stretch>
            </p:blipFill>
            <p:spPr>
              <a:xfrm>
                <a:off x="7111949" y="6422859"/>
                <a:ext cx="1164960" cy="645120"/>
              </a:xfrm>
              <a:prstGeom prst="rect">
                <a:avLst/>
              </a:prstGeom>
            </p:spPr>
          </p:pic>
        </mc:Fallback>
      </mc:AlternateContent>
    </p:spTree>
    <p:extLst>
      <p:ext uri="{BB962C8B-B14F-4D97-AF65-F5344CB8AC3E}">
        <p14:creationId xmlns:p14="http://schemas.microsoft.com/office/powerpoint/2010/main" val="1208060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838200" y="124840"/>
            <a:ext cx="8744712" cy="6616283"/>
          </a:xfrm>
          <a:prstGeom prst="rect">
            <a:avLst/>
          </a:prstGeom>
        </p:spPr>
      </p:pic>
      <p:sp>
        <p:nvSpPr>
          <p:cNvPr id="5" name="Oval 4"/>
          <p:cNvSpPr/>
          <p:nvPr/>
        </p:nvSpPr>
        <p:spPr>
          <a:xfrm>
            <a:off x="1307592" y="4407408"/>
            <a:ext cx="2944368" cy="484632"/>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4175760" y="4407408"/>
            <a:ext cx="2944368" cy="484632"/>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87838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426695" y="207137"/>
            <a:ext cx="7208545" cy="6375990"/>
          </a:xfrm>
          <a:prstGeom prst="rect">
            <a:avLst/>
          </a:prstGeom>
        </p:spPr>
      </p:pic>
      <p:sp>
        <p:nvSpPr>
          <p:cNvPr id="5" name="Rounded Rectangle 4"/>
          <p:cNvSpPr/>
          <p:nvPr/>
        </p:nvSpPr>
        <p:spPr>
          <a:xfrm>
            <a:off x="838200" y="4050792"/>
            <a:ext cx="5452872" cy="393192"/>
          </a:xfrm>
          <a:prstGeom prst="round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flipV="1">
            <a:off x="5285232" y="3072384"/>
            <a:ext cx="4160520" cy="97840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381744" y="2487191"/>
            <a:ext cx="2322049" cy="1815882"/>
          </a:xfrm>
          <a:prstGeom prst="rect">
            <a:avLst/>
          </a:prstGeom>
          <a:solidFill>
            <a:srgbClr val="92D050"/>
          </a:solidFill>
        </p:spPr>
        <p:txBody>
          <a:bodyPr wrap="square" rtlCol="0">
            <a:spAutoFit/>
          </a:bodyPr>
          <a:lstStyle/>
          <a:p>
            <a:r>
              <a:rPr lang="en-US" sz="2800" dirty="0"/>
              <a:t>We will write </a:t>
            </a:r>
          </a:p>
          <a:p>
            <a:r>
              <a:rPr lang="en-US" sz="2800" dirty="0"/>
              <a:t>This in </a:t>
            </a:r>
          </a:p>
          <a:p>
            <a:r>
              <a:rPr lang="en-US" sz="2800" dirty="0"/>
              <a:t>Environment variables</a:t>
            </a:r>
            <a:endParaRPr lang="en-IN" sz="2800" dirty="0"/>
          </a:p>
        </p:txBody>
      </p:sp>
    </p:spTree>
    <p:extLst>
      <p:ext uri="{BB962C8B-B14F-4D97-AF65-F5344CB8AC3E}">
        <p14:creationId xmlns:p14="http://schemas.microsoft.com/office/powerpoint/2010/main" val="4215448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t>
            </a:r>
            <a:r>
              <a:rPr lang="en-US" dirty="0" err="1"/>
              <a:t>env</a:t>
            </a:r>
            <a:r>
              <a:rPr lang="en-US" dirty="0"/>
              <a:t> file</a:t>
            </a:r>
            <a:endParaRPr lang="en-IN" dirty="0"/>
          </a:p>
        </p:txBody>
      </p:sp>
      <p:pic>
        <p:nvPicPr>
          <p:cNvPr id="4" name="Content Placeholder 3"/>
          <p:cNvPicPr>
            <a:picLocks noGrp="1" noChangeAspect="1"/>
          </p:cNvPicPr>
          <p:nvPr>
            <p:ph idx="1"/>
          </p:nvPr>
        </p:nvPicPr>
        <p:blipFill rotWithShape="1">
          <a:blip r:embed="rId3"/>
          <a:srcRect r="75647"/>
          <a:stretch/>
        </p:blipFill>
        <p:spPr>
          <a:xfrm>
            <a:off x="692324" y="1374201"/>
            <a:ext cx="2498931" cy="4834968"/>
          </a:xfrm>
          <a:prstGeom prst="rect">
            <a:avLst/>
          </a:prstGeom>
        </p:spPr>
      </p:pic>
      <p:sp>
        <p:nvSpPr>
          <p:cNvPr id="5" name="Oval 4"/>
          <p:cNvSpPr/>
          <p:nvPr/>
        </p:nvSpPr>
        <p:spPr>
          <a:xfrm>
            <a:off x="838200" y="3941064"/>
            <a:ext cx="862584" cy="246888"/>
          </a:xfrm>
          <a:prstGeom prst="ellipse">
            <a:avLst/>
          </a:prstGeom>
          <a:noFill/>
          <a:ln>
            <a:solidFill>
              <a:srgbClr val="FF00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a:stCxn id="5" idx="6"/>
          </p:cNvCxnSpPr>
          <p:nvPr/>
        </p:nvCxnSpPr>
        <p:spPr>
          <a:xfrm flipV="1">
            <a:off x="1700784" y="3374136"/>
            <a:ext cx="4123944" cy="690372"/>
          </a:xfrm>
          <a:prstGeom prst="straightConnector1">
            <a:avLst/>
          </a:prstGeom>
          <a:ln w="76200">
            <a:solidFill>
              <a:srgbClr val="FF0000"/>
            </a:solidFill>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358384" y="2681638"/>
            <a:ext cx="6727611" cy="1384995"/>
          </a:xfrm>
          <a:prstGeom prst="rect">
            <a:avLst/>
          </a:prstGeom>
          <a:solidFill>
            <a:srgbClr val="FFFF00"/>
          </a:solidFill>
          <a:ln>
            <a:solidFill>
              <a:srgbClr val="92D050"/>
            </a:solidFill>
          </a:ln>
          <a:effectLst>
            <a:glow rad="139700">
              <a:schemeClr val="accent6">
                <a:satMod val="175000"/>
                <a:alpha val="40000"/>
              </a:schemeClr>
            </a:glow>
            <a:softEdge rad="31750"/>
          </a:effectLst>
        </p:spPr>
        <p:txBody>
          <a:bodyPr wrap="none" rtlCol="0">
            <a:spAutoFit/>
          </a:bodyPr>
          <a:lstStyle/>
          <a:p>
            <a:r>
              <a:rPr lang="en-US" sz="2800" dirty="0" err="1"/>
              <a:t>Npm</a:t>
            </a:r>
            <a:r>
              <a:rPr lang="en-US" sz="2800" dirty="0"/>
              <a:t> I </a:t>
            </a:r>
            <a:r>
              <a:rPr lang="en-US" sz="2800" dirty="0" err="1"/>
              <a:t>dotenv</a:t>
            </a:r>
            <a:r>
              <a:rPr lang="en-US" sz="2800" dirty="0"/>
              <a:t> to install it</a:t>
            </a:r>
          </a:p>
          <a:p>
            <a:r>
              <a:rPr lang="en-US" sz="2800" dirty="0"/>
              <a:t>Then in this folder we can write environment</a:t>
            </a:r>
          </a:p>
          <a:p>
            <a:r>
              <a:rPr lang="en-US" sz="2800" dirty="0"/>
              <a:t>Variables </a:t>
            </a:r>
            <a:endParaRPr lang="en-IN" sz="2800" dirty="0"/>
          </a:p>
        </p:txBody>
      </p:sp>
      <p:grpSp>
        <p:nvGrpSpPr>
          <p:cNvPr id="12" name="Group 11">
            <a:extLst>
              <a:ext uri="{FF2B5EF4-FFF2-40B4-BE49-F238E27FC236}">
                <a16:creationId xmlns:a16="http://schemas.microsoft.com/office/drawing/2014/main" id="{2AF56C55-7527-1E0D-3C09-5652899D3702}"/>
              </a:ext>
            </a:extLst>
          </p:cNvPr>
          <p:cNvGrpSpPr/>
          <p:nvPr/>
        </p:nvGrpSpPr>
        <p:grpSpPr>
          <a:xfrm>
            <a:off x="8033549" y="695794"/>
            <a:ext cx="1459080" cy="500400"/>
            <a:chOff x="8033549" y="695794"/>
            <a:chExt cx="1459080" cy="500400"/>
          </a:xfrm>
        </p:grpSpPr>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2E25DDA8-32A5-1AB0-87CD-EBA5FC94EB35}"/>
                    </a:ext>
                  </a:extLst>
                </p14:cNvPr>
                <p14:cNvContentPartPr/>
                <p14:nvPr/>
              </p14:nvContentPartPr>
              <p14:xfrm>
                <a:off x="8033549" y="1067314"/>
                <a:ext cx="90360" cy="127080"/>
              </p14:xfrm>
            </p:contentPart>
          </mc:Choice>
          <mc:Fallback xmlns="">
            <p:pic>
              <p:nvPicPr>
                <p:cNvPr id="10" name="Ink 9">
                  <a:extLst>
                    <a:ext uri="{FF2B5EF4-FFF2-40B4-BE49-F238E27FC236}">
                      <a16:creationId xmlns:a16="http://schemas.microsoft.com/office/drawing/2014/main" id="{2E25DDA8-32A5-1AB0-87CD-EBA5FC94EB35}"/>
                    </a:ext>
                  </a:extLst>
                </p:cNvPr>
                <p:cNvPicPr/>
                <p:nvPr/>
              </p:nvPicPr>
              <p:blipFill>
                <a:blip r:embed="rId5"/>
                <a:stretch>
                  <a:fillRect/>
                </a:stretch>
              </p:blipFill>
              <p:spPr>
                <a:xfrm>
                  <a:off x="8015909" y="1049314"/>
                  <a:ext cx="1260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19BC13BB-061B-21D4-23FB-56AB27D55AFF}"/>
                    </a:ext>
                  </a:extLst>
                </p14:cNvPr>
                <p14:cNvContentPartPr/>
                <p14:nvPr/>
              </p14:nvContentPartPr>
              <p14:xfrm>
                <a:off x="8389949" y="695794"/>
                <a:ext cx="1102680" cy="500400"/>
              </p14:xfrm>
            </p:contentPart>
          </mc:Choice>
          <mc:Fallback xmlns="">
            <p:pic>
              <p:nvPicPr>
                <p:cNvPr id="11" name="Ink 10">
                  <a:extLst>
                    <a:ext uri="{FF2B5EF4-FFF2-40B4-BE49-F238E27FC236}">
                      <a16:creationId xmlns:a16="http://schemas.microsoft.com/office/drawing/2014/main" id="{19BC13BB-061B-21D4-23FB-56AB27D55AFF}"/>
                    </a:ext>
                  </a:extLst>
                </p:cNvPr>
                <p:cNvPicPr/>
                <p:nvPr/>
              </p:nvPicPr>
              <p:blipFill>
                <a:blip r:embed="rId7"/>
                <a:stretch>
                  <a:fillRect/>
                </a:stretch>
              </p:blipFill>
              <p:spPr>
                <a:xfrm>
                  <a:off x="8372309" y="678154"/>
                  <a:ext cx="1138320" cy="53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E6ED107C-E404-93E5-D43D-B0572AA6C73C}"/>
                  </a:ext>
                </a:extLst>
              </p14:cNvPr>
              <p14:cNvContentPartPr/>
              <p14:nvPr/>
            </p14:nvContentPartPr>
            <p14:xfrm>
              <a:off x="5332829" y="2841754"/>
              <a:ext cx="2020320" cy="239040"/>
            </p14:xfrm>
          </p:contentPart>
        </mc:Choice>
        <mc:Fallback xmlns="">
          <p:pic>
            <p:nvPicPr>
              <p:cNvPr id="15" name="Ink 14">
                <a:extLst>
                  <a:ext uri="{FF2B5EF4-FFF2-40B4-BE49-F238E27FC236}">
                    <a16:creationId xmlns:a16="http://schemas.microsoft.com/office/drawing/2014/main" id="{E6ED107C-E404-93E5-D43D-B0572AA6C73C}"/>
                  </a:ext>
                </a:extLst>
              </p:cNvPr>
              <p:cNvPicPr/>
              <p:nvPr/>
            </p:nvPicPr>
            <p:blipFill>
              <a:blip r:embed="rId9"/>
              <a:stretch>
                <a:fillRect/>
              </a:stretch>
            </p:blipFill>
            <p:spPr>
              <a:xfrm>
                <a:off x="5278829" y="2734114"/>
                <a:ext cx="2127960" cy="454680"/>
              </a:xfrm>
              <a:prstGeom prst="rect">
                <a:avLst/>
              </a:prstGeom>
            </p:spPr>
          </p:pic>
        </mc:Fallback>
      </mc:AlternateContent>
    </p:spTree>
    <p:extLst>
      <p:ext uri="{BB962C8B-B14F-4D97-AF65-F5344CB8AC3E}">
        <p14:creationId xmlns:p14="http://schemas.microsoft.com/office/powerpoint/2010/main" val="2346299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rotWithShape="1">
          <a:blip r:embed="rId2"/>
          <a:srcRect b="9139"/>
          <a:stretch/>
        </p:blipFill>
        <p:spPr>
          <a:xfrm>
            <a:off x="171116" y="587817"/>
            <a:ext cx="8195368" cy="4560255"/>
          </a:xfrm>
          <a:prstGeom prst="rect">
            <a:avLst/>
          </a:prstGeom>
        </p:spPr>
      </p:pic>
      <p:sp>
        <p:nvSpPr>
          <p:cNvPr id="5" name="Rounded Rectangle 4"/>
          <p:cNvSpPr/>
          <p:nvPr/>
        </p:nvSpPr>
        <p:spPr>
          <a:xfrm>
            <a:off x="2770632" y="3145536"/>
            <a:ext cx="2276856" cy="438912"/>
          </a:xfrm>
          <a:prstGeom prst="roundRect">
            <a:avLst/>
          </a:prstGeom>
          <a:noFill/>
          <a:ln>
            <a:solidFill>
              <a:srgbClr val="FF00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flipV="1">
            <a:off x="5074920" y="2935224"/>
            <a:ext cx="3794760" cy="393192"/>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8897112" y="2196560"/>
            <a:ext cx="2742354" cy="1477328"/>
          </a:xfrm>
          <a:prstGeom prst="rect">
            <a:avLst/>
          </a:prstGeom>
          <a:solidFill>
            <a:srgbClr val="FFC000"/>
          </a:solidFill>
          <a:ln>
            <a:solidFill>
              <a:srgbClr val="92D050"/>
            </a:solidFill>
          </a:ln>
          <a:effectLst>
            <a:glow rad="63500">
              <a:schemeClr val="accent6">
                <a:satMod val="175000"/>
                <a:alpha val="40000"/>
              </a:schemeClr>
            </a:glow>
          </a:effectLst>
        </p:spPr>
        <p:txBody>
          <a:bodyPr wrap="none" rtlCol="0">
            <a:spAutoFit/>
          </a:bodyPr>
          <a:lstStyle/>
          <a:p>
            <a:r>
              <a:rPr lang="en-US" dirty="0">
                <a:solidFill>
                  <a:srgbClr val="FF0000"/>
                </a:solidFill>
              </a:rPr>
              <a:t>Here we have imported</a:t>
            </a:r>
          </a:p>
          <a:p>
            <a:r>
              <a:rPr lang="en-US" dirty="0">
                <a:solidFill>
                  <a:srgbClr val="FF0000"/>
                </a:solidFill>
              </a:rPr>
              <a:t>the </a:t>
            </a:r>
            <a:r>
              <a:rPr lang="en-US" dirty="0" err="1">
                <a:solidFill>
                  <a:srgbClr val="FF0000"/>
                </a:solidFill>
              </a:rPr>
              <a:t>dotenv</a:t>
            </a:r>
            <a:r>
              <a:rPr lang="en-US" dirty="0">
                <a:solidFill>
                  <a:srgbClr val="FF0000"/>
                </a:solidFill>
              </a:rPr>
              <a:t> file</a:t>
            </a:r>
          </a:p>
          <a:p>
            <a:r>
              <a:rPr lang="en-US" dirty="0">
                <a:solidFill>
                  <a:srgbClr val="FF0000"/>
                </a:solidFill>
              </a:rPr>
              <a:t>It should be at the top</a:t>
            </a:r>
          </a:p>
          <a:p>
            <a:r>
              <a:rPr lang="en-US" dirty="0">
                <a:solidFill>
                  <a:srgbClr val="FF0000"/>
                </a:solidFill>
              </a:rPr>
              <a:t>So that all variables should </a:t>
            </a:r>
          </a:p>
          <a:p>
            <a:r>
              <a:rPr lang="en-US" dirty="0">
                <a:solidFill>
                  <a:srgbClr val="FF0000"/>
                </a:solidFill>
              </a:rPr>
              <a:t>Load properly</a:t>
            </a:r>
            <a:endParaRPr lang="en-IN" dirty="0">
              <a:solidFill>
                <a:srgbClr val="FF0000"/>
              </a:solidFill>
            </a:endParaRPr>
          </a:p>
        </p:txBody>
      </p:sp>
      <p:sp>
        <p:nvSpPr>
          <p:cNvPr id="9" name="Rounded Rectangle 8"/>
          <p:cNvSpPr/>
          <p:nvPr/>
        </p:nvSpPr>
        <p:spPr>
          <a:xfrm>
            <a:off x="2655160" y="3807140"/>
            <a:ext cx="1432208" cy="310896"/>
          </a:xfrm>
          <a:prstGeom prst="roundRect">
            <a:avLst/>
          </a:prstGeom>
          <a:noFill/>
          <a:ln>
            <a:solidFill>
              <a:srgbClr val="C00000"/>
            </a:solidFill>
          </a:ln>
          <a:effectLst>
            <a:glow rad="228600">
              <a:schemeClr val="accent1">
                <a:satMod val="175000"/>
                <a:alpha val="40000"/>
              </a:schemeClr>
            </a:glow>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IN"/>
          </a:p>
        </p:txBody>
      </p:sp>
      <p:cxnSp>
        <p:nvCxnSpPr>
          <p:cNvPr id="11" name="Straight Arrow Connector 10"/>
          <p:cNvCxnSpPr/>
          <p:nvPr/>
        </p:nvCxnSpPr>
        <p:spPr>
          <a:xfrm flipH="1">
            <a:off x="3090672" y="4105656"/>
            <a:ext cx="18288" cy="1527048"/>
          </a:xfrm>
          <a:prstGeom prst="straightConnector1">
            <a:avLst/>
          </a:prstGeom>
          <a:ln w="76200">
            <a:tailEnd type="triangle"/>
          </a:ln>
          <a:effectLst>
            <a:glow rad="228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340864" y="5700900"/>
            <a:ext cx="3670941" cy="369332"/>
          </a:xfrm>
          <a:prstGeom prst="rect">
            <a:avLst/>
          </a:prstGeom>
          <a:solidFill>
            <a:srgbClr val="00B0F0"/>
          </a:solidFill>
          <a:ln>
            <a:solidFill>
              <a:srgbClr val="002060"/>
            </a:solidFill>
          </a:ln>
        </p:spPr>
        <p:txBody>
          <a:bodyPr wrap="none" rtlCol="0">
            <a:spAutoFit/>
          </a:bodyPr>
          <a:lstStyle/>
          <a:p>
            <a:r>
              <a:rPr lang="en-US" dirty="0"/>
              <a:t>It will load the environment variables</a:t>
            </a:r>
            <a:endParaRPr lang="en-IN" dirty="0"/>
          </a:p>
        </p:txBody>
      </p:sp>
    </p:spTree>
    <p:extLst>
      <p:ext uri="{BB962C8B-B14F-4D97-AF65-F5344CB8AC3E}">
        <p14:creationId xmlns:p14="http://schemas.microsoft.com/office/powerpoint/2010/main" val="965568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0536" y="1865377"/>
            <a:ext cx="10515600" cy="3958400"/>
          </a:xfrm>
        </p:spPr>
        <p:txBody>
          <a:bodyPr>
            <a:normAutofit/>
          </a:bodyPr>
          <a:lstStyle/>
          <a:p>
            <a:r>
              <a:rPr lang="en-US" dirty="0"/>
              <a:t>This is the way of accessing the variables of </a:t>
            </a:r>
            <a:br>
              <a:rPr lang="en-US" dirty="0"/>
            </a:br>
            <a:r>
              <a:rPr lang="en-US" dirty="0" err="1"/>
              <a:t>env</a:t>
            </a:r>
            <a:r>
              <a:rPr lang="en-US" dirty="0"/>
              <a:t> file…</a:t>
            </a:r>
            <a:br>
              <a:rPr lang="en-US" dirty="0"/>
            </a:br>
            <a:r>
              <a:rPr lang="en-US" dirty="0" err="1">
                <a:solidFill>
                  <a:srgbClr val="FF0000"/>
                </a:solidFill>
              </a:rPr>
              <a:t>process.env.variable_name</a:t>
            </a:r>
            <a:br>
              <a:rPr lang="en-US" dirty="0"/>
            </a:br>
            <a:r>
              <a:rPr lang="en-US" dirty="0"/>
              <a:t>here we have used || means if it is not available</a:t>
            </a:r>
            <a:br>
              <a:rPr lang="en-US" dirty="0"/>
            </a:br>
            <a:r>
              <a:rPr lang="en-US" dirty="0"/>
              <a:t>then use 5000 </a:t>
            </a:r>
            <a:endParaRPr lang="en-IN" dirty="0"/>
          </a:p>
        </p:txBody>
      </p:sp>
      <p:pic>
        <p:nvPicPr>
          <p:cNvPr id="4" name="Content Placeholder 3"/>
          <p:cNvPicPr>
            <a:picLocks noGrp="1" noChangeAspect="1"/>
          </p:cNvPicPr>
          <p:nvPr>
            <p:ph idx="1"/>
          </p:nvPr>
        </p:nvPicPr>
        <p:blipFill>
          <a:blip r:embed="rId2"/>
          <a:stretch>
            <a:fillRect/>
          </a:stretch>
        </p:blipFill>
        <p:spPr>
          <a:xfrm>
            <a:off x="865631" y="786408"/>
            <a:ext cx="9862177" cy="914375"/>
          </a:xfrm>
          <a:prstGeom prst="rect">
            <a:avLst/>
          </a:prstGeom>
        </p:spPr>
      </p:pic>
    </p:spTree>
    <p:extLst>
      <p:ext uri="{BB962C8B-B14F-4D97-AF65-F5344CB8AC3E}">
        <p14:creationId xmlns:p14="http://schemas.microsoft.com/office/powerpoint/2010/main" val="1794398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032" y="-46196"/>
            <a:ext cx="10515600" cy="831152"/>
          </a:xfrm>
        </p:spPr>
        <p:txBody>
          <a:bodyPr/>
          <a:lstStyle/>
          <a:p>
            <a:r>
              <a:rPr lang="en-US" dirty="0"/>
              <a:t>Connecting with database</a:t>
            </a:r>
            <a:endParaRPr lang="en-IN" dirty="0"/>
          </a:p>
        </p:txBody>
      </p:sp>
      <p:pic>
        <p:nvPicPr>
          <p:cNvPr id="4" name="Picture 3"/>
          <p:cNvPicPr>
            <a:picLocks noChangeAspect="1"/>
          </p:cNvPicPr>
          <p:nvPr/>
        </p:nvPicPr>
        <p:blipFill>
          <a:blip r:embed="rId2"/>
          <a:stretch>
            <a:fillRect/>
          </a:stretch>
        </p:blipFill>
        <p:spPr>
          <a:xfrm>
            <a:off x="637032" y="784956"/>
            <a:ext cx="9373201" cy="4850126"/>
          </a:xfrm>
          <a:prstGeom prst="rect">
            <a:avLst/>
          </a:prstGeom>
        </p:spPr>
      </p:pic>
      <p:sp>
        <p:nvSpPr>
          <p:cNvPr id="5" name="Rounded Rectangle 4"/>
          <p:cNvSpPr/>
          <p:nvPr/>
        </p:nvSpPr>
        <p:spPr>
          <a:xfrm>
            <a:off x="637032" y="2606040"/>
            <a:ext cx="1490472" cy="499142"/>
          </a:xfrm>
          <a:prstGeom prst="roundRect">
            <a:avLst/>
          </a:prstGeom>
          <a:noFill/>
          <a:ln w="76200">
            <a:solidFill>
              <a:srgbClr val="92D05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flipH="1">
            <a:off x="950976" y="3105182"/>
            <a:ext cx="18288" cy="3112738"/>
          </a:xfrm>
          <a:prstGeom prst="straightConnector1">
            <a:avLst/>
          </a:prstGeom>
          <a:ln w="57150">
            <a:solidFill>
              <a:srgbClr val="FFC000"/>
            </a:solidFill>
            <a:tailEnd type="triangle"/>
          </a:ln>
          <a:effectLst>
            <a:glow rad="228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93776" y="6070731"/>
            <a:ext cx="6858737" cy="646331"/>
          </a:xfrm>
          <a:prstGeom prst="rect">
            <a:avLst/>
          </a:prstGeom>
          <a:solidFill>
            <a:srgbClr val="00B050"/>
          </a:solidFill>
          <a:ln>
            <a:solidFill>
              <a:srgbClr val="92D050"/>
            </a:solidFill>
          </a:ln>
        </p:spPr>
        <p:txBody>
          <a:bodyPr wrap="none" rtlCol="0">
            <a:spAutoFit/>
          </a:bodyPr>
          <a:lstStyle/>
          <a:p>
            <a:r>
              <a:rPr lang="en-US" sz="3600" dirty="0"/>
              <a:t>Creating db.js file inside </a:t>
            </a:r>
            <a:r>
              <a:rPr lang="en-US" sz="3600" dirty="0" err="1"/>
              <a:t>utils</a:t>
            </a:r>
            <a:r>
              <a:rPr lang="en-US" sz="3600" dirty="0"/>
              <a:t> folder </a:t>
            </a:r>
            <a:endParaRPr lang="en-IN" sz="3600" dirty="0"/>
          </a:p>
        </p:txBody>
      </p:sp>
    </p:spTree>
    <p:extLst>
      <p:ext uri="{BB962C8B-B14F-4D97-AF65-F5344CB8AC3E}">
        <p14:creationId xmlns:p14="http://schemas.microsoft.com/office/powerpoint/2010/main" val="3161367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l="28941" t="6378" b="13558"/>
          <a:stretch/>
        </p:blipFill>
        <p:spPr>
          <a:xfrm>
            <a:off x="301751" y="689578"/>
            <a:ext cx="7662882" cy="5345462"/>
          </a:xfrm>
          <a:prstGeom prst="rect">
            <a:avLst/>
          </a:prstGeom>
        </p:spPr>
      </p:pic>
      <p:cxnSp>
        <p:nvCxnSpPr>
          <p:cNvPr id="6" name="Straight Arrow Connector 5"/>
          <p:cNvCxnSpPr/>
          <p:nvPr/>
        </p:nvCxnSpPr>
        <p:spPr>
          <a:xfrm flipV="1">
            <a:off x="3081528" y="1417320"/>
            <a:ext cx="5111496" cy="45720"/>
          </a:xfrm>
          <a:prstGeom prst="straightConnector1">
            <a:avLst/>
          </a:prstGeom>
          <a:ln w="57150">
            <a:solidFill>
              <a:srgbClr val="00B050"/>
            </a:solidFill>
            <a:tailEnd type="triangle"/>
          </a:ln>
          <a:effectLst>
            <a:glow rad="635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193024" y="1225296"/>
            <a:ext cx="2314544" cy="738664"/>
          </a:xfrm>
          <a:prstGeom prst="rect">
            <a:avLst/>
          </a:prstGeom>
          <a:solidFill>
            <a:srgbClr val="92D050"/>
          </a:solidFill>
        </p:spPr>
        <p:txBody>
          <a:bodyPr wrap="none" rtlCol="0">
            <a:spAutoFit/>
          </a:bodyPr>
          <a:lstStyle/>
          <a:p>
            <a:r>
              <a:rPr lang="en-US" sz="2400" dirty="0" err="1"/>
              <a:t>Npm</a:t>
            </a:r>
            <a:r>
              <a:rPr lang="en-US" sz="2400" dirty="0"/>
              <a:t> I mongoose</a:t>
            </a:r>
          </a:p>
          <a:p>
            <a:endParaRPr lang="en-IN" dirty="0"/>
          </a:p>
        </p:txBody>
      </p:sp>
      <p:cxnSp>
        <p:nvCxnSpPr>
          <p:cNvPr id="9" name="Straight Arrow Connector 8"/>
          <p:cNvCxnSpPr/>
          <p:nvPr/>
        </p:nvCxnSpPr>
        <p:spPr>
          <a:xfrm>
            <a:off x="2926080" y="2742883"/>
            <a:ext cx="6035040" cy="246888"/>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851392" y="2447806"/>
            <a:ext cx="2212016" cy="923330"/>
          </a:xfrm>
          <a:prstGeom prst="rect">
            <a:avLst/>
          </a:prstGeom>
          <a:solidFill>
            <a:srgbClr val="00B0F0"/>
          </a:solidFill>
        </p:spPr>
        <p:txBody>
          <a:bodyPr wrap="none" rtlCol="0">
            <a:spAutoFit/>
          </a:bodyPr>
          <a:lstStyle/>
          <a:p>
            <a:r>
              <a:rPr lang="en-US" dirty="0"/>
              <a:t>Database connection </a:t>
            </a:r>
          </a:p>
          <a:p>
            <a:r>
              <a:rPr lang="en-US" dirty="0"/>
              <a:t>Takes </a:t>
            </a:r>
            <a:r>
              <a:rPr lang="en-US" dirty="0" err="1"/>
              <a:t>time..so</a:t>
            </a:r>
            <a:r>
              <a:rPr lang="en-US" dirty="0"/>
              <a:t> using </a:t>
            </a:r>
          </a:p>
          <a:p>
            <a:r>
              <a:rPr lang="en-US" dirty="0" err="1"/>
              <a:t>async</a:t>
            </a:r>
            <a:r>
              <a:rPr lang="en-US" dirty="0"/>
              <a:t> and await</a:t>
            </a:r>
            <a:endParaRPr lang="en-IN" dirty="0"/>
          </a:p>
        </p:txBody>
      </p:sp>
      <p:sp>
        <p:nvSpPr>
          <p:cNvPr id="11" name="Oval 10"/>
          <p:cNvSpPr/>
          <p:nvPr/>
        </p:nvSpPr>
        <p:spPr>
          <a:xfrm>
            <a:off x="1033272" y="2895648"/>
            <a:ext cx="4096512" cy="466661"/>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 name="Straight Arrow Connector 12"/>
          <p:cNvCxnSpPr>
            <a:stCxn id="11" idx="6"/>
          </p:cNvCxnSpPr>
          <p:nvPr/>
        </p:nvCxnSpPr>
        <p:spPr>
          <a:xfrm>
            <a:off x="5129784" y="3128979"/>
            <a:ext cx="3392424" cy="1241853"/>
          </a:xfrm>
          <a:prstGeom prst="straightConnector1">
            <a:avLst/>
          </a:prstGeom>
          <a:ln w="76200">
            <a:solidFill>
              <a:srgbClr val="FFFF00"/>
            </a:solidFill>
            <a:tailEnd type="triangle"/>
          </a:ln>
          <a:effectLst>
            <a:glow rad="228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8522208" y="4048375"/>
            <a:ext cx="2580835" cy="923330"/>
          </a:xfrm>
          <a:prstGeom prst="rect">
            <a:avLst/>
          </a:prstGeom>
          <a:solidFill>
            <a:srgbClr val="FFFF00"/>
          </a:solidFill>
        </p:spPr>
        <p:txBody>
          <a:bodyPr wrap="none" rtlCol="0">
            <a:spAutoFit/>
          </a:bodyPr>
          <a:lstStyle/>
          <a:p>
            <a:r>
              <a:rPr lang="en-US" dirty="0"/>
              <a:t>This function will connect</a:t>
            </a:r>
          </a:p>
          <a:p>
            <a:r>
              <a:rPr lang="en-US" dirty="0"/>
              <a:t>To the </a:t>
            </a:r>
            <a:r>
              <a:rPr lang="en-US" dirty="0" err="1"/>
              <a:t>mongodb</a:t>
            </a:r>
            <a:r>
              <a:rPr lang="en-US" dirty="0"/>
              <a:t> using </a:t>
            </a:r>
          </a:p>
          <a:p>
            <a:r>
              <a:rPr lang="en-US" dirty="0" err="1"/>
              <a:t>url</a:t>
            </a:r>
            <a:endParaRPr lang="en-IN" dirty="0"/>
          </a:p>
        </p:txBody>
      </p:sp>
      <p:grpSp>
        <p:nvGrpSpPr>
          <p:cNvPr id="38" name="Group 37">
            <a:extLst>
              <a:ext uri="{FF2B5EF4-FFF2-40B4-BE49-F238E27FC236}">
                <a16:creationId xmlns:a16="http://schemas.microsoft.com/office/drawing/2014/main" id="{A0FE2D43-8FD6-21F3-2A3E-0ABB1A1472BE}"/>
              </a:ext>
            </a:extLst>
          </p:cNvPr>
          <p:cNvGrpSpPr/>
          <p:nvPr/>
        </p:nvGrpSpPr>
        <p:grpSpPr>
          <a:xfrm>
            <a:off x="8412269" y="4042354"/>
            <a:ext cx="2869920" cy="978120"/>
            <a:chOff x="8412269" y="4042354"/>
            <a:chExt cx="2869920" cy="978120"/>
          </a:xfrm>
        </p:grpSpPr>
        <mc:AlternateContent xmlns:mc="http://schemas.openxmlformats.org/markup-compatibility/2006" xmlns:p14="http://schemas.microsoft.com/office/powerpoint/2010/main">
          <mc:Choice Requires="p14">
            <p:contentPart p14:bwMode="auto" r:id="rId3">
              <p14:nvContentPartPr>
                <p14:cNvPr id="36" name="Ink 35">
                  <a:extLst>
                    <a:ext uri="{FF2B5EF4-FFF2-40B4-BE49-F238E27FC236}">
                      <a16:creationId xmlns:a16="http://schemas.microsoft.com/office/drawing/2014/main" id="{E7277D34-42F0-19DE-422A-4439F26FB1F2}"/>
                    </a:ext>
                  </a:extLst>
                </p14:cNvPr>
                <p14:cNvContentPartPr/>
                <p14:nvPr/>
              </p14:nvContentPartPr>
              <p14:xfrm>
                <a:off x="8412269" y="4057834"/>
                <a:ext cx="2869920" cy="962640"/>
              </p14:xfrm>
            </p:contentPart>
          </mc:Choice>
          <mc:Fallback xmlns="">
            <p:pic>
              <p:nvPicPr>
                <p:cNvPr id="36" name="Ink 35">
                  <a:extLst>
                    <a:ext uri="{FF2B5EF4-FFF2-40B4-BE49-F238E27FC236}">
                      <a16:creationId xmlns:a16="http://schemas.microsoft.com/office/drawing/2014/main" id="{E7277D34-42F0-19DE-422A-4439F26FB1F2}"/>
                    </a:ext>
                  </a:extLst>
                </p:cNvPr>
                <p:cNvPicPr/>
                <p:nvPr/>
              </p:nvPicPr>
              <p:blipFill>
                <a:blip r:embed="rId4"/>
                <a:stretch>
                  <a:fillRect/>
                </a:stretch>
              </p:blipFill>
              <p:spPr>
                <a:xfrm>
                  <a:off x="8403629" y="4048834"/>
                  <a:ext cx="2887560" cy="9802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7" name="Ink 36">
                  <a:extLst>
                    <a:ext uri="{FF2B5EF4-FFF2-40B4-BE49-F238E27FC236}">
                      <a16:creationId xmlns:a16="http://schemas.microsoft.com/office/drawing/2014/main" id="{B9F55EAB-5C29-147A-4536-EBD78BFEB3B0}"/>
                    </a:ext>
                  </a:extLst>
                </p14:cNvPr>
                <p14:cNvContentPartPr/>
                <p14:nvPr/>
              </p14:nvContentPartPr>
              <p14:xfrm>
                <a:off x="8520269" y="4042354"/>
                <a:ext cx="2679120" cy="855360"/>
              </p14:xfrm>
            </p:contentPart>
          </mc:Choice>
          <mc:Fallback xmlns="">
            <p:pic>
              <p:nvPicPr>
                <p:cNvPr id="37" name="Ink 36">
                  <a:extLst>
                    <a:ext uri="{FF2B5EF4-FFF2-40B4-BE49-F238E27FC236}">
                      <a16:creationId xmlns:a16="http://schemas.microsoft.com/office/drawing/2014/main" id="{B9F55EAB-5C29-147A-4536-EBD78BFEB3B0}"/>
                    </a:ext>
                  </a:extLst>
                </p:cNvPr>
                <p:cNvPicPr/>
                <p:nvPr/>
              </p:nvPicPr>
              <p:blipFill>
                <a:blip r:embed="rId6"/>
                <a:stretch>
                  <a:fillRect/>
                </a:stretch>
              </p:blipFill>
              <p:spPr>
                <a:xfrm>
                  <a:off x="8511629" y="4033354"/>
                  <a:ext cx="2696760" cy="87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39" name="Ink 38">
                <a:extLst>
                  <a:ext uri="{FF2B5EF4-FFF2-40B4-BE49-F238E27FC236}">
                    <a16:creationId xmlns:a16="http://schemas.microsoft.com/office/drawing/2014/main" id="{3DA511A1-B885-4B9F-6940-3CE93F5AC9A3}"/>
                  </a:ext>
                </a:extLst>
              </p14:cNvPr>
              <p14:cNvContentPartPr/>
              <p14:nvPr/>
            </p14:nvContentPartPr>
            <p14:xfrm>
              <a:off x="8353949" y="1611634"/>
              <a:ext cx="1966320" cy="84960"/>
            </p14:xfrm>
          </p:contentPart>
        </mc:Choice>
        <mc:Fallback xmlns="">
          <p:pic>
            <p:nvPicPr>
              <p:cNvPr id="39" name="Ink 38">
                <a:extLst>
                  <a:ext uri="{FF2B5EF4-FFF2-40B4-BE49-F238E27FC236}">
                    <a16:creationId xmlns:a16="http://schemas.microsoft.com/office/drawing/2014/main" id="{3DA511A1-B885-4B9F-6940-3CE93F5AC9A3}"/>
                  </a:ext>
                </a:extLst>
              </p:cNvPr>
              <p:cNvPicPr/>
              <p:nvPr/>
            </p:nvPicPr>
            <p:blipFill>
              <a:blip r:embed="rId8"/>
              <a:stretch>
                <a:fillRect/>
              </a:stretch>
            </p:blipFill>
            <p:spPr>
              <a:xfrm>
                <a:off x="8344949" y="1602994"/>
                <a:ext cx="1983960" cy="102600"/>
              </a:xfrm>
              <a:prstGeom prst="rect">
                <a:avLst/>
              </a:prstGeom>
            </p:spPr>
          </p:pic>
        </mc:Fallback>
      </mc:AlternateContent>
    </p:spTree>
    <p:extLst>
      <p:ext uri="{BB962C8B-B14F-4D97-AF65-F5344CB8AC3E}">
        <p14:creationId xmlns:p14="http://schemas.microsoft.com/office/powerpoint/2010/main" val="228646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16261" r="22484" b="76601"/>
          <a:stretch/>
        </p:blipFill>
        <p:spPr>
          <a:xfrm>
            <a:off x="173735" y="1112393"/>
            <a:ext cx="5716711" cy="1603375"/>
          </a:xfrm>
          <a:prstGeom prst="rect">
            <a:avLst/>
          </a:prstGeom>
        </p:spPr>
      </p:pic>
      <p:cxnSp>
        <p:nvCxnSpPr>
          <p:cNvPr id="6" name="Straight Arrow Connector 5"/>
          <p:cNvCxnSpPr/>
          <p:nvPr/>
        </p:nvCxnSpPr>
        <p:spPr>
          <a:xfrm flipV="1">
            <a:off x="5769864" y="1792224"/>
            <a:ext cx="1847088" cy="9144"/>
          </a:xfrm>
          <a:prstGeom prst="straightConnector1">
            <a:avLst/>
          </a:prstGeom>
          <a:ln w="7620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533958" y="1556896"/>
            <a:ext cx="3462936" cy="646331"/>
          </a:xfrm>
          <a:prstGeom prst="rect">
            <a:avLst/>
          </a:prstGeom>
          <a:solidFill>
            <a:srgbClr val="FFFF00"/>
          </a:solidFill>
          <a:ln>
            <a:solidFill>
              <a:srgbClr val="FFFF00"/>
            </a:solidFill>
          </a:ln>
        </p:spPr>
        <p:txBody>
          <a:bodyPr wrap="none" rtlCol="0">
            <a:spAutoFit/>
          </a:bodyPr>
          <a:lstStyle/>
          <a:p>
            <a:r>
              <a:rPr lang="en-US" dirty="0"/>
              <a:t>As the server is running..</a:t>
            </a:r>
          </a:p>
          <a:p>
            <a:r>
              <a:rPr lang="en-US" dirty="0"/>
              <a:t>So we will write connect </a:t>
            </a:r>
            <a:r>
              <a:rPr lang="en-US" dirty="0" err="1"/>
              <a:t>db</a:t>
            </a:r>
            <a:r>
              <a:rPr lang="en-US" dirty="0"/>
              <a:t>() there</a:t>
            </a:r>
            <a:endParaRPr lang="en-IN" dirty="0"/>
          </a:p>
        </p:txBody>
      </p:sp>
      <p:pic>
        <p:nvPicPr>
          <p:cNvPr id="8" name="Picture 7"/>
          <p:cNvPicPr>
            <a:picLocks noChangeAspect="1"/>
          </p:cNvPicPr>
          <p:nvPr/>
        </p:nvPicPr>
        <p:blipFill rotWithShape="1">
          <a:blip r:embed="rId2"/>
          <a:srcRect l="11045" t="70617"/>
          <a:stretch/>
        </p:blipFill>
        <p:spPr>
          <a:xfrm>
            <a:off x="-429769" y="3758184"/>
            <a:ext cx="9695195" cy="2351293"/>
          </a:xfrm>
          <a:prstGeom prst="rect">
            <a:avLst/>
          </a:prstGeom>
        </p:spPr>
      </p:pic>
      <p:sp>
        <p:nvSpPr>
          <p:cNvPr id="9" name="Oval 8"/>
          <p:cNvSpPr/>
          <p:nvPr/>
        </p:nvSpPr>
        <p:spPr>
          <a:xfrm>
            <a:off x="-192024" y="5440680"/>
            <a:ext cx="1865376" cy="475488"/>
          </a:xfrm>
          <a:prstGeom prst="ellipse">
            <a:avLst/>
          </a:prstGeom>
          <a:noFill/>
          <a:ln w="28575">
            <a:solidFill>
              <a:srgbClr val="FF00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8CD34C5-D50D-58F1-D8F0-8F90360F875E}"/>
                  </a:ext>
                </a:extLst>
              </p14:cNvPr>
              <p14:cNvContentPartPr/>
              <p14:nvPr/>
            </p14:nvContentPartPr>
            <p14:xfrm>
              <a:off x="-7771" y="5739394"/>
              <a:ext cx="1488240" cy="150480"/>
            </p14:xfrm>
          </p:contentPart>
        </mc:Choice>
        <mc:Fallback xmlns="">
          <p:pic>
            <p:nvPicPr>
              <p:cNvPr id="5" name="Ink 4">
                <a:extLst>
                  <a:ext uri="{FF2B5EF4-FFF2-40B4-BE49-F238E27FC236}">
                    <a16:creationId xmlns:a16="http://schemas.microsoft.com/office/drawing/2014/main" id="{98CD34C5-D50D-58F1-D8F0-8F90360F875E}"/>
                  </a:ext>
                </a:extLst>
              </p:cNvPr>
              <p:cNvPicPr/>
              <p:nvPr/>
            </p:nvPicPr>
            <p:blipFill>
              <a:blip r:embed="rId4"/>
              <a:stretch>
                <a:fillRect/>
              </a:stretch>
            </p:blipFill>
            <p:spPr>
              <a:xfrm>
                <a:off x="-16411" y="5730394"/>
                <a:ext cx="1505880" cy="168120"/>
              </a:xfrm>
              <a:prstGeom prst="rect">
                <a:avLst/>
              </a:prstGeom>
            </p:spPr>
          </p:pic>
        </mc:Fallback>
      </mc:AlternateContent>
    </p:spTree>
    <p:extLst>
      <p:ext uri="{BB962C8B-B14F-4D97-AF65-F5344CB8AC3E}">
        <p14:creationId xmlns:p14="http://schemas.microsoft.com/office/powerpoint/2010/main" val="3548977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we will create models and schema for </a:t>
            </a:r>
            <a:r>
              <a:rPr lang="en-US" dirty="0" err="1"/>
              <a:t>db</a:t>
            </a:r>
            <a:endParaRPr lang="en-IN" dirty="0"/>
          </a:p>
        </p:txBody>
      </p:sp>
      <p:pic>
        <p:nvPicPr>
          <p:cNvPr id="4" name="Content Placeholder 3"/>
          <p:cNvPicPr>
            <a:picLocks noGrp="1" noChangeAspect="1"/>
          </p:cNvPicPr>
          <p:nvPr>
            <p:ph idx="1"/>
          </p:nvPr>
        </p:nvPicPr>
        <p:blipFill>
          <a:blip r:embed="rId2"/>
          <a:stretch>
            <a:fillRect/>
          </a:stretch>
        </p:blipFill>
        <p:spPr>
          <a:xfrm>
            <a:off x="570829" y="1590104"/>
            <a:ext cx="8443640" cy="4618672"/>
          </a:xfrm>
          <a:prstGeom prst="rect">
            <a:avLst/>
          </a:prstGeom>
        </p:spPr>
      </p:pic>
      <p:sp>
        <p:nvSpPr>
          <p:cNvPr id="5" name="Oval 4"/>
          <p:cNvSpPr/>
          <p:nvPr/>
        </p:nvSpPr>
        <p:spPr>
          <a:xfrm>
            <a:off x="570829" y="3081052"/>
            <a:ext cx="1801368" cy="612648"/>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a:stCxn id="5" idx="6"/>
          </p:cNvCxnSpPr>
          <p:nvPr/>
        </p:nvCxnSpPr>
        <p:spPr>
          <a:xfrm flipV="1">
            <a:off x="2372197" y="3081052"/>
            <a:ext cx="7274723" cy="306324"/>
          </a:xfrm>
          <a:prstGeom prst="straightConnector1">
            <a:avLst/>
          </a:prstGeom>
          <a:ln w="76200">
            <a:solidFill>
              <a:srgbClr val="FFC00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646920" y="2787211"/>
            <a:ext cx="1721625" cy="1200329"/>
          </a:xfrm>
          <a:prstGeom prst="rect">
            <a:avLst/>
          </a:prstGeom>
          <a:solidFill>
            <a:srgbClr val="92D050"/>
          </a:solidFill>
        </p:spPr>
        <p:txBody>
          <a:bodyPr wrap="none" rtlCol="0">
            <a:spAutoFit/>
          </a:bodyPr>
          <a:lstStyle/>
          <a:p>
            <a:r>
              <a:rPr lang="en-US" dirty="0"/>
              <a:t>Creating Models</a:t>
            </a:r>
          </a:p>
          <a:p>
            <a:r>
              <a:rPr lang="en-US" dirty="0"/>
              <a:t>Folder to create</a:t>
            </a:r>
          </a:p>
          <a:p>
            <a:r>
              <a:rPr lang="en-US" dirty="0"/>
              <a:t>User.model.js</a:t>
            </a:r>
          </a:p>
          <a:p>
            <a:r>
              <a:rPr lang="en-US" dirty="0"/>
              <a:t>Schemas</a:t>
            </a:r>
            <a:endParaRPr lang="en-IN" dirty="0"/>
          </a:p>
        </p:txBody>
      </p:sp>
    </p:spTree>
    <p:extLst>
      <p:ext uri="{BB962C8B-B14F-4D97-AF65-F5344CB8AC3E}">
        <p14:creationId xmlns:p14="http://schemas.microsoft.com/office/powerpoint/2010/main" val="36525105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296" y="-32196"/>
            <a:ext cx="10515600" cy="931736"/>
          </a:xfrm>
        </p:spPr>
        <p:txBody>
          <a:bodyPr/>
          <a:lstStyle/>
          <a:p>
            <a:r>
              <a:rPr lang="en-US" dirty="0"/>
              <a:t>Creating the </a:t>
            </a:r>
            <a:r>
              <a:rPr lang="en-US" dirty="0" err="1"/>
              <a:t>userSchema</a:t>
            </a:r>
            <a:endParaRPr lang="en-IN" dirty="0"/>
          </a:p>
        </p:txBody>
      </p:sp>
      <p:pic>
        <p:nvPicPr>
          <p:cNvPr id="4" name="Picture 3"/>
          <p:cNvPicPr>
            <a:picLocks noChangeAspect="1"/>
          </p:cNvPicPr>
          <p:nvPr/>
        </p:nvPicPr>
        <p:blipFill rotWithShape="1">
          <a:blip r:embed="rId2"/>
          <a:srcRect r="22609"/>
          <a:stretch/>
        </p:blipFill>
        <p:spPr>
          <a:xfrm>
            <a:off x="218626" y="876228"/>
            <a:ext cx="5994236" cy="5474064"/>
          </a:xfrm>
          <a:prstGeom prst="rect">
            <a:avLst/>
          </a:prstGeom>
        </p:spPr>
      </p:pic>
      <p:cxnSp>
        <p:nvCxnSpPr>
          <p:cNvPr id="6" name="Straight Arrow Connector 5"/>
          <p:cNvCxnSpPr/>
          <p:nvPr/>
        </p:nvCxnSpPr>
        <p:spPr>
          <a:xfrm flipV="1">
            <a:off x="4261104" y="1108332"/>
            <a:ext cx="3666744" cy="87611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7" name="Straight Arrow Connector 6"/>
          <p:cNvCxnSpPr/>
          <p:nvPr/>
        </p:nvCxnSpPr>
        <p:spPr>
          <a:xfrm flipV="1">
            <a:off x="4837176" y="3122199"/>
            <a:ext cx="2813304" cy="992601"/>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p:cNvCxnSpPr/>
          <p:nvPr/>
        </p:nvCxnSpPr>
        <p:spPr>
          <a:xfrm flipV="1">
            <a:off x="5279249" y="1953008"/>
            <a:ext cx="3188095" cy="216100"/>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15" name="TextBox 14"/>
          <p:cNvSpPr txBox="1"/>
          <p:nvPr/>
        </p:nvSpPr>
        <p:spPr>
          <a:xfrm>
            <a:off x="7927848" y="858738"/>
            <a:ext cx="2926250" cy="646331"/>
          </a:xfrm>
          <a:prstGeom prst="rect">
            <a:avLst/>
          </a:prstGeom>
          <a:solidFill>
            <a:srgbClr val="FFC000"/>
          </a:solidFill>
        </p:spPr>
        <p:txBody>
          <a:bodyPr wrap="none" rtlCol="0">
            <a:spAutoFit/>
          </a:bodyPr>
          <a:lstStyle/>
          <a:p>
            <a:r>
              <a:rPr lang="en-US" dirty="0"/>
              <a:t>Creating the user Schema </a:t>
            </a:r>
          </a:p>
          <a:p>
            <a:r>
              <a:rPr lang="en-US" dirty="0"/>
              <a:t>With new </a:t>
            </a:r>
            <a:r>
              <a:rPr lang="en-US" dirty="0" err="1"/>
              <a:t>mongoose.Schema</a:t>
            </a:r>
            <a:endParaRPr lang="en-IN" dirty="0"/>
          </a:p>
        </p:txBody>
      </p:sp>
      <p:sp>
        <p:nvSpPr>
          <p:cNvPr id="16" name="TextBox 15"/>
          <p:cNvSpPr txBox="1"/>
          <p:nvPr/>
        </p:nvSpPr>
        <p:spPr>
          <a:xfrm>
            <a:off x="8405897" y="1799776"/>
            <a:ext cx="2116285" cy="369332"/>
          </a:xfrm>
          <a:prstGeom prst="rect">
            <a:avLst/>
          </a:prstGeom>
          <a:solidFill>
            <a:srgbClr val="92D050"/>
          </a:solidFill>
        </p:spPr>
        <p:txBody>
          <a:bodyPr wrap="none" rtlCol="0">
            <a:spAutoFit/>
          </a:bodyPr>
          <a:lstStyle/>
          <a:p>
            <a:r>
              <a:rPr lang="en-US" dirty="0"/>
              <a:t>This is the username</a:t>
            </a:r>
            <a:endParaRPr lang="en-IN" dirty="0"/>
          </a:p>
        </p:txBody>
      </p:sp>
      <p:sp>
        <p:nvSpPr>
          <p:cNvPr id="17" name="TextBox 16"/>
          <p:cNvSpPr txBox="1"/>
          <p:nvPr/>
        </p:nvSpPr>
        <p:spPr>
          <a:xfrm>
            <a:off x="7728915" y="2875311"/>
            <a:ext cx="3324115" cy="923330"/>
          </a:xfrm>
          <a:prstGeom prst="rect">
            <a:avLst/>
          </a:prstGeom>
          <a:solidFill>
            <a:srgbClr val="FFC000"/>
          </a:solidFill>
          <a:ln>
            <a:solidFill>
              <a:srgbClr val="92D050"/>
            </a:solidFill>
          </a:ln>
        </p:spPr>
        <p:txBody>
          <a:bodyPr wrap="none" rtlCol="0">
            <a:spAutoFit/>
          </a:bodyPr>
          <a:lstStyle/>
          <a:p>
            <a:r>
              <a:rPr lang="en-US" dirty="0"/>
              <a:t>Here we have used </a:t>
            </a:r>
            <a:r>
              <a:rPr lang="en-US" dirty="0" err="1"/>
              <a:t>enum</a:t>
            </a:r>
            <a:endParaRPr lang="en-US" dirty="0"/>
          </a:p>
          <a:p>
            <a:r>
              <a:rPr lang="en-US" dirty="0"/>
              <a:t>Basically gender me 2 values </a:t>
            </a:r>
          </a:p>
          <a:p>
            <a:r>
              <a:rPr lang="en-US" dirty="0" err="1"/>
              <a:t>Rakhege</a:t>
            </a:r>
            <a:r>
              <a:rPr lang="en-US" dirty="0"/>
              <a:t>..and user choose from it</a:t>
            </a:r>
            <a:endParaRPr lang="en-IN" dirty="0"/>
          </a:p>
        </p:txBody>
      </p:sp>
      <p:grpSp>
        <p:nvGrpSpPr>
          <p:cNvPr id="14" name="Group 13">
            <a:extLst>
              <a:ext uri="{FF2B5EF4-FFF2-40B4-BE49-F238E27FC236}">
                <a16:creationId xmlns:a16="http://schemas.microsoft.com/office/drawing/2014/main" id="{9CEEA7EC-9B9F-5679-7510-7AFFA7C31B7B}"/>
              </a:ext>
            </a:extLst>
          </p:cNvPr>
          <p:cNvGrpSpPr/>
          <p:nvPr/>
        </p:nvGrpSpPr>
        <p:grpSpPr>
          <a:xfrm>
            <a:off x="5098109" y="2231478"/>
            <a:ext cx="3665160" cy="517320"/>
            <a:chOff x="5098109" y="2231478"/>
            <a:chExt cx="3665160" cy="51732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1A3286D-25D6-2A09-8682-CD2B94914A07}"/>
                    </a:ext>
                  </a:extLst>
                </p14:cNvPr>
                <p14:cNvContentPartPr/>
                <p14:nvPr/>
              </p14:nvContentPartPr>
              <p14:xfrm>
                <a:off x="5098109" y="2377278"/>
                <a:ext cx="1703160" cy="172800"/>
              </p14:xfrm>
            </p:contentPart>
          </mc:Choice>
          <mc:Fallback xmlns="">
            <p:pic>
              <p:nvPicPr>
                <p:cNvPr id="3" name="Ink 2">
                  <a:extLst>
                    <a:ext uri="{FF2B5EF4-FFF2-40B4-BE49-F238E27FC236}">
                      <a16:creationId xmlns:a16="http://schemas.microsoft.com/office/drawing/2014/main" id="{21A3286D-25D6-2A09-8682-CD2B94914A07}"/>
                    </a:ext>
                  </a:extLst>
                </p:cNvPr>
                <p:cNvPicPr/>
                <p:nvPr/>
              </p:nvPicPr>
              <p:blipFill>
                <a:blip r:embed="rId4"/>
                <a:stretch>
                  <a:fillRect/>
                </a:stretch>
              </p:blipFill>
              <p:spPr>
                <a:xfrm>
                  <a:off x="5089109" y="2368278"/>
                  <a:ext cx="172080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BC38CB5-65EE-845F-3A42-0E3D824B6D4E}"/>
                    </a:ext>
                  </a:extLst>
                </p14:cNvPr>
                <p14:cNvContentPartPr/>
                <p14:nvPr/>
              </p14:nvContentPartPr>
              <p14:xfrm>
                <a:off x="6674189" y="2321838"/>
                <a:ext cx="252720" cy="230760"/>
              </p14:xfrm>
            </p:contentPart>
          </mc:Choice>
          <mc:Fallback xmlns="">
            <p:pic>
              <p:nvPicPr>
                <p:cNvPr id="5" name="Ink 4">
                  <a:extLst>
                    <a:ext uri="{FF2B5EF4-FFF2-40B4-BE49-F238E27FC236}">
                      <a16:creationId xmlns:a16="http://schemas.microsoft.com/office/drawing/2014/main" id="{FBC38CB5-65EE-845F-3A42-0E3D824B6D4E}"/>
                    </a:ext>
                  </a:extLst>
                </p:cNvPr>
                <p:cNvPicPr/>
                <p:nvPr/>
              </p:nvPicPr>
              <p:blipFill>
                <a:blip r:embed="rId6"/>
                <a:stretch>
                  <a:fillRect/>
                </a:stretch>
              </p:blipFill>
              <p:spPr>
                <a:xfrm>
                  <a:off x="6665189" y="2313198"/>
                  <a:ext cx="27036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1FE0804C-45BA-48A2-1474-56B30AABFA2D}"/>
                    </a:ext>
                  </a:extLst>
                </p14:cNvPr>
                <p14:cNvContentPartPr/>
                <p14:nvPr/>
              </p14:nvContentPartPr>
              <p14:xfrm>
                <a:off x="6967589" y="2269278"/>
                <a:ext cx="356040" cy="238680"/>
              </p14:xfrm>
            </p:contentPart>
          </mc:Choice>
          <mc:Fallback xmlns="">
            <p:pic>
              <p:nvPicPr>
                <p:cNvPr id="8" name="Ink 7">
                  <a:extLst>
                    <a:ext uri="{FF2B5EF4-FFF2-40B4-BE49-F238E27FC236}">
                      <a16:creationId xmlns:a16="http://schemas.microsoft.com/office/drawing/2014/main" id="{1FE0804C-45BA-48A2-1474-56B30AABFA2D}"/>
                    </a:ext>
                  </a:extLst>
                </p:cNvPr>
                <p:cNvPicPr/>
                <p:nvPr/>
              </p:nvPicPr>
              <p:blipFill>
                <a:blip r:embed="rId8"/>
                <a:stretch>
                  <a:fillRect/>
                </a:stretch>
              </p:blipFill>
              <p:spPr>
                <a:xfrm>
                  <a:off x="6958589" y="2260278"/>
                  <a:ext cx="3736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F2F8592D-BC96-EBE0-EC5D-6E78D9F1ADD3}"/>
                    </a:ext>
                  </a:extLst>
                </p14:cNvPr>
                <p14:cNvContentPartPr/>
                <p14:nvPr/>
              </p14:nvContentPartPr>
              <p14:xfrm>
                <a:off x="7346309" y="2274678"/>
                <a:ext cx="598320" cy="311760"/>
              </p14:xfrm>
            </p:contentPart>
          </mc:Choice>
          <mc:Fallback xmlns="">
            <p:pic>
              <p:nvPicPr>
                <p:cNvPr id="10" name="Ink 9">
                  <a:extLst>
                    <a:ext uri="{FF2B5EF4-FFF2-40B4-BE49-F238E27FC236}">
                      <a16:creationId xmlns:a16="http://schemas.microsoft.com/office/drawing/2014/main" id="{F2F8592D-BC96-EBE0-EC5D-6E78D9F1ADD3}"/>
                    </a:ext>
                  </a:extLst>
                </p:cNvPr>
                <p:cNvPicPr/>
                <p:nvPr/>
              </p:nvPicPr>
              <p:blipFill>
                <a:blip r:embed="rId10"/>
                <a:stretch>
                  <a:fillRect/>
                </a:stretch>
              </p:blipFill>
              <p:spPr>
                <a:xfrm>
                  <a:off x="7337669" y="2265678"/>
                  <a:ext cx="61596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6FC92D23-F63D-BE6A-4A16-F4B06035061F}"/>
                    </a:ext>
                  </a:extLst>
                </p14:cNvPr>
                <p14:cNvContentPartPr/>
                <p14:nvPr/>
              </p14:nvContentPartPr>
              <p14:xfrm>
                <a:off x="7991069" y="2402478"/>
                <a:ext cx="276840" cy="228960"/>
              </p14:xfrm>
            </p:contentPart>
          </mc:Choice>
          <mc:Fallback xmlns="">
            <p:pic>
              <p:nvPicPr>
                <p:cNvPr id="11" name="Ink 10">
                  <a:extLst>
                    <a:ext uri="{FF2B5EF4-FFF2-40B4-BE49-F238E27FC236}">
                      <a16:creationId xmlns:a16="http://schemas.microsoft.com/office/drawing/2014/main" id="{6FC92D23-F63D-BE6A-4A16-F4B06035061F}"/>
                    </a:ext>
                  </a:extLst>
                </p:cNvPr>
                <p:cNvPicPr/>
                <p:nvPr/>
              </p:nvPicPr>
              <p:blipFill>
                <a:blip r:embed="rId12"/>
                <a:stretch>
                  <a:fillRect/>
                </a:stretch>
              </p:blipFill>
              <p:spPr>
                <a:xfrm>
                  <a:off x="7982429" y="2393478"/>
                  <a:ext cx="2944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637B1594-C2FA-9BE9-ED94-08D89ECC9AF5}"/>
                    </a:ext>
                  </a:extLst>
                </p14:cNvPr>
                <p14:cNvContentPartPr/>
                <p14:nvPr/>
              </p14:nvContentPartPr>
              <p14:xfrm>
                <a:off x="8309669" y="2244438"/>
                <a:ext cx="134280" cy="168120"/>
              </p14:xfrm>
            </p:contentPart>
          </mc:Choice>
          <mc:Fallback xmlns="">
            <p:pic>
              <p:nvPicPr>
                <p:cNvPr id="12" name="Ink 11">
                  <a:extLst>
                    <a:ext uri="{FF2B5EF4-FFF2-40B4-BE49-F238E27FC236}">
                      <a16:creationId xmlns:a16="http://schemas.microsoft.com/office/drawing/2014/main" id="{637B1594-C2FA-9BE9-ED94-08D89ECC9AF5}"/>
                    </a:ext>
                  </a:extLst>
                </p:cNvPr>
                <p:cNvPicPr/>
                <p:nvPr/>
              </p:nvPicPr>
              <p:blipFill>
                <a:blip r:embed="rId14"/>
                <a:stretch>
                  <a:fillRect/>
                </a:stretch>
              </p:blipFill>
              <p:spPr>
                <a:xfrm>
                  <a:off x="8301029" y="2235798"/>
                  <a:ext cx="151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4B6F133D-3BC6-2612-A172-C9E1B1D8468F}"/>
                    </a:ext>
                  </a:extLst>
                </p14:cNvPr>
                <p14:cNvContentPartPr/>
                <p14:nvPr/>
              </p14:nvContentPartPr>
              <p14:xfrm>
                <a:off x="8321549" y="2231478"/>
                <a:ext cx="441720" cy="517320"/>
              </p14:xfrm>
            </p:contentPart>
          </mc:Choice>
          <mc:Fallback xmlns="">
            <p:pic>
              <p:nvPicPr>
                <p:cNvPr id="13" name="Ink 12">
                  <a:extLst>
                    <a:ext uri="{FF2B5EF4-FFF2-40B4-BE49-F238E27FC236}">
                      <a16:creationId xmlns:a16="http://schemas.microsoft.com/office/drawing/2014/main" id="{4B6F133D-3BC6-2612-A172-C9E1B1D8468F}"/>
                    </a:ext>
                  </a:extLst>
                </p:cNvPr>
                <p:cNvPicPr/>
                <p:nvPr/>
              </p:nvPicPr>
              <p:blipFill>
                <a:blip r:embed="rId16"/>
                <a:stretch>
                  <a:fillRect/>
                </a:stretch>
              </p:blipFill>
              <p:spPr>
                <a:xfrm>
                  <a:off x="8312549" y="2222478"/>
                  <a:ext cx="459360" cy="534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8" name="Ink 17">
                <a:extLst>
                  <a:ext uri="{FF2B5EF4-FFF2-40B4-BE49-F238E27FC236}">
                    <a16:creationId xmlns:a16="http://schemas.microsoft.com/office/drawing/2014/main" id="{1867CFD1-6CD3-F973-0DC3-D8F6FA8F0E54}"/>
                  </a:ext>
                </a:extLst>
              </p14:cNvPr>
              <p14:cNvContentPartPr/>
              <p14:nvPr/>
            </p14:nvContentPartPr>
            <p14:xfrm>
              <a:off x="3982829" y="4719798"/>
              <a:ext cx="35280" cy="25920"/>
            </p14:xfrm>
          </p:contentPart>
        </mc:Choice>
        <mc:Fallback xmlns="">
          <p:pic>
            <p:nvPicPr>
              <p:cNvPr id="18" name="Ink 17">
                <a:extLst>
                  <a:ext uri="{FF2B5EF4-FFF2-40B4-BE49-F238E27FC236}">
                    <a16:creationId xmlns:a16="http://schemas.microsoft.com/office/drawing/2014/main" id="{1867CFD1-6CD3-F973-0DC3-D8F6FA8F0E54}"/>
                  </a:ext>
                </a:extLst>
              </p:cNvPr>
              <p:cNvPicPr/>
              <p:nvPr/>
            </p:nvPicPr>
            <p:blipFill>
              <a:blip r:embed="rId18"/>
              <a:stretch>
                <a:fillRect/>
              </a:stretch>
            </p:blipFill>
            <p:spPr>
              <a:xfrm>
                <a:off x="3973829" y="4711158"/>
                <a:ext cx="52920" cy="43560"/>
              </a:xfrm>
              <a:prstGeom prst="rect">
                <a:avLst/>
              </a:prstGeom>
            </p:spPr>
          </p:pic>
        </mc:Fallback>
      </mc:AlternateContent>
      <p:grpSp>
        <p:nvGrpSpPr>
          <p:cNvPr id="31" name="Group 30">
            <a:extLst>
              <a:ext uri="{FF2B5EF4-FFF2-40B4-BE49-F238E27FC236}">
                <a16:creationId xmlns:a16="http://schemas.microsoft.com/office/drawing/2014/main" id="{DC9AA76C-248B-5BFF-3EF6-3BBA0EC293C9}"/>
              </a:ext>
            </a:extLst>
          </p:cNvPr>
          <p:cNvGrpSpPr/>
          <p:nvPr/>
        </p:nvGrpSpPr>
        <p:grpSpPr>
          <a:xfrm>
            <a:off x="991589" y="4206798"/>
            <a:ext cx="10220760" cy="1812600"/>
            <a:chOff x="991589" y="4206798"/>
            <a:chExt cx="10220760" cy="1812600"/>
          </a:xfrm>
        </p:grpSpPr>
        <mc:AlternateContent xmlns:mc="http://schemas.openxmlformats.org/markup-compatibility/2006" xmlns:p14="http://schemas.microsoft.com/office/powerpoint/2010/main">
          <mc:Choice Requires="p14">
            <p:contentPart p14:bwMode="auto" r:id="rId19">
              <p14:nvContentPartPr>
                <p14:cNvPr id="19" name="Ink 18">
                  <a:extLst>
                    <a:ext uri="{FF2B5EF4-FFF2-40B4-BE49-F238E27FC236}">
                      <a16:creationId xmlns:a16="http://schemas.microsoft.com/office/drawing/2014/main" id="{78ED018F-53A9-D441-2DCE-5207A783A879}"/>
                    </a:ext>
                  </a:extLst>
                </p14:cNvPr>
                <p14:cNvContentPartPr/>
                <p14:nvPr/>
              </p14:nvContentPartPr>
              <p14:xfrm>
                <a:off x="991589" y="4352238"/>
                <a:ext cx="2917800" cy="1123560"/>
              </p14:xfrm>
            </p:contentPart>
          </mc:Choice>
          <mc:Fallback xmlns="">
            <p:pic>
              <p:nvPicPr>
                <p:cNvPr id="19" name="Ink 18">
                  <a:extLst>
                    <a:ext uri="{FF2B5EF4-FFF2-40B4-BE49-F238E27FC236}">
                      <a16:creationId xmlns:a16="http://schemas.microsoft.com/office/drawing/2014/main" id="{78ED018F-53A9-D441-2DCE-5207A783A879}"/>
                    </a:ext>
                  </a:extLst>
                </p:cNvPr>
                <p:cNvPicPr/>
                <p:nvPr/>
              </p:nvPicPr>
              <p:blipFill>
                <a:blip r:embed="rId20"/>
                <a:stretch>
                  <a:fillRect/>
                </a:stretch>
              </p:blipFill>
              <p:spPr>
                <a:xfrm>
                  <a:off x="982949" y="4343238"/>
                  <a:ext cx="2935440" cy="11412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0" name="Ink 19">
                  <a:extLst>
                    <a:ext uri="{FF2B5EF4-FFF2-40B4-BE49-F238E27FC236}">
                      <a16:creationId xmlns:a16="http://schemas.microsoft.com/office/drawing/2014/main" id="{6301A692-6621-5983-BA35-A1D81FD55BCB}"/>
                    </a:ext>
                  </a:extLst>
                </p14:cNvPr>
                <p14:cNvContentPartPr/>
                <p14:nvPr/>
              </p14:nvContentPartPr>
              <p14:xfrm>
                <a:off x="3823709" y="4546638"/>
                <a:ext cx="2956320" cy="433800"/>
              </p14:xfrm>
            </p:contentPart>
          </mc:Choice>
          <mc:Fallback xmlns="">
            <p:pic>
              <p:nvPicPr>
                <p:cNvPr id="20" name="Ink 19">
                  <a:extLst>
                    <a:ext uri="{FF2B5EF4-FFF2-40B4-BE49-F238E27FC236}">
                      <a16:creationId xmlns:a16="http://schemas.microsoft.com/office/drawing/2014/main" id="{6301A692-6621-5983-BA35-A1D81FD55BCB}"/>
                    </a:ext>
                  </a:extLst>
                </p:cNvPr>
                <p:cNvPicPr/>
                <p:nvPr/>
              </p:nvPicPr>
              <p:blipFill>
                <a:blip r:embed="rId22"/>
                <a:stretch>
                  <a:fillRect/>
                </a:stretch>
              </p:blipFill>
              <p:spPr>
                <a:xfrm>
                  <a:off x="3814709" y="4537638"/>
                  <a:ext cx="297396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35FD5221-DF42-EF77-D611-6183727E05D4}"/>
                    </a:ext>
                  </a:extLst>
                </p14:cNvPr>
                <p14:cNvContentPartPr/>
                <p14:nvPr/>
              </p14:nvContentPartPr>
              <p14:xfrm>
                <a:off x="7359989" y="4254318"/>
                <a:ext cx="201600" cy="720000"/>
              </p14:xfrm>
            </p:contentPart>
          </mc:Choice>
          <mc:Fallback xmlns="">
            <p:pic>
              <p:nvPicPr>
                <p:cNvPr id="21" name="Ink 20">
                  <a:extLst>
                    <a:ext uri="{FF2B5EF4-FFF2-40B4-BE49-F238E27FC236}">
                      <a16:creationId xmlns:a16="http://schemas.microsoft.com/office/drawing/2014/main" id="{35FD5221-DF42-EF77-D611-6183727E05D4}"/>
                    </a:ext>
                  </a:extLst>
                </p:cNvPr>
                <p:cNvPicPr/>
                <p:nvPr/>
              </p:nvPicPr>
              <p:blipFill>
                <a:blip r:embed="rId24"/>
                <a:stretch>
                  <a:fillRect/>
                </a:stretch>
              </p:blipFill>
              <p:spPr>
                <a:xfrm>
                  <a:off x="7351349" y="4245318"/>
                  <a:ext cx="219240" cy="737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546BCFD8-C8AD-40FF-3308-0A8CD229A143}"/>
                    </a:ext>
                  </a:extLst>
                </p14:cNvPr>
                <p14:cNvContentPartPr/>
                <p14:nvPr/>
              </p14:nvContentPartPr>
              <p14:xfrm>
                <a:off x="7137149" y="4554558"/>
                <a:ext cx="829800" cy="319680"/>
              </p14:xfrm>
            </p:contentPart>
          </mc:Choice>
          <mc:Fallback xmlns="">
            <p:pic>
              <p:nvPicPr>
                <p:cNvPr id="22" name="Ink 21">
                  <a:extLst>
                    <a:ext uri="{FF2B5EF4-FFF2-40B4-BE49-F238E27FC236}">
                      <a16:creationId xmlns:a16="http://schemas.microsoft.com/office/drawing/2014/main" id="{546BCFD8-C8AD-40FF-3308-0A8CD229A143}"/>
                    </a:ext>
                  </a:extLst>
                </p:cNvPr>
                <p:cNvPicPr/>
                <p:nvPr/>
              </p:nvPicPr>
              <p:blipFill>
                <a:blip r:embed="rId26"/>
                <a:stretch>
                  <a:fillRect/>
                </a:stretch>
              </p:blipFill>
              <p:spPr>
                <a:xfrm>
                  <a:off x="7128149" y="4545558"/>
                  <a:ext cx="84744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70877F06-DFC6-8A3C-97AB-B98C41CCC688}"/>
                    </a:ext>
                  </a:extLst>
                </p14:cNvPr>
                <p14:cNvContentPartPr/>
                <p14:nvPr/>
              </p14:nvContentPartPr>
              <p14:xfrm>
                <a:off x="7894589" y="4215438"/>
                <a:ext cx="973440" cy="647280"/>
              </p14:xfrm>
            </p:contentPart>
          </mc:Choice>
          <mc:Fallback xmlns="">
            <p:pic>
              <p:nvPicPr>
                <p:cNvPr id="23" name="Ink 22">
                  <a:extLst>
                    <a:ext uri="{FF2B5EF4-FFF2-40B4-BE49-F238E27FC236}">
                      <a16:creationId xmlns:a16="http://schemas.microsoft.com/office/drawing/2014/main" id="{70877F06-DFC6-8A3C-97AB-B98C41CCC688}"/>
                    </a:ext>
                  </a:extLst>
                </p:cNvPr>
                <p:cNvPicPr/>
                <p:nvPr/>
              </p:nvPicPr>
              <p:blipFill>
                <a:blip r:embed="rId28"/>
                <a:stretch>
                  <a:fillRect/>
                </a:stretch>
              </p:blipFill>
              <p:spPr>
                <a:xfrm>
                  <a:off x="7885589" y="4206438"/>
                  <a:ext cx="991080" cy="664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94C098EA-12A5-CED6-73D7-9E91D5A753C5}"/>
                    </a:ext>
                  </a:extLst>
                </p14:cNvPr>
                <p14:cNvContentPartPr/>
                <p14:nvPr/>
              </p14:nvContentPartPr>
              <p14:xfrm>
                <a:off x="8964149" y="4431078"/>
                <a:ext cx="317880" cy="358920"/>
              </p14:xfrm>
            </p:contentPart>
          </mc:Choice>
          <mc:Fallback xmlns="">
            <p:pic>
              <p:nvPicPr>
                <p:cNvPr id="24" name="Ink 23">
                  <a:extLst>
                    <a:ext uri="{FF2B5EF4-FFF2-40B4-BE49-F238E27FC236}">
                      <a16:creationId xmlns:a16="http://schemas.microsoft.com/office/drawing/2014/main" id="{94C098EA-12A5-CED6-73D7-9E91D5A753C5}"/>
                    </a:ext>
                  </a:extLst>
                </p:cNvPr>
                <p:cNvPicPr/>
                <p:nvPr/>
              </p:nvPicPr>
              <p:blipFill>
                <a:blip r:embed="rId30"/>
                <a:stretch>
                  <a:fillRect/>
                </a:stretch>
              </p:blipFill>
              <p:spPr>
                <a:xfrm>
                  <a:off x="8955149" y="4422078"/>
                  <a:ext cx="335520" cy="376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4DD6E946-CA76-B369-5DDA-0F41C543DF1B}"/>
                    </a:ext>
                  </a:extLst>
                </p14:cNvPr>
                <p14:cNvContentPartPr/>
                <p14:nvPr/>
              </p14:nvContentPartPr>
              <p14:xfrm>
                <a:off x="9403349" y="4436838"/>
                <a:ext cx="626040" cy="315720"/>
              </p14:xfrm>
            </p:contentPart>
          </mc:Choice>
          <mc:Fallback xmlns="">
            <p:pic>
              <p:nvPicPr>
                <p:cNvPr id="25" name="Ink 24">
                  <a:extLst>
                    <a:ext uri="{FF2B5EF4-FFF2-40B4-BE49-F238E27FC236}">
                      <a16:creationId xmlns:a16="http://schemas.microsoft.com/office/drawing/2014/main" id="{4DD6E946-CA76-B369-5DDA-0F41C543DF1B}"/>
                    </a:ext>
                  </a:extLst>
                </p:cNvPr>
                <p:cNvPicPr/>
                <p:nvPr/>
              </p:nvPicPr>
              <p:blipFill>
                <a:blip r:embed="rId32"/>
                <a:stretch>
                  <a:fillRect/>
                </a:stretch>
              </p:blipFill>
              <p:spPr>
                <a:xfrm>
                  <a:off x="9394709" y="4428198"/>
                  <a:ext cx="64368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7F83994E-BCAC-3938-1D61-490DB92CC76A}"/>
                    </a:ext>
                  </a:extLst>
                </p14:cNvPr>
                <p14:cNvContentPartPr/>
                <p14:nvPr/>
              </p14:nvContentPartPr>
              <p14:xfrm>
                <a:off x="10239269" y="4206798"/>
                <a:ext cx="210240" cy="199080"/>
              </p14:xfrm>
            </p:contentPart>
          </mc:Choice>
          <mc:Fallback xmlns="">
            <p:pic>
              <p:nvPicPr>
                <p:cNvPr id="26" name="Ink 25">
                  <a:extLst>
                    <a:ext uri="{FF2B5EF4-FFF2-40B4-BE49-F238E27FC236}">
                      <a16:creationId xmlns:a16="http://schemas.microsoft.com/office/drawing/2014/main" id="{7F83994E-BCAC-3938-1D61-490DB92CC76A}"/>
                    </a:ext>
                  </a:extLst>
                </p:cNvPr>
                <p:cNvPicPr/>
                <p:nvPr/>
              </p:nvPicPr>
              <p:blipFill>
                <a:blip r:embed="rId34"/>
                <a:stretch>
                  <a:fillRect/>
                </a:stretch>
              </p:blipFill>
              <p:spPr>
                <a:xfrm>
                  <a:off x="10230629" y="4198158"/>
                  <a:ext cx="22788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55121028-90C6-E7DF-4B94-A9E058E1385E}"/>
                    </a:ext>
                  </a:extLst>
                </p14:cNvPr>
                <p14:cNvContentPartPr/>
                <p14:nvPr/>
              </p14:nvContentPartPr>
              <p14:xfrm>
                <a:off x="10239269" y="4516398"/>
                <a:ext cx="48240" cy="286560"/>
              </p14:xfrm>
            </p:contentPart>
          </mc:Choice>
          <mc:Fallback xmlns="">
            <p:pic>
              <p:nvPicPr>
                <p:cNvPr id="27" name="Ink 26">
                  <a:extLst>
                    <a:ext uri="{FF2B5EF4-FFF2-40B4-BE49-F238E27FC236}">
                      <a16:creationId xmlns:a16="http://schemas.microsoft.com/office/drawing/2014/main" id="{55121028-90C6-E7DF-4B94-A9E058E1385E}"/>
                    </a:ext>
                  </a:extLst>
                </p:cNvPr>
                <p:cNvPicPr/>
                <p:nvPr/>
              </p:nvPicPr>
              <p:blipFill>
                <a:blip r:embed="rId36"/>
                <a:stretch>
                  <a:fillRect/>
                </a:stretch>
              </p:blipFill>
              <p:spPr>
                <a:xfrm>
                  <a:off x="10230629" y="4507398"/>
                  <a:ext cx="65880" cy="304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529ABBA1-B089-E597-AA64-83603FE9081B}"/>
                    </a:ext>
                  </a:extLst>
                </p14:cNvPr>
                <p14:cNvContentPartPr/>
                <p14:nvPr/>
              </p14:nvContentPartPr>
              <p14:xfrm>
                <a:off x="10367429" y="4506678"/>
                <a:ext cx="543240" cy="309240"/>
              </p14:xfrm>
            </p:contentPart>
          </mc:Choice>
          <mc:Fallback xmlns="">
            <p:pic>
              <p:nvPicPr>
                <p:cNvPr id="28" name="Ink 27">
                  <a:extLst>
                    <a:ext uri="{FF2B5EF4-FFF2-40B4-BE49-F238E27FC236}">
                      <a16:creationId xmlns:a16="http://schemas.microsoft.com/office/drawing/2014/main" id="{529ABBA1-B089-E597-AA64-83603FE9081B}"/>
                    </a:ext>
                  </a:extLst>
                </p:cNvPr>
                <p:cNvPicPr/>
                <p:nvPr/>
              </p:nvPicPr>
              <p:blipFill>
                <a:blip r:embed="rId38"/>
                <a:stretch>
                  <a:fillRect/>
                </a:stretch>
              </p:blipFill>
              <p:spPr>
                <a:xfrm>
                  <a:off x="10358429" y="4497678"/>
                  <a:ext cx="56088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E9FDB017-3D41-7789-3FAB-CDAF80BFAC22}"/>
                    </a:ext>
                  </a:extLst>
                </p14:cNvPr>
                <p14:cNvContentPartPr/>
                <p14:nvPr/>
              </p14:nvContentPartPr>
              <p14:xfrm>
                <a:off x="10705829" y="4479678"/>
                <a:ext cx="506520" cy="617040"/>
              </p14:xfrm>
            </p:contentPart>
          </mc:Choice>
          <mc:Fallback xmlns="">
            <p:pic>
              <p:nvPicPr>
                <p:cNvPr id="29" name="Ink 28">
                  <a:extLst>
                    <a:ext uri="{FF2B5EF4-FFF2-40B4-BE49-F238E27FC236}">
                      <a16:creationId xmlns:a16="http://schemas.microsoft.com/office/drawing/2014/main" id="{E9FDB017-3D41-7789-3FAB-CDAF80BFAC22}"/>
                    </a:ext>
                  </a:extLst>
                </p:cNvPr>
                <p:cNvPicPr/>
                <p:nvPr/>
              </p:nvPicPr>
              <p:blipFill>
                <a:blip r:embed="rId40"/>
                <a:stretch>
                  <a:fillRect/>
                </a:stretch>
              </p:blipFill>
              <p:spPr>
                <a:xfrm>
                  <a:off x="10696829" y="4470678"/>
                  <a:ext cx="524160" cy="6346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385E4FFC-A665-E985-3D6D-9A962C105B98}"/>
                    </a:ext>
                  </a:extLst>
                </p14:cNvPr>
                <p14:cNvContentPartPr/>
                <p14:nvPr/>
              </p14:nvContentPartPr>
              <p14:xfrm>
                <a:off x="7277189" y="5266638"/>
                <a:ext cx="3291480" cy="752760"/>
              </p14:xfrm>
            </p:contentPart>
          </mc:Choice>
          <mc:Fallback xmlns="">
            <p:pic>
              <p:nvPicPr>
                <p:cNvPr id="30" name="Ink 29">
                  <a:extLst>
                    <a:ext uri="{FF2B5EF4-FFF2-40B4-BE49-F238E27FC236}">
                      <a16:creationId xmlns:a16="http://schemas.microsoft.com/office/drawing/2014/main" id="{385E4FFC-A665-E985-3D6D-9A962C105B98}"/>
                    </a:ext>
                  </a:extLst>
                </p:cNvPr>
                <p:cNvPicPr/>
                <p:nvPr/>
              </p:nvPicPr>
              <p:blipFill>
                <a:blip r:embed="rId42"/>
                <a:stretch>
                  <a:fillRect/>
                </a:stretch>
              </p:blipFill>
              <p:spPr>
                <a:xfrm>
                  <a:off x="7268189" y="5257998"/>
                  <a:ext cx="3309120" cy="770400"/>
                </a:xfrm>
                <a:prstGeom prst="rect">
                  <a:avLst/>
                </a:prstGeom>
              </p:spPr>
            </p:pic>
          </mc:Fallback>
        </mc:AlternateContent>
      </p:grpSp>
    </p:spTree>
    <p:extLst>
      <p:ext uri="{BB962C8B-B14F-4D97-AF65-F5344CB8AC3E}">
        <p14:creationId xmlns:p14="http://schemas.microsoft.com/office/powerpoint/2010/main" val="2604331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72478" y="447420"/>
            <a:ext cx="6256337" cy="6311139"/>
          </a:xfrm>
          <a:prstGeom prst="rect">
            <a:avLst/>
          </a:prstGeom>
        </p:spPr>
      </p:pic>
      <p:cxnSp>
        <p:nvCxnSpPr>
          <p:cNvPr id="6" name="Straight Arrow Connector 5"/>
          <p:cNvCxnSpPr/>
          <p:nvPr/>
        </p:nvCxnSpPr>
        <p:spPr>
          <a:xfrm flipV="1">
            <a:off x="4187952" y="1280160"/>
            <a:ext cx="3026664" cy="347472"/>
          </a:xfrm>
          <a:prstGeom prst="straightConnector1">
            <a:avLst/>
          </a:prstGeom>
          <a:ln w="76200">
            <a:solidFill>
              <a:srgbClr val="FF0000"/>
            </a:solidFill>
            <a:tailEnd type="triangle"/>
          </a:ln>
          <a:effectLst>
            <a:glow rad="228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479792" y="1097280"/>
            <a:ext cx="3901517" cy="1200329"/>
          </a:xfrm>
          <a:prstGeom prst="rect">
            <a:avLst/>
          </a:prstGeom>
          <a:solidFill>
            <a:srgbClr val="FFC000"/>
          </a:solidFill>
          <a:ln>
            <a:solidFill>
              <a:srgbClr val="0070C0"/>
            </a:solidFill>
          </a:ln>
        </p:spPr>
        <p:txBody>
          <a:bodyPr wrap="none" rtlCol="0">
            <a:spAutoFit/>
          </a:bodyPr>
          <a:lstStyle/>
          <a:p>
            <a:r>
              <a:rPr lang="en-US" dirty="0"/>
              <a:t>This </a:t>
            </a:r>
            <a:r>
              <a:rPr lang="en-US" dirty="0" err="1"/>
              <a:t>mongoose.Schema.Types.ObjectId</a:t>
            </a:r>
            <a:endParaRPr lang="en-US" dirty="0"/>
          </a:p>
          <a:p>
            <a:r>
              <a:rPr lang="en-US" dirty="0"/>
              <a:t>This is used to create the relation with </a:t>
            </a:r>
          </a:p>
          <a:p>
            <a:r>
              <a:rPr lang="en-US" dirty="0"/>
              <a:t>Another document…</a:t>
            </a:r>
          </a:p>
          <a:p>
            <a:r>
              <a:rPr lang="en-US" dirty="0"/>
              <a:t>Basically </a:t>
            </a:r>
            <a:r>
              <a:rPr lang="en-US" dirty="0" err="1"/>
              <a:t>uski</a:t>
            </a:r>
            <a:r>
              <a:rPr lang="en-US" dirty="0"/>
              <a:t> id k through create </a:t>
            </a:r>
            <a:r>
              <a:rPr lang="en-US" dirty="0" err="1"/>
              <a:t>karega</a:t>
            </a:r>
            <a:endParaRPr lang="en-IN" dirty="0"/>
          </a:p>
        </p:txBody>
      </p:sp>
      <p:cxnSp>
        <p:nvCxnSpPr>
          <p:cNvPr id="11" name="Straight Arrow Connector 10"/>
          <p:cNvCxnSpPr/>
          <p:nvPr/>
        </p:nvCxnSpPr>
        <p:spPr>
          <a:xfrm flipV="1">
            <a:off x="2569464" y="4791456"/>
            <a:ext cx="4645152" cy="539496"/>
          </a:xfrm>
          <a:prstGeom prst="straightConnector1">
            <a:avLst/>
          </a:prstGeom>
          <a:ln w="76200">
            <a:tailEnd type="triangle"/>
          </a:ln>
          <a:effectLst>
            <a:glow rad="228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214616" y="4329791"/>
            <a:ext cx="4754880" cy="923330"/>
          </a:xfrm>
          <a:prstGeom prst="rect">
            <a:avLst/>
          </a:prstGeom>
          <a:solidFill>
            <a:srgbClr val="00B050"/>
          </a:solidFill>
          <a:ln>
            <a:solidFill>
              <a:srgbClr val="FF0000"/>
            </a:solidFill>
          </a:ln>
        </p:spPr>
        <p:txBody>
          <a:bodyPr wrap="square" rtlCol="0">
            <a:spAutoFit/>
          </a:bodyPr>
          <a:lstStyle/>
          <a:p>
            <a:r>
              <a:rPr lang="en-US" dirty="0"/>
              <a:t>This </a:t>
            </a:r>
            <a:r>
              <a:rPr lang="en-US" dirty="0" err="1"/>
              <a:t>timestamps:true</a:t>
            </a:r>
            <a:r>
              <a:rPr lang="en-US" dirty="0"/>
              <a:t> ye basically </a:t>
            </a:r>
            <a:r>
              <a:rPr lang="en-US" dirty="0" err="1"/>
              <a:t>mongodb</a:t>
            </a:r>
            <a:r>
              <a:rPr lang="en-US" dirty="0"/>
              <a:t> me</a:t>
            </a:r>
          </a:p>
          <a:p>
            <a:r>
              <a:rPr lang="en-US" dirty="0" err="1"/>
              <a:t>createdAt</a:t>
            </a:r>
            <a:r>
              <a:rPr lang="en-US" dirty="0"/>
              <a:t> and </a:t>
            </a:r>
            <a:r>
              <a:rPr lang="en-US" dirty="0" err="1"/>
              <a:t>updatedAt</a:t>
            </a:r>
            <a:r>
              <a:rPr lang="en-US" dirty="0"/>
              <a:t> filed create </a:t>
            </a:r>
            <a:r>
              <a:rPr lang="en-US" dirty="0" err="1"/>
              <a:t>karega</a:t>
            </a:r>
            <a:endParaRPr lang="en-US" dirty="0"/>
          </a:p>
          <a:p>
            <a:r>
              <a:rPr lang="en-US" dirty="0" err="1"/>
              <a:t>Jissme</a:t>
            </a:r>
            <a:r>
              <a:rPr lang="en-US" dirty="0"/>
              <a:t> </a:t>
            </a:r>
            <a:r>
              <a:rPr lang="en-US" dirty="0" err="1"/>
              <a:t>hame</a:t>
            </a:r>
            <a:r>
              <a:rPr lang="en-US" dirty="0"/>
              <a:t> </a:t>
            </a:r>
            <a:r>
              <a:rPr lang="en-US" dirty="0" err="1"/>
              <a:t>pata</a:t>
            </a:r>
            <a:r>
              <a:rPr lang="en-US" dirty="0"/>
              <a:t> lag </a:t>
            </a:r>
            <a:r>
              <a:rPr lang="en-US" dirty="0" err="1"/>
              <a:t>jayega</a:t>
            </a:r>
            <a:r>
              <a:rPr lang="en-US" dirty="0"/>
              <a:t> </a:t>
            </a:r>
            <a:r>
              <a:rPr lang="en-US" dirty="0" err="1"/>
              <a:t>kab</a:t>
            </a:r>
            <a:r>
              <a:rPr lang="en-US" dirty="0"/>
              <a:t> user </a:t>
            </a:r>
            <a:r>
              <a:rPr lang="en-US" dirty="0" err="1"/>
              <a:t>aaya</a:t>
            </a:r>
            <a:r>
              <a:rPr lang="en-US" dirty="0"/>
              <a:t> </a:t>
            </a:r>
            <a:r>
              <a:rPr lang="en-US" dirty="0" err="1"/>
              <a:t>tha</a:t>
            </a:r>
            <a:endParaRPr lang="en-IN" dirty="0"/>
          </a:p>
        </p:txBody>
      </p:sp>
      <p:cxnSp>
        <p:nvCxnSpPr>
          <p:cNvPr id="14" name="Straight Arrow Connector 13"/>
          <p:cNvCxnSpPr/>
          <p:nvPr/>
        </p:nvCxnSpPr>
        <p:spPr>
          <a:xfrm flipV="1">
            <a:off x="5605272" y="6025896"/>
            <a:ext cx="1609344" cy="54864"/>
          </a:xfrm>
          <a:prstGeom prst="straightConnector1">
            <a:avLst/>
          </a:prstGeom>
          <a:ln w="76200">
            <a:solidFill>
              <a:srgbClr val="FFFF00"/>
            </a:solidFill>
            <a:tailEnd type="triangle"/>
          </a:ln>
          <a:effectLst>
            <a:glow rad="101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7287768" y="5619095"/>
            <a:ext cx="4431662" cy="923330"/>
          </a:xfrm>
          <a:prstGeom prst="rect">
            <a:avLst/>
          </a:prstGeom>
          <a:solidFill>
            <a:schemeClr val="accent5">
              <a:lumMod val="75000"/>
            </a:schemeClr>
          </a:solidFill>
        </p:spPr>
        <p:txBody>
          <a:bodyPr wrap="none" rtlCol="0">
            <a:spAutoFit/>
          </a:bodyPr>
          <a:lstStyle/>
          <a:p>
            <a:r>
              <a:rPr lang="en-US" dirty="0">
                <a:solidFill>
                  <a:srgbClr val="FFFF00"/>
                </a:solidFill>
              </a:rPr>
              <a:t>This will create user model and export it and</a:t>
            </a:r>
          </a:p>
          <a:p>
            <a:r>
              <a:rPr lang="en-US" dirty="0">
                <a:solidFill>
                  <a:srgbClr val="FFFF00"/>
                </a:solidFill>
              </a:rPr>
              <a:t>We can perform crud </a:t>
            </a:r>
            <a:r>
              <a:rPr lang="en-US" dirty="0" err="1">
                <a:solidFill>
                  <a:srgbClr val="FFFF00"/>
                </a:solidFill>
              </a:rPr>
              <a:t>opertaions</a:t>
            </a:r>
            <a:r>
              <a:rPr lang="en-US" dirty="0">
                <a:solidFill>
                  <a:srgbClr val="FFFF00"/>
                </a:solidFill>
              </a:rPr>
              <a:t> on that user</a:t>
            </a:r>
          </a:p>
          <a:p>
            <a:r>
              <a:rPr lang="en-US" dirty="0">
                <a:solidFill>
                  <a:srgbClr val="FFFF00"/>
                </a:solidFill>
              </a:rPr>
              <a:t> model</a:t>
            </a:r>
            <a:endParaRPr lang="en-IN" dirty="0">
              <a:solidFill>
                <a:srgbClr val="FFFF00"/>
              </a:solidFill>
            </a:endParaRPr>
          </a:p>
        </p:txBody>
      </p:sp>
    </p:spTree>
    <p:extLst>
      <p:ext uri="{BB962C8B-B14F-4D97-AF65-F5344CB8AC3E}">
        <p14:creationId xmlns:p14="http://schemas.microsoft.com/office/powerpoint/2010/main" val="1900315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post.model.js Schema</a:t>
            </a:r>
            <a:endParaRPr lang="en-IN" dirty="0"/>
          </a:p>
        </p:txBody>
      </p:sp>
      <p:pic>
        <p:nvPicPr>
          <p:cNvPr id="4" name="Content Placeholder 3"/>
          <p:cNvPicPr>
            <a:picLocks noGrp="1" noChangeAspect="1"/>
          </p:cNvPicPr>
          <p:nvPr>
            <p:ph idx="1"/>
          </p:nvPr>
        </p:nvPicPr>
        <p:blipFill rotWithShape="1">
          <a:blip r:embed="rId2"/>
          <a:srcRect r="7618"/>
          <a:stretch/>
        </p:blipFill>
        <p:spPr>
          <a:xfrm>
            <a:off x="630936" y="1514728"/>
            <a:ext cx="8228251" cy="5251831"/>
          </a:xfrm>
          <a:prstGeom prst="rect">
            <a:avLst/>
          </a:prstGeom>
        </p:spPr>
      </p:pic>
    </p:spTree>
    <p:extLst>
      <p:ext uri="{BB962C8B-B14F-4D97-AF65-F5344CB8AC3E}">
        <p14:creationId xmlns:p14="http://schemas.microsoft.com/office/powerpoint/2010/main" val="4151029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comment Schema</a:t>
            </a:r>
            <a:endParaRPr lang="en-IN" dirty="0"/>
          </a:p>
        </p:txBody>
      </p:sp>
      <p:pic>
        <p:nvPicPr>
          <p:cNvPr id="4" name="Content Placeholder 3"/>
          <p:cNvPicPr>
            <a:picLocks noGrp="1" noChangeAspect="1"/>
          </p:cNvPicPr>
          <p:nvPr>
            <p:ph idx="1"/>
          </p:nvPr>
        </p:nvPicPr>
        <p:blipFill rotWithShape="1">
          <a:blip r:embed="rId2"/>
          <a:srcRect b="37521"/>
          <a:stretch/>
        </p:blipFill>
        <p:spPr>
          <a:xfrm>
            <a:off x="204744" y="1801167"/>
            <a:ext cx="8152872" cy="3136593"/>
          </a:xfrm>
          <a:prstGeom prst="rect">
            <a:avLst/>
          </a:prstGeom>
        </p:spPr>
      </p:pic>
    </p:spTree>
    <p:extLst>
      <p:ext uri="{BB962C8B-B14F-4D97-AF65-F5344CB8AC3E}">
        <p14:creationId xmlns:p14="http://schemas.microsoft.com/office/powerpoint/2010/main" val="37845786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Now till now we have developed basic social media model</a:t>
            </a:r>
          </a:p>
          <a:p>
            <a:r>
              <a:rPr lang="en-US" dirty="0"/>
              <a:t>Now we are developing chat model</a:t>
            </a:r>
          </a:p>
          <a:p>
            <a:r>
              <a:rPr lang="en-US" dirty="0"/>
              <a:t>Which has two schemas </a:t>
            </a:r>
          </a:p>
          <a:p>
            <a:r>
              <a:rPr lang="en-US" dirty="0" err="1"/>
              <a:t>Kisne</a:t>
            </a:r>
            <a:r>
              <a:rPr lang="en-US" dirty="0"/>
              <a:t> message </a:t>
            </a:r>
            <a:r>
              <a:rPr lang="en-US" dirty="0" err="1"/>
              <a:t>kiya</a:t>
            </a:r>
            <a:r>
              <a:rPr lang="en-US" dirty="0"/>
              <a:t> </a:t>
            </a:r>
            <a:r>
              <a:rPr lang="en-US" dirty="0" err="1"/>
              <a:t>aur</a:t>
            </a:r>
            <a:r>
              <a:rPr lang="en-US" dirty="0"/>
              <a:t> </a:t>
            </a:r>
            <a:r>
              <a:rPr lang="en-US" dirty="0" err="1"/>
              <a:t>kya</a:t>
            </a:r>
            <a:r>
              <a:rPr lang="en-US" dirty="0"/>
              <a:t> </a:t>
            </a:r>
            <a:r>
              <a:rPr lang="en-US" dirty="0" err="1"/>
              <a:t>kya</a:t>
            </a:r>
            <a:r>
              <a:rPr lang="en-US" dirty="0"/>
              <a:t> </a:t>
            </a:r>
            <a:r>
              <a:rPr lang="en-US" dirty="0" err="1"/>
              <a:t>baate</a:t>
            </a:r>
            <a:r>
              <a:rPr lang="en-US" dirty="0"/>
              <a:t> </a:t>
            </a:r>
            <a:r>
              <a:rPr lang="en-US" dirty="0" err="1"/>
              <a:t>chal</a:t>
            </a:r>
            <a:r>
              <a:rPr lang="en-US" dirty="0"/>
              <a:t> </a:t>
            </a:r>
            <a:r>
              <a:rPr lang="en-US" dirty="0" err="1"/>
              <a:t>rahi</a:t>
            </a:r>
            <a:r>
              <a:rPr lang="en-US" dirty="0"/>
              <a:t> </a:t>
            </a:r>
            <a:r>
              <a:rPr lang="en-US" dirty="0" err="1"/>
              <a:t>hai</a:t>
            </a:r>
            <a:endParaRPr lang="en-IN" dirty="0"/>
          </a:p>
        </p:txBody>
      </p:sp>
    </p:spTree>
    <p:extLst>
      <p:ext uri="{BB962C8B-B14F-4D97-AF65-F5344CB8AC3E}">
        <p14:creationId xmlns:p14="http://schemas.microsoft.com/office/powerpoint/2010/main" val="29399351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r="17062" b="44239"/>
          <a:stretch/>
        </p:blipFill>
        <p:spPr>
          <a:xfrm>
            <a:off x="241468" y="252857"/>
            <a:ext cx="11343979" cy="4522425"/>
          </a:xfrm>
          <a:prstGeom prst="rect">
            <a:avLst/>
          </a:prstGeom>
        </p:spPr>
      </p:pic>
      <p:sp>
        <p:nvSpPr>
          <p:cNvPr id="5" name="TextBox 4"/>
          <p:cNvSpPr txBox="1"/>
          <p:nvPr/>
        </p:nvSpPr>
        <p:spPr>
          <a:xfrm>
            <a:off x="759859" y="5583933"/>
            <a:ext cx="10672281" cy="461665"/>
          </a:xfrm>
          <a:prstGeom prst="rect">
            <a:avLst/>
          </a:prstGeom>
          <a:solidFill>
            <a:srgbClr val="FFFF00"/>
          </a:solidFill>
          <a:ln>
            <a:solidFill>
              <a:srgbClr val="FF0000"/>
            </a:solidFill>
          </a:ln>
        </p:spPr>
        <p:txBody>
          <a:bodyPr wrap="none" rtlCol="0">
            <a:spAutoFit/>
          </a:bodyPr>
          <a:lstStyle/>
          <a:p>
            <a:r>
              <a:rPr lang="en-US" sz="2400" dirty="0"/>
              <a:t>Now we have created Message model which has sender id , receiver id and message</a:t>
            </a:r>
            <a:endParaRPr lang="en-IN" sz="2400" dirty="0"/>
          </a:p>
        </p:txBody>
      </p:sp>
      <p:sp>
        <p:nvSpPr>
          <p:cNvPr id="6" name="Oval 5"/>
          <p:cNvSpPr/>
          <p:nvPr/>
        </p:nvSpPr>
        <p:spPr>
          <a:xfrm>
            <a:off x="3968496" y="1690688"/>
            <a:ext cx="6208776" cy="586168"/>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p:cNvSpPr/>
          <p:nvPr/>
        </p:nvSpPr>
        <p:spPr>
          <a:xfrm>
            <a:off x="3968496" y="2578608"/>
            <a:ext cx="6208776" cy="581216"/>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99128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rotWithShape="1">
          <a:blip r:embed="rId2"/>
          <a:srcRect b="25358"/>
          <a:stretch/>
        </p:blipFill>
        <p:spPr>
          <a:xfrm>
            <a:off x="915096" y="270202"/>
            <a:ext cx="10048277" cy="4443200"/>
          </a:xfrm>
          <a:prstGeom prst="rect">
            <a:avLst/>
          </a:prstGeom>
        </p:spPr>
      </p:pic>
      <p:sp>
        <p:nvSpPr>
          <p:cNvPr id="5" name="TextBox 4"/>
          <p:cNvSpPr txBox="1"/>
          <p:nvPr/>
        </p:nvSpPr>
        <p:spPr>
          <a:xfrm>
            <a:off x="1857080" y="5363852"/>
            <a:ext cx="8811387" cy="646331"/>
          </a:xfrm>
          <a:prstGeom prst="rect">
            <a:avLst/>
          </a:prstGeom>
          <a:solidFill>
            <a:srgbClr val="FFFF00"/>
          </a:solidFill>
          <a:ln>
            <a:solidFill>
              <a:srgbClr val="FF0000"/>
            </a:solidFill>
          </a:ln>
          <a:effectLst>
            <a:glow rad="228600">
              <a:schemeClr val="accent2">
                <a:satMod val="175000"/>
                <a:alpha val="40000"/>
              </a:schemeClr>
            </a:glow>
          </a:effectLst>
        </p:spPr>
        <p:txBody>
          <a:bodyPr wrap="none" rtlCol="0">
            <a:spAutoFit/>
          </a:bodyPr>
          <a:lstStyle/>
          <a:p>
            <a:r>
              <a:rPr lang="en-US" sz="3600" dirty="0"/>
              <a:t>Now this we have created conversation model</a:t>
            </a:r>
            <a:endParaRPr lang="en-IN" sz="3600" dirty="0"/>
          </a:p>
        </p:txBody>
      </p:sp>
      <p:sp>
        <p:nvSpPr>
          <p:cNvPr id="7" name="Right Arrow 6"/>
          <p:cNvSpPr/>
          <p:nvPr/>
        </p:nvSpPr>
        <p:spPr>
          <a:xfrm rot="16200000">
            <a:off x="1176842" y="3632902"/>
            <a:ext cx="3260732" cy="201168"/>
          </a:xfrm>
          <a:prstGeom prst="rightArrow">
            <a:avLst/>
          </a:prstGeom>
          <a:solidFill>
            <a:srgbClr val="FF0000"/>
          </a:solidFill>
          <a:ln>
            <a:solidFill>
              <a:srgbClr val="FF000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788113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till now the database work is done</a:t>
            </a:r>
            <a:endParaRPr lang="en-IN" dirty="0"/>
          </a:p>
        </p:txBody>
      </p:sp>
      <p:sp>
        <p:nvSpPr>
          <p:cNvPr id="3" name="Content Placeholder 2"/>
          <p:cNvSpPr>
            <a:spLocks noGrp="1"/>
          </p:cNvSpPr>
          <p:nvPr>
            <p:ph idx="1"/>
          </p:nvPr>
        </p:nvSpPr>
        <p:spPr/>
        <p:txBody>
          <a:bodyPr/>
          <a:lstStyle/>
          <a:p>
            <a:r>
              <a:rPr lang="en-US" dirty="0"/>
              <a:t>//now we are creating controllers folder</a:t>
            </a:r>
          </a:p>
          <a:p>
            <a:endParaRPr lang="en-US" dirty="0"/>
          </a:p>
          <a:p>
            <a:r>
              <a:rPr lang="en-US" dirty="0"/>
              <a:t>First we are creating the register function in which the user register</a:t>
            </a:r>
            <a:endParaRPr lang="en-IN" dirty="0"/>
          </a:p>
        </p:txBody>
      </p:sp>
    </p:spTree>
    <p:extLst>
      <p:ext uri="{BB962C8B-B14F-4D97-AF65-F5344CB8AC3E}">
        <p14:creationId xmlns:p14="http://schemas.microsoft.com/office/powerpoint/2010/main" val="1705638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97092" y="197947"/>
            <a:ext cx="6590461" cy="3130469"/>
          </a:xfrm>
          <a:prstGeom prst="rect">
            <a:avLst/>
          </a:prstGeom>
        </p:spPr>
      </p:pic>
      <p:cxnSp>
        <p:nvCxnSpPr>
          <p:cNvPr id="6" name="Straight Arrow Connector 5"/>
          <p:cNvCxnSpPr/>
          <p:nvPr/>
        </p:nvCxnSpPr>
        <p:spPr>
          <a:xfrm flipV="1">
            <a:off x="4160520" y="896112"/>
            <a:ext cx="3364992" cy="256032"/>
          </a:xfrm>
          <a:prstGeom prst="straightConnector1">
            <a:avLst/>
          </a:prstGeom>
          <a:ln w="76200">
            <a:solidFill>
              <a:srgbClr val="FFFF00"/>
            </a:solidFill>
            <a:tailEnd type="triangle"/>
          </a:ln>
          <a:effectLst>
            <a:glow rad="228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626096" y="413480"/>
            <a:ext cx="4048159" cy="1477328"/>
          </a:xfrm>
          <a:prstGeom prst="rect">
            <a:avLst/>
          </a:prstGeom>
          <a:solidFill>
            <a:srgbClr val="92D050"/>
          </a:solidFill>
          <a:ln>
            <a:solidFill>
              <a:srgbClr val="FFFF00"/>
            </a:solidFill>
          </a:ln>
        </p:spPr>
        <p:txBody>
          <a:bodyPr wrap="none" rtlCol="0">
            <a:spAutoFit/>
          </a:bodyPr>
          <a:lstStyle/>
          <a:p>
            <a:r>
              <a:rPr lang="en-US" dirty="0" err="1">
                <a:solidFill>
                  <a:srgbClr val="FF0000"/>
                </a:solidFill>
                <a:effectLst>
                  <a:outerShdw blurRad="38100" dist="38100" dir="2700000" algn="tl">
                    <a:srgbClr val="000000">
                      <a:alpha val="43137"/>
                    </a:srgbClr>
                  </a:outerShdw>
                </a:effectLst>
              </a:rPr>
              <a:t>Req.body</a:t>
            </a:r>
            <a:r>
              <a:rPr lang="en-US" dirty="0">
                <a:solidFill>
                  <a:srgbClr val="FF0000"/>
                </a:solidFill>
                <a:effectLst>
                  <a:outerShdw blurRad="38100" dist="38100" dir="2700000" algn="tl">
                    <a:srgbClr val="000000">
                      <a:alpha val="43137"/>
                    </a:srgbClr>
                  </a:outerShdw>
                </a:effectLst>
              </a:rPr>
              <a:t> </a:t>
            </a:r>
            <a:r>
              <a:rPr lang="en-US" dirty="0"/>
              <a:t>– when we do form submission</a:t>
            </a:r>
          </a:p>
          <a:p>
            <a:r>
              <a:rPr lang="en-US" dirty="0"/>
              <a:t>Then the data is in </a:t>
            </a:r>
            <a:r>
              <a:rPr lang="en-US" dirty="0" err="1"/>
              <a:t>req</a:t>
            </a:r>
            <a:r>
              <a:rPr lang="en-US" dirty="0"/>
              <a:t> …</a:t>
            </a:r>
          </a:p>
          <a:p>
            <a:r>
              <a:rPr lang="en-US" dirty="0"/>
              <a:t>We can also </a:t>
            </a:r>
            <a:r>
              <a:rPr lang="en-US" dirty="0" err="1"/>
              <a:t>destructure</a:t>
            </a:r>
            <a:r>
              <a:rPr lang="en-US" dirty="0"/>
              <a:t> it with </a:t>
            </a:r>
          </a:p>
          <a:p>
            <a:r>
              <a:rPr lang="en-US" dirty="0" err="1"/>
              <a:t>Req.body.username</a:t>
            </a:r>
            <a:endParaRPr lang="en-US" dirty="0"/>
          </a:p>
          <a:p>
            <a:endParaRPr lang="en-IN" dirty="0"/>
          </a:p>
        </p:txBody>
      </p:sp>
      <p:cxnSp>
        <p:nvCxnSpPr>
          <p:cNvPr id="9" name="Straight Arrow Connector 8"/>
          <p:cNvCxnSpPr/>
          <p:nvPr/>
        </p:nvCxnSpPr>
        <p:spPr>
          <a:xfrm>
            <a:off x="3692322" y="2084832"/>
            <a:ext cx="4262958" cy="715804"/>
          </a:xfrm>
          <a:prstGeom prst="straightConnector1">
            <a:avLst/>
          </a:prstGeom>
          <a:ln w="76200">
            <a:solidFill>
              <a:srgbClr val="92D050"/>
            </a:solidFill>
            <a:tailEnd type="triangle"/>
          </a:ln>
          <a:effectLst>
            <a:glow rad="228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955280" y="2598117"/>
            <a:ext cx="3496598" cy="1477328"/>
          </a:xfrm>
          <a:prstGeom prst="rect">
            <a:avLst/>
          </a:prstGeom>
          <a:solidFill>
            <a:srgbClr val="FFFF00"/>
          </a:solidFill>
          <a:ln>
            <a:solidFill>
              <a:srgbClr val="FF0000"/>
            </a:solidFill>
          </a:ln>
        </p:spPr>
        <p:txBody>
          <a:bodyPr wrap="none" rtlCol="0">
            <a:spAutoFit/>
          </a:bodyPr>
          <a:lstStyle/>
          <a:p>
            <a:r>
              <a:rPr lang="en-US" dirty="0"/>
              <a:t>This is the default thing..</a:t>
            </a:r>
          </a:p>
          <a:p>
            <a:r>
              <a:rPr lang="en-US" dirty="0"/>
              <a:t>basically</a:t>
            </a:r>
          </a:p>
          <a:p>
            <a:r>
              <a:rPr lang="en-US" dirty="0"/>
              <a:t>We are checking whether we have</a:t>
            </a:r>
          </a:p>
          <a:p>
            <a:r>
              <a:rPr lang="en-US" dirty="0"/>
              <a:t>Received the username , password </a:t>
            </a:r>
          </a:p>
          <a:p>
            <a:r>
              <a:rPr lang="en-US" dirty="0"/>
              <a:t>And email properly or not</a:t>
            </a:r>
            <a:endParaRPr lang="en-IN" dirty="0"/>
          </a:p>
        </p:txBody>
      </p:sp>
      <p:pic>
        <p:nvPicPr>
          <p:cNvPr id="12" name="Picture 11"/>
          <p:cNvPicPr>
            <a:picLocks noChangeAspect="1"/>
          </p:cNvPicPr>
          <p:nvPr/>
        </p:nvPicPr>
        <p:blipFill>
          <a:blip r:embed="rId3"/>
          <a:stretch>
            <a:fillRect/>
          </a:stretch>
        </p:blipFill>
        <p:spPr>
          <a:xfrm>
            <a:off x="296740" y="4200193"/>
            <a:ext cx="7043093" cy="2030215"/>
          </a:xfrm>
          <a:prstGeom prst="rect">
            <a:avLst/>
          </a:prstGeom>
        </p:spPr>
      </p:pic>
      <p:cxnSp>
        <p:nvCxnSpPr>
          <p:cNvPr id="14" name="Straight Arrow Connector 13"/>
          <p:cNvCxnSpPr/>
          <p:nvPr/>
        </p:nvCxnSpPr>
        <p:spPr>
          <a:xfrm>
            <a:off x="3803904" y="4498848"/>
            <a:ext cx="4480560" cy="100584"/>
          </a:xfrm>
          <a:prstGeom prst="straightConnector1">
            <a:avLst/>
          </a:prstGeom>
          <a:ln w="76200">
            <a:solidFill>
              <a:srgbClr val="FF0000"/>
            </a:solidFill>
            <a:tailEnd type="triangle"/>
          </a:ln>
          <a:effectLst>
            <a:glow rad="228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8271977" y="4498848"/>
            <a:ext cx="3402278" cy="923330"/>
          </a:xfrm>
          <a:prstGeom prst="rect">
            <a:avLst/>
          </a:prstGeom>
          <a:solidFill>
            <a:srgbClr val="FFFF00"/>
          </a:solidFill>
          <a:ln>
            <a:solidFill>
              <a:srgbClr val="00B0F0"/>
            </a:solidFill>
          </a:ln>
          <a:effectLst>
            <a:glow rad="228600">
              <a:schemeClr val="accent6">
                <a:satMod val="175000"/>
                <a:alpha val="40000"/>
              </a:schemeClr>
            </a:glow>
          </a:effectLst>
        </p:spPr>
        <p:txBody>
          <a:bodyPr wrap="none" rtlCol="0">
            <a:spAutoFit/>
          </a:bodyPr>
          <a:lstStyle/>
          <a:p>
            <a:r>
              <a:rPr lang="en-US" dirty="0" err="1">
                <a:solidFill>
                  <a:srgbClr val="FF0000"/>
                </a:solidFill>
                <a:effectLst>
                  <a:outerShdw blurRad="38100" dist="38100" dir="2700000" algn="tl">
                    <a:srgbClr val="000000">
                      <a:alpha val="43137"/>
                    </a:srgbClr>
                  </a:outerShdw>
                </a:effectLst>
              </a:rPr>
              <a:t>findOne</a:t>
            </a:r>
            <a:r>
              <a:rPr lang="en-US" dirty="0">
                <a:solidFill>
                  <a:srgbClr val="FF0000"/>
                </a:solidFill>
                <a:effectLst>
                  <a:outerShdw blurRad="38100" dist="38100" dir="2700000" algn="tl">
                    <a:srgbClr val="000000">
                      <a:alpha val="43137"/>
                    </a:srgbClr>
                  </a:outerShdw>
                </a:effectLst>
              </a:rPr>
              <a:t> </a:t>
            </a:r>
          </a:p>
          <a:p>
            <a:r>
              <a:rPr lang="en-US" dirty="0"/>
              <a:t>This will check if email exist in the </a:t>
            </a:r>
          </a:p>
          <a:p>
            <a:r>
              <a:rPr lang="en-US" dirty="0" err="1"/>
              <a:t>Mongodb</a:t>
            </a:r>
            <a:r>
              <a:rPr lang="en-US" dirty="0"/>
              <a:t> or not</a:t>
            </a:r>
            <a:endParaRPr lang="en-IN" dirty="0"/>
          </a:p>
        </p:txBody>
      </p:sp>
      <p:sp>
        <p:nvSpPr>
          <p:cNvPr id="17" name="Oval 16"/>
          <p:cNvSpPr/>
          <p:nvPr/>
        </p:nvSpPr>
        <p:spPr>
          <a:xfrm>
            <a:off x="3337560" y="978408"/>
            <a:ext cx="951745" cy="225503"/>
          </a:xfrm>
          <a:prstGeom prst="ellipse">
            <a:avLst/>
          </a:prstGeom>
          <a:noFill/>
          <a:ln>
            <a:solidFill>
              <a:srgbClr val="FFFF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007756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Bcrypt</a:t>
            </a:r>
            <a:r>
              <a:rPr lang="en-US" dirty="0"/>
              <a:t> --- Hashing Password</a:t>
            </a:r>
            <a:endParaRPr lang="en-IN" dirty="0"/>
          </a:p>
        </p:txBody>
      </p:sp>
      <p:pic>
        <p:nvPicPr>
          <p:cNvPr id="4" name="Content Placeholder 3"/>
          <p:cNvPicPr>
            <a:picLocks noGrp="1" noChangeAspect="1"/>
          </p:cNvPicPr>
          <p:nvPr>
            <p:ph idx="1"/>
          </p:nvPr>
        </p:nvPicPr>
        <p:blipFill>
          <a:blip r:embed="rId2"/>
          <a:stretch>
            <a:fillRect/>
          </a:stretch>
        </p:blipFill>
        <p:spPr>
          <a:xfrm>
            <a:off x="76768" y="3016251"/>
            <a:ext cx="7956344" cy="1922146"/>
          </a:xfrm>
          <a:prstGeom prst="rect">
            <a:avLst/>
          </a:prstGeom>
        </p:spPr>
      </p:pic>
      <p:cxnSp>
        <p:nvCxnSpPr>
          <p:cNvPr id="6" name="Straight Arrow Connector 5"/>
          <p:cNvCxnSpPr/>
          <p:nvPr/>
        </p:nvCxnSpPr>
        <p:spPr>
          <a:xfrm>
            <a:off x="5294376" y="1690688"/>
            <a:ext cx="3950208" cy="0"/>
          </a:xfrm>
          <a:prstGeom prst="straightConnector1">
            <a:avLst/>
          </a:prstGeom>
          <a:ln w="57150">
            <a:solidFill>
              <a:srgbClr val="FFFF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295436" y="1408176"/>
            <a:ext cx="2546044" cy="523220"/>
          </a:xfrm>
          <a:prstGeom prst="rect">
            <a:avLst/>
          </a:prstGeom>
          <a:solidFill>
            <a:srgbClr val="FFFF00"/>
          </a:solidFill>
        </p:spPr>
        <p:txBody>
          <a:bodyPr wrap="square" rtlCol="0">
            <a:spAutoFit/>
          </a:bodyPr>
          <a:lstStyle/>
          <a:p>
            <a:r>
              <a:rPr lang="en-US" sz="2800" b="1" i="1" u="sng" dirty="0" err="1">
                <a:solidFill>
                  <a:srgbClr val="FF0000"/>
                </a:solidFill>
              </a:rPr>
              <a:t>Npm</a:t>
            </a:r>
            <a:r>
              <a:rPr lang="en-US" sz="2800" b="1" i="1" u="sng" dirty="0">
                <a:solidFill>
                  <a:srgbClr val="FF0000"/>
                </a:solidFill>
              </a:rPr>
              <a:t> I </a:t>
            </a:r>
            <a:r>
              <a:rPr lang="en-US" sz="2800" b="1" i="1" u="sng" dirty="0" err="1">
                <a:solidFill>
                  <a:srgbClr val="FF0000"/>
                </a:solidFill>
              </a:rPr>
              <a:t>bcrypt</a:t>
            </a:r>
            <a:endParaRPr lang="en-IN" sz="2800" b="1" i="1" u="sng" dirty="0">
              <a:solidFill>
                <a:srgbClr val="FF0000"/>
              </a:solidFill>
            </a:endParaRPr>
          </a:p>
        </p:txBody>
      </p:sp>
      <p:pic>
        <p:nvPicPr>
          <p:cNvPr id="8" name="Picture 7"/>
          <p:cNvPicPr>
            <a:picLocks noChangeAspect="1"/>
          </p:cNvPicPr>
          <p:nvPr/>
        </p:nvPicPr>
        <p:blipFill rotWithShape="1">
          <a:blip r:embed="rId3"/>
          <a:srcRect l="1386" t="18701" r="22571" b="19382"/>
          <a:stretch/>
        </p:blipFill>
        <p:spPr>
          <a:xfrm>
            <a:off x="76768" y="1338167"/>
            <a:ext cx="6019232" cy="1216152"/>
          </a:xfrm>
          <a:prstGeom prst="rect">
            <a:avLst/>
          </a:prstGeom>
        </p:spPr>
      </p:pic>
      <p:cxnSp>
        <p:nvCxnSpPr>
          <p:cNvPr id="10" name="Straight Arrow Connector 9"/>
          <p:cNvCxnSpPr/>
          <p:nvPr/>
        </p:nvCxnSpPr>
        <p:spPr>
          <a:xfrm>
            <a:off x="7781544" y="3246120"/>
            <a:ext cx="1463040" cy="10838"/>
          </a:xfrm>
          <a:prstGeom prst="straightConnector1">
            <a:avLst/>
          </a:prstGeom>
          <a:ln w="57150">
            <a:solidFill>
              <a:srgbClr val="FFFF00"/>
            </a:solidFill>
            <a:tailEnd type="triangle"/>
          </a:ln>
          <a:effectLst>
            <a:glow rad="228600">
              <a:schemeClr val="accent5">
                <a:satMod val="175000"/>
                <a:alpha val="40000"/>
              </a:schemeClr>
            </a:glow>
            <a:softEdge rad="12700"/>
          </a:effectLst>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9244584" y="2733738"/>
            <a:ext cx="2819974" cy="1477328"/>
          </a:xfrm>
          <a:prstGeom prst="rect">
            <a:avLst/>
          </a:prstGeom>
          <a:solidFill>
            <a:srgbClr val="00B0F0"/>
          </a:solidFill>
        </p:spPr>
        <p:txBody>
          <a:bodyPr wrap="square" rtlCol="0">
            <a:spAutoFit/>
          </a:bodyPr>
          <a:lstStyle/>
          <a:p>
            <a:r>
              <a:rPr lang="en-US" dirty="0" err="1"/>
              <a:t>bcrypt.hash</a:t>
            </a:r>
            <a:r>
              <a:rPr lang="en-US" dirty="0"/>
              <a:t>(password, 10) takes the plain password</a:t>
            </a:r>
          </a:p>
          <a:p>
            <a:r>
              <a:rPr lang="en-US" dirty="0"/>
              <a:t> and a "salt rounds" value (10 here).</a:t>
            </a:r>
          </a:p>
          <a:p>
            <a:endParaRPr lang="en-IN" dirty="0"/>
          </a:p>
        </p:txBody>
      </p:sp>
      <p:sp>
        <p:nvSpPr>
          <p:cNvPr id="13" name="TextBox 12"/>
          <p:cNvSpPr txBox="1"/>
          <p:nvPr/>
        </p:nvSpPr>
        <p:spPr>
          <a:xfrm>
            <a:off x="838200" y="5617628"/>
            <a:ext cx="6773329" cy="646331"/>
          </a:xfrm>
          <a:prstGeom prst="rect">
            <a:avLst/>
          </a:prstGeom>
          <a:solidFill>
            <a:srgbClr val="FFFF00"/>
          </a:solidFill>
          <a:ln>
            <a:solidFill>
              <a:srgbClr val="FF0000"/>
            </a:solidFill>
          </a:ln>
        </p:spPr>
        <p:txBody>
          <a:bodyPr wrap="none" rtlCol="0">
            <a:spAutoFit/>
          </a:bodyPr>
          <a:lstStyle/>
          <a:p>
            <a:r>
              <a:rPr lang="en-US" dirty="0">
                <a:ln>
                  <a:solidFill>
                    <a:srgbClr val="92D050"/>
                  </a:solidFill>
                </a:ln>
              </a:rPr>
              <a:t>Salt rounds" means how many times </a:t>
            </a:r>
            <a:r>
              <a:rPr lang="en-US" dirty="0" err="1">
                <a:ln>
                  <a:solidFill>
                    <a:srgbClr val="92D050"/>
                  </a:solidFill>
                </a:ln>
              </a:rPr>
              <a:t>bcrypt</a:t>
            </a:r>
            <a:r>
              <a:rPr lang="en-US" dirty="0">
                <a:ln>
                  <a:solidFill>
                    <a:srgbClr val="92D050"/>
                  </a:solidFill>
                </a:ln>
              </a:rPr>
              <a:t> will process the password </a:t>
            </a:r>
          </a:p>
          <a:p>
            <a:r>
              <a:rPr lang="en-US" dirty="0">
                <a:ln>
                  <a:solidFill>
                    <a:srgbClr val="92D050"/>
                  </a:solidFill>
                </a:ln>
              </a:rPr>
              <a:t>to make the hash stronger. More rounds = more secure, but slower.</a:t>
            </a:r>
            <a:endParaRPr lang="en-IN" dirty="0">
              <a:ln>
                <a:solidFill>
                  <a:srgbClr val="92D050"/>
                </a:solidFill>
              </a:ln>
            </a:endParaRPr>
          </a:p>
        </p:txBody>
      </p:sp>
    </p:spTree>
    <p:extLst>
      <p:ext uri="{BB962C8B-B14F-4D97-AF65-F5344CB8AC3E}">
        <p14:creationId xmlns:p14="http://schemas.microsoft.com/office/powerpoint/2010/main" val="10224528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Bcrypt</a:t>
            </a:r>
            <a:r>
              <a:rPr lang="en-US" dirty="0"/>
              <a:t> – compare method</a:t>
            </a:r>
            <a:endParaRPr lang="en-IN" dirty="0"/>
          </a:p>
        </p:txBody>
      </p:sp>
      <p:pic>
        <p:nvPicPr>
          <p:cNvPr id="4" name="Content Placeholder 3"/>
          <p:cNvPicPr>
            <a:picLocks noGrp="1" noChangeAspect="1"/>
          </p:cNvPicPr>
          <p:nvPr>
            <p:ph idx="1"/>
          </p:nvPr>
        </p:nvPicPr>
        <p:blipFill rotWithShape="1">
          <a:blip r:embed="rId2"/>
          <a:srcRect b="75989"/>
          <a:stretch/>
        </p:blipFill>
        <p:spPr>
          <a:xfrm>
            <a:off x="234163" y="1539858"/>
            <a:ext cx="10638870" cy="826270"/>
          </a:xfrm>
          <a:prstGeom prst="rect">
            <a:avLst/>
          </a:prstGeom>
        </p:spPr>
      </p:pic>
      <p:sp>
        <p:nvSpPr>
          <p:cNvPr id="5" name="Oval 4"/>
          <p:cNvSpPr/>
          <p:nvPr/>
        </p:nvSpPr>
        <p:spPr>
          <a:xfrm>
            <a:off x="4326903" y="1564849"/>
            <a:ext cx="5571241" cy="433633"/>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flipH="1">
            <a:off x="7154944" y="2026763"/>
            <a:ext cx="56561" cy="1593130"/>
          </a:xfrm>
          <a:prstGeom prst="straightConnector1">
            <a:avLst/>
          </a:prstGeom>
          <a:ln w="57150">
            <a:solidFill>
              <a:srgbClr val="FF0000"/>
            </a:solidFill>
            <a:tailEnd type="triangle"/>
          </a:ln>
          <a:effectLst>
            <a:glow rad="228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129699" y="3648174"/>
            <a:ext cx="6902018" cy="646331"/>
          </a:xfrm>
          <a:prstGeom prst="rect">
            <a:avLst/>
          </a:prstGeom>
          <a:solidFill>
            <a:srgbClr val="FFFF00"/>
          </a:solidFill>
        </p:spPr>
        <p:txBody>
          <a:bodyPr wrap="none" rtlCol="0">
            <a:spAutoFit/>
          </a:bodyPr>
          <a:lstStyle/>
          <a:p>
            <a:r>
              <a:rPr lang="en-US" dirty="0"/>
              <a:t>This method will simply check the password which the user has entered</a:t>
            </a:r>
          </a:p>
          <a:p>
            <a:r>
              <a:rPr lang="en-US" dirty="0"/>
              <a:t>Equals to the available password in the database or not</a:t>
            </a:r>
            <a:endParaRPr lang="en-IN" dirty="0"/>
          </a:p>
        </p:txBody>
      </p:sp>
    </p:spTree>
    <p:extLst>
      <p:ext uri="{BB962C8B-B14F-4D97-AF65-F5344CB8AC3E}">
        <p14:creationId xmlns:p14="http://schemas.microsoft.com/office/powerpoint/2010/main" val="13210737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Token</a:t>
            </a:r>
            <a:endParaRPr lang="en-IN" dirty="0"/>
          </a:p>
        </p:txBody>
      </p:sp>
      <p:sp>
        <p:nvSpPr>
          <p:cNvPr id="3" name="Content Placeholder 2"/>
          <p:cNvSpPr>
            <a:spLocks noGrp="1"/>
          </p:cNvSpPr>
          <p:nvPr>
            <p:ph idx="1"/>
          </p:nvPr>
        </p:nvSpPr>
        <p:spPr/>
        <p:txBody>
          <a:bodyPr/>
          <a:lstStyle/>
          <a:p>
            <a:r>
              <a:rPr lang="en-US" dirty="0"/>
              <a:t>After checking that the user is authenticated or not</a:t>
            </a:r>
          </a:p>
          <a:p>
            <a:r>
              <a:rPr lang="en-US" dirty="0"/>
              <a:t>// now we generate tokens</a:t>
            </a:r>
          </a:p>
          <a:p>
            <a:r>
              <a:rPr lang="en-US" dirty="0"/>
              <a:t>Token is stored in cookie…until the user is logged in the site</a:t>
            </a:r>
          </a:p>
          <a:p>
            <a:r>
              <a:rPr lang="en-US" dirty="0"/>
              <a:t>The token is stored in cookie…</a:t>
            </a:r>
          </a:p>
          <a:p>
            <a:r>
              <a:rPr lang="en-US" dirty="0"/>
              <a:t>Basically cookie me token agar store </a:t>
            </a:r>
            <a:r>
              <a:rPr lang="en-US" dirty="0" err="1"/>
              <a:t>hai</a:t>
            </a:r>
            <a:r>
              <a:rPr lang="en-US" dirty="0"/>
              <a:t>..to user logged in </a:t>
            </a:r>
            <a:r>
              <a:rPr lang="en-US" dirty="0" err="1"/>
              <a:t>hai</a:t>
            </a:r>
            <a:endParaRPr lang="en-US" dirty="0"/>
          </a:p>
          <a:p>
            <a:endParaRPr lang="en-US" dirty="0"/>
          </a:p>
          <a:p>
            <a:r>
              <a:rPr lang="en-US" dirty="0"/>
              <a:t>Token has a time limit – after that ..we will again log in the user</a:t>
            </a:r>
            <a:endParaRPr lang="en-IN" dirty="0"/>
          </a:p>
        </p:txBody>
      </p:sp>
    </p:spTree>
    <p:extLst>
      <p:ext uri="{BB962C8B-B14F-4D97-AF65-F5344CB8AC3E}">
        <p14:creationId xmlns:p14="http://schemas.microsoft.com/office/powerpoint/2010/main" val="683637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5048" y="100584"/>
            <a:ext cx="10515600" cy="730568"/>
          </a:xfrm>
        </p:spPr>
        <p:txBody>
          <a:bodyPr/>
          <a:lstStyle/>
          <a:p>
            <a:r>
              <a:rPr lang="en-US" dirty="0"/>
              <a:t>Token</a:t>
            </a:r>
            <a:endParaRPr lang="en-IN" dirty="0"/>
          </a:p>
        </p:txBody>
      </p:sp>
      <p:pic>
        <p:nvPicPr>
          <p:cNvPr id="4" name="Content Placeholder 3"/>
          <p:cNvPicPr>
            <a:picLocks noGrp="1" noChangeAspect="1"/>
          </p:cNvPicPr>
          <p:nvPr>
            <p:ph idx="1"/>
          </p:nvPr>
        </p:nvPicPr>
        <p:blipFill rotWithShape="1">
          <a:blip r:embed="rId2"/>
          <a:srcRect l="7285" t="764" r="3597" b="91209"/>
          <a:stretch/>
        </p:blipFill>
        <p:spPr>
          <a:xfrm>
            <a:off x="127576" y="1176855"/>
            <a:ext cx="11589376" cy="402578"/>
          </a:xfrm>
          <a:prstGeom prst="rect">
            <a:avLst/>
          </a:prstGeom>
        </p:spPr>
      </p:pic>
      <p:sp>
        <p:nvSpPr>
          <p:cNvPr id="6" name="Rectangle 5"/>
          <p:cNvSpPr/>
          <p:nvPr/>
        </p:nvSpPr>
        <p:spPr>
          <a:xfrm>
            <a:off x="4416398" y="231799"/>
            <a:ext cx="5742586" cy="523220"/>
          </a:xfrm>
          <a:prstGeom prst="rect">
            <a:avLst/>
          </a:prstGeom>
          <a:effectLst>
            <a:glow rad="101600">
              <a:schemeClr val="accent4">
                <a:satMod val="175000"/>
                <a:alpha val="40000"/>
              </a:schemeClr>
            </a:glow>
          </a:effectLst>
        </p:spPr>
        <p:txBody>
          <a:bodyPr wrap="square">
            <a:spAutoFit/>
          </a:bodyPr>
          <a:lstStyle/>
          <a:p>
            <a:r>
              <a:rPr lang="en-US" sz="2800" dirty="0">
                <a:ln>
                  <a:solidFill>
                    <a:schemeClr val="accent1"/>
                  </a:solidFill>
                </a:ln>
                <a:solidFill>
                  <a:srgbClr val="92D050"/>
                </a:solidFill>
                <a:effectLst>
                  <a:glow rad="228600">
                    <a:schemeClr val="accent4">
                      <a:satMod val="175000"/>
                      <a:alpha val="40000"/>
                    </a:schemeClr>
                  </a:glow>
                </a:effectLst>
              </a:rPr>
              <a:t>This will create a signed token</a:t>
            </a:r>
            <a:endParaRPr lang="en-IN" sz="2800" dirty="0">
              <a:ln>
                <a:solidFill>
                  <a:schemeClr val="accent1"/>
                </a:solidFill>
              </a:ln>
              <a:solidFill>
                <a:srgbClr val="92D050"/>
              </a:solidFill>
              <a:effectLst>
                <a:glow rad="228600">
                  <a:schemeClr val="accent4">
                    <a:satMod val="175000"/>
                    <a:alpha val="40000"/>
                  </a:schemeClr>
                </a:glow>
              </a:effectLst>
            </a:endParaRPr>
          </a:p>
        </p:txBody>
      </p:sp>
      <p:sp>
        <p:nvSpPr>
          <p:cNvPr id="7" name="Oval 6"/>
          <p:cNvSpPr/>
          <p:nvPr/>
        </p:nvSpPr>
        <p:spPr>
          <a:xfrm>
            <a:off x="2532888" y="1151605"/>
            <a:ext cx="1371600" cy="453079"/>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3904488" y="998668"/>
            <a:ext cx="2313432" cy="758952"/>
          </a:xfrm>
          <a:prstGeom prst="roundRect">
            <a:avLst/>
          </a:prstGeom>
          <a:noFill/>
          <a:ln>
            <a:solidFill>
              <a:srgbClr val="FF000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p:cNvCxnSpPr/>
          <p:nvPr/>
        </p:nvCxnSpPr>
        <p:spPr>
          <a:xfrm flipH="1">
            <a:off x="3008376" y="1792224"/>
            <a:ext cx="1060704" cy="285848"/>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29768" y="2103323"/>
            <a:ext cx="4433137" cy="369332"/>
          </a:xfrm>
          <a:prstGeom prst="rect">
            <a:avLst/>
          </a:prstGeom>
          <a:solidFill>
            <a:srgbClr val="FFC000"/>
          </a:solidFill>
          <a:ln>
            <a:solidFill>
              <a:srgbClr val="FFC000"/>
            </a:solidFill>
          </a:ln>
          <a:effectLst>
            <a:reflection blurRad="6350" stA="52000" endA="300" endPos="35000" dir="5400000" sy="-100000" algn="bl" rotWithShape="0"/>
          </a:effectLst>
        </p:spPr>
        <p:txBody>
          <a:bodyPr wrap="none" rtlCol="0">
            <a:spAutoFit/>
          </a:bodyPr>
          <a:lstStyle/>
          <a:p>
            <a:r>
              <a:rPr lang="en-US" dirty="0">
                <a:solidFill>
                  <a:srgbClr val="FF0000"/>
                </a:solidFill>
              </a:rPr>
              <a:t>Payload : it stores the user Unique id in token</a:t>
            </a:r>
            <a:endParaRPr lang="en-IN" dirty="0">
              <a:solidFill>
                <a:srgbClr val="FF0000"/>
              </a:solidFill>
            </a:endParaRPr>
          </a:p>
        </p:txBody>
      </p:sp>
      <p:sp>
        <p:nvSpPr>
          <p:cNvPr id="13" name="Rounded Rectangle 12"/>
          <p:cNvSpPr/>
          <p:nvPr/>
        </p:nvSpPr>
        <p:spPr>
          <a:xfrm>
            <a:off x="6217920" y="998668"/>
            <a:ext cx="2999232" cy="683828"/>
          </a:xfrm>
          <a:prstGeom prst="roundRect">
            <a:avLst/>
          </a:prstGeom>
          <a:noFill/>
          <a:ln>
            <a:solidFill>
              <a:srgbClr val="00B05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cxnSp>
        <p:nvCxnSpPr>
          <p:cNvPr id="15" name="Straight Arrow Connector 14"/>
          <p:cNvCxnSpPr/>
          <p:nvPr/>
        </p:nvCxnSpPr>
        <p:spPr>
          <a:xfrm flipH="1">
            <a:off x="5586984" y="1757620"/>
            <a:ext cx="1880836" cy="1351340"/>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74920" y="3108960"/>
            <a:ext cx="4947344" cy="1200329"/>
          </a:xfrm>
          <a:prstGeom prst="rect">
            <a:avLst/>
          </a:prstGeom>
          <a:solidFill>
            <a:srgbClr val="92D050"/>
          </a:solidFill>
          <a:ln w="57150">
            <a:solidFill>
              <a:srgbClr val="FF0000"/>
            </a:solidFill>
          </a:ln>
        </p:spPr>
        <p:txBody>
          <a:bodyPr wrap="square" rtlCol="0">
            <a:spAutoFit/>
          </a:bodyPr>
          <a:lstStyle/>
          <a:p>
            <a:r>
              <a:rPr lang="en-US" dirty="0" err="1">
                <a:solidFill>
                  <a:srgbClr val="FF0000"/>
                </a:solidFill>
              </a:rPr>
              <a:t>process.env.SECRET_KEY</a:t>
            </a:r>
            <a:r>
              <a:rPr lang="en-US" dirty="0"/>
              <a:t> is the secret key used to sign (encrypt) the token.</a:t>
            </a:r>
          </a:p>
          <a:p>
            <a:r>
              <a:rPr lang="en-US" dirty="0"/>
              <a:t> Only your server should know this key.</a:t>
            </a:r>
          </a:p>
          <a:p>
            <a:endParaRPr lang="en-IN" dirty="0"/>
          </a:p>
        </p:txBody>
      </p:sp>
      <p:sp>
        <p:nvSpPr>
          <p:cNvPr id="17" name="TextBox 16"/>
          <p:cNvSpPr txBox="1"/>
          <p:nvPr/>
        </p:nvSpPr>
        <p:spPr>
          <a:xfrm>
            <a:off x="1075504" y="4945594"/>
            <a:ext cx="4947344" cy="1200329"/>
          </a:xfrm>
          <a:prstGeom prst="rect">
            <a:avLst/>
          </a:prstGeom>
          <a:solidFill>
            <a:srgbClr val="00B0F0"/>
          </a:solidFill>
          <a:ln w="57150">
            <a:solidFill>
              <a:srgbClr val="FF0000"/>
            </a:solidFill>
          </a:ln>
        </p:spPr>
        <p:txBody>
          <a:bodyPr wrap="square" rtlCol="0">
            <a:spAutoFit/>
          </a:bodyPr>
          <a:lstStyle/>
          <a:p>
            <a:r>
              <a:rPr lang="en-US" dirty="0" err="1">
                <a:solidFill>
                  <a:srgbClr val="FF0000"/>
                </a:solidFill>
              </a:rPr>
              <a:t>process.env.SECRET_KEY</a:t>
            </a:r>
            <a:r>
              <a:rPr lang="en-US" dirty="0"/>
              <a:t> is the secret key used to sign (encrypt) the token.</a:t>
            </a:r>
          </a:p>
          <a:p>
            <a:r>
              <a:rPr lang="en-US" dirty="0"/>
              <a:t> Only your server should know this key.</a:t>
            </a:r>
          </a:p>
          <a:p>
            <a:endParaRPr lang="en-IN" dirty="0"/>
          </a:p>
        </p:txBody>
      </p:sp>
      <p:cxnSp>
        <p:nvCxnSpPr>
          <p:cNvPr id="18" name="Straight Arrow Connector 17"/>
          <p:cNvCxnSpPr/>
          <p:nvPr/>
        </p:nvCxnSpPr>
        <p:spPr>
          <a:xfrm flipH="1">
            <a:off x="6022848" y="1682496"/>
            <a:ext cx="3903294" cy="3986784"/>
          </a:xfrm>
          <a:prstGeom prst="straightConnector1">
            <a:avLst/>
          </a:prstGeom>
          <a:ln w="76200">
            <a:solidFill>
              <a:srgbClr val="00B0F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0" name="Rounded Rectangle 19"/>
          <p:cNvSpPr/>
          <p:nvPr/>
        </p:nvSpPr>
        <p:spPr>
          <a:xfrm>
            <a:off x="9268214" y="1114043"/>
            <a:ext cx="2262370" cy="568453"/>
          </a:xfrm>
          <a:prstGeom prst="roundRect">
            <a:avLst/>
          </a:prstGeom>
          <a:noFill/>
          <a:ln>
            <a:solidFill>
              <a:srgbClr val="7030A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noFill/>
            </a:endParaRPr>
          </a:p>
        </p:txBody>
      </p:sp>
      <p:cxnSp>
        <p:nvCxnSpPr>
          <p:cNvPr id="22" name="Straight Arrow Connector 21"/>
          <p:cNvCxnSpPr/>
          <p:nvPr/>
        </p:nvCxnSpPr>
        <p:spPr>
          <a:xfrm flipV="1">
            <a:off x="3008376" y="603504"/>
            <a:ext cx="1271016" cy="510539"/>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4C3494AF-C3F2-0FD1-5E37-F7A7896BFA16}"/>
                  </a:ext>
                </a:extLst>
              </p14:cNvPr>
              <p14:cNvContentPartPr/>
              <p14:nvPr/>
            </p14:nvContentPartPr>
            <p14:xfrm>
              <a:off x="2560469" y="1158318"/>
              <a:ext cx="1436400" cy="491400"/>
            </p14:xfrm>
          </p:contentPart>
        </mc:Choice>
        <mc:Fallback xmlns="">
          <p:pic>
            <p:nvPicPr>
              <p:cNvPr id="3" name="Ink 2">
                <a:extLst>
                  <a:ext uri="{FF2B5EF4-FFF2-40B4-BE49-F238E27FC236}">
                    <a16:creationId xmlns:a16="http://schemas.microsoft.com/office/drawing/2014/main" id="{4C3494AF-C3F2-0FD1-5E37-F7A7896BFA16}"/>
                  </a:ext>
                </a:extLst>
              </p:cNvPr>
              <p:cNvPicPr/>
              <p:nvPr/>
            </p:nvPicPr>
            <p:blipFill>
              <a:blip r:embed="rId4"/>
              <a:stretch>
                <a:fillRect/>
              </a:stretch>
            </p:blipFill>
            <p:spPr>
              <a:xfrm>
                <a:off x="2556149" y="1153998"/>
                <a:ext cx="1445040" cy="500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
            <p14:nvContentPartPr>
              <p14:cNvPr id="5" name="Ink 4">
                <a:extLst>
                  <a:ext uri="{FF2B5EF4-FFF2-40B4-BE49-F238E27FC236}">
                    <a16:creationId xmlns:a16="http://schemas.microsoft.com/office/drawing/2014/main" id="{9EBA09CB-6E2F-055F-822F-9DD1E6A8FBCA}"/>
                  </a:ext>
                </a:extLst>
              </p14:cNvPr>
              <p14:cNvContentPartPr/>
              <p14:nvPr/>
            </p14:nvContentPartPr>
            <p14:xfrm>
              <a:off x="3851069" y="985158"/>
              <a:ext cx="2376360" cy="663120"/>
            </p14:xfrm>
          </p:contentPart>
        </mc:Choice>
        <mc:Fallback xmlns="">
          <p:pic>
            <p:nvPicPr>
              <p:cNvPr id="5" name="Ink 4">
                <a:extLst>
                  <a:ext uri="{FF2B5EF4-FFF2-40B4-BE49-F238E27FC236}">
                    <a16:creationId xmlns:a16="http://schemas.microsoft.com/office/drawing/2014/main" id="{9EBA09CB-6E2F-055F-822F-9DD1E6A8FBCA}"/>
                  </a:ext>
                </a:extLst>
              </p:cNvPr>
              <p:cNvPicPr/>
              <p:nvPr/>
            </p:nvPicPr>
            <p:blipFill>
              <a:blip r:embed="rId6"/>
              <a:stretch>
                <a:fillRect/>
              </a:stretch>
            </p:blipFill>
            <p:spPr>
              <a:xfrm>
                <a:off x="3846749" y="980838"/>
                <a:ext cx="2385000" cy="6717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7">
            <p14:nvContentPartPr>
              <p14:cNvPr id="9" name="Ink 8">
                <a:extLst>
                  <a:ext uri="{FF2B5EF4-FFF2-40B4-BE49-F238E27FC236}">
                    <a16:creationId xmlns:a16="http://schemas.microsoft.com/office/drawing/2014/main" id="{0B14FB6C-629F-B7F9-0D19-20E9316430BB}"/>
                  </a:ext>
                </a:extLst>
              </p14:cNvPr>
              <p14:cNvContentPartPr/>
              <p14:nvPr/>
            </p14:nvContentPartPr>
            <p14:xfrm>
              <a:off x="3883829" y="974718"/>
              <a:ext cx="2401560" cy="796320"/>
            </p14:xfrm>
          </p:contentPart>
        </mc:Choice>
        <mc:Fallback xmlns="">
          <p:pic>
            <p:nvPicPr>
              <p:cNvPr id="9" name="Ink 8">
                <a:extLst>
                  <a:ext uri="{FF2B5EF4-FFF2-40B4-BE49-F238E27FC236}">
                    <a16:creationId xmlns:a16="http://schemas.microsoft.com/office/drawing/2014/main" id="{0B14FB6C-629F-B7F9-0D19-20E9316430BB}"/>
                  </a:ext>
                </a:extLst>
              </p:cNvPr>
              <p:cNvPicPr/>
              <p:nvPr/>
            </p:nvPicPr>
            <p:blipFill>
              <a:blip r:embed="rId8"/>
              <a:stretch>
                <a:fillRect/>
              </a:stretch>
            </p:blipFill>
            <p:spPr>
              <a:xfrm>
                <a:off x="3879509" y="970398"/>
                <a:ext cx="2410200" cy="804960"/>
              </a:xfrm>
              <a:prstGeom prst="rect">
                <a:avLst/>
              </a:prstGeom>
            </p:spPr>
          </p:pic>
        </mc:Fallback>
      </mc:AlternateContent>
    </p:spTree>
    <p:extLst>
      <p:ext uri="{BB962C8B-B14F-4D97-AF65-F5344CB8AC3E}">
        <p14:creationId xmlns:p14="http://schemas.microsoft.com/office/powerpoint/2010/main" val="2732313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t="8851" r="60285"/>
          <a:stretch/>
        </p:blipFill>
        <p:spPr>
          <a:xfrm>
            <a:off x="365760" y="987552"/>
            <a:ext cx="5291227" cy="5161810"/>
          </a:xfrm>
          <a:prstGeom prst="rect">
            <a:avLst/>
          </a:prstGeom>
        </p:spPr>
      </p:pic>
      <p:cxnSp>
        <p:nvCxnSpPr>
          <p:cNvPr id="6" name="Straight Arrow Connector 5"/>
          <p:cNvCxnSpPr/>
          <p:nvPr/>
        </p:nvCxnSpPr>
        <p:spPr>
          <a:xfrm flipV="1">
            <a:off x="5477256" y="1115568"/>
            <a:ext cx="1252728" cy="18288"/>
          </a:xfrm>
          <a:prstGeom prst="straightConnector1">
            <a:avLst/>
          </a:prstGeom>
          <a:ln w="76200">
            <a:solidFill>
              <a:srgbClr val="FF0000"/>
            </a:solidFill>
            <a:tailEnd type="triangle"/>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6729984" y="792402"/>
            <a:ext cx="5111496" cy="646331"/>
          </a:xfrm>
          <a:prstGeom prst="rect">
            <a:avLst/>
          </a:prstGeom>
          <a:solidFill>
            <a:srgbClr val="FFFF00"/>
          </a:solidFill>
        </p:spPr>
        <p:txBody>
          <a:bodyPr wrap="square">
            <a:spAutoFit/>
          </a:bodyPr>
          <a:lstStyle/>
          <a:p>
            <a:r>
              <a:rPr lang="en-US" b="0" i="0" dirty="0" err="1">
                <a:solidFill>
                  <a:srgbClr val="00B050"/>
                </a:solidFill>
                <a:effectLst/>
                <a:latin typeface="Segoe WPC"/>
              </a:rPr>
              <a:t>res.cookie</a:t>
            </a:r>
            <a:r>
              <a:rPr lang="en-US" b="0" i="0" dirty="0">
                <a:solidFill>
                  <a:srgbClr val="FF0000"/>
                </a:solidFill>
                <a:effectLst/>
                <a:latin typeface="Segoe WPC"/>
              </a:rPr>
              <a:t>("token", token, {...}) sets a cookie named "token" with the JWT value.</a:t>
            </a:r>
          </a:p>
        </p:txBody>
      </p:sp>
      <p:sp>
        <p:nvSpPr>
          <p:cNvPr id="11" name="Oval 10"/>
          <p:cNvSpPr/>
          <p:nvPr/>
        </p:nvSpPr>
        <p:spPr>
          <a:xfrm>
            <a:off x="1709928" y="987552"/>
            <a:ext cx="1636776" cy="384048"/>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6729984" y="1761899"/>
            <a:ext cx="5111496" cy="646331"/>
          </a:xfrm>
          <a:prstGeom prst="rect">
            <a:avLst/>
          </a:prstGeom>
          <a:solidFill>
            <a:srgbClr val="92D050"/>
          </a:solidFill>
        </p:spPr>
        <p:txBody>
          <a:bodyPr wrap="square">
            <a:spAutoFit/>
          </a:bodyPr>
          <a:lstStyle/>
          <a:p>
            <a:r>
              <a:rPr lang="en-US" dirty="0" err="1">
                <a:solidFill>
                  <a:srgbClr val="FF0000"/>
                </a:solidFill>
              </a:rPr>
              <a:t>httpOnly</a:t>
            </a:r>
            <a:r>
              <a:rPr lang="en-US" dirty="0">
                <a:solidFill>
                  <a:schemeClr val="bg2">
                    <a:lumMod val="10000"/>
                  </a:schemeClr>
                </a:solidFill>
              </a:rPr>
              <a:t>: true means JavaScript running in the browser cannot access this cookie (for security).</a:t>
            </a:r>
          </a:p>
        </p:txBody>
      </p:sp>
      <p:sp>
        <p:nvSpPr>
          <p:cNvPr id="13" name="Rectangle 12"/>
          <p:cNvSpPr/>
          <p:nvPr/>
        </p:nvSpPr>
        <p:spPr>
          <a:xfrm>
            <a:off x="6818376" y="2731396"/>
            <a:ext cx="5111496" cy="646331"/>
          </a:xfrm>
          <a:prstGeom prst="rect">
            <a:avLst/>
          </a:prstGeom>
          <a:solidFill>
            <a:srgbClr val="00B0F0"/>
          </a:solidFill>
        </p:spPr>
        <p:txBody>
          <a:bodyPr wrap="square">
            <a:spAutoFit/>
          </a:bodyPr>
          <a:lstStyle/>
          <a:p>
            <a:r>
              <a:rPr lang="en-US" dirty="0" err="1">
                <a:solidFill>
                  <a:srgbClr val="FF0000"/>
                </a:solidFill>
              </a:rPr>
              <a:t>samesite</a:t>
            </a:r>
            <a:r>
              <a:rPr lang="en-US" dirty="0"/>
              <a:t>: 'strict' helps prevent CSRF attacks by only sending the cookie for same-site requests.</a:t>
            </a:r>
          </a:p>
        </p:txBody>
      </p:sp>
      <p:cxnSp>
        <p:nvCxnSpPr>
          <p:cNvPr id="14" name="Straight Arrow Connector 13"/>
          <p:cNvCxnSpPr/>
          <p:nvPr/>
        </p:nvCxnSpPr>
        <p:spPr>
          <a:xfrm>
            <a:off x="3425952" y="1533144"/>
            <a:ext cx="3304032" cy="341376"/>
          </a:xfrm>
          <a:prstGeom prst="straightConnector1">
            <a:avLst/>
          </a:prstGeom>
          <a:ln w="76200">
            <a:solidFill>
              <a:srgbClr val="0070C0"/>
            </a:solidFill>
            <a:tailEnd type="triangle"/>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3825240" y="1932432"/>
            <a:ext cx="3105912" cy="1122129"/>
          </a:xfrm>
          <a:prstGeom prst="straightConnector1">
            <a:avLst/>
          </a:prstGeom>
          <a:ln w="76200">
            <a:solidFill>
              <a:srgbClr val="7030A0"/>
            </a:solidFill>
            <a:tailEnd type="triangle"/>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3"/>
          <a:stretch>
            <a:fillRect/>
          </a:stretch>
        </p:blipFill>
        <p:spPr>
          <a:xfrm>
            <a:off x="7643272" y="4047598"/>
            <a:ext cx="4286600" cy="2101764"/>
          </a:xfrm>
          <a:prstGeom prst="rect">
            <a:avLst/>
          </a:prstGeom>
        </p:spPr>
      </p:pic>
      <p:cxnSp>
        <p:nvCxnSpPr>
          <p:cNvPr id="20" name="Straight Arrow Connector 19"/>
          <p:cNvCxnSpPr/>
          <p:nvPr/>
        </p:nvCxnSpPr>
        <p:spPr>
          <a:xfrm>
            <a:off x="2205279" y="5257800"/>
            <a:ext cx="5247081" cy="64008"/>
          </a:xfrm>
          <a:prstGeom prst="straightConnector1">
            <a:avLst/>
          </a:prstGeom>
          <a:ln w="76200">
            <a:solidFill>
              <a:srgbClr val="FFFF00"/>
            </a:solidFill>
            <a:tailEnd type="triangle"/>
          </a:ln>
          <a:effectLst>
            <a:glow rad="228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1133856" y="5074920"/>
            <a:ext cx="941832" cy="320040"/>
          </a:xfrm>
          <a:prstGeom prst="ellipse">
            <a:avLst/>
          </a:prstGeom>
          <a:noFill/>
          <a:ln>
            <a:solidFill>
              <a:srgbClr val="00B05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68081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64368" cy="2140331"/>
          </a:xfrm>
        </p:spPr>
        <p:txBody>
          <a:bodyPr>
            <a:normAutofit/>
          </a:bodyPr>
          <a:lstStyle/>
          <a:p>
            <a:r>
              <a:rPr lang="en-US" dirty="0">
                <a:solidFill>
                  <a:srgbClr val="FF0000"/>
                </a:solidFill>
              </a:rPr>
              <a:t>Logout</a:t>
            </a:r>
            <a:r>
              <a:rPr lang="en-US" dirty="0"/>
              <a:t> </a:t>
            </a:r>
            <a:br>
              <a:rPr lang="en-US" dirty="0"/>
            </a:br>
            <a:r>
              <a:rPr lang="en-US" dirty="0"/>
              <a:t> simply set empty token ,</a:t>
            </a:r>
            <a:br>
              <a:rPr lang="en-US" dirty="0"/>
            </a:br>
            <a:r>
              <a:rPr lang="en-US" dirty="0" err="1"/>
              <a:t>maxage</a:t>
            </a:r>
            <a:r>
              <a:rPr lang="en-US" dirty="0"/>
              <a:t> = 0</a:t>
            </a:r>
            <a:endParaRPr lang="en-IN" dirty="0"/>
          </a:p>
        </p:txBody>
      </p:sp>
      <p:pic>
        <p:nvPicPr>
          <p:cNvPr id="4" name="Content Placeholder 3"/>
          <p:cNvPicPr>
            <a:picLocks noGrp="1" noChangeAspect="1"/>
          </p:cNvPicPr>
          <p:nvPr>
            <p:ph idx="1"/>
          </p:nvPr>
        </p:nvPicPr>
        <p:blipFill>
          <a:blip r:embed="rId2"/>
          <a:stretch>
            <a:fillRect/>
          </a:stretch>
        </p:blipFill>
        <p:spPr>
          <a:xfrm>
            <a:off x="391540" y="2607389"/>
            <a:ext cx="9209660" cy="4250611"/>
          </a:xfrm>
          <a:prstGeom prst="rect">
            <a:avLst/>
          </a:prstGeom>
        </p:spPr>
      </p:pic>
      <mc:AlternateContent xmlns:mc="http://schemas.openxmlformats.org/markup-compatibility/2006" xmlns:p14="http://schemas.microsoft.com/office/powerpoint/2010/main" xmlns:aink="http://schemas.microsoft.com/office/drawing/2016/ink">
        <mc:Choice Requires="p14 aink">
          <p:contentPart p14:bwMode="auto" r:id="rId3">
            <p14:nvContentPartPr>
              <p14:cNvPr id="3" name="Ink 2">
                <a:extLst>
                  <a:ext uri="{FF2B5EF4-FFF2-40B4-BE49-F238E27FC236}">
                    <a16:creationId xmlns:a16="http://schemas.microsoft.com/office/drawing/2014/main" id="{DF4D5311-9C94-597F-0607-8F15063845BF}"/>
                  </a:ext>
                </a:extLst>
              </p14:cNvPr>
              <p14:cNvContentPartPr/>
              <p14:nvPr/>
            </p14:nvContentPartPr>
            <p14:xfrm>
              <a:off x="436829" y="292594"/>
              <a:ext cx="2640960" cy="969120"/>
            </p14:xfrm>
          </p:contentPart>
        </mc:Choice>
        <mc:Fallback xmlns="">
          <p:pic>
            <p:nvPicPr>
              <p:cNvPr id="3" name="Ink 2">
                <a:extLst>
                  <a:ext uri="{FF2B5EF4-FFF2-40B4-BE49-F238E27FC236}">
                    <a16:creationId xmlns:a16="http://schemas.microsoft.com/office/drawing/2014/main" id="{DF4D5311-9C94-597F-0607-8F15063845BF}"/>
                  </a:ext>
                </a:extLst>
              </p:cNvPr>
              <p:cNvPicPr/>
              <p:nvPr/>
            </p:nvPicPr>
            <p:blipFill>
              <a:blip r:embed="rId4"/>
              <a:stretch>
                <a:fillRect/>
              </a:stretch>
            </p:blipFill>
            <p:spPr>
              <a:xfrm>
                <a:off x="432509" y="288274"/>
                <a:ext cx="2649600" cy="977760"/>
              </a:xfrm>
              <a:prstGeom prst="rect">
                <a:avLst/>
              </a:prstGeom>
            </p:spPr>
          </p:pic>
        </mc:Fallback>
      </mc:AlternateContent>
    </p:spTree>
    <p:extLst>
      <p:ext uri="{BB962C8B-B14F-4D97-AF65-F5344CB8AC3E}">
        <p14:creationId xmlns:p14="http://schemas.microsoft.com/office/powerpoint/2010/main" val="15722384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0456" y="173736"/>
            <a:ext cx="10515600" cy="895160"/>
          </a:xfrm>
        </p:spPr>
        <p:txBody>
          <a:bodyPr/>
          <a:lstStyle/>
          <a:p>
            <a:r>
              <a:rPr lang="en-US" dirty="0" err="1">
                <a:solidFill>
                  <a:srgbClr val="FF0000"/>
                </a:solidFill>
              </a:rPr>
              <a:t>getProfile</a:t>
            </a:r>
            <a:r>
              <a:rPr lang="en-US" dirty="0"/>
              <a:t> function</a:t>
            </a:r>
            <a:endParaRPr lang="en-IN" dirty="0"/>
          </a:p>
        </p:txBody>
      </p:sp>
      <p:pic>
        <p:nvPicPr>
          <p:cNvPr id="4" name="Content Placeholder 3"/>
          <p:cNvPicPr>
            <a:picLocks noGrp="1" noChangeAspect="1"/>
          </p:cNvPicPr>
          <p:nvPr>
            <p:ph idx="1"/>
          </p:nvPr>
        </p:nvPicPr>
        <p:blipFill rotWithShape="1">
          <a:blip r:embed="rId2"/>
          <a:srcRect b="6766"/>
          <a:stretch/>
        </p:blipFill>
        <p:spPr>
          <a:xfrm>
            <a:off x="723025" y="1352873"/>
            <a:ext cx="7149959" cy="5303959"/>
          </a:xfrm>
          <a:prstGeom prst="rect">
            <a:avLst/>
          </a:prstGeom>
        </p:spPr>
      </p:pic>
      <p:grpSp>
        <p:nvGrpSpPr>
          <p:cNvPr id="6" name="Group 5">
            <a:extLst>
              <a:ext uri="{FF2B5EF4-FFF2-40B4-BE49-F238E27FC236}">
                <a16:creationId xmlns:a16="http://schemas.microsoft.com/office/drawing/2014/main" id="{3137F06F-F2FE-FBF4-70A4-F0BF3C58188E}"/>
              </a:ext>
            </a:extLst>
          </p:cNvPr>
          <p:cNvGrpSpPr/>
          <p:nvPr/>
        </p:nvGrpSpPr>
        <p:grpSpPr>
          <a:xfrm>
            <a:off x="437549" y="153634"/>
            <a:ext cx="5242680" cy="1008360"/>
            <a:chOff x="437549" y="153634"/>
            <a:chExt cx="5242680" cy="100836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3951910-3BB6-3C3D-38AD-A54366C8FF33}"/>
                    </a:ext>
                  </a:extLst>
                </p14:cNvPr>
                <p14:cNvContentPartPr/>
                <p14:nvPr/>
              </p14:nvContentPartPr>
              <p14:xfrm>
                <a:off x="496949" y="170914"/>
                <a:ext cx="2487960" cy="253080"/>
              </p14:xfrm>
            </p:contentPart>
          </mc:Choice>
          <mc:Fallback xmlns="">
            <p:pic>
              <p:nvPicPr>
                <p:cNvPr id="3" name="Ink 2">
                  <a:extLst>
                    <a:ext uri="{FF2B5EF4-FFF2-40B4-BE49-F238E27FC236}">
                      <a16:creationId xmlns:a16="http://schemas.microsoft.com/office/drawing/2014/main" id="{43951910-3BB6-3C3D-38AD-A54366C8FF33}"/>
                    </a:ext>
                  </a:extLst>
                </p:cNvPr>
                <p:cNvPicPr/>
                <p:nvPr/>
              </p:nvPicPr>
              <p:blipFill>
                <a:blip r:embed="rId4"/>
                <a:stretch>
                  <a:fillRect/>
                </a:stretch>
              </p:blipFill>
              <p:spPr>
                <a:xfrm>
                  <a:off x="488309" y="162274"/>
                  <a:ext cx="2505600" cy="270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B2F9D61-3101-2F3C-CB6A-ABCC308CA788}"/>
                    </a:ext>
                  </a:extLst>
                </p14:cNvPr>
                <p14:cNvContentPartPr/>
                <p14:nvPr/>
              </p14:nvContentPartPr>
              <p14:xfrm>
                <a:off x="437549" y="153634"/>
                <a:ext cx="5242680" cy="1008360"/>
              </p14:xfrm>
            </p:contentPart>
          </mc:Choice>
          <mc:Fallback xmlns="">
            <p:pic>
              <p:nvPicPr>
                <p:cNvPr id="5" name="Ink 4">
                  <a:extLst>
                    <a:ext uri="{FF2B5EF4-FFF2-40B4-BE49-F238E27FC236}">
                      <a16:creationId xmlns:a16="http://schemas.microsoft.com/office/drawing/2014/main" id="{8B2F9D61-3101-2F3C-CB6A-ABCC308CA788}"/>
                    </a:ext>
                  </a:extLst>
                </p:cNvPr>
                <p:cNvPicPr/>
                <p:nvPr/>
              </p:nvPicPr>
              <p:blipFill>
                <a:blip r:embed="rId6"/>
                <a:stretch>
                  <a:fillRect/>
                </a:stretch>
              </p:blipFill>
              <p:spPr>
                <a:xfrm>
                  <a:off x="428549" y="144994"/>
                  <a:ext cx="5260320" cy="1026000"/>
                </a:xfrm>
                <a:prstGeom prst="rect">
                  <a:avLst/>
                </a:prstGeom>
              </p:spPr>
            </p:pic>
          </mc:Fallback>
        </mc:AlternateContent>
      </p:grpSp>
    </p:spTree>
    <p:extLst>
      <p:ext uri="{BB962C8B-B14F-4D97-AF65-F5344CB8AC3E}">
        <p14:creationId xmlns:p14="http://schemas.microsoft.com/office/powerpoint/2010/main" val="3492805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36" y="0"/>
            <a:ext cx="10515600" cy="822008"/>
          </a:xfrm>
        </p:spPr>
        <p:txBody>
          <a:bodyPr/>
          <a:lstStyle/>
          <a:p>
            <a:r>
              <a:rPr lang="en-US" dirty="0"/>
              <a:t>Middleware to check authentication</a:t>
            </a:r>
            <a:endParaRPr lang="en-IN" dirty="0"/>
          </a:p>
        </p:txBody>
      </p:sp>
      <p:pic>
        <p:nvPicPr>
          <p:cNvPr id="4" name="Content Placeholder 3"/>
          <p:cNvPicPr>
            <a:picLocks noGrp="1" noChangeAspect="1"/>
          </p:cNvPicPr>
          <p:nvPr>
            <p:ph idx="1"/>
          </p:nvPr>
        </p:nvPicPr>
        <p:blipFill rotWithShape="1">
          <a:blip r:embed="rId2"/>
          <a:srcRect l="32009" t="8797"/>
          <a:stretch/>
        </p:blipFill>
        <p:spPr>
          <a:xfrm>
            <a:off x="164592" y="716914"/>
            <a:ext cx="5605272" cy="5832749"/>
          </a:xfrm>
          <a:prstGeom prst="rect">
            <a:avLst/>
          </a:prstGeom>
        </p:spPr>
      </p:pic>
      <p:cxnSp>
        <p:nvCxnSpPr>
          <p:cNvPr id="5" name="Straight Arrow Connector 4"/>
          <p:cNvCxnSpPr/>
          <p:nvPr/>
        </p:nvCxnSpPr>
        <p:spPr>
          <a:xfrm flipV="1">
            <a:off x="5428708" y="1152144"/>
            <a:ext cx="1475012" cy="11116"/>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160484" y="3016444"/>
            <a:ext cx="1743236" cy="83372"/>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endCxn id="21" idx="1"/>
          </p:cNvCxnSpPr>
          <p:nvPr/>
        </p:nvCxnSpPr>
        <p:spPr>
          <a:xfrm flipV="1">
            <a:off x="2545300" y="4660581"/>
            <a:ext cx="4087148" cy="349255"/>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500056" y="5351088"/>
            <a:ext cx="5714560" cy="397195"/>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7214616" y="5569821"/>
            <a:ext cx="3611880" cy="369332"/>
          </a:xfrm>
          <a:prstGeom prst="rect">
            <a:avLst/>
          </a:prstGeom>
          <a:solidFill>
            <a:srgbClr val="92D050"/>
          </a:solidFill>
        </p:spPr>
        <p:txBody>
          <a:bodyPr wrap="square">
            <a:spAutoFit/>
          </a:bodyPr>
          <a:lstStyle/>
          <a:p>
            <a:r>
              <a:rPr lang="en-US" dirty="0">
                <a:solidFill>
                  <a:srgbClr val="FF0000"/>
                </a:solidFill>
              </a:rPr>
              <a:t>It will push to next middleware</a:t>
            </a:r>
            <a:endParaRPr lang="en-US" dirty="0">
              <a:solidFill>
                <a:schemeClr val="bg2">
                  <a:lumMod val="10000"/>
                </a:schemeClr>
              </a:solidFill>
            </a:endParaRPr>
          </a:p>
        </p:txBody>
      </p:sp>
      <p:sp>
        <p:nvSpPr>
          <p:cNvPr id="18" name="Rectangle 17"/>
          <p:cNvSpPr/>
          <p:nvPr/>
        </p:nvSpPr>
        <p:spPr>
          <a:xfrm>
            <a:off x="6903720" y="848488"/>
            <a:ext cx="5111496" cy="923330"/>
          </a:xfrm>
          <a:prstGeom prst="rect">
            <a:avLst/>
          </a:prstGeom>
          <a:solidFill>
            <a:srgbClr val="FFFF00"/>
          </a:solidFill>
        </p:spPr>
        <p:txBody>
          <a:bodyPr wrap="square">
            <a:spAutoFit/>
          </a:bodyPr>
          <a:lstStyle/>
          <a:p>
            <a:r>
              <a:rPr lang="en-US" dirty="0">
                <a:solidFill>
                  <a:srgbClr val="0070C0"/>
                </a:solidFill>
              </a:rPr>
              <a:t>it tries to get token from the cookie send by the client</a:t>
            </a:r>
          </a:p>
          <a:p>
            <a:r>
              <a:rPr lang="en-US" dirty="0">
                <a:solidFill>
                  <a:srgbClr val="0070C0"/>
                </a:solidFill>
              </a:rPr>
              <a:t>Cookie k </a:t>
            </a:r>
            <a:r>
              <a:rPr lang="en-US" dirty="0" err="1">
                <a:solidFill>
                  <a:srgbClr val="0070C0"/>
                </a:solidFill>
              </a:rPr>
              <a:t>andar</a:t>
            </a:r>
            <a:r>
              <a:rPr lang="en-US" dirty="0">
                <a:solidFill>
                  <a:srgbClr val="0070C0"/>
                </a:solidFill>
              </a:rPr>
              <a:t> token </a:t>
            </a:r>
            <a:r>
              <a:rPr lang="en-US" dirty="0" err="1">
                <a:solidFill>
                  <a:srgbClr val="0070C0"/>
                </a:solidFill>
              </a:rPr>
              <a:t>hoga</a:t>
            </a:r>
            <a:endParaRPr lang="en-US" dirty="0">
              <a:solidFill>
                <a:srgbClr val="0070C0"/>
              </a:solidFill>
            </a:endParaRPr>
          </a:p>
        </p:txBody>
      </p:sp>
      <p:sp>
        <p:nvSpPr>
          <p:cNvPr id="20" name="Rectangle 19"/>
          <p:cNvSpPr/>
          <p:nvPr/>
        </p:nvSpPr>
        <p:spPr>
          <a:xfrm>
            <a:off x="6992112" y="2611615"/>
            <a:ext cx="5111496" cy="923330"/>
          </a:xfrm>
          <a:prstGeom prst="rect">
            <a:avLst/>
          </a:prstGeom>
          <a:solidFill>
            <a:srgbClr val="FF0000"/>
          </a:solidFill>
        </p:spPr>
        <p:txBody>
          <a:bodyPr wrap="square">
            <a:spAutoFit/>
          </a:bodyPr>
          <a:lstStyle/>
          <a:p>
            <a:r>
              <a:rPr lang="en-US" dirty="0">
                <a:solidFill>
                  <a:srgbClr val="FFFF00"/>
                </a:solidFill>
              </a:rPr>
              <a:t>It verifies the token using your secret key. If the token is valid, it decodes the payload (which contains user info).</a:t>
            </a:r>
          </a:p>
        </p:txBody>
      </p:sp>
      <p:sp>
        <p:nvSpPr>
          <p:cNvPr id="21" name="Rectangle 20"/>
          <p:cNvSpPr/>
          <p:nvPr/>
        </p:nvSpPr>
        <p:spPr>
          <a:xfrm>
            <a:off x="6632448" y="4198916"/>
            <a:ext cx="5111496" cy="923330"/>
          </a:xfrm>
          <a:prstGeom prst="rect">
            <a:avLst/>
          </a:prstGeom>
          <a:solidFill>
            <a:srgbClr val="00B0F0"/>
          </a:solidFill>
        </p:spPr>
        <p:txBody>
          <a:bodyPr wrap="square">
            <a:spAutoFit/>
          </a:bodyPr>
          <a:lstStyle/>
          <a:p>
            <a:r>
              <a:rPr lang="en-US" dirty="0"/>
              <a:t>If the token is valid, it adds the user’s ID from the token to the request object, so you can use it in the next middleware or route handler.</a:t>
            </a:r>
          </a:p>
        </p:txBody>
      </p:sp>
      <p:sp>
        <p:nvSpPr>
          <p:cNvPr id="23" name="Oval 22"/>
          <p:cNvSpPr/>
          <p:nvPr/>
        </p:nvSpPr>
        <p:spPr>
          <a:xfrm>
            <a:off x="667512" y="4779571"/>
            <a:ext cx="1901952" cy="355121"/>
          </a:xfrm>
          <a:prstGeom prst="ellipse">
            <a:avLst/>
          </a:prstGeom>
          <a:noFill/>
          <a:ln>
            <a:solidFill>
              <a:srgbClr val="00B0F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p:cNvSpPr/>
          <p:nvPr/>
        </p:nvSpPr>
        <p:spPr>
          <a:xfrm>
            <a:off x="643348" y="2816352"/>
            <a:ext cx="4428744" cy="429257"/>
          </a:xfrm>
          <a:prstGeom prst="ellipse">
            <a:avLst/>
          </a:prstGeom>
          <a:noFill/>
          <a:ln>
            <a:solidFill>
              <a:srgbClr val="92D05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p:cNvSpPr/>
          <p:nvPr/>
        </p:nvSpPr>
        <p:spPr>
          <a:xfrm>
            <a:off x="619184" y="5170350"/>
            <a:ext cx="880872" cy="252578"/>
          </a:xfrm>
          <a:prstGeom prst="ellipse">
            <a:avLst/>
          </a:prstGeom>
          <a:noFill/>
          <a:ln>
            <a:solidFill>
              <a:srgbClr val="00B0F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5857772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1027"/>
          </a:xfrm>
        </p:spPr>
        <p:txBody>
          <a:bodyPr/>
          <a:lstStyle/>
          <a:p>
            <a:r>
              <a:rPr lang="en-US" dirty="0" err="1"/>
              <a:t>Cloudinary</a:t>
            </a:r>
            <a:endParaRPr lang="en-IN" dirty="0"/>
          </a:p>
        </p:txBody>
      </p:sp>
      <p:pic>
        <p:nvPicPr>
          <p:cNvPr id="4" name="Content Placeholder 3"/>
          <p:cNvPicPr>
            <a:picLocks noGrp="1" noChangeAspect="1"/>
          </p:cNvPicPr>
          <p:nvPr>
            <p:ph idx="1"/>
          </p:nvPr>
        </p:nvPicPr>
        <p:blipFill rotWithShape="1">
          <a:blip r:embed="rId2"/>
          <a:srcRect l="5221" t="8221" b="7719"/>
          <a:stretch/>
        </p:blipFill>
        <p:spPr>
          <a:xfrm>
            <a:off x="210311" y="1298448"/>
            <a:ext cx="7236273" cy="4581144"/>
          </a:xfrm>
          <a:prstGeom prst="rect">
            <a:avLst/>
          </a:prstGeom>
        </p:spPr>
      </p:pic>
      <p:sp>
        <p:nvSpPr>
          <p:cNvPr id="5" name="Rectangle 4"/>
          <p:cNvSpPr/>
          <p:nvPr/>
        </p:nvSpPr>
        <p:spPr>
          <a:xfrm>
            <a:off x="960120" y="1618488"/>
            <a:ext cx="5596128" cy="301752"/>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flipV="1">
            <a:off x="6519672" y="1600200"/>
            <a:ext cx="1252728" cy="146304"/>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772400" y="1018323"/>
            <a:ext cx="4331209" cy="1754326"/>
          </a:xfrm>
          <a:prstGeom prst="rect">
            <a:avLst/>
          </a:prstGeom>
          <a:solidFill>
            <a:srgbClr val="FFFF00"/>
          </a:solidFill>
        </p:spPr>
        <p:txBody>
          <a:bodyPr wrap="square" rtlCol="0">
            <a:spAutoFit/>
          </a:bodyPr>
          <a:lstStyle/>
          <a:p>
            <a:r>
              <a:rPr lang="en-US" dirty="0">
                <a:solidFill>
                  <a:srgbClr val="FF0000"/>
                </a:solidFill>
              </a:rPr>
              <a:t>import {v1 as </a:t>
            </a:r>
            <a:r>
              <a:rPr lang="en-US" dirty="0" err="1">
                <a:solidFill>
                  <a:srgbClr val="FF0000"/>
                </a:solidFill>
              </a:rPr>
              <a:t>cloudinary</a:t>
            </a:r>
            <a:r>
              <a:rPr lang="en-US" dirty="0">
                <a:solidFill>
                  <a:srgbClr val="FF0000"/>
                </a:solidFill>
              </a:rPr>
              <a:t>} from '</a:t>
            </a:r>
            <a:r>
              <a:rPr lang="en-US" dirty="0" err="1">
                <a:solidFill>
                  <a:srgbClr val="FF0000"/>
                </a:solidFill>
              </a:rPr>
              <a:t>cloudinary</a:t>
            </a:r>
            <a:r>
              <a:rPr lang="en-US" dirty="0">
                <a:solidFill>
                  <a:srgbClr val="FF0000"/>
                </a:solidFill>
              </a:rPr>
              <a:t>'; </a:t>
            </a:r>
          </a:p>
          <a:p>
            <a:r>
              <a:rPr lang="en-US" dirty="0">
                <a:solidFill>
                  <a:srgbClr val="FF0000"/>
                </a:solidFill>
              </a:rPr>
              <a:t>Imports the v1 API from the </a:t>
            </a:r>
          </a:p>
          <a:p>
            <a:r>
              <a:rPr lang="en-US" dirty="0" err="1">
                <a:solidFill>
                  <a:srgbClr val="FF0000"/>
                </a:solidFill>
              </a:rPr>
              <a:t>cloudinary</a:t>
            </a:r>
            <a:r>
              <a:rPr lang="en-US" dirty="0">
                <a:solidFill>
                  <a:srgbClr val="FF0000"/>
                </a:solidFill>
              </a:rPr>
              <a:t> package and </a:t>
            </a:r>
          </a:p>
          <a:p>
            <a:r>
              <a:rPr lang="en-US" dirty="0">
                <a:solidFill>
                  <a:srgbClr val="FF0000"/>
                </a:solidFill>
              </a:rPr>
              <a:t>renames it to </a:t>
            </a:r>
            <a:r>
              <a:rPr lang="en-US" dirty="0" err="1">
                <a:solidFill>
                  <a:srgbClr val="FF0000"/>
                </a:solidFill>
              </a:rPr>
              <a:t>cloudinary</a:t>
            </a:r>
            <a:r>
              <a:rPr lang="en-US" dirty="0">
                <a:solidFill>
                  <a:srgbClr val="FF0000"/>
                </a:solidFill>
              </a:rPr>
              <a:t> for use in your code.</a:t>
            </a:r>
          </a:p>
          <a:p>
            <a:endParaRPr lang="en-IN" dirty="0">
              <a:solidFill>
                <a:srgbClr val="FF0000"/>
              </a:solidFill>
            </a:endParaRPr>
          </a:p>
        </p:txBody>
      </p:sp>
      <p:sp>
        <p:nvSpPr>
          <p:cNvPr id="9" name="Oval 8"/>
          <p:cNvSpPr/>
          <p:nvPr/>
        </p:nvSpPr>
        <p:spPr>
          <a:xfrm>
            <a:off x="960120" y="3118104"/>
            <a:ext cx="2697480" cy="402336"/>
          </a:xfrm>
          <a:prstGeom prst="ellipse">
            <a:avLst/>
          </a:prstGeom>
          <a:noFill/>
          <a:ln>
            <a:solidFill>
              <a:srgbClr val="00B05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p:cNvCxnSpPr/>
          <p:nvPr/>
        </p:nvCxnSpPr>
        <p:spPr>
          <a:xfrm>
            <a:off x="3544824" y="3268382"/>
            <a:ext cx="4328160" cy="169762"/>
          </a:xfrm>
          <a:prstGeom prst="straightConnector1">
            <a:avLst/>
          </a:prstGeom>
          <a:ln w="76200">
            <a:solidFill>
              <a:srgbClr val="00B0F0"/>
            </a:solidFill>
            <a:tailEnd type="triangle"/>
          </a:ln>
          <a:effectLst>
            <a:glow rad="1397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7872984" y="3268382"/>
            <a:ext cx="3907216" cy="1569660"/>
          </a:xfrm>
          <a:prstGeom prst="rect">
            <a:avLst/>
          </a:prstGeom>
          <a:solidFill>
            <a:srgbClr val="92D050"/>
          </a:solidFill>
        </p:spPr>
        <p:txBody>
          <a:bodyPr wrap="square">
            <a:spAutoFit/>
          </a:bodyPr>
          <a:lstStyle/>
          <a:p>
            <a:r>
              <a:rPr lang="en-US" sz="2400" b="0" dirty="0">
                <a:solidFill>
                  <a:srgbClr val="FF0000"/>
                </a:solidFill>
                <a:effectLst/>
                <a:latin typeface="Consolas" panose="020B0609020204030204" pitchFamily="49" charset="0"/>
              </a:rPr>
              <a:t>this will </a:t>
            </a:r>
            <a:r>
              <a:rPr lang="en-US" sz="2400" b="0" dirty="0" err="1">
                <a:solidFill>
                  <a:srgbClr val="FF0000"/>
                </a:solidFill>
                <a:effectLst/>
                <a:latin typeface="Consolas" panose="020B0609020204030204" pitchFamily="49" charset="0"/>
              </a:rPr>
              <a:t>config</a:t>
            </a:r>
            <a:r>
              <a:rPr lang="en-US" sz="2400" b="0" dirty="0">
                <a:solidFill>
                  <a:srgbClr val="FF0000"/>
                </a:solidFill>
                <a:effectLst/>
                <a:latin typeface="Consolas" panose="020B0609020204030204" pitchFamily="49" charset="0"/>
              </a:rPr>
              <a:t> the </a:t>
            </a:r>
            <a:r>
              <a:rPr lang="en-US" sz="2400" b="0" dirty="0" err="1">
                <a:solidFill>
                  <a:srgbClr val="FF0000"/>
                </a:solidFill>
                <a:effectLst/>
                <a:latin typeface="Consolas" panose="020B0609020204030204" pitchFamily="49" charset="0"/>
              </a:rPr>
              <a:t>cloudinary</a:t>
            </a:r>
            <a:r>
              <a:rPr lang="en-US" sz="2400" b="0" dirty="0">
                <a:solidFill>
                  <a:srgbClr val="FF0000"/>
                </a:solidFill>
                <a:effectLst/>
                <a:latin typeface="Consolas" panose="020B0609020204030204" pitchFamily="49" charset="0"/>
              </a:rPr>
              <a:t> with the credentials from the .</a:t>
            </a:r>
            <a:r>
              <a:rPr lang="en-US" sz="2400" b="0" dirty="0" err="1">
                <a:solidFill>
                  <a:srgbClr val="FF0000"/>
                </a:solidFill>
                <a:effectLst/>
                <a:latin typeface="Consolas" panose="020B0609020204030204" pitchFamily="49" charset="0"/>
              </a:rPr>
              <a:t>env</a:t>
            </a:r>
            <a:r>
              <a:rPr lang="en-US" sz="2400" b="0" dirty="0">
                <a:solidFill>
                  <a:srgbClr val="FF0000"/>
                </a:solidFill>
                <a:effectLst/>
                <a:latin typeface="Consolas" panose="020B0609020204030204" pitchFamily="49" charset="0"/>
              </a:rPr>
              <a:t> file</a:t>
            </a:r>
          </a:p>
        </p:txBody>
      </p:sp>
    </p:spTree>
    <p:extLst>
      <p:ext uri="{BB962C8B-B14F-4D97-AF65-F5344CB8AC3E}">
        <p14:creationId xmlns:p14="http://schemas.microsoft.com/office/powerpoint/2010/main" val="29187117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datauri</a:t>
            </a:r>
            <a:endParaRPr lang="en-IN" dirty="0"/>
          </a:p>
        </p:txBody>
      </p:sp>
      <p:sp>
        <p:nvSpPr>
          <p:cNvPr id="3" name="Content Placeholder 2"/>
          <p:cNvSpPr>
            <a:spLocks noGrp="1"/>
          </p:cNvSpPr>
          <p:nvPr>
            <p:ph idx="1"/>
          </p:nvPr>
        </p:nvSpPr>
        <p:spPr/>
        <p:txBody>
          <a:bodyPr/>
          <a:lstStyle/>
          <a:p>
            <a:pPr marL="0" indent="0">
              <a:buNone/>
            </a:pPr>
            <a:r>
              <a:rPr lang="en-US" dirty="0" err="1"/>
              <a:t>npm</a:t>
            </a:r>
            <a:r>
              <a:rPr lang="en-US" dirty="0"/>
              <a:t> I </a:t>
            </a:r>
            <a:r>
              <a:rPr lang="en-US" dirty="0" err="1"/>
              <a:t>datauri</a:t>
            </a:r>
            <a:r>
              <a:rPr lang="en-US" dirty="0"/>
              <a:t> parser</a:t>
            </a:r>
          </a:p>
          <a:p>
            <a:pPr marL="0" indent="0">
              <a:buNone/>
            </a:pPr>
            <a:r>
              <a:rPr lang="en-US" dirty="0"/>
              <a:t>A Data URI is a way to </a:t>
            </a:r>
            <a:r>
              <a:rPr lang="en-US" dirty="0">
                <a:solidFill>
                  <a:srgbClr val="FF0000"/>
                </a:solidFill>
              </a:rPr>
              <a:t>embed file data </a:t>
            </a:r>
            <a:r>
              <a:rPr lang="en-US" dirty="0"/>
              <a:t>(like images or documents) </a:t>
            </a:r>
            <a:r>
              <a:rPr lang="en-US" dirty="0">
                <a:solidFill>
                  <a:srgbClr val="FF0000"/>
                </a:solidFill>
              </a:rPr>
              <a:t>directly in a string</a:t>
            </a:r>
            <a:r>
              <a:rPr lang="en-US" dirty="0"/>
              <a:t>, usually for use in HTML, CSS, or when uploading files to cloud services.</a:t>
            </a:r>
          </a:p>
          <a:p>
            <a:pPr marL="0" indent="0">
              <a:buNone/>
            </a:pPr>
            <a:endParaRPr lang="en-US" dirty="0"/>
          </a:p>
          <a:p>
            <a:pPr marL="0" indent="0">
              <a:buNone/>
            </a:pPr>
            <a:r>
              <a:rPr lang="en-US" dirty="0"/>
              <a:t>For example, it can turn an image file into a string like:</a:t>
            </a:r>
            <a:br>
              <a:rPr lang="en-US" dirty="0"/>
            </a:br>
            <a:r>
              <a:rPr lang="en-US" dirty="0" err="1"/>
              <a:t>data:image</a:t>
            </a:r>
            <a:r>
              <a:rPr lang="en-US" dirty="0"/>
              <a:t>/png;base64,iVBORw0KGgoAAAANSUhEUg...</a:t>
            </a:r>
            <a:endParaRPr lang="en-IN" dirty="0"/>
          </a:p>
        </p:txBody>
      </p:sp>
      <p:pic>
        <p:nvPicPr>
          <p:cNvPr id="4" name="Picture 3"/>
          <p:cNvPicPr>
            <a:picLocks noChangeAspect="1"/>
          </p:cNvPicPr>
          <p:nvPr/>
        </p:nvPicPr>
        <p:blipFill rotWithShape="1">
          <a:blip r:embed="rId2"/>
          <a:srcRect l="2789" t="35069" r="7940" b="2035"/>
          <a:stretch/>
        </p:blipFill>
        <p:spPr>
          <a:xfrm>
            <a:off x="2809188" y="631595"/>
            <a:ext cx="9096866" cy="555717"/>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55B5A44-BEBD-4851-A6B1-FB5CEA11EB66}"/>
                  </a:ext>
                </a:extLst>
              </p14:cNvPr>
              <p14:cNvContentPartPr/>
              <p14:nvPr/>
            </p14:nvContentPartPr>
            <p14:xfrm>
              <a:off x="4121069" y="2433154"/>
              <a:ext cx="1906200" cy="256320"/>
            </p14:xfrm>
          </p:contentPart>
        </mc:Choice>
        <mc:Fallback xmlns="">
          <p:pic>
            <p:nvPicPr>
              <p:cNvPr id="5" name="Ink 4">
                <a:extLst>
                  <a:ext uri="{FF2B5EF4-FFF2-40B4-BE49-F238E27FC236}">
                    <a16:creationId xmlns:a16="http://schemas.microsoft.com/office/drawing/2014/main" id="{355B5A44-BEBD-4851-A6B1-FB5CEA11EB66}"/>
                  </a:ext>
                </a:extLst>
              </p:cNvPr>
              <p:cNvPicPr/>
              <p:nvPr/>
            </p:nvPicPr>
            <p:blipFill>
              <a:blip r:embed="rId4"/>
              <a:stretch>
                <a:fillRect/>
              </a:stretch>
            </p:blipFill>
            <p:spPr>
              <a:xfrm>
                <a:off x="4067429" y="2325154"/>
                <a:ext cx="201384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05384B2-7C6C-8493-C50B-FD460982FD8A}"/>
                  </a:ext>
                </a:extLst>
              </p14:cNvPr>
              <p14:cNvContentPartPr/>
              <p14:nvPr/>
            </p14:nvContentPartPr>
            <p14:xfrm>
              <a:off x="4230149" y="2406514"/>
              <a:ext cx="2221920" cy="294840"/>
            </p14:xfrm>
          </p:contentPart>
        </mc:Choice>
        <mc:Fallback xmlns="">
          <p:pic>
            <p:nvPicPr>
              <p:cNvPr id="6" name="Ink 5">
                <a:extLst>
                  <a:ext uri="{FF2B5EF4-FFF2-40B4-BE49-F238E27FC236}">
                    <a16:creationId xmlns:a16="http://schemas.microsoft.com/office/drawing/2014/main" id="{505384B2-7C6C-8493-C50B-FD460982FD8A}"/>
                  </a:ext>
                </a:extLst>
              </p:cNvPr>
              <p:cNvPicPr/>
              <p:nvPr/>
            </p:nvPicPr>
            <p:blipFill>
              <a:blip r:embed="rId6"/>
              <a:stretch>
                <a:fillRect/>
              </a:stretch>
            </p:blipFill>
            <p:spPr>
              <a:xfrm>
                <a:off x="4176509" y="2298514"/>
                <a:ext cx="2329560" cy="510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70EC162A-CEB6-32CD-055F-F72958687C37}"/>
                  </a:ext>
                </a:extLst>
              </p14:cNvPr>
              <p14:cNvContentPartPr/>
              <p14:nvPr/>
            </p14:nvContentPartPr>
            <p14:xfrm>
              <a:off x="827069" y="2846074"/>
              <a:ext cx="2663640" cy="274680"/>
            </p14:xfrm>
          </p:contentPart>
        </mc:Choice>
        <mc:Fallback xmlns="">
          <p:pic>
            <p:nvPicPr>
              <p:cNvPr id="7" name="Ink 6">
                <a:extLst>
                  <a:ext uri="{FF2B5EF4-FFF2-40B4-BE49-F238E27FC236}">
                    <a16:creationId xmlns:a16="http://schemas.microsoft.com/office/drawing/2014/main" id="{70EC162A-CEB6-32CD-055F-F72958687C37}"/>
                  </a:ext>
                </a:extLst>
              </p:cNvPr>
              <p:cNvPicPr/>
              <p:nvPr/>
            </p:nvPicPr>
            <p:blipFill>
              <a:blip r:embed="rId8"/>
              <a:stretch>
                <a:fillRect/>
              </a:stretch>
            </p:blipFill>
            <p:spPr>
              <a:xfrm>
                <a:off x="773429" y="2738434"/>
                <a:ext cx="2771280" cy="490320"/>
              </a:xfrm>
              <a:prstGeom prst="rect">
                <a:avLst/>
              </a:prstGeom>
            </p:spPr>
          </p:pic>
        </mc:Fallback>
      </mc:AlternateContent>
    </p:spTree>
    <p:extLst>
      <p:ext uri="{BB962C8B-B14F-4D97-AF65-F5344CB8AC3E}">
        <p14:creationId xmlns:p14="http://schemas.microsoft.com/office/powerpoint/2010/main" val="539098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25872" r="17447" b="26945"/>
          <a:stretch/>
        </p:blipFill>
        <p:spPr>
          <a:xfrm>
            <a:off x="0" y="444213"/>
            <a:ext cx="8069002" cy="4088004"/>
          </a:xfrm>
          <a:prstGeom prst="rect">
            <a:avLst/>
          </a:prstGeom>
        </p:spPr>
      </p:pic>
      <p:cxnSp>
        <p:nvCxnSpPr>
          <p:cNvPr id="6" name="Straight Arrow Connector 5"/>
          <p:cNvCxnSpPr>
            <a:endCxn id="7" idx="1"/>
          </p:cNvCxnSpPr>
          <p:nvPr/>
        </p:nvCxnSpPr>
        <p:spPr>
          <a:xfrm flipV="1">
            <a:off x="4600280" y="1919198"/>
            <a:ext cx="4242062" cy="3526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842342" y="1734532"/>
            <a:ext cx="1633589" cy="369332"/>
          </a:xfrm>
          <a:prstGeom prst="rect">
            <a:avLst/>
          </a:prstGeom>
          <a:solidFill>
            <a:srgbClr val="FFFF00"/>
          </a:solidFill>
        </p:spPr>
        <p:txBody>
          <a:bodyPr wrap="none" rtlCol="0">
            <a:spAutoFit/>
          </a:bodyPr>
          <a:lstStyle/>
          <a:p>
            <a:r>
              <a:rPr lang="en-US" dirty="0"/>
              <a:t>Create instance</a:t>
            </a:r>
            <a:endParaRPr lang="en-IN" dirty="0"/>
          </a:p>
        </p:txBody>
      </p:sp>
      <p:sp>
        <p:nvSpPr>
          <p:cNvPr id="9" name="Rounded Rectangle 8"/>
          <p:cNvSpPr/>
          <p:nvPr/>
        </p:nvSpPr>
        <p:spPr>
          <a:xfrm>
            <a:off x="707010" y="3355942"/>
            <a:ext cx="6598763" cy="584462"/>
          </a:xfrm>
          <a:prstGeom prst="round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p:cNvCxnSpPr/>
          <p:nvPr/>
        </p:nvCxnSpPr>
        <p:spPr>
          <a:xfrm>
            <a:off x="3638746" y="3940404"/>
            <a:ext cx="141402" cy="105580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01168" y="4996206"/>
            <a:ext cx="12379831" cy="1754326"/>
          </a:xfrm>
          <a:prstGeom prst="rect">
            <a:avLst/>
          </a:prstGeom>
          <a:solidFill>
            <a:srgbClr val="FFFF00"/>
          </a:solidFill>
        </p:spPr>
        <p:txBody>
          <a:bodyPr wrap="square" rtlCol="0">
            <a:spAutoFit/>
          </a:bodyPr>
          <a:lstStyle/>
          <a:p>
            <a:r>
              <a:rPr lang="en-US" dirty="0"/>
              <a:t>The </a:t>
            </a:r>
            <a:r>
              <a:rPr lang="en-US" dirty="0" err="1">
                <a:solidFill>
                  <a:srgbClr val="FF0000"/>
                </a:solidFill>
              </a:rPr>
              <a:t>datauri</a:t>
            </a:r>
            <a:r>
              <a:rPr lang="en-US" dirty="0">
                <a:solidFill>
                  <a:srgbClr val="FF0000"/>
                </a:solidFill>
              </a:rPr>
              <a:t> parser </a:t>
            </a:r>
            <a:r>
              <a:rPr lang="en-US" dirty="0"/>
              <a:t>(often used via the </a:t>
            </a:r>
            <a:r>
              <a:rPr lang="en-US" dirty="0" err="1"/>
              <a:t>datauri</a:t>
            </a:r>
            <a:r>
              <a:rPr lang="en-US" dirty="0"/>
              <a:t> or </a:t>
            </a:r>
            <a:r>
              <a:rPr lang="en-US" dirty="0" err="1"/>
              <a:t>datauri</a:t>
            </a:r>
            <a:r>
              <a:rPr lang="en-US" dirty="0"/>
              <a:t>/parser </a:t>
            </a:r>
            <a:r>
              <a:rPr lang="en-US" dirty="0" err="1"/>
              <a:t>npm</a:t>
            </a:r>
            <a:r>
              <a:rPr lang="en-US" dirty="0"/>
              <a:t> package) is a utility that converts</a:t>
            </a:r>
          </a:p>
          <a:p>
            <a:r>
              <a:rPr lang="en-US" dirty="0"/>
              <a:t> </a:t>
            </a:r>
            <a:r>
              <a:rPr lang="en-US" dirty="0">
                <a:solidFill>
                  <a:srgbClr val="FF0000"/>
                </a:solidFill>
              </a:rPr>
              <a:t>files or buffers into Data URI format</a:t>
            </a:r>
            <a:r>
              <a:rPr lang="en-US" dirty="0"/>
              <a:t>. A Data URI is a way to embed file data (like images or documents) directly in a string,</a:t>
            </a:r>
          </a:p>
          <a:p>
            <a:r>
              <a:rPr lang="en-US" dirty="0"/>
              <a:t> usually for use in HTML, CSS, or when uploading files to cloud services.</a:t>
            </a:r>
          </a:p>
          <a:p>
            <a:r>
              <a:rPr lang="en-US" dirty="0"/>
              <a:t>For example, it can turn an image file into a string like:</a:t>
            </a:r>
            <a:br>
              <a:rPr lang="en-US" dirty="0"/>
            </a:br>
            <a:r>
              <a:rPr lang="en-US" dirty="0" err="1"/>
              <a:t>data:image</a:t>
            </a:r>
            <a:r>
              <a:rPr lang="en-US" dirty="0"/>
              <a:t>/png;base64,iVBORw0KGgoAAAANSUhEUg...</a:t>
            </a:r>
          </a:p>
          <a:p>
            <a:endParaRPr lang="en-IN" dirty="0"/>
          </a:p>
        </p:txBody>
      </p:sp>
    </p:spTree>
    <p:extLst>
      <p:ext uri="{BB962C8B-B14F-4D97-AF65-F5344CB8AC3E}">
        <p14:creationId xmlns:p14="http://schemas.microsoft.com/office/powerpoint/2010/main" val="3993387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8704" y="0"/>
            <a:ext cx="10515600" cy="869315"/>
          </a:xfrm>
        </p:spPr>
        <p:txBody>
          <a:bodyPr/>
          <a:lstStyle/>
          <a:p>
            <a:r>
              <a:rPr lang="en-US" dirty="0" err="1"/>
              <a:t>EditProfile</a:t>
            </a:r>
            <a:r>
              <a:rPr lang="en-US" dirty="0"/>
              <a:t> – </a:t>
            </a:r>
            <a:r>
              <a:rPr lang="en-US" dirty="0" err="1"/>
              <a:t>Cloudinary</a:t>
            </a:r>
            <a:r>
              <a:rPr lang="en-US" dirty="0"/>
              <a:t> and </a:t>
            </a:r>
            <a:r>
              <a:rPr lang="en-US" dirty="0" err="1"/>
              <a:t>dataUri</a:t>
            </a:r>
            <a:endParaRPr lang="en-IN" dirty="0"/>
          </a:p>
        </p:txBody>
      </p:sp>
      <p:pic>
        <p:nvPicPr>
          <p:cNvPr id="4" name="Content Placeholder 3"/>
          <p:cNvPicPr>
            <a:picLocks noGrp="1" noChangeAspect="1"/>
          </p:cNvPicPr>
          <p:nvPr>
            <p:ph idx="4294967295"/>
          </p:nvPr>
        </p:nvPicPr>
        <p:blipFill rotWithShape="1">
          <a:blip r:embed="rId2"/>
          <a:srcRect t="1022" b="14007"/>
          <a:stretch/>
        </p:blipFill>
        <p:spPr>
          <a:xfrm>
            <a:off x="0" y="850900"/>
            <a:ext cx="6002338" cy="5943600"/>
          </a:xfrm>
          <a:prstGeom prst="rect">
            <a:avLst/>
          </a:prstGeom>
        </p:spPr>
      </p:pic>
      <p:cxnSp>
        <p:nvCxnSpPr>
          <p:cNvPr id="6" name="Straight Arrow Connector 5"/>
          <p:cNvCxnSpPr/>
          <p:nvPr/>
        </p:nvCxnSpPr>
        <p:spPr>
          <a:xfrm flipV="1">
            <a:off x="3951056" y="1298448"/>
            <a:ext cx="3181264" cy="132088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5166737" y="2619332"/>
            <a:ext cx="1535815" cy="21882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132320" y="1097280"/>
            <a:ext cx="3798284" cy="646331"/>
          </a:xfrm>
          <a:prstGeom prst="rect">
            <a:avLst/>
          </a:prstGeom>
          <a:solidFill>
            <a:srgbClr val="FFFF00"/>
          </a:solidFill>
        </p:spPr>
        <p:txBody>
          <a:bodyPr wrap="none" rtlCol="0">
            <a:spAutoFit/>
          </a:bodyPr>
          <a:lstStyle/>
          <a:p>
            <a:r>
              <a:rPr lang="en-US" dirty="0" err="1"/>
              <a:t>DataUri</a:t>
            </a:r>
            <a:r>
              <a:rPr lang="en-US" dirty="0"/>
              <a:t> se profile picture </a:t>
            </a:r>
            <a:r>
              <a:rPr lang="en-US" dirty="0" err="1"/>
              <a:t>ko</a:t>
            </a:r>
            <a:r>
              <a:rPr lang="en-US" dirty="0"/>
              <a:t> string me </a:t>
            </a:r>
          </a:p>
          <a:p>
            <a:r>
              <a:rPr lang="en-US" dirty="0"/>
              <a:t>Convert </a:t>
            </a:r>
            <a:r>
              <a:rPr lang="en-US" dirty="0" err="1"/>
              <a:t>kiya</a:t>
            </a:r>
            <a:endParaRPr lang="en-IN" dirty="0"/>
          </a:p>
        </p:txBody>
      </p:sp>
      <p:sp>
        <p:nvSpPr>
          <p:cNvPr id="13" name="TextBox 12"/>
          <p:cNvSpPr txBox="1"/>
          <p:nvPr/>
        </p:nvSpPr>
        <p:spPr>
          <a:xfrm>
            <a:off x="6729984" y="2359411"/>
            <a:ext cx="4050211" cy="369332"/>
          </a:xfrm>
          <a:prstGeom prst="rect">
            <a:avLst/>
          </a:prstGeom>
          <a:solidFill>
            <a:srgbClr val="FFFF00"/>
          </a:solidFill>
        </p:spPr>
        <p:txBody>
          <a:bodyPr wrap="none" rtlCol="0">
            <a:spAutoFit/>
          </a:bodyPr>
          <a:lstStyle/>
          <a:p>
            <a:r>
              <a:rPr lang="en-US" dirty="0"/>
              <a:t>This is the way of uploading in </a:t>
            </a:r>
            <a:r>
              <a:rPr lang="en-US" dirty="0" err="1"/>
              <a:t>cloudinary</a:t>
            </a:r>
            <a:endParaRPr lang="en-IN" dirty="0"/>
          </a:p>
        </p:txBody>
      </p:sp>
      <p:sp>
        <p:nvSpPr>
          <p:cNvPr id="14" name="Rectangle 13"/>
          <p:cNvSpPr/>
          <p:nvPr/>
        </p:nvSpPr>
        <p:spPr>
          <a:xfrm>
            <a:off x="6394704" y="3779079"/>
            <a:ext cx="5327904" cy="1754326"/>
          </a:xfrm>
          <a:prstGeom prst="rect">
            <a:avLst/>
          </a:prstGeom>
          <a:solidFill>
            <a:schemeClr val="accent2">
              <a:lumMod val="20000"/>
              <a:lumOff val="80000"/>
            </a:schemeClr>
          </a:solidFill>
        </p:spPr>
        <p:txBody>
          <a:bodyPr wrap="square">
            <a:spAutoFit/>
          </a:bodyPr>
          <a:lstStyle/>
          <a:p>
            <a:r>
              <a:rPr lang="en-US" b="0" i="0" dirty="0" err="1">
                <a:solidFill>
                  <a:srgbClr val="FF0000"/>
                </a:solidFill>
                <a:effectLst/>
                <a:latin typeface="Segoe WPC"/>
              </a:rPr>
              <a:t>cloudResponse.secure_url</a:t>
            </a:r>
            <a:r>
              <a:rPr lang="en-US" b="0" i="0" dirty="0">
                <a:solidFill>
                  <a:srgbClr val="FF0000"/>
                </a:solidFill>
                <a:effectLst/>
                <a:latin typeface="Segoe WPC"/>
              </a:rPr>
              <a:t> </a:t>
            </a:r>
            <a:r>
              <a:rPr lang="en-US" b="0" i="0" dirty="0">
                <a:solidFill>
                  <a:schemeClr val="tx1">
                    <a:lumMod val="95000"/>
                    <a:lumOff val="5000"/>
                  </a:schemeClr>
                </a:solidFill>
                <a:effectLst/>
                <a:latin typeface="Segoe WPC"/>
              </a:rPr>
              <a:t>contains the direct, secure (https) link to the image you just uploaded to </a:t>
            </a:r>
            <a:r>
              <a:rPr lang="en-US" b="0" i="0" dirty="0" err="1">
                <a:solidFill>
                  <a:schemeClr val="tx1">
                    <a:lumMod val="95000"/>
                    <a:lumOff val="5000"/>
                  </a:schemeClr>
                </a:solidFill>
                <a:effectLst/>
                <a:latin typeface="Segoe WPC"/>
              </a:rPr>
              <a:t>Cloudinary</a:t>
            </a:r>
            <a:r>
              <a:rPr lang="en-US" b="0" i="0" dirty="0">
                <a:solidFill>
                  <a:schemeClr val="tx1">
                    <a:lumMod val="95000"/>
                    <a:lumOff val="5000"/>
                  </a:schemeClr>
                </a:solidFill>
                <a:effectLst/>
                <a:latin typeface="Segoe WPC"/>
              </a:rPr>
              <a:t>.</a:t>
            </a:r>
          </a:p>
          <a:p>
            <a:r>
              <a:rPr lang="en-US" b="0" i="0" dirty="0" err="1">
                <a:solidFill>
                  <a:srgbClr val="FF0000"/>
                </a:solidFill>
                <a:effectLst/>
                <a:latin typeface="Segoe WPC"/>
              </a:rPr>
              <a:t>user.profilePicture</a:t>
            </a:r>
            <a:r>
              <a:rPr lang="en-US" b="0" i="0" dirty="0">
                <a:solidFill>
                  <a:srgbClr val="FF0000"/>
                </a:solidFill>
                <a:effectLst/>
                <a:latin typeface="Segoe WPC"/>
              </a:rPr>
              <a:t> = </a:t>
            </a:r>
            <a:r>
              <a:rPr lang="en-US" b="0" i="0" dirty="0" err="1">
                <a:solidFill>
                  <a:srgbClr val="FF0000"/>
                </a:solidFill>
                <a:effectLst/>
                <a:latin typeface="Segoe WPC"/>
              </a:rPr>
              <a:t>cloudResponse.secure_url</a:t>
            </a:r>
            <a:r>
              <a:rPr lang="en-US" b="0" i="0" dirty="0">
                <a:solidFill>
                  <a:srgbClr val="FF0000"/>
                </a:solidFill>
                <a:effectLst/>
                <a:latin typeface="Segoe WPC"/>
              </a:rPr>
              <a:t> </a:t>
            </a:r>
            <a:r>
              <a:rPr lang="en-US" b="0" i="0" dirty="0">
                <a:solidFill>
                  <a:schemeClr val="tx1">
                    <a:lumMod val="95000"/>
                    <a:lumOff val="5000"/>
                  </a:schemeClr>
                </a:solidFill>
                <a:effectLst/>
                <a:latin typeface="Segoe WPC"/>
              </a:rPr>
              <a:t>saves this URL in the user's profile in your database</a:t>
            </a:r>
          </a:p>
        </p:txBody>
      </p:sp>
      <p:sp>
        <p:nvSpPr>
          <p:cNvPr id="15" name="Oval 14"/>
          <p:cNvSpPr/>
          <p:nvPr/>
        </p:nvSpPr>
        <p:spPr>
          <a:xfrm>
            <a:off x="757816" y="5102352"/>
            <a:ext cx="4097648" cy="292608"/>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p:nvPr/>
        </p:nvCxnSpPr>
        <p:spPr>
          <a:xfrm flipV="1">
            <a:off x="4901184" y="4560612"/>
            <a:ext cx="1493520" cy="651468"/>
          </a:xfrm>
          <a:prstGeom prst="straightConnector1">
            <a:avLst/>
          </a:prstGeom>
          <a:ln w="57150">
            <a:tailEnd type="triangle"/>
          </a:ln>
          <a:effectLst>
            <a:glow rad="228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2109593" y="5642816"/>
            <a:ext cx="4455799" cy="34250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986016" y="5993613"/>
            <a:ext cx="3828288" cy="646331"/>
          </a:xfrm>
          <a:prstGeom prst="rect">
            <a:avLst/>
          </a:prstGeom>
          <a:solidFill>
            <a:srgbClr val="00B0F0"/>
          </a:solidFill>
          <a:ln>
            <a:solidFill>
              <a:srgbClr val="FFFF00"/>
            </a:solidFill>
          </a:ln>
        </p:spPr>
        <p:txBody>
          <a:bodyPr wrap="square" rtlCol="0">
            <a:spAutoFit/>
          </a:bodyPr>
          <a:lstStyle/>
          <a:p>
            <a:r>
              <a:rPr lang="en-US" dirty="0">
                <a:solidFill>
                  <a:schemeClr val="tx2">
                    <a:lumMod val="50000"/>
                  </a:schemeClr>
                </a:solidFill>
              </a:rPr>
              <a:t>If the User update any field..</a:t>
            </a:r>
          </a:p>
          <a:p>
            <a:r>
              <a:rPr lang="en-US" dirty="0">
                <a:solidFill>
                  <a:schemeClr val="tx2">
                    <a:lumMod val="50000"/>
                  </a:schemeClr>
                </a:solidFill>
              </a:rPr>
              <a:t>So It will update that in database</a:t>
            </a:r>
            <a:endParaRPr lang="en-IN" dirty="0">
              <a:solidFill>
                <a:schemeClr val="tx2">
                  <a:lumMod val="50000"/>
                </a:schemeClr>
              </a:solidFill>
            </a:endParaRPr>
          </a:p>
        </p:txBody>
      </p:sp>
      <p:sp>
        <p:nvSpPr>
          <p:cNvPr id="21" name="Rectangle 20"/>
          <p:cNvSpPr/>
          <p:nvPr/>
        </p:nvSpPr>
        <p:spPr>
          <a:xfrm>
            <a:off x="585216" y="2532888"/>
            <a:ext cx="4910328" cy="594360"/>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85676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136" y="264132"/>
            <a:ext cx="10515600" cy="1325563"/>
          </a:xfrm>
        </p:spPr>
        <p:txBody>
          <a:bodyPr/>
          <a:lstStyle/>
          <a:p>
            <a:r>
              <a:rPr lang="en-US" dirty="0" err="1"/>
              <a:t>getSuggestedUser</a:t>
            </a:r>
            <a:r>
              <a:rPr lang="en-US" dirty="0"/>
              <a:t> </a:t>
            </a:r>
            <a:endParaRPr lang="en-IN" dirty="0"/>
          </a:p>
        </p:txBody>
      </p:sp>
      <p:pic>
        <p:nvPicPr>
          <p:cNvPr id="3" name="Picture 2"/>
          <p:cNvPicPr>
            <a:picLocks noChangeAspect="1"/>
          </p:cNvPicPr>
          <p:nvPr/>
        </p:nvPicPr>
        <p:blipFill rotWithShape="1">
          <a:blip r:embed="rId2"/>
          <a:srcRect r="2828" b="8594"/>
          <a:stretch/>
        </p:blipFill>
        <p:spPr>
          <a:xfrm>
            <a:off x="326136" y="1361095"/>
            <a:ext cx="9111141" cy="4875114"/>
          </a:xfrm>
          <a:prstGeom prst="rect">
            <a:avLst/>
          </a:prstGeom>
        </p:spPr>
      </p:pic>
      <p:sp>
        <p:nvSpPr>
          <p:cNvPr id="4" name="Oval 3"/>
          <p:cNvSpPr/>
          <p:nvPr/>
        </p:nvSpPr>
        <p:spPr>
          <a:xfrm>
            <a:off x="4828988" y="2066544"/>
            <a:ext cx="1306636" cy="237744"/>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p:cNvSpPr/>
          <p:nvPr/>
        </p:nvSpPr>
        <p:spPr>
          <a:xfrm>
            <a:off x="6479814" y="2066544"/>
            <a:ext cx="1777218" cy="237744"/>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p:cNvSpPr/>
          <p:nvPr/>
        </p:nvSpPr>
        <p:spPr>
          <a:xfrm>
            <a:off x="8257032" y="2066544"/>
            <a:ext cx="978408" cy="237744"/>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a:off x="5415960" y="2307414"/>
            <a:ext cx="3819480" cy="4011090"/>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7144176" y="2307414"/>
            <a:ext cx="2880073" cy="1603975"/>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8626651" y="1357969"/>
            <a:ext cx="1349453" cy="726863"/>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584212" y="708512"/>
            <a:ext cx="2845907" cy="646331"/>
          </a:xfrm>
          <a:prstGeom prst="rect">
            <a:avLst/>
          </a:prstGeom>
          <a:solidFill>
            <a:srgbClr val="FFFF00"/>
          </a:solidFill>
        </p:spPr>
        <p:txBody>
          <a:bodyPr wrap="none" rtlCol="0">
            <a:spAutoFit/>
          </a:bodyPr>
          <a:lstStyle/>
          <a:p>
            <a:r>
              <a:rPr lang="en-US" dirty="0"/>
              <a:t>This will make sure that only</a:t>
            </a:r>
          </a:p>
          <a:p>
            <a:r>
              <a:rPr lang="en-US" dirty="0"/>
              <a:t>10 suggested user is shown</a:t>
            </a:r>
            <a:endParaRPr lang="en-IN" dirty="0"/>
          </a:p>
        </p:txBody>
      </p:sp>
      <p:sp>
        <p:nvSpPr>
          <p:cNvPr id="14" name="TextBox 13"/>
          <p:cNvSpPr txBox="1"/>
          <p:nvPr/>
        </p:nvSpPr>
        <p:spPr>
          <a:xfrm>
            <a:off x="9458947" y="4050791"/>
            <a:ext cx="2620278" cy="923330"/>
          </a:xfrm>
          <a:prstGeom prst="rect">
            <a:avLst/>
          </a:prstGeom>
          <a:solidFill>
            <a:srgbClr val="92D050"/>
          </a:solidFill>
        </p:spPr>
        <p:txBody>
          <a:bodyPr wrap="square" rtlCol="0">
            <a:spAutoFit/>
          </a:bodyPr>
          <a:lstStyle/>
          <a:p>
            <a:r>
              <a:rPr lang="en-US" dirty="0"/>
              <a:t>This will simply remove the password field (for safety)</a:t>
            </a:r>
            <a:endParaRPr lang="en-IN" dirty="0"/>
          </a:p>
        </p:txBody>
      </p:sp>
      <p:sp>
        <p:nvSpPr>
          <p:cNvPr id="16" name="TextBox 15"/>
          <p:cNvSpPr txBox="1"/>
          <p:nvPr/>
        </p:nvSpPr>
        <p:spPr>
          <a:xfrm>
            <a:off x="9235440" y="5815692"/>
            <a:ext cx="2620278" cy="923330"/>
          </a:xfrm>
          <a:prstGeom prst="rect">
            <a:avLst/>
          </a:prstGeom>
          <a:solidFill>
            <a:srgbClr val="00B050"/>
          </a:solidFill>
        </p:spPr>
        <p:txBody>
          <a:bodyPr wrap="square" rtlCol="0">
            <a:spAutoFit/>
          </a:bodyPr>
          <a:lstStyle/>
          <a:p>
            <a:r>
              <a:rPr lang="en-US" dirty="0"/>
              <a:t>It will find the id of the user from database which is not equals to admin id</a:t>
            </a:r>
            <a:endParaRPr lang="en-IN" dirty="0"/>
          </a:p>
        </p:txBody>
      </p:sp>
    </p:spTree>
    <p:extLst>
      <p:ext uri="{BB962C8B-B14F-4D97-AF65-F5344CB8AC3E}">
        <p14:creationId xmlns:p14="http://schemas.microsoft.com/office/powerpoint/2010/main" val="5488526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576" y="0"/>
            <a:ext cx="10515600" cy="776288"/>
          </a:xfrm>
        </p:spPr>
        <p:txBody>
          <a:bodyPr>
            <a:normAutofit/>
          </a:bodyPr>
          <a:lstStyle/>
          <a:p>
            <a:r>
              <a:rPr lang="en-US" sz="3600" dirty="0"/>
              <a:t>Follow or unfollow function</a:t>
            </a:r>
            <a:endParaRPr lang="en-IN" sz="3600" dirty="0"/>
          </a:p>
        </p:txBody>
      </p:sp>
      <p:pic>
        <p:nvPicPr>
          <p:cNvPr id="3" name="Picture 2"/>
          <p:cNvPicPr>
            <a:picLocks noChangeAspect="1"/>
          </p:cNvPicPr>
          <p:nvPr/>
        </p:nvPicPr>
        <p:blipFill rotWithShape="1">
          <a:blip r:embed="rId2"/>
          <a:srcRect r="33447"/>
          <a:stretch/>
        </p:blipFill>
        <p:spPr>
          <a:xfrm>
            <a:off x="0" y="776288"/>
            <a:ext cx="6336792" cy="5673068"/>
          </a:xfrm>
          <a:prstGeom prst="rect">
            <a:avLst/>
          </a:prstGeom>
        </p:spPr>
      </p:pic>
      <p:cxnSp>
        <p:nvCxnSpPr>
          <p:cNvPr id="4" name="Straight Arrow Connector 3"/>
          <p:cNvCxnSpPr/>
          <p:nvPr/>
        </p:nvCxnSpPr>
        <p:spPr>
          <a:xfrm flipV="1">
            <a:off x="3168396" y="841248"/>
            <a:ext cx="4165092" cy="432894"/>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a:off x="3797472" y="1475310"/>
            <a:ext cx="4240104" cy="216330"/>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4547280" y="2898648"/>
            <a:ext cx="3801192" cy="254935"/>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074584" y="3363895"/>
            <a:ext cx="3685368" cy="677753"/>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7270922" y="369875"/>
            <a:ext cx="2978059" cy="646331"/>
          </a:xfrm>
          <a:prstGeom prst="rect">
            <a:avLst/>
          </a:prstGeom>
          <a:solidFill>
            <a:srgbClr val="FFFF00"/>
          </a:solidFill>
        </p:spPr>
        <p:txBody>
          <a:bodyPr wrap="none" rtlCol="0">
            <a:spAutoFit/>
          </a:bodyPr>
          <a:lstStyle/>
          <a:p>
            <a:r>
              <a:rPr lang="en-US" dirty="0"/>
              <a:t>This is authenticated user id ..</a:t>
            </a:r>
          </a:p>
          <a:p>
            <a:r>
              <a:rPr lang="en-US" dirty="0"/>
              <a:t>For example my(admin) id</a:t>
            </a:r>
            <a:endParaRPr lang="en-IN" dirty="0"/>
          </a:p>
        </p:txBody>
      </p:sp>
      <p:sp>
        <p:nvSpPr>
          <p:cNvPr id="13" name="TextBox 12"/>
          <p:cNvSpPr txBox="1"/>
          <p:nvPr/>
        </p:nvSpPr>
        <p:spPr>
          <a:xfrm>
            <a:off x="8037576" y="1496723"/>
            <a:ext cx="3496663" cy="923330"/>
          </a:xfrm>
          <a:prstGeom prst="rect">
            <a:avLst/>
          </a:prstGeom>
          <a:solidFill>
            <a:srgbClr val="FFFF00"/>
          </a:solidFill>
        </p:spPr>
        <p:txBody>
          <a:bodyPr wrap="none" rtlCol="0">
            <a:spAutoFit/>
          </a:bodyPr>
          <a:lstStyle/>
          <a:p>
            <a:r>
              <a:rPr lang="en-US" dirty="0"/>
              <a:t>This is the id of the person whom I</a:t>
            </a:r>
          </a:p>
          <a:p>
            <a:r>
              <a:rPr lang="en-US" dirty="0"/>
              <a:t>Will follow , and will be received in </a:t>
            </a:r>
          </a:p>
          <a:p>
            <a:r>
              <a:rPr lang="en-US" dirty="0" err="1"/>
              <a:t>params</a:t>
            </a:r>
            <a:endParaRPr lang="en-IN" dirty="0"/>
          </a:p>
        </p:txBody>
      </p:sp>
      <p:sp>
        <p:nvSpPr>
          <p:cNvPr id="14" name="TextBox 13"/>
          <p:cNvSpPr txBox="1"/>
          <p:nvPr/>
        </p:nvSpPr>
        <p:spPr>
          <a:xfrm>
            <a:off x="8407908" y="2702949"/>
            <a:ext cx="2349426" cy="646331"/>
          </a:xfrm>
          <a:prstGeom prst="rect">
            <a:avLst/>
          </a:prstGeom>
          <a:solidFill>
            <a:srgbClr val="FFFF00"/>
          </a:solidFill>
        </p:spPr>
        <p:txBody>
          <a:bodyPr wrap="none" rtlCol="0">
            <a:spAutoFit/>
          </a:bodyPr>
          <a:lstStyle/>
          <a:p>
            <a:r>
              <a:rPr lang="en-US" dirty="0"/>
              <a:t>Now I will find the id in</a:t>
            </a:r>
          </a:p>
          <a:p>
            <a:r>
              <a:rPr lang="en-US" dirty="0" err="1"/>
              <a:t>Mongodb</a:t>
            </a:r>
            <a:r>
              <a:rPr lang="en-US" dirty="0"/>
              <a:t> database</a:t>
            </a:r>
            <a:endParaRPr lang="en-IN" dirty="0"/>
          </a:p>
        </p:txBody>
      </p:sp>
      <p:sp>
        <p:nvSpPr>
          <p:cNvPr id="15" name="TextBox 14"/>
          <p:cNvSpPr txBox="1"/>
          <p:nvPr/>
        </p:nvSpPr>
        <p:spPr>
          <a:xfrm>
            <a:off x="8843772" y="3718482"/>
            <a:ext cx="2208169" cy="369332"/>
          </a:xfrm>
          <a:prstGeom prst="rect">
            <a:avLst/>
          </a:prstGeom>
          <a:solidFill>
            <a:srgbClr val="FFFF00"/>
          </a:solidFill>
        </p:spPr>
        <p:txBody>
          <a:bodyPr wrap="none" rtlCol="0">
            <a:spAutoFit/>
          </a:bodyPr>
          <a:lstStyle/>
          <a:p>
            <a:r>
              <a:rPr lang="en-US" dirty="0"/>
              <a:t>Again doing the same</a:t>
            </a:r>
            <a:endParaRPr lang="en-IN" dirty="0"/>
          </a:p>
        </p:txBody>
      </p:sp>
    </p:spTree>
    <p:extLst>
      <p:ext uri="{BB962C8B-B14F-4D97-AF65-F5344CB8AC3E}">
        <p14:creationId xmlns:p14="http://schemas.microsoft.com/office/powerpoint/2010/main" val="34903043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56296" y="72233"/>
            <a:ext cx="8617631" cy="6648323"/>
          </a:xfrm>
          <a:prstGeom prst="rect">
            <a:avLst/>
          </a:prstGeom>
        </p:spPr>
      </p:pic>
      <p:cxnSp>
        <p:nvCxnSpPr>
          <p:cNvPr id="4" name="Straight Arrow Connector 3"/>
          <p:cNvCxnSpPr/>
          <p:nvPr/>
        </p:nvCxnSpPr>
        <p:spPr>
          <a:xfrm>
            <a:off x="5315376" y="223393"/>
            <a:ext cx="3856056" cy="224663"/>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2361864" y="1499616"/>
            <a:ext cx="6809568" cy="26336"/>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9187554" y="1318563"/>
            <a:ext cx="2874264" cy="923330"/>
          </a:xfrm>
          <a:prstGeom prst="rect">
            <a:avLst/>
          </a:prstGeom>
          <a:solidFill>
            <a:srgbClr val="FFFF00"/>
          </a:solidFill>
        </p:spPr>
        <p:txBody>
          <a:bodyPr wrap="square" rtlCol="0">
            <a:spAutoFit/>
          </a:bodyPr>
          <a:lstStyle/>
          <a:p>
            <a:r>
              <a:rPr lang="en-US" dirty="0"/>
              <a:t>it runs multiple database</a:t>
            </a:r>
          </a:p>
          <a:p>
            <a:r>
              <a:rPr lang="en-US" dirty="0"/>
              <a:t> updates in parallel </a:t>
            </a:r>
          </a:p>
          <a:p>
            <a:r>
              <a:rPr lang="en-US" dirty="0"/>
              <a:t>using </a:t>
            </a:r>
            <a:r>
              <a:rPr lang="en-US" dirty="0" err="1"/>
              <a:t>Promise.all</a:t>
            </a:r>
            <a:r>
              <a:rPr lang="en-US" dirty="0"/>
              <a:t>:</a:t>
            </a:r>
            <a:endParaRPr lang="en-IN" dirty="0"/>
          </a:p>
        </p:txBody>
      </p:sp>
      <p:cxnSp>
        <p:nvCxnSpPr>
          <p:cNvPr id="13" name="Straight Arrow Connector 12"/>
          <p:cNvCxnSpPr/>
          <p:nvPr/>
        </p:nvCxnSpPr>
        <p:spPr>
          <a:xfrm>
            <a:off x="7161679" y="1780228"/>
            <a:ext cx="2510222" cy="1500300"/>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965287" y="2311775"/>
            <a:ext cx="2461517" cy="1656910"/>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9492792" y="3822204"/>
            <a:ext cx="2472152" cy="1200329"/>
          </a:xfrm>
          <a:prstGeom prst="rect">
            <a:avLst/>
          </a:prstGeom>
          <a:solidFill>
            <a:srgbClr val="00B0F0"/>
          </a:solidFill>
        </p:spPr>
        <p:txBody>
          <a:bodyPr wrap="none" rtlCol="0">
            <a:spAutoFit/>
          </a:bodyPr>
          <a:lstStyle/>
          <a:p>
            <a:r>
              <a:rPr lang="en-US" dirty="0"/>
              <a:t>Removes the logged-in </a:t>
            </a:r>
          </a:p>
          <a:p>
            <a:r>
              <a:rPr lang="en-US" dirty="0"/>
              <a:t>user's ID from the target</a:t>
            </a:r>
          </a:p>
          <a:p>
            <a:r>
              <a:rPr lang="en-US" dirty="0"/>
              <a:t> user's followers array.</a:t>
            </a:r>
          </a:p>
          <a:p>
            <a:endParaRPr lang="en-IN" dirty="0"/>
          </a:p>
        </p:txBody>
      </p:sp>
      <p:sp>
        <p:nvSpPr>
          <p:cNvPr id="19" name="TextBox 18"/>
          <p:cNvSpPr txBox="1"/>
          <p:nvPr/>
        </p:nvSpPr>
        <p:spPr>
          <a:xfrm>
            <a:off x="9779704" y="3211728"/>
            <a:ext cx="561372" cy="369332"/>
          </a:xfrm>
          <a:prstGeom prst="rect">
            <a:avLst/>
          </a:prstGeom>
          <a:solidFill>
            <a:srgbClr val="FFC000"/>
          </a:solidFill>
        </p:spPr>
        <p:txBody>
          <a:bodyPr wrap="none" rtlCol="0">
            <a:spAutoFit/>
          </a:bodyPr>
          <a:lstStyle/>
          <a:p>
            <a:r>
              <a:rPr lang="en-US" dirty="0"/>
              <a:t>Add</a:t>
            </a:r>
            <a:endParaRPr lang="en-IN" dirty="0"/>
          </a:p>
        </p:txBody>
      </p:sp>
    </p:spTree>
    <p:extLst>
      <p:ext uri="{BB962C8B-B14F-4D97-AF65-F5344CB8AC3E}">
        <p14:creationId xmlns:p14="http://schemas.microsoft.com/office/powerpoint/2010/main" val="23011132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0"/>
            <a:ext cx="10515600" cy="776288"/>
          </a:xfrm>
        </p:spPr>
        <p:txBody>
          <a:bodyPr/>
          <a:lstStyle/>
          <a:p>
            <a:r>
              <a:rPr lang="en-US" dirty="0"/>
              <a:t>Routes</a:t>
            </a:r>
            <a:endParaRPr lang="en-IN" dirty="0"/>
          </a:p>
        </p:txBody>
      </p:sp>
      <p:sp>
        <p:nvSpPr>
          <p:cNvPr id="3" name="TextBox 2"/>
          <p:cNvSpPr txBox="1"/>
          <p:nvPr/>
        </p:nvSpPr>
        <p:spPr>
          <a:xfrm>
            <a:off x="283464" y="659876"/>
            <a:ext cx="8573078" cy="369332"/>
          </a:xfrm>
          <a:prstGeom prst="rect">
            <a:avLst/>
          </a:prstGeom>
          <a:solidFill>
            <a:srgbClr val="FFFF00"/>
          </a:solidFill>
        </p:spPr>
        <p:txBody>
          <a:bodyPr wrap="square" rtlCol="0">
            <a:spAutoFit/>
          </a:bodyPr>
          <a:lstStyle/>
          <a:p>
            <a:r>
              <a:rPr lang="en-US" dirty="0"/>
              <a:t>Now after making the folder </a:t>
            </a:r>
            <a:r>
              <a:rPr lang="en-US" dirty="0" err="1"/>
              <a:t>structure..we</a:t>
            </a:r>
            <a:r>
              <a:rPr lang="en-US" dirty="0"/>
              <a:t> are making a new folder for defining the routes</a:t>
            </a:r>
            <a:endParaRPr lang="en-IN" dirty="0"/>
          </a:p>
        </p:txBody>
      </p:sp>
      <p:pic>
        <p:nvPicPr>
          <p:cNvPr id="4" name="Picture 3"/>
          <p:cNvPicPr>
            <a:picLocks noChangeAspect="1"/>
          </p:cNvPicPr>
          <p:nvPr/>
        </p:nvPicPr>
        <p:blipFill>
          <a:blip r:embed="rId2"/>
          <a:stretch>
            <a:fillRect/>
          </a:stretch>
        </p:blipFill>
        <p:spPr>
          <a:xfrm>
            <a:off x="8856542" y="388144"/>
            <a:ext cx="3167817" cy="6049330"/>
          </a:xfrm>
          <a:prstGeom prst="rect">
            <a:avLst/>
          </a:prstGeom>
        </p:spPr>
      </p:pic>
      <p:pic>
        <p:nvPicPr>
          <p:cNvPr id="5" name="Picture 4"/>
          <p:cNvPicPr>
            <a:picLocks noChangeAspect="1"/>
          </p:cNvPicPr>
          <p:nvPr/>
        </p:nvPicPr>
        <p:blipFill>
          <a:blip r:embed="rId3"/>
          <a:stretch>
            <a:fillRect/>
          </a:stretch>
        </p:blipFill>
        <p:spPr>
          <a:xfrm>
            <a:off x="177381" y="1980198"/>
            <a:ext cx="8378833" cy="3622698"/>
          </a:xfrm>
          <a:prstGeom prst="rect">
            <a:avLst/>
          </a:prstGeom>
        </p:spPr>
      </p:pic>
      <p:cxnSp>
        <p:nvCxnSpPr>
          <p:cNvPr id="6" name="Straight Arrow Connector 5"/>
          <p:cNvCxnSpPr/>
          <p:nvPr/>
        </p:nvCxnSpPr>
        <p:spPr>
          <a:xfrm>
            <a:off x="6094697" y="1121516"/>
            <a:ext cx="3011596" cy="2036463"/>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3227832" y="4069080"/>
            <a:ext cx="1847088" cy="301752"/>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p:cNvCxnSpPr/>
          <p:nvPr/>
        </p:nvCxnSpPr>
        <p:spPr>
          <a:xfrm>
            <a:off x="4588899" y="4370832"/>
            <a:ext cx="786349" cy="1627632"/>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4925785" y="6062950"/>
            <a:ext cx="813749" cy="369332"/>
          </a:xfrm>
          <a:prstGeom prst="rect">
            <a:avLst/>
          </a:prstGeom>
          <a:solidFill>
            <a:srgbClr val="FFFF00"/>
          </a:solidFill>
        </p:spPr>
        <p:txBody>
          <a:bodyPr wrap="none" rtlCol="0">
            <a:spAutoFit/>
          </a:bodyPr>
          <a:lstStyle/>
          <a:p>
            <a:r>
              <a:rPr lang="en-US" dirty="0" err="1"/>
              <a:t>multer</a:t>
            </a:r>
            <a:endParaRPr lang="en-IN" dirty="0"/>
          </a:p>
        </p:txBody>
      </p:sp>
    </p:spTree>
    <p:extLst>
      <p:ext uri="{BB962C8B-B14F-4D97-AF65-F5344CB8AC3E}">
        <p14:creationId xmlns:p14="http://schemas.microsoft.com/office/powerpoint/2010/main" val="13118913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Multer</a:t>
            </a:r>
            <a:endParaRPr lang="en-IN" dirty="0"/>
          </a:p>
        </p:txBody>
      </p:sp>
      <p:pic>
        <p:nvPicPr>
          <p:cNvPr id="3" name="Picture 2"/>
          <p:cNvPicPr>
            <a:picLocks noChangeAspect="1"/>
          </p:cNvPicPr>
          <p:nvPr/>
        </p:nvPicPr>
        <p:blipFill>
          <a:blip r:embed="rId2"/>
          <a:stretch>
            <a:fillRect/>
          </a:stretch>
        </p:blipFill>
        <p:spPr>
          <a:xfrm>
            <a:off x="8293609" y="365125"/>
            <a:ext cx="3219120" cy="6100999"/>
          </a:xfrm>
          <a:prstGeom prst="rect">
            <a:avLst/>
          </a:prstGeom>
        </p:spPr>
      </p:pic>
      <p:sp>
        <p:nvSpPr>
          <p:cNvPr id="4" name="TextBox 3"/>
          <p:cNvSpPr txBox="1"/>
          <p:nvPr/>
        </p:nvSpPr>
        <p:spPr>
          <a:xfrm>
            <a:off x="1536192" y="2057400"/>
            <a:ext cx="2617896" cy="646331"/>
          </a:xfrm>
          <a:prstGeom prst="rect">
            <a:avLst/>
          </a:prstGeom>
          <a:solidFill>
            <a:srgbClr val="FFFF00"/>
          </a:solidFill>
          <a:ln>
            <a:solidFill>
              <a:srgbClr val="92D050"/>
            </a:solidFill>
          </a:ln>
        </p:spPr>
        <p:txBody>
          <a:bodyPr wrap="none" rtlCol="0">
            <a:spAutoFit/>
          </a:bodyPr>
          <a:lstStyle/>
          <a:p>
            <a:r>
              <a:rPr lang="en-US" sz="3600" dirty="0" err="1"/>
              <a:t>npm</a:t>
            </a:r>
            <a:r>
              <a:rPr lang="en-US" sz="3600" dirty="0"/>
              <a:t> I </a:t>
            </a:r>
            <a:r>
              <a:rPr lang="en-US" sz="3600" dirty="0" err="1"/>
              <a:t>multer</a:t>
            </a:r>
            <a:endParaRPr lang="en-IN" sz="3600" dirty="0"/>
          </a:p>
        </p:txBody>
      </p:sp>
      <p:cxnSp>
        <p:nvCxnSpPr>
          <p:cNvPr id="6" name="Straight Arrow Connector 5"/>
          <p:cNvCxnSpPr>
            <a:stCxn id="4" idx="3"/>
          </p:cNvCxnSpPr>
          <p:nvPr/>
        </p:nvCxnSpPr>
        <p:spPr>
          <a:xfrm flipV="1">
            <a:off x="4154088" y="2377440"/>
            <a:ext cx="4313256" cy="3126"/>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3"/>
          <a:stretch>
            <a:fillRect/>
          </a:stretch>
        </p:blipFill>
        <p:spPr>
          <a:xfrm>
            <a:off x="838200" y="4087209"/>
            <a:ext cx="6524939" cy="2148999"/>
          </a:xfrm>
          <a:prstGeom prst="rect">
            <a:avLst/>
          </a:prstGeom>
        </p:spPr>
      </p:pic>
      <p:cxnSp>
        <p:nvCxnSpPr>
          <p:cNvPr id="8" name="Straight Arrow Connector 7"/>
          <p:cNvCxnSpPr/>
          <p:nvPr/>
        </p:nvCxnSpPr>
        <p:spPr>
          <a:xfrm>
            <a:off x="3936694" y="2624328"/>
            <a:ext cx="1735052" cy="1709928"/>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3084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Multer</a:t>
            </a:r>
            <a:endParaRPr lang="en-IN" dirty="0"/>
          </a:p>
        </p:txBody>
      </p:sp>
      <p:pic>
        <p:nvPicPr>
          <p:cNvPr id="3" name="Picture 2"/>
          <p:cNvPicPr>
            <a:picLocks noChangeAspect="1"/>
          </p:cNvPicPr>
          <p:nvPr/>
        </p:nvPicPr>
        <p:blipFill>
          <a:blip r:embed="rId2"/>
          <a:stretch>
            <a:fillRect/>
          </a:stretch>
        </p:blipFill>
        <p:spPr>
          <a:xfrm>
            <a:off x="387291" y="1584546"/>
            <a:ext cx="6278685" cy="3419955"/>
          </a:xfrm>
          <a:prstGeom prst="rect">
            <a:avLst/>
          </a:prstGeom>
        </p:spPr>
      </p:pic>
      <p:sp>
        <p:nvSpPr>
          <p:cNvPr id="4" name="Oval 3"/>
          <p:cNvSpPr/>
          <p:nvPr/>
        </p:nvSpPr>
        <p:spPr>
          <a:xfrm>
            <a:off x="1664208" y="2587752"/>
            <a:ext cx="5001768" cy="493776"/>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p:cNvCxnSpPr/>
          <p:nvPr/>
        </p:nvCxnSpPr>
        <p:spPr>
          <a:xfrm flipV="1">
            <a:off x="6592824" y="2697480"/>
            <a:ext cx="1435608" cy="13716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8028432" y="2424264"/>
            <a:ext cx="3879139" cy="923330"/>
          </a:xfrm>
          <a:prstGeom prst="rect">
            <a:avLst/>
          </a:prstGeom>
          <a:solidFill>
            <a:srgbClr val="FFFF00"/>
          </a:solidFill>
          <a:effectLst>
            <a:glow rad="139700">
              <a:schemeClr val="accent6">
                <a:satMod val="175000"/>
                <a:alpha val="40000"/>
              </a:schemeClr>
            </a:glow>
          </a:effectLst>
        </p:spPr>
        <p:txBody>
          <a:bodyPr wrap="none" rtlCol="0">
            <a:spAutoFit/>
          </a:bodyPr>
          <a:lstStyle/>
          <a:p>
            <a:r>
              <a:rPr lang="en-US" dirty="0"/>
              <a:t>storage: </a:t>
            </a:r>
            <a:r>
              <a:rPr lang="en-US" dirty="0" err="1">
                <a:solidFill>
                  <a:srgbClr val="FF0000"/>
                </a:solidFill>
              </a:rPr>
              <a:t>multer.memoryStorage</a:t>
            </a:r>
            <a:r>
              <a:rPr lang="en-US" dirty="0">
                <a:solidFill>
                  <a:srgbClr val="FF0000"/>
                </a:solidFill>
              </a:rPr>
              <a:t>() </a:t>
            </a:r>
            <a:r>
              <a:rPr lang="en-US" dirty="0"/>
              <a:t>tells</a:t>
            </a:r>
          </a:p>
          <a:p>
            <a:r>
              <a:rPr lang="en-US" dirty="0"/>
              <a:t> </a:t>
            </a:r>
            <a:r>
              <a:rPr lang="en-US" dirty="0" err="1"/>
              <a:t>multer</a:t>
            </a:r>
            <a:r>
              <a:rPr lang="en-US" dirty="0"/>
              <a:t> to store uploaded files in </a:t>
            </a:r>
          </a:p>
          <a:p>
            <a:r>
              <a:rPr lang="en-US" dirty="0"/>
              <a:t>memory as Buffer objects (not on disk).</a:t>
            </a:r>
            <a:endParaRPr lang="en-IN" dirty="0"/>
          </a:p>
        </p:txBody>
      </p:sp>
      <p:sp>
        <p:nvSpPr>
          <p:cNvPr id="8" name="TextBox 7"/>
          <p:cNvSpPr txBox="1"/>
          <p:nvPr/>
        </p:nvSpPr>
        <p:spPr>
          <a:xfrm>
            <a:off x="7651359" y="3970859"/>
            <a:ext cx="4183966" cy="923330"/>
          </a:xfrm>
          <a:prstGeom prst="rect">
            <a:avLst/>
          </a:prstGeom>
          <a:solidFill>
            <a:srgbClr val="FFFF00"/>
          </a:solidFill>
          <a:effectLst>
            <a:glow rad="139700">
              <a:schemeClr val="accent6">
                <a:satMod val="175000"/>
                <a:alpha val="40000"/>
              </a:schemeClr>
            </a:glow>
          </a:effectLst>
        </p:spPr>
        <p:txBody>
          <a:bodyPr wrap="none" rtlCol="0">
            <a:spAutoFit/>
          </a:bodyPr>
          <a:lstStyle/>
          <a:p>
            <a:r>
              <a:rPr lang="en-US" dirty="0"/>
              <a:t>Exports the configured upload middleware</a:t>
            </a:r>
          </a:p>
          <a:p>
            <a:r>
              <a:rPr lang="en-US" dirty="0"/>
              <a:t> so you can use it in your routes to handle</a:t>
            </a:r>
          </a:p>
          <a:p>
            <a:r>
              <a:rPr lang="en-US" dirty="0"/>
              <a:t> file uploads.</a:t>
            </a:r>
            <a:endParaRPr lang="en-IN" dirty="0"/>
          </a:p>
        </p:txBody>
      </p:sp>
      <p:cxnSp>
        <p:nvCxnSpPr>
          <p:cNvPr id="9" name="Straight Arrow Connector 8"/>
          <p:cNvCxnSpPr>
            <a:endCxn id="8" idx="1"/>
          </p:cNvCxnSpPr>
          <p:nvPr/>
        </p:nvCxnSpPr>
        <p:spPr>
          <a:xfrm>
            <a:off x="4803302" y="3503606"/>
            <a:ext cx="2848057" cy="928918"/>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36296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Here we have created the routers</a:t>
            </a:r>
            <a:endParaRPr lang="en-IN" dirty="0"/>
          </a:p>
        </p:txBody>
      </p:sp>
      <p:pic>
        <p:nvPicPr>
          <p:cNvPr id="3" name="Picture 2"/>
          <p:cNvPicPr>
            <a:picLocks noChangeAspect="1"/>
          </p:cNvPicPr>
          <p:nvPr/>
        </p:nvPicPr>
        <p:blipFill>
          <a:blip r:embed="rId2"/>
          <a:stretch>
            <a:fillRect/>
          </a:stretch>
        </p:blipFill>
        <p:spPr>
          <a:xfrm>
            <a:off x="250847" y="1480376"/>
            <a:ext cx="11941153" cy="4208242"/>
          </a:xfrm>
          <a:prstGeom prst="rect">
            <a:avLst/>
          </a:prstGeom>
        </p:spPr>
      </p:pic>
      <p:cxnSp>
        <p:nvCxnSpPr>
          <p:cNvPr id="5" name="Straight Arrow Connector 4"/>
          <p:cNvCxnSpPr/>
          <p:nvPr/>
        </p:nvCxnSpPr>
        <p:spPr>
          <a:xfrm>
            <a:off x="6675120" y="4105656"/>
            <a:ext cx="2212848" cy="1901952"/>
          </a:xfrm>
          <a:prstGeom prst="straightConnector1">
            <a:avLst/>
          </a:prstGeom>
          <a:ln w="76200">
            <a:solidFill>
              <a:srgbClr val="92D050"/>
            </a:solidFill>
            <a:tailEnd type="triangle"/>
          </a:ln>
          <a:effectLst>
            <a:glow rad="2286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8622792" y="6007608"/>
            <a:ext cx="1811009" cy="369332"/>
          </a:xfrm>
          <a:prstGeom prst="rect">
            <a:avLst/>
          </a:prstGeom>
          <a:solidFill>
            <a:srgbClr val="FFFF00"/>
          </a:solidFill>
        </p:spPr>
        <p:txBody>
          <a:bodyPr wrap="none" rtlCol="0">
            <a:spAutoFit/>
          </a:bodyPr>
          <a:lstStyle/>
          <a:p>
            <a:r>
              <a:rPr lang="en-US" dirty="0" err="1"/>
              <a:t>Multer</a:t>
            </a:r>
            <a:r>
              <a:rPr lang="en-US" dirty="0"/>
              <a:t> used here</a:t>
            </a:r>
            <a:endParaRPr lang="en-IN" dirty="0"/>
          </a:p>
        </p:txBody>
      </p:sp>
    </p:spTree>
    <p:extLst>
      <p:ext uri="{BB962C8B-B14F-4D97-AF65-F5344CB8AC3E}">
        <p14:creationId xmlns:p14="http://schemas.microsoft.com/office/powerpoint/2010/main" val="20208850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92608" y="1119366"/>
            <a:ext cx="9430137" cy="1001816"/>
          </a:xfrm>
          <a:prstGeom prst="rect">
            <a:avLst/>
          </a:prstGeom>
        </p:spPr>
      </p:pic>
      <p:sp>
        <p:nvSpPr>
          <p:cNvPr id="4" name="TextBox 3"/>
          <p:cNvSpPr txBox="1"/>
          <p:nvPr/>
        </p:nvSpPr>
        <p:spPr>
          <a:xfrm>
            <a:off x="3776472" y="411480"/>
            <a:ext cx="3725315" cy="707886"/>
          </a:xfrm>
          <a:prstGeom prst="rect">
            <a:avLst/>
          </a:prstGeom>
          <a:noFill/>
        </p:spPr>
        <p:txBody>
          <a:bodyPr wrap="none" rtlCol="0">
            <a:spAutoFit/>
          </a:bodyPr>
          <a:lstStyle/>
          <a:p>
            <a:r>
              <a:rPr lang="en-US" sz="4000" dirty="0"/>
              <a:t>Creating First API</a:t>
            </a:r>
            <a:endParaRPr lang="en-IN" sz="4000" dirty="0"/>
          </a:p>
        </p:txBody>
      </p:sp>
      <p:pic>
        <p:nvPicPr>
          <p:cNvPr id="5" name="Picture 4"/>
          <p:cNvPicPr>
            <a:picLocks noChangeAspect="1"/>
          </p:cNvPicPr>
          <p:nvPr/>
        </p:nvPicPr>
        <p:blipFill>
          <a:blip r:embed="rId3"/>
          <a:stretch>
            <a:fillRect/>
          </a:stretch>
        </p:blipFill>
        <p:spPr>
          <a:xfrm>
            <a:off x="319317" y="2325508"/>
            <a:ext cx="6914309" cy="1190000"/>
          </a:xfrm>
          <a:prstGeom prst="rect">
            <a:avLst/>
          </a:prstGeom>
        </p:spPr>
      </p:pic>
      <p:cxnSp>
        <p:nvCxnSpPr>
          <p:cNvPr id="7" name="Straight Arrow Connector 6"/>
          <p:cNvCxnSpPr/>
          <p:nvPr/>
        </p:nvCxnSpPr>
        <p:spPr>
          <a:xfrm>
            <a:off x="2688336" y="3127248"/>
            <a:ext cx="36576" cy="1280160"/>
          </a:xfrm>
          <a:prstGeom prst="straightConnector1">
            <a:avLst/>
          </a:prstGeom>
          <a:ln w="76200">
            <a:tailEnd type="triangle"/>
          </a:ln>
          <a:effectLst>
            <a:glow rad="635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1440" y="4436120"/>
            <a:ext cx="11334770" cy="738664"/>
          </a:xfrm>
          <a:prstGeom prst="rect">
            <a:avLst/>
          </a:prstGeom>
          <a:solidFill>
            <a:srgbClr val="FFFF00"/>
          </a:solidFill>
          <a:ln>
            <a:solidFill>
              <a:srgbClr val="FFFF00"/>
            </a:solidFill>
          </a:ln>
        </p:spPr>
        <p:txBody>
          <a:bodyPr wrap="none" rtlCol="0">
            <a:spAutoFit/>
          </a:bodyPr>
          <a:lstStyle/>
          <a:p>
            <a:r>
              <a:rPr lang="en-US" sz="2400" dirty="0"/>
              <a:t>means that all routes defined in </a:t>
            </a:r>
            <a:r>
              <a:rPr lang="en-US" sz="2400" dirty="0" err="1"/>
              <a:t>userRoute</a:t>
            </a:r>
            <a:r>
              <a:rPr lang="en-US" sz="2400" dirty="0"/>
              <a:t> will be accessible under the path /</a:t>
            </a:r>
            <a:r>
              <a:rPr lang="en-US" sz="2400" dirty="0" err="1"/>
              <a:t>api</a:t>
            </a:r>
            <a:r>
              <a:rPr lang="en-US" sz="2400" dirty="0"/>
              <a:t>/v1/user</a:t>
            </a:r>
          </a:p>
          <a:p>
            <a:endParaRPr lang="en-IN" dirty="0"/>
          </a:p>
        </p:txBody>
      </p:sp>
      <p:sp>
        <p:nvSpPr>
          <p:cNvPr id="9" name="TextBox 8"/>
          <p:cNvSpPr txBox="1"/>
          <p:nvPr/>
        </p:nvSpPr>
        <p:spPr>
          <a:xfrm>
            <a:off x="198120" y="5097995"/>
            <a:ext cx="10408920" cy="738664"/>
          </a:xfrm>
          <a:prstGeom prst="rect">
            <a:avLst/>
          </a:prstGeom>
          <a:solidFill>
            <a:srgbClr val="FF0000"/>
          </a:solidFill>
          <a:ln>
            <a:solidFill>
              <a:srgbClr val="FFFF00"/>
            </a:solidFill>
          </a:ln>
        </p:spPr>
        <p:txBody>
          <a:bodyPr wrap="square" rtlCol="0">
            <a:spAutoFit/>
          </a:bodyPr>
          <a:lstStyle/>
          <a:p>
            <a:r>
              <a:rPr lang="en-US" sz="2400" dirty="0">
                <a:solidFill>
                  <a:srgbClr val="FFFF00"/>
                </a:solidFill>
              </a:rPr>
              <a:t>if </a:t>
            </a:r>
            <a:r>
              <a:rPr lang="en-US" sz="2400" dirty="0" err="1">
                <a:solidFill>
                  <a:srgbClr val="FFFF00"/>
                </a:solidFill>
              </a:rPr>
              <a:t>userRoute</a:t>
            </a:r>
            <a:r>
              <a:rPr lang="en-US" sz="2400" dirty="0">
                <a:solidFill>
                  <a:srgbClr val="FFFF00"/>
                </a:solidFill>
              </a:rPr>
              <a:t> has a route for /login, it will be available at /</a:t>
            </a:r>
            <a:r>
              <a:rPr lang="en-US" sz="2400" dirty="0" err="1">
                <a:solidFill>
                  <a:srgbClr val="FFFF00"/>
                </a:solidFill>
              </a:rPr>
              <a:t>api</a:t>
            </a:r>
            <a:r>
              <a:rPr lang="en-US" sz="2400" dirty="0">
                <a:solidFill>
                  <a:srgbClr val="FFFF00"/>
                </a:solidFill>
              </a:rPr>
              <a:t>/v1/user/login.</a:t>
            </a:r>
          </a:p>
          <a:p>
            <a:endParaRPr lang="en-IN" dirty="0"/>
          </a:p>
        </p:txBody>
      </p:sp>
      <p:sp>
        <p:nvSpPr>
          <p:cNvPr id="10" name="TextBox 9"/>
          <p:cNvSpPr txBox="1"/>
          <p:nvPr/>
        </p:nvSpPr>
        <p:spPr>
          <a:xfrm>
            <a:off x="198120" y="5726064"/>
            <a:ext cx="10408920" cy="738664"/>
          </a:xfrm>
          <a:prstGeom prst="rect">
            <a:avLst/>
          </a:prstGeom>
          <a:solidFill>
            <a:srgbClr val="FFC000"/>
          </a:solidFill>
          <a:ln>
            <a:solidFill>
              <a:srgbClr val="FFFF00"/>
            </a:solidFill>
          </a:ln>
        </p:spPr>
        <p:txBody>
          <a:bodyPr wrap="square" rtlCol="0">
            <a:spAutoFit/>
          </a:bodyPr>
          <a:lstStyle/>
          <a:p>
            <a:r>
              <a:rPr lang="en-US" sz="2400" dirty="0">
                <a:solidFill>
                  <a:srgbClr val="0070C0"/>
                </a:solidFill>
              </a:rPr>
              <a:t>http://localhost:8000/api/v1/user/regiser</a:t>
            </a:r>
          </a:p>
          <a:p>
            <a:endParaRPr lang="en-IN" dirty="0"/>
          </a:p>
        </p:txBody>
      </p:sp>
    </p:spTree>
    <p:extLst>
      <p:ext uri="{BB962C8B-B14F-4D97-AF65-F5344CB8AC3E}">
        <p14:creationId xmlns:p14="http://schemas.microsoft.com/office/powerpoint/2010/main" val="24432605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2752" y="109728"/>
            <a:ext cx="10515600" cy="565976"/>
          </a:xfrm>
        </p:spPr>
        <p:txBody>
          <a:bodyPr>
            <a:normAutofit fontScale="90000"/>
          </a:bodyPr>
          <a:lstStyle/>
          <a:p>
            <a:r>
              <a:rPr lang="en-US" dirty="0" err="1"/>
              <a:t>ThunderClient</a:t>
            </a:r>
            <a:r>
              <a:rPr lang="en-US" dirty="0"/>
              <a:t>– Testing the </a:t>
            </a:r>
            <a:r>
              <a:rPr lang="en-US" dirty="0" err="1"/>
              <a:t>api</a:t>
            </a:r>
            <a:endParaRPr lang="en-IN" dirty="0"/>
          </a:p>
        </p:txBody>
      </p:sp>
      <p:pic>
        <p:nvPicPr>
          <p:cNvPr id="3" name="Picture 2"/>
          <p:cNvPicPr>
            <a:picLocks noChangeAspect="1"/>
          </p:cNvPicPr>
          <p:nvPr/>
        </p:nvPicPr>
        <p:blipFill>
          <a:blip r:embed="rId2"/>
          <a:stretch>
            <a:fillRect/>
          </a:stretch>
        </p:blipFill>
        <p:spPr>
          <a:xfrm>
            <a:off x="226444" y="831152"/>
            <a:ext cx="11757400" cy="4280344"/>
          </a:xfrm>
          <a:prstGeom prst="rect">
            <a:avLst/>
          </a:prstGeom>
        </p:spPr>
      </p:pic>
      <p:cxnSp>
        <p:nvCxnSpPr>
          <p:cNvPr id="4" name="Straight Arrow Connector 3"/>
          <p:cNvCxnSpPr/>
          <p:nvPr/>
        </p:nvCxnSpPr>
        <p:spPr>
          <a:xfrm>
            <a:off x="3250913" y="1340972"/>
            <a:ext cx="2025175" cy="4218580"/>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a:off x="5678424" y="2099924"/>
            <a:ext cx="2508332" cy="3560212"/>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636311" y="5700040"/>
            <a:ext cx="2084225" cy="369332"/>
          </a:xfrm>
          <a:prstGeom prst="rect">
            <a:avLst/>
          </a:prstGeom>
          <a:solidFill>
            <a:srgbClr val="FFFF00"/>
          </a:solidFill>
        </p:spPr>
        <p:txBody>
          <a:bodyPr wrap="none" rtlCol="0">
            <a:spAutoFit/>
          </a:bodyPr>
          <a:lstStyle/>
          <a:p>
            <a:r>
              <a:rPr lang="en-US" dirty="0"/>
              <a:t>Register </a:t>
            </a:r>
            <a:r>
              <a:rPr lang="en-US" dirty="0" err="1"/>
              <a:t>api</a:t>
            </a:r>
            <a:r>
              <a:rPr lang="en-US" dirty="0"/>
              <a:t> working</a:t>
            </a:r>
            <a:endParaRPr lang="en-IN" dirty="0"/>
          </a:p>
        </p:txBody>
      </p:sp>
    </p:spTree>
    <p:extLst>
      <p:ext uri="{BB962C8B-B14F-4D97-AF65-F5344CB8AC3E}">
        <p14:creationId xmlns:p14="http://schemas.microsoft.com/office/powerpoint/2010/main" val="14955906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stretch>
            <a:fillRect/>
          </a:stretch>
        </p:blipFill>
        <p:spPr>
          <a:xfrm>
            <a:off x="0" y="169263"/>
            <a:ext cx="12179926" cy="6007409"/>
          </a:xfrm>
          <a:prstGeom prst="rect">
            <a:avLst/>
          </a:prstGeom>
        </p:spPr>
      </p:pic>
      <p:sp>
        <p:nvSpPr>
          <p:cNvPr id="4" name="Oval 3"/>
          <p:cNvSpPr/>
          <p:nvPr/>
        </p:nvSpPr>
        <p:spPr>
          <a:xfrm>
            <a:off x="3383280" y="2679192"/>
            <a:ext cx="5148072" cy="2642616"/>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p:cNvCxnSpPr/>
          <p:nvPr/>
        </p:nvCxnSpPr>
        <p:spPr>
          <a:xfrm>
            <a:off x="5052281" y="4998572"/>
            <a:ext cx="2875567" cy="1502812"/>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27848" y="6316718"/>
            <a:ext cx="1508105" cy="369332"/>
          </a:xfrm>
          <a:prstGeom prst="rect">
            <a:avLst/>
          </a:prstGeom>
          <a:solidFill>
            <a:srgbClr val="FFC000"/>
          </a:solidFill>
        </p:spPr>
        <p:txBody>
          <a:bodyPr wrap="none" rtlCol="0">
            <a:spAutoFit/>
          </a:bodyPr>
          <a:lstStyle/>
          <a:p>
            <a:r>
              <a:rPr lang="en-US" dirty="0"/>
              <a:t>Data updating</a:t>
            </a:r>
            <a:endParaRPr lang="en-IN" dirty="0"/>
          </a:p>
        </p:txBody>
      </p:sp>
    </p:spTree>
    <p:extLst>
      <p:ext uri="{BB962C8B-B14F-4D97-AF65-F5344CB8AC3E}">
        <p14:creationId xmlns:p14="http://schemas.microsoft.com/office/powerpoint/2010/main" val="1191926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39766" y="504204"/>
            <a:ext cx="11243531" cy="4771883"/>
          </a:xfrm>
          <a:prstGeom prst="rect">
            <a:avLst/>
          </a:prstGeom>
        </p:spPr>
      </p:pic>
    </p:spTree>
    <p:extLst>
      <p:ext uri="{BB962C8B-B14F-4D97-AF65-F5344CB8AC3E}">
        <p14:creationId xmlns:p14="http://schemas.microsoft.com/office/powerpoint/2010/main" val="40575021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Login </a:t>
            </a:r>
            <a:r>
              <a:rPr lang="en-US" dirty="0" err="1"/>
              <a:t>api</a:t>
            </a:r>
            <a:r>
              <a:rPr lang="en-US" dirty="0"/>
              <a:t> testing</a:t>
            </a:r>
            <a:endParaRPr lang="en-IN" dirty="0"/>
          </a:p>
        </p:txBody>
      </p:sp>
      <p:pic>
        <p:nvPicPr>
          <p:cNvPr id="3" name="Picture 2"/>
          <p:cNvPicPr>
            <a:picLocks noChangeAspect="1"/>
          </p:cNvPicPr>
          <p:nvPr/>
        </p:nvPicPr>
        <p:blipFill>
          <a:blip r:embed="rId2"/>
          <a:stretch>
            <a:fillRect/>
          </a:stretch>
        </p:blipFill>
        <p:spPr>
          <a:xfrm>
            <a:off x="644438" y="2449957"/>
            <a:ext cx="10072330" cy="3519155"/>
          </a:xfrm>
          <a:prstGeom prst="rect">
            <a:avLst/>
          </a:prstGeom>
        </p:spPr>
      </p:pic>
    </p:spTree>
    <p:extLst>
      <p:ext uri="{BB962C8B-B14F-4D97-AF65-F5344CB8AC3E}">
        <p14:creationId xmlns:p14="http://schemas.microsoft.com/office/powerpoint/2010/main" val="17606441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6104" y="817266"/>
            <a:ext cx="1484376" cy="657416"/>
          </a:xfrm>
          <a:solidFill>
            <a:srgbClr val="FFFF00"/>
          </a:solidFill>
        </p:spPr>
        <p:txBody>
          <a:bodyPr>
            <a:normAutofit fontScale="90000"/>
          </a:bodyPr>
          <a:lstStyle/>
          <a:p>
            <a:r>
              <a:rPr lang="en-US" dirty="0"/>
              <a:t>token</a:t>
            </a:r>
            <a:endParaRPr lang="en-IN" dirty="0"/>
          </a:p>
        </p:txBody>
      </p:sp>
      <p:pic>
        <p:nvPicPr>
          <p:cNvPr id="3" name="Picture 2"/>
          <p:cNvPicPr>
            <a:picLocks noChangeAspect="1"/>
          </p:cNvPicPr>
          <p:nvPr/>
        </p:nvPicPr>
        <p:blipFill>
          <a:blip r:embed="rId2"/>
          <a:stretch>
            <a:fillRect/>
          </a:stretch>
        </p:blipFill>
        <p:spPr>
          <a:xfrm>
            <a:off x="232072" y="1690688"/>
            <a:ext cx="10893128" cy="4514194"/>
          </a:xfrm>
          <a:prstGeom prst="rect">
            <a:avLst/>
          </a:prstGeom>
        </p:spPr>
      </p:pic>
      <p:cxnSp>
        <p:nvCxnSpPr>
          <p:cNvPr id="4" name="Straight Arrow Connector 3"/>
          <p:cNvCxnSpPr/>
          <p:nvPr/>
        </p:nvCxnSpPr>
        <p:spPr>
          <a:xfrm>
            <a:off x="3607529" y="1258676"/>
            <a:ext cx="3936271" cy="2984140"/>
          </a:xfrm>
          <a:prstGeom prst="straightConnector1">
            <a:avLst/>
          </a:prstGeom>
          <a:ln w="76200">
            <a:tailEnd type="triangle"/>
          </a:ln>
          <a:effectLst>
            <a:glow rad="1397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26251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Logout </a:t>
            </a:r>
            <a:r>
              <a:rPr lang="en-US" dirty="0" err="1"/>
              <a:t>api</a:t>
            </a:r>
            <a:r>
              <a:rPr lang="en-US" dirty="0"/>
              <a:t> testing</a:t>
            </a:r>
            <a:endParaRPr lang="en-IN" dirty="0"/>
          </a:p>
        </p:txBody>
      </p:sp>
      <p:pic>
        <p:nvPicPr>
          <p:cNvPr id="3" name="Picture 2"/>
          <p:cNvPicPr>
            <a:picLocks noChangeAspect="1"/>
          </p:cNvPicPr>
          <p:nvPr/>
        </p:nvPicPr>
        <p:blipFill>
          <a:blip r:embed="rId2"/>
          <a:stretch>
            <a:fillRect/>
          </a:stretch>
        </p:blipFill>
        <p:spPr>
          <a:xfrm>
            <a:off x="838200" y="1755060"/>
            <a:ext cx="10449847" cy="4078811"/>
          </a:xfrm>
          <a:prstGeom prst="rect">
            <a:avLst/>
          </a:prstGeom>
        </p:spPr>
      </p:pic>
    </p:spTree>
    <p:extLst>
      <p:ext uri="{BB962C8B-B14F-4D97-AF65-F5344CB8AC3E}">
        <p14:creationId xmlns:p14="http://schemas.microsoft.com/office/powerpoint/2010/main" val="781847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5984" y="649224"/>
            <a:ext cx="7848600" cy="703136"/>
          </a:xfrm>
          <a:solidFill>
            <a:srgbClr val="00B0F0"/>
          </a:solidFill>
        </p:spPr>
        <p:txBody>
          <a:bodyPr>
            <a:noAutofit/>
          </a:bodyPr>
          <a:lstStyle/>
          <a:p>
            <a:r>
              <a:rPr lang="en-US" dirty="0">
                <a:solidFill>
                  <a:srgbClr val="FFFF00"/>
                </a:solidFill>
              </a:rPr>
              <a:t>Getting the user details using id</a:t>
            </a:r>
            <a:endParaRPr lang="en-IN" dirty="0">
              <a:solidFill>
                <a:srgbClr val="FFFF00"/>
              </a:solidFill>
            </a:endParaRPr>
          </a:p>
        </p:txBody>
      </p:sp>
      <p:pic>
        <p:nvPicPr>
          <p:cNvPr id="3" name="Picture 2"/>
          <p:cNvPicPr>
            <a:picLocks noChangeAspect="1"/>
          </p:cNvPicPr>
          <p:nvPr/>
        </p:nvPicPr>
        <p:blipFill>
          <a:blip r:embed="rId2"/>
          <a:stretch>
            <a:fillRect/>
          </a:stretch>
        </p:blipFill>
        <p:spPr>
          <a:xfrm>
            <a:off x="522391" y="1448530"/>
            <a:ext cx="10587569" cy="4933856"/>
          </a:xfrm>
          <a:prstGeom prst="rect">
            <a:avLst/>
          </a:prstGeom>
        </p:spPr>
      </p:pic>
    </p:spTree>
    <p:extLst>
      <p:ext uri="{BB962C8B-B14F-4D97-AF65-F5344CB8AC3E}">
        <p14:creationId xmlns:p14="http://schemas.microsoft.com/office/powerpoint/2010/main" val="11277734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41935" y="1335024"/>
            <a:ext cx="11490009" cy="5522976"/>
          </a:xfrm>
          <a:prstGeom prst="rect">
            <a:avLst/>
          </a:prstGeom>
        </p:spPr>
      </p:pic>
      <p:sp>
        <p:nvSpPr>
          <p:cNvPr id="2" name="Title 1"/>
          <p:cNvSpPr>
            <a:spLocks noGrp="1"/>
          </p:cNvSpPr>
          <p:nvPr>
            <p:ph type="title"/>
          </p:nvPr>
        </p:nvSpPr>
        <p:spPr>
          <a:xfrm>
            <a:off x="728472" y="201168"/>
            <a:ext cx="10515600" cy="794576"/>
          </a:xfrm>
          <a:solidFill>
            <a:srgbClr val="FFFF00"/>
          </a:solidFill>
        </p:spPr>
        <p:txBody>
          <a:bodyPr/>
          <a:lstStyle/>
          <a:p>
            <a:r>
              <a:rPr lang="en-US" dirty="0">
                <a:solidFill>
                  <a:srgbClr val="FF0000"/>
                </a:solidFill>
              </a:rPr>
              <a:t>Edit profile </a:t>
            </a:r>
            <a:r>
              <a:rPr lang="en-US" dirty="0" err="1">
                <a:solidFill>
                  <a:srgbClr val="FF0000"/>
                </a:solidFill>
              </a:rPr>
              <a:t>api</a:t>
            </a:r>
            <a:r>
              <a:rPr lang="en-US" dirty="0">
                <a:solidFill>
                  <a:srgbClr val="FF0000"/>
                </a:solidFill>
              </a:rPr>
              <a:t> testing with sending data</a:t>
            </a:r>
            <a:endParaRPr lang="en-IN" dirty="0">
              <a:solidFill>
                <a:srgbClr val="FF0000"/>
              </a:solidFill>
            </a:endParaRPr>
          </a:p>
        </p:txBody>
      </p:sp>
    </p:spTree>
    <p:extLst>
      <p:ext uri="{BB962C8B-B14F-4D97-AF65-F5344CB8AC3E}">
        <p14:creationId xmlns:p14="http://schemas.microsoft.com/office/powerpoint/2010/main" val="22664446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stretch>
            <a:fillRect/>
          </a:stretch>
        </p:blipFill>
        <p:spPr>
          <a:xfrm>
            <a:off x="1253530" y="2032785"/>
            <a:ext cx="8331628" cy="4496031"/>
          </a:xfrm>
          <a:prstGeom prst="rect">
            <a:avLst/>
          </a:prstGeom>
        </p:spPr>
      </p:pic>
    </p:spTree>
    <p:extLst>
      <p:ext uri="{BB962C8B-B14F-4D97-AF65-F5344CB8AC3E}">
        <p14:creationId xmlns:p14="http://schemas.microsoft.com/office/powerpoint/2010/main" val="266621747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136" y="484632"/>
            <a:ext cx="4968240" cy="767144"/>
          </a:xfrm>
          <a:solidFill>
            <a:srgbClr val="FFFF00"/>
          </a:solidFill>
        </p:spPr>
        <p:txBody>
          <a:bodyPr/>
          <a:lstStyle/>
          <a:p>
            <a:r>
              <a:rPr lang="en-US" dirty="0"/>
              <a:t>Suggested </a:t>
            </a:r>
            <a:r>
              <a:rPr lang="en-US" dirty="0" err="1"/>
              <a:t>api</a:t>
            </a:r>
            <a:r>
              <a:rPr lang="en-US" dirty="0"/>
              <a:t> testing</a:t>
            </a:r>
            <a:endParaRPr lang="en-IN" dirty="0"/>
          </a:p>
        </p:txBody>
      </p:sp>
      <p:pic>
        <p:nvPicPr>
          <p:cNvPr id="3" name="Picture 2"/>
          <p:cNvPicPr>
            <a:picLocks noChangeAspect="1"/>
          </p:cNvPicPr>
          <p:nvPr/>
        </p:nvPicPr>
        <p:blipFill>
          <a:blip r:embed="rId2"/>
          <a:stretch>
            <a:fillRect/>
          </a:stretch>
        </p:blipFill>
        <p:spPr>
          <a:xfrm>
            <a:off x="464856" y="1418617"/>
            <a:ext cx="10526231" cy="4851564"/>
          </a:xfrm>
          <a:prstGeom prst="rect">
            <a:avLst/>
          </a:prstGeom>
        </p:spPr>
      </p:pic>
    </p:spTree>
    <p:extLst>
      <p:ext uri="{BB962C8B-B14F-4D97-AF65-F5344CB8AC3E}">
        <p14:creationId xmlns:p14="http://schemas.microsoft.com/office/powerpoint/2010/main" val="6770218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46374" y="1490636"/>
            <a:ext cx="11099251" cy="4674263"/>
          </a:xfrm>
          <a:prstGeom prst="rect">
            <a:avLst/>
          </a:prstGeom>
        </p:spPr>
      </p:pic>
    </p:spTree>
    <p:extLst>
      <p:ext uri="{BB962C8B-B14F-4D97-AF65-F5344CB8AC3E}">
        <p14:creationId xmlns:p14="http://schemas.microsoft.com/office/powerpoint/2010/main" val="17753890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Follow and unfollow </a:t>
            </a:r>
            <a:r>
              <a:rPr lang="en-US" dirty="0" err="1"/>
              <a:t>api</a:t>
            </a:r>
            <a:r>
              <a:rPr lang="en-US" dirty="0"/>
              <a:t> testing</a:t>
            </a:r>
            <a:endParaRPr lang="en-IN" dirty="0"/>
          </a:p>
        </p:txBody>
      </p:sp>
      <p:pic>
        <p:nvPicPr>
          <p:cNvPr id="3" name="Picture 2"/>
          <p:cNvPicPr>
            <a:picLocks noChangeAspect="1"/>
          </p:cNvPicPr>
          <p:nvPr/>
        </p:nvPicPr>
        <p:blipFill rotWithShape="1">
          <a:blip r:embed="rId2"/>
          <a:srcRect b="54973"/>
          <a:stretch/>
        </p:blipFill>
        <p:spPr>
          <a:xfrm>
            <a:off x="585443" y="1649064"/>
            <a:ext cx="11069404" cy="2314384"/>
          </a:xfrm>
          <a:prstGeom prst="rect">
            <a:avLst/>
          </a:prstGeom>
        </p:spPr>
      </p:pic>
      <p:pic>
        <p:nvPicPr>
          <p:cNvPr id="4" name="Picture 3"/>
          <p:cNvPicPr>
            <a:picLocks noChangeAspect="1"/>
          </p:cNvPicPr>
          <p:nvPr/>
        </p:nvPicPr>
        <p:blipFill rotWithShape="1">
          <a:blip r:embed="rId3"/>
          <a:srcRect b="49804"/>
          <a:stretch/>
        </p:blipFill>
        <p:spPr>
          <a:xfrm>
            <a:off x="367921" y="4244106"/>
            <a:ext cx="11504449" cy="2220701"/>
          </a:xfrm>
          <a:prstGeom prst="rect">
            <a:avLst/>
          </a:prstGeom>
        </p:spPr>
      </p:pic>
    </p:spTree>
    <p:extLst>
      <p:ext uri="{BB962C8B-B14F-4D97-AF65-F5344CB8AC3E}">
        <p14:creationId xmlns:p14="http://schemas.microsoft.com/office/powerpoint/2010/main" val="32443690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till now we have build and tested the </a:t>
            </a:r>
            <a:r>
              <a:rPr lang="en-US" dirty="0" err="1"/>
              <a:t>api</a:t>
            </a:r>
            <a:endParaRPr lang="en-IN" dirty="0"/>
          </a:p>
        </p:txBody>
      </p:sp>
      <p:sp>
        <p:nvSpPr>
          <p:cNvPr id="3" name="TextBox 2"/>
          <p:cNvSpPr txBox="1"/>
          <p:nvPr/>
        </p:nvSpPr>
        <p:spPr>
          <a:xfrm>
            <a:off x="4069080" y="2386584"/>
            <a:ext cx="4030399" cy="646331"/>
          </a:xfrm>
          <a:prstGeom prst="rect">
            <a:avLst/>
          </a:prstGeom>
          <a:noFill/>
        </p:spPr>
        <p:txBody>
          <a:bodyPr wrap="none" rtlCol="0">
            <a:spAutoFit/>
          </a:bodyPr>
          <a:lstStyle/>
          <a:p>
            <a:r>
              <a:rPr lang="en-US" dirty="0"/>
              <a:t>now we are building the image uploader </a:t>
            </a:r>
          </a:p>
          <a:p>
            <a:endParaRPr lang="en-IN" dirty="0"/>
          </a:p>
        </p:txBody>
      </p:sp>
    </p:spTree>
    <p:extLst>
      <p:ext uri="{BB962C8B-B14F-4D97-AF65-F5344CB8AC3E}">
        <p14:creationId xmlns:p14="http://schemas.microsoft.com/office/powerpoint/2010/main" val="24375441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Sharp</a:t>
            </a:r>
            <a:endParaRPr lang="en-IN" dirty="0"/>
          </a:p>
        </p:txBody>
      </p:sp>
      <p:sp>
        <p:nvSpPr>
          <p:cNvPr id="3" name="TextBox 2"/>
          <p:cNvSpPr txBox="1"/>
          <p:nvPr/>
        </p:nvSpPr>
        <p:spPr>
          <a:xfrm>
            <a:off x="1463040" y="1690688"/>
            <a:ext cx="8055923" cy="830997"/>
          </a:xfrm>
          <a:prstGeom prst="rect">
            <a:avLst/>
          </a:prstGeom>
          <a:noFill/>
        </p:spPr>
        <p:txBody>
          <a:bodyPr wrap="none" rtlCol="0">
            <a:spAutoFit/>
          </a:bodyPr>
          <a:lstStyle/>
          <a:p>
            <a:r>
              <a:rPr lang="en-US" sz="2400" dirty="0"/>
              <a:t>Sometimes the images which we </a:t>
            </a:r>
            <a:r>
              <a:rPr lang="en-US" sz="2400" dirty="0" err="1"/>
              <a:t>upload..its</a:t>
            </a:r>
            <a:r>
              <a:rPr lang="en-US" sz="2400" dirty="0"/>
              <a:t> quality is too high </a:t>
            </a:r>
          </a:p>
          <a:p>
            <a:r>
              <a:rPr lang="en-US" sz="2400" dirty="0"/>
              <a:t>So in order to </a:t>
            </a:r>
            <a:r>
              <a:rPr lang="en-US" sz="2400" dirty="0">
                <a:solidFill>
                  <a:srgbClr val="FF0000"/>
                </a:solidFill>
              </a:rPr>
              <a:t>optimize</a:t>
            </a:r>
            <a:r>
              <a:rPr lang="en-US" sz="2400" dirty="0"/>
              <a:t> it ..we will have to use </a:t>
            </a:r>
            <a:r>
              <a:rPr lang="en-US" sz="2400" dirty="0">
                <a:solidFill>
                  <a:srgbClr val="FF0000"/>
                </a:solidFill>
              </a:rPr>
              <a:t>sharp --- a library</a:t>
            </a:r>
            <a:endParaRPr lang="en-IN" sz="2400" dirty="0">
              <a:solidFill>
                <a:srgbClr val="FF0000"/>
              </a:solidFill>
            </a:endParaRPr>
          </a:p>
        </p:txBody>
      </p:sp>
      <p:sp>
        <p:nvSpPr>
          <p:cNvPr id="4" name="TextBox 3"/>
          <p:cNvSpPr txBox="1"/>
          <p:nvPr/>
        </p:nvSpPr>
        <p:spPr>
          <a:xfrm>
            <a:off x="1463040" y="3099816"/>
            <a:ext cx="2398413" cy="646331"/>
          </a:xfrm>
          <a:prstGeom prst="rect">
            <a:avLst/>
          </a:prstGeom>
          <a:noFill/>
        </p:spPr>
        <p:txBody>
          <a:bodyPr wrap="none" rtlCol="0">
            <a:spAutoFit/>
          </a:bodyPr>
          <a:lstStyle/>
          <a:p>
            <a:r>
              <a:rPr lang="en-US" sz="3600" dirty="0" err="1">
                <a:solidFill>
                  <a:srgbClr val="FF0000"/>
                </a:solidFill>
              </a:rPr>
              <a:t>npm</a:t>
            </a:r>
            <a:r>
              <a:rPr lang="en-US" sz="3600" dirty="0">
                <a:solidFill>
                  <a:srgbClr val="FF0000"/>
                </a:solidFill>
              </a:rPr>
              <a:t> </a:t>
            </a:r>
            <a:r>
              <a:rPr lang="en-US" sz="3600" dirty="0" err="1">
                <a:solidFill>
                  <a:srgbClr val="FF0000"/>
                </a:solidFill>
              </a:rPr>
              <a:t>i</a:t>
            </a:r>
            <a:r>
              <a:rPr lang="en-US" sz="3600" dirty="0">
                <a:solidFill>
                  <a:srgbClr val="FF0000"/>
                </a:solidFill>
              </a:rPr>
              <a:t> sharp</a:t>
            </a:r>
            <a:endParaRPr lang="en-IN" sz="3600" dirty="0">
              <a:solidFill>
                <a:srgbClr val="FF0000"/>
              </a:solidFill>
            </a:endParaRPr>
          </a:p>
        </p:txBody>
      </p:sp>
      <p:pic>
        <p:nvPicPr>
          <p:cNvPr id="6" name="Picture 5"/>
          <p:cNvPicPr>
            <a:picLocks noChangeAspect="1"/>
          </p:cNvPicPr>
          <p:nvPr/>
        </p:nvPicPr>
        <p:blipFill>
          <a:blip r:embed="rId2"/>
          <a:stretch>
            <a:fillRect/>
          </a:stretch>
        </p:blipFill>
        <p:spPr>
          <a:xfrm>
            <a:off x="4614061" y="3099816"/>
            <a:ext cx="6535232" cy="2788920"/>
          </a:xfrm>
          <a:prstGeom prst="rect">
            <a:avLst/>
          </a:prstGeom>
        </p:spPr>
      </p:pic>
      <p:pic>
        <p:nvPicPr>
          <p:cNvPr id="7" name="Picture 6"/>
          <p:cNvPicPr>
            <a:picLocks noChangeAspect="1"/>
          </p:cNvPicPr>
          <p:nvPr/>
        </p:nvPicPr>
        <p:blipFill rotWithShape="1">
          <a:blip r:embed="rId3"/>
          <a:srcRect l="1976" t="37544" r="8407" b="11003"/>
          <a:stretch/>
        </p:blipFill>
        <p:spPr>
          <a:xfrm>
            <a:off x="3008376" y="491479"/>
            <a:ext cx="7781544" cy="621078"/>
          </a:xfrm>
          <a:prstGeom prst="rect">
            <a:avLst/>
          </a:prstGeom>
        </p:spPr>
      </p:pic>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989ACE4-5295-3176-9187-4FF2E54D8808}"/>
                  </a:ext>
                </a:extLst>
              </p14:cNvPr>
              <p14:cNvContentPartPr/>
              <p14:nvPr/>
            </p14:nvContentPartPr>
            <p14:xfrm>
              <a:off x="1251149" y="3308674"/>
              <a:ext cx="2123640" cy="459360"/>
            </p14:xfrm>
          </p:contentPart>
        </mc:Choice>
        <mc:Fallback xmlns="">
          <p:pic>
            <p:nvPicPr>
              <p:cNvPr id="5" name="Ink 4">
                <a:extLst>
                  <a:ext uri="{FF2B5EF4-FFF2-40B4-BE49-F238E27FC236}">
                    <a16:creationId xmlns:a16="http://schemas.microsoft.com/office/drawing/2014/main" id="{D989ACE4-5295-3176-9187-4FF2E54D8808}"/>
                  </a:ext>
                </a:extLst>
              </p:cNvPr>
              <p:cNvPicPr/>
              <p:nvPr/>
            </p:nvPicPr>
            <p:blipFill>
              <a:blip r:embed="rId5"/>
              <a:stretch>
                <a:fillRect/>
              </a:stretch>
            </p:blipFill>
            <p:spPr>
              <a:xfrm>
                <a:off x="1197149" y="3200674"/>
                <a:ext cx="2231280" cy="675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4EE4FF60-A6CA-D265-7AE4-0B8BA63A93F4}"/>
                  </a:ext>
                </a:extLst>
              </p14:cNvPr>
              <p14:cNvContentPartPr/>
              <p14:nvPr/>
            </p14:nvContentPartPr>
            <p14:xfrm>
              <a:off x="1282829" y="3130114"/>
              <a:ext cx="2558160" cy="615960"/>
            </p14:xfrm>
          </p:contentPart>
        </mc:Choice>
        <mc:Fallback xmlns="">
          <p:pic>
            <p:nvPicPr>
              <p:cNvPr id="8" name="Ink 7">
                <a:extLst>
                  <a:ext uri="{FF2B5EF4-FFF2-40B4-BE49-F238E27FC236}">
                    <a16:creationId xmlns:a16="http://schemas.microsoft.com/office/drawing/2014/main" id="{4EE4FF60-A6CA-D265-7AE4-0B8BA63A93F4}"/>
                  </a:ext>
                </a:extLst>
              </p:cNvPr>
              <p:cNvPicPr/>
              <p:nvPr/>
            </p:nvPicPr>
            <p:blipFill>
              <a:blip r:embed="rId7"/>
              <a:stretch>
                <a:fillRect/>
              </a:stretch>
            </p:blipFill>
            <p:spPr>
              <a:xfrm>
                <a:off x="1229189" y="3022474"/>
                <a:ext cx="2665800" cy="831600"/>
              </a:xfrm>
              <a:prstGeom prst="rect">
                <a:avLst/>
              </a:prstGeom>
            </p:spPr>
          </p:pic>
        </mc:Fallback>
      </mc:AlternateContent>
    </p:spTree>
    <p:extLst>
      <p:ext uri="{BB962C8B-B14F-4D97-AF65-F5344CB8AC3E}">
        <p14:creationId xmlns:p14="http://schemas.microsoft.com/office/powerpoint/2010/main" val="79953408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08" y="0"/>
            <a:ext cx="12444984" cy="695579"/>
          </a:xfrm>
        </p:spPr>
        <p:txBody>
          <a:bodyPr>
            <a:normAutofit/>
          </a:bodyPr>
          <a:lstStyle/>
          <a:p>
            <a:r>
              <a:rPr lang="en-US" sz="4200" dirty="0"/>
              <a:t>Now we are building post model using sharp, and more</a:t>
            </a:r>
            <a:endParaRPr lang="en-IN" sz="4200" dirty="0"/>
          </a:p>
        </p:txBody>
      </p:sp>
      <p:pic>
        <p:nvPicPr>
          <p:cNvPr id="3" name="Picture 2"/>
          <p:cNvPicPr>
            <a:picLocks noChangeAspect="1"/>
          </p:cNvPicPr>
          <p:nvPr/>
        </p:nvPicPr>
        <p:blipFill>
          <a:blip r:embed="rId2"/>
          <a:stretch>
            <a:fillRect/>
          </a:stretch>
        </p:blipFill>
        <p:spPr>
          <a:xfrm>
            <a:off x="0" y="851624"/>
            <a:ext cx="5616813" cy="5873019"/>
          </a:xfrm>
          <a:prstGeom prst="rect">
            <a:avLst/>
          </a:prstGeom>
        </p:spPr>
      </p:pic>
      <p:pic>
        <p:nvPicPr>
          <p:cNvPr id="4" name="Picture 3"/>
          <p:cNvPicPr>
            <a:picLocks noChangeAspect="1"/>
          </p:cNvPicPr>
          <p:nvPr/>
        </p:nvPicPr>
        <p:blipFill>
          <a:blip r:embed="rId3"/>
          <a:stretch>
            <a:fillRect/>
          </a:stretch>
        </p:blipFill>
        <p:spPr>
          <a:xfrm>
            <a:off x="5616813" y="851624"/>
            <a:ext cx="6555842" cy="5746235"/>
          </a:xfrm>
          <a:prstGeom prst="rect">
            <a:avLst/>
          </a:prstGeom>
        </p:spPr>
      </p:pic>
    </p:spTree>
    <p:extLst>
      <p:ext uri="{BB962C8B-B14F-4D97-AF65-F5344CB8AC3E}">
        <p14:creationId xmlns:p14="http://schemas.microsoft.com/office/powerpoint/2010/main" val="37637669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 y="9557"/>
            <a:ext cx="6016752" cy="540131"/>
          </a:xfrm>
          <a:solidFill>
            <a:srgbClr val="FFFF00"/>
          </a:solidFill>
        </p:spPr>
        <p:txBody>
          <a:bodyPr>
            <a:noAutofit/>
          </a:bodyPr>
          <a:lstStyle/>
          <a:p>
            <a:r>
              <a:rPr lang="en-US" dirty="0"/>
              <a:t>Adding new post function</a:t>
            </a:r>
            <a:endParaRPr lang="en-IN" dirty="0"/>
          </a:p>
        </p:txBody>
      </p:sp>
      <p:pic>
        <p:nvPicPr>
          <p:cNvPr id="4" name="Picture 3"/>
          <p:cNvPicPr>
            <a:picLocks noChangeAspect="1"/>
          </p:cNvPicPr>
          <p:nvPr/>
        </p:nvPicPr>
        <p:blipFill rotWithShape="1">
          <a:blip r:embed="rId2"/>
          <a:srcRect t="-1" b="38272"/>
          <a:stretch/>
        </p:blipFill>
        <p:spPr>
          <a:xfrm>
            <a:off x="0" y="1001549"/>
            <a:ext cx="8421624" cy="3524731"/>
          </a:xfrm>
          <a:prstGeom prst="rect">
            <a:avLst/>
          </a:prstGeom>
        </p:spPr>
      </p:pic>
      <p:sp>
        <p:nvSpPr>
          <p:cNvPr id="5" name="Oval 4"/>
          <p:cNvSpPr/>
          <p:nvPr/>
        </p:nvSpPr>
        <p:spPr>
          <a:xfrm>
            <a:off x="585216" y="1682496"/>
            <a:ext cx="2670048" cy="228600"/>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p:cNvCxnSpPr>
            <a:endCxn id="23" idx="1"/>
          </p:cNvCxnSpPr>
          <p:nvPr/>
        </p:nvCxnSpPr>
        <p:spPr>
          <a:xfrm>
            <a:off x="3255264" y="1870092"/>
            <a:ext cx="5495544" cy="547989"/>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2971800" y="1001548"/>
            <a:ext cx="1243584" cy="278612"/>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9" name="Straight Arrow Connector 8"/>
          <p:cNvCxnSpPr/>
          <p:nvPr/>
        </p:nvCxnSpPr>
        <p:spPr>
          <a:xfrm flipV="1">
            <a:off x="4210812" y="718531"/>
            <a:ext cx="4596809" cy="422324"/>
          </a:xfrm>
          <a:prstGeom prst="straightConnector1">
            <a:avLst/>
          </a:prstGeom>
          <a:ln w="5715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9" name="Rectangle 4"/>
          <p:cNvSpPr>
            <a:spLocks noChangeArrowheads="1"/>
          </p:cNvSpPr>
          <p:nvPr/>
        </p:nvSpPr>
        <p:spPr bwMode="auto">
          <a:xfrm>
            <a:off x="8807621" y="138555"/>
            <a:ext cx="3175591" cy="1477328"/>
          </a:xfrm>
          <a:prstGeom prst="rect">
            <a:avLst/>
          </a:prstGeom>
          <a:solidFill>
            <a:srgbClr val="FFFF00"/>
          </a:solidFill>
          <a:ln>
            <a:solidFill>
              <a:srgbClr val="FF0000"/>
            </a:solidFill>
          </a:ln>
          <a:effectLst>
            <a:glow rad="101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FF0000"/>
                </a:solidFill>
                <a:effectLst/>
                <a:latin typeface="Arial Unicode MS"/>
              </a:rPr>
              <a:t>req</a:t>
            </a:r>
            <a:r>
              <a:rPr kumimoji="0" lang="en-US" altLang="en-US" sz="1400"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rPr>
              <a:t>→ contains incoming request data (like body, files, headers, etc.)</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FF0000"/>
                </a:solidFill>
                <a:effectLst/>
                <a:latin typeface="Arial Unicode MS"/>
              </a:rPr>
              <a:t>res</a:t>
            </a:r>
            <a:r>
              <a:rPr kumimoji="0" lang="en-US" altLang="en-US" sz="1400" b="0" i="0" u="none" strike="noStrike" cap="none" normalizeH="0" baseline="0" dirty="0">
                <a:ln>
                  <a:noFill/>
                </a:ln>
                <a:solidFill>
                  <a:schemeClr val="tx1"/>
                </a:solidFill>
                <a:effectLst/>
              </a:rPr>
              <a:t> → </a:t>
            </a:r>
            <a:r>
              <a:rPr kumimoji="0" lang="en-US" altLang="en-US" b="0" i="0" u="none" strike="noStrike" cap="none" normalizeH="0" baseline="0" dirty="0">
                <a:ln>
                  <a:noFill/>
                </a:ln>
                <a:solidFill>
                  <a:schemeClr val="tx1"/>
                </a:solidFill>
                <a:effectLst/>
              </a:rPr>
              <a:t>used to send a response back to the client.</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sp>
        <p:nvSpPr>
          <p:cNvPr id="23" name="Rectangle 5"/>
          <p:cNvSpPr>
            <a:spLocks noChangeArrowheads="1"/>
          </p:cNvSpPr>
          <p:nvPr/>
        </p:nvSpPr>
        <p:spPr bwMode="auto">
          <a:xfrm>
            <a:off x="8750808" y="2094915"/>
            <a:ext cx="3355848" cy="646331"/>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FF0000"/>
                </a:solidFill>
                <a:effectLst/>
                <a:latin typeface="Arial Unicode MS"/>
              </a:rPr>
              <a:t>req.file</a:t>
            </a:r>
            <a:r>
              <a:rPr kumimoji="0" lang="en-US" altLang="en-US" b="0" i="0" u="none" strike="noStrike" cap="none" normalizeH="0" baseline="0" dirty="0">
                <a:ln>
                  <a:noFill/>
                </a:ln>
                <a:solidFill>
                  <a:schemeClr val="tx1"/>
                </a:solidFill>
                <a:effectLst/>
              </a:rPr>
              <a:t> → is set by </a:t>
            </a:r>
            <a:r>
              <a:rPr kumimoji="0" lang="en-US" altLang="en-US" b="1" i="0" u="none" strike="noStrike" cap="none" normalizeH="0" baseline="0" dirty="0" err="1">
                <a:ln>
                  <a:noFill/>
                </a:ln>
                <a:solidFill>
                  <a:schemeClr val="tx1"/>
                </a:solidFill>
                <a:effectLst/>
                <a:latin typeface="Arial" panose="020B0604020202020204" pitchFamily="34" charset="0"/>
              </a:rPr>
              <a:t>Multer</a:t>
            </a:r>
            <a:r>
              <a:rPr kumimoji="0" lang="en-US" altLang="en-US" b="0" i="0" u="none" strike="noStrike" cap="none" normalizeH="0" baseline="0" dirty="0">
                <a:ln>
                  <a:noFill/>
                </a:ln>
                <a:solidFill>
                  <a:schemeClr val="tx1"/>
                </a:solidFill>
                <a:effectLst/>
                <a:latin typeface="Arial" panose="020B0604020202020204" pitchFamily="34" charset="0"/>
              </a:rPr>
              <a:t>, which handles file uploads. </a:t>
            </a:r>
          </a:p>
        </p:txBody>
      </p:sp>
      <p:sp>
        <p:nvSpPr>
          <p:cNvPr id="27" name="Oval 26"/>
          <p:cNvSpPr/>
          <p:nvPr/>
        </p:nvSpPr>
        <p:spPr>
          <a:xfrm>
            <a:off x="3448812" y="3877056"/>
            <a:ext cx="2083308" cy="274320"/>
          </a:xfrm>
          <a:prstGeom prst="ellipse">
            <a:avLst/>
          </a:prstGeom>
          <a:noFill/>
          <a:ln>
            <a:solidFill>
              <a:schemeClr val="bg1"/>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Arrow Connector 27"/>
          <p:cNvCxnSpPr>
            <a:stCxn id="27" idx="6"/>
            <a:endCxn id="30" idx="1"/>
          </p:cNvCxnSpPr>
          <p:nvPr/>
        </p:nvCxnSpPr>
        <p:spPr>
          <a:xfrm flipV="1">
            <a:off x="5532120" y="3485646"/>
            <a:ext cx="3305556" cy="52857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0" name="Rectangle 5"/>
          <p:cNvSpPr>
            <a:spLocks noChangeArrowheads="1"/>
          </p:cNvSpPr>
          <p:nvPr/>
        </p:nvSpPr>
        <p:spPr bwMode="auto">
          <a:xfrm>
            <a:off x="8837676" y="3023981"/>
            <a:ext cx="3145536" cy="923330"/>
          </a:xfrm>
          <a:prstGeom prst="rect">
            <a:avLst/>
          </a:prstGeom>
          <a:solidFill>
            <a:schemeClr val="accent1">
              <a:lumMod val="20000"/>
              <a:lumOff val="80000"/>
            </a:schemeClr>
          </a:solidFill>
          <a:ln>
            <a:noFill/>
          </a:ln>
          <a:effectLst>
            <a:glow rad="101600">
              <a:schemeClr val="accent1">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normalizeH="0" baseline="0" dirty="0">
                <a:ln w="0"/>
                <a:solidFill>
                  <a:srgbClr val="FF0000"/>
                </a:solidFill>
                <a:effectLst>
                  <a:outerShdw blurRad="38100" dist="19050" dir="2700000" algn="tl" rotWithShape="0">
                    <a:schemeClr val="dk1">
                      <a:alpha val="40000"/>
                    </a:schemeClr>
                  </a:outerShdw>
                </a:effectLst>
                <a:latin typeface="Arial" panose="020B0604020202020204" pitchFamily="34" charset="0"/>
              </a:rPr>
              <a:t>sharp(</a:t>
            </a:r>
            <a:r>
              <a:rPr kumimoji="0" lang="en-US" altLang="en-US" i="0" u="none" strike="noStrike" normalizeH="0" baseline="0" dirty="0" err="1">
                <a:ln w="0"/>
                <a:solidFill>
                  <a:srgbClr val="FF0000"/>
                </a:solidFill>
                <a:effectLst>
                  <a:outerShdw blurRad="38100" dist="19050" dir="2700000" algn="tl" rotWithShape="0">
                    <a:schemeClr val="dk1">
                      <a:alpha val="40000"/>
                    </a:schemeClr>
                  </a:outerShdw>
                </a:effectLst>
                <a:latin typeface="Arial" panose="020B0604020202020204" pitchFamily="34" charset="0"/>
              </a:rPr>
              <a:t>image.buffer</a:t>
            </a:r>
            <a:r>
              <a:rPr kumimoji="0" lang="en-US" altLang="en-US" i="0" u="none" strike="noStrike" normalizeH="0" baseline="0" dirty="0">
                <a:ln w="0"/>
                <a:solidFill>
                  <a:srgbClr val="FF0000"/>
                </a:solidFill>
                <a:effectLst>
                  <a:outerShdw blurRad="38100" dist="19050" dir="2700000" algn="tl" rotWithShape="0">
                    <a:schemeClr val="dk1">
                      <a:alpha val="40000"/>
                    </a:schemeClr>
                  </a:outerShdw>
                </a:effectLst>
                <a:latin typeface="Arial" panose="020B0604020202020204" pitchFamily="34" charset="0"/>
              </a:rPr>
              <a:t>)</a:t>
            </a:r>
            <a:r>
              <a:rPr kumimoji="0" lang="en-US" altLang="en-US" b="1" i="0" u="none" strike="noStrike" normalizeH="0" dirty="0">
                <a:ln w="6600">
                  <a:solidFill>
                    <a:schemeClr val="accent2"/>
                  </a:solidFill>
                  <a:prstDash val="solid"/>
                </a:ln>
                <a:solidFill>
                  <a:srgbClr val="FF0000"/>
                </a:solidFill>
                <a:effectLst>
                  <a:outerShdw dist="38100" dir="2700000" algn="tl" rotWithShape="0">
                    <a:schemeClr val="accent2"/>
                  </a:outerShdw>
                </a:effectLst>
                <a:latin typeface="Arial" panose="020B0604020202020204" pitchFamily="34" charset="0"/>
              </a:rPr>
              <a:t> </a:t>
            </a:r>
            <a:endParaRPr lang="en-US" altLang="en-US" dirty="0">
              <a:solidFill>
                <a:srgbClr val="FF0000"/>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dirty="0">
                <a:ln>
                  <a:noFill/>
                </a:ln>
                <a:solidFill>
                  <a:schemeClr val="tx1"/>
                </a:solidFill>
                <a:effectLst/>
                <a:latin typeface="Arial" panose="020B0604020202020204" pitchFamily="34" charset="0"/>
              </a:rPr>
              <a:t> it takes </a:t>
            </a:r>
            <a:r>
              <a:rPr lang="en-US" altLang="en-US" dirty="0">
                <a:latin typeface="Arial" panose="020B0604020202020204" pitchFamily="34" charset="0"/>
              </a:rPr>
              <a:t>the image file’s buffer(binary data)</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35" name="Oval 34"/>
          <p:cNvSpPr/>
          <p:nvPr/>
        </p:nvSpPr>
        <p:spPr>
          <a:xfrm>
            <a:off x="6706362" y="4151376"/>
            <a:ext cx="1322070" cy="256032"/>
          </a:xfrm>
          <a:prstGeom prst="ellipse">
            <a:avLst/>
          </a:prstGeom>
          <a:noFill/>
          <a:ln>
            <a:solidFill>
              <a:srgbClr val="FFFF0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6" name="Straight Arrow Connector 35"/>
          <p:cNvCxnSpPr/>
          <p:nvPr/>
        </p:nvCxnSpPr>
        <p:spPr>
          <a:xfrm>
            <a:off x="8028432" y="4310902"/>
            <a:ext cx="914400" cy="299046"/>
          </a:xfrm>
          <a:prstGeom prst="straightConnector1">
            <a:avLst/>
          </a:prstGeom>
          <a:ln w="57150">
            <a:solidFill>
              <a:schemeClr val="accent4">
                <a:lumMod val="60000"/>
                <a:lumOff val="40000"/>
              </a:schemeClr>
            </a:solidFill>
            <a:tailEnd type="triangle"/>
          </a:ln>
          <a:effectLst>
            <a:glow rad="1397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9" name="Rectangle 5"/>
          <p:cNvSpPr>
            <a:spLocks noChangeArrowheads="1"/>
          </p:cNvSpPr>
          <p:nvPr/>
        </p:nvSpPr>
        <p:spPr bwMode="auto">
          <a:xfrm>
            <a:off x="8942832" y="4318521"/>
            <a:ext cx="3145536" cy="923330"/>
          </a:xfrm>
          <a:prstGeom prst="rect">
            <a:avLst/>
          </a:prstGeom>
          <a:solidFill>
            <a:srgbClr val="92D050"/>
          </a:solidFill>
          <a:ln>
            <a:noFill/>
          </a:ln>
          <a:effectLst>
            <a:glow rad="139700">
              <a:schemeClr val="accent6">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dirty="0">
                <a:solidFill>
                  <a:srgbClr val="FF0000"/>
                </a:solidFill>
              </a:rPr>
              <a:t>.</a:t>
            </a:r>
            <a:r>
              <a:rPr lang="en-IN" dirty="0" err="1">
                <a:solidFill>
                  <a:srgbClr val="FF0000"/>
                </a:solidFill>
              </a:rPr>
              <a:t>toBuffer</a:t>
            </a:r>
            <a:r>
              <a:rPr lang="en-IN" dirty="0">
                <a:solidFill>
                  <a:srgbClr val="FF0000"/>
                </a:solidFill>
              </a:rPr>
              <a:t>() </a:t>
            </a:r>
          </a:p>
          <a:p>
            <a:pPr lvl="0" eaLnBrk="0" fontAlgn="base" hangingPunct="0">
              <a:spcBef>
                <a:spcPct val="0"/>
              </a:spcBef>
              <a:spcAft>
                <a:spcPct val="0"/>
              </a:spcAft>
            </a:pPr>
            <a:r>
              <a:rPr lang="en-US" dirty="0"/>
              <a:t>returns the optimized image as a buffer again (for upload)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5" name="Rectangle 5"/>
          <p:cNvSpPr>
            <a:spLocks noChangeArrowheads="1"/>
          </p:cNvSpPr>
          <p:nvPr/>
        </p:nvSpPr>
        <p:spPr bwMode="auto">
          <a:xfrm>
            <a:off x="8961120" y="5652889"/>
            <a:ext cx="3145536" cy="646331"/>
          </a:xfrm>
          <a:prstGeom prst="rect">
            <a:avLst/>
          </a:prstGeom>
          <a:solidFill>
            <a:schemeClr val="accent2">
              <a:lumMod val="40000"/>
              <a:lumOff val="60000"/>
            </a:schemeClr>
          </a:solidFill>
          <a:ln>
            <a:noFill/>
          </a:ln>
          <a:effectLst>
            <a:glow rad="139700">
              <a:schemeClr val="accent6">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Converts the binary image buffer into a </a:t>
            </a:r>
            <a:r>
              <a:rPr lang="en-US" b="1" dirty="0"/>
              <a:t>Base64 string</a:t>
            </a:r>
            <a:r>
              <a:rPr lang="en-US" dirty="0"/>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cxnSp>
        <p:nvCxnSpPr>
          <p:cNvPr id="56" name="Straight Arrow Connector 55"/>
          <p:cNvCxnSpPr/>
          <p:nvPr/>
        </p:nvCxnSpPr>
        <p:spPr>
          <a:xfrm flipH="1">
            <a:off x="1764792" y="517363"/>
            <a:ext cx="669036" cy="515615"/>
          </a:xfrm>
          <a:prstGeom prst="straightConnector1">
            <a:avLst/>
          </a:prstGeom>
          <a:ln w="5715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59" name="Picture 58"/>
          <p:cNvPicPr>
            <a:picLocks noChangeAspect="1"/>
          </p:cNvPicPr>
          <p:nvPr/>
        </p:nvPicPr>
        <p:blipFill rotWithShape="1">
          <a:blip r:embed="rId2"/>
          <a:srcRect t="61301" b="30585"/>
          <a:stretch/>
        </p:blipFill>
        <p:spPr>
          <a:xfrm>
            <a:off x="-36576" y="5814657"/>
            <a:ext cx="8421624" cy="463297"/>
          </a:xfrm>
          <a:prstGeom prst="rect">
            <a:avLst/>
          </a:prstGeom>
        </p:spPr>
      </p:pic>
      <p:sp>
        <p:nvSpPr>
          <p:cNvPr id="60" name="Oval 59"/>
          <p:cNvSpPr/>
          <p:nvPr/>
        </p:nvSpPr>
        <p:spPr>
          <a:xfrm>
            <a:off x="182880" y="5814657"/>
            <a:ext cx="8083296" cy="463297"/>
          </a:xfrm>
          <a:prstGeom prst="ellipse">
            <a:avLst/>
          </a:prstGeom>
          <a:noFill/>
          <a:ln>
            <a:solidFill>
              <a:srgbClr val="FFFF00"/>
            </a:solidFill>
          </a:ln>
          <a:effectLst>
            <a:glow rad="1397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Arrow Connector 61"/>
          <p:cNvCxnSpPr>
            <a:endCxn id="45" idx="1"/>
          </p:cNvCxnSpPr>
          <p:nvPr/>
        </p:nvCxnSpPr>
        <p:spPr>
          <a:xfrm flipV="1">
            <a:off x="8129016" y="5976055"/>
            <a:ext cx="832104" cy="56704"/>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3822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6471" t="68640" r="13238" b="23456"/>
          <a:stretch/>
        </p:blipFill>
        <p:spPr>
          <a:xfrm>
            <a:off x="585214" y="166038"/>
            <a:ext cx="7260336" cy="484632"/>
          </a:xfrm>
          <a:prstGeom prst="rect">
            <a:avLst/>
          </a:prstGeom>
        </p:spPr>
      </p:pic>
      <p:pic>
        <p:nvPicPr>
          <p:cNvPr id="4" name="Picture 3"/>
          <p:cNvPicPr>
            <a:picLocks noChangeAspect="1"/>
          </p:cNvPicPr>
          <p:nvPr/>
        </p:nvPicPr>
        <p:blipFill>
          <a:blip r:embed="rId3"/>
          <a:stretch>
            <a:fillRect/>
          </a:stretch>
        </p:blipFill>
        <p:spPr>
          <a:xfrm>
            <a:off x="585214" y="906078"/>
            <a:ext cx="4828032" cy="1584774"/>
          </a:xfrm>
          <a:prstGeom prst="rect">
            <a:avLst/>
          </a:prstGeom>
        </p:spPr>
      </p:pic>
      <p:pic>
        <p:nvPicPr>
          <p:cNvPr id="5" name="Picture 4"/>
          <p:cNvPicPr>
            <a:picLocks noChangeAspect="1"/>
          </p:cNvPicPr>
          <p:nvPr/>
        </p:nvPicPr>
        <p:blipFill rotWithShape="1">
          <a:blip r:embed="rId4"/>
          <a:srcRect b="29647"/>
          <a:stretch/>
        </p:blipFill>
        <p:spPr>
          <a:xfrm>
            <a:off x="457262" y="3683853"/>
            <a:ext cx="5774373" cy="1269912"/>
          </a:xfrm>
          <a:prstGeom prst="rect">
            <a:avLst/>
          </a:prstGeom>
        </p:spPr>
      </p:pic>
      <p:sp>
        <p:nvSpPr>
          <p:cNvPr id="7" name="Oval 6"/>
          <p:cNvSpPr/>
          <p:nvPr/>
        </p:nvSpPr>
        <p:spPr>
          <a:xfrm>
            <a:off x="585214" y="166038"/>
            <a:ext cx="7104890" cy="484632"/>
          </a:xfrm>
          <a:prstGeom prst="ellipse">
            <a:avLst/>
          </a:prstGeom>
          <a:noFill/>
          <a:ln>
            <a:solidFill>
              <a:schemeClr val="bg1"/>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p:nvPr/>
        </p:nvCxnSpPr>
        <p:spPr>
          <a:xfrm flipV="1">
            <a:off x="7690104" y="347473"/>
            <a:ext cx="392811" cy="36575"/>
          </a:xfrm>
          <a:prstGeom prst="straightConnector1">
            <a:avLst/>
          </a:prstGeom>
          <a:ln w="76200">
            <a:solidFill>
              <a:srgbClr val="FF0000"/>
            </a:solidFill>
            <a:tailEnd type="triangle"/>
          </a:ln>
          <a:effectLst>
            <a:glow rad="101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 name="Rectangle 5"/>
          <p:cNvSpPr>
            <a:spLocks noChangeArrowheads="1"/>
          </p:cNvSpPr>
          <p:nvPr/>
        </p:nvSpPr>
        <p:spPr bwMode="auto">
          <a:xfrm>
            <a:off x="8082915" y="166038"/>
            <a:ext cx="3978021" cy="646331"/>
          </a:xfrm>
          <a:prstGeom prst="rect">
            <a:avLst/>
          </a:prstGeom>
          <a:solidFill>
            <a:schemeClr val="accent6">
              <a:lumMod val="40000"/>
              <a:lumOff val="60000"/>
            </a:schemeClr>
          </a:solidFill>
          <a:ln>
            <a:noFill/>
          </a:ln>
          <a:effectLst>
            <a:glow rad="101600">
              <a:schemeClr val="accent2">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Uploads the image to </a:t>
            </a:r>
            <a:r>
              <a:rPr lang="en-US" b="1" dirty="0" err="1"/>
              <a:t>Cloudinary</a:t>
            </a:r>
            <a:r>
              <a:rPr lang="en-US" dirty="0"/>
              <a:t> (an image hosting service).</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1" name="Rectangle 10"/>
          <p:cNvSpPr/>
          <p:nvPr/>
        </p:nvSpPr>
        <p:spPr>
          <a:xfrm>
            <a:off x="694942" y="982866"/>
            <a:ext cx="4608576" cy="1431198"/>
          </a:xfrm>
          <a:prstGeom prst="rect">
            <a:avLst/>
          </a:prstGeom>
          <a:noFill/>
          <a:ln>
            <a:solidFill>
              <a:srgbClr val="00B05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Arrow Connector 11"/>
          <p:cNvCxnSpPr/>
          <p:nvPr/>
        </p:nvCxnSpPr>
        <p:spPr>
          <a:xfrm flipH="1" flipV="1">
            <a:off x="4645152" y="1147052"/>
            <a:ext cx="2423161" cy="496550"/>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7" name="Picture 16"/>
          <p:cNvPicPr>
            <a:picLocks noChangeAspect="1"/>
          </p:cNvPicPr>
          <p:nvPr/>
        </p:nvPicPr>
        <p:blipFill>
          <a:blip r:embed="rId5"/>
          <a:stretch>
            <a:fillRect/>
          </a:stretch>
        </p:blipFill>
        <p:spPr>
          <a:xfrm>
            <a:off x="6853899" y="993804"/>
            <a:ext cx="5207038" cy="1923132"/>
          </a:xfrm>
          <a:prstGeom prst="rect">
            <a:avLst/>
          </a:prstGeom>
        </p:spPr>
      </p:pic>
      <p:sp>
        <p:nvSpPr>
          <p:cNvPr id="23" name="Rectangle 5"/>
          <p:cNvSpPr>
            <a:spLocks noChangeArrowheads="1"/>
          </p:cNvSpPr>
          <p:nvPr/>
        </p:nvSpPr>
        <p:spPr bwMode="auto">
          <a:xfrm>
            <a:off x="7772210" y="3065027"/>
            <a:ext cx="3978021" cy="923330"/>
          </a:xfrm>
          <a:prstGeom prst="rect">
            <a:avLst/>
          </a:prstGeom>
          <a:solidFill>
            <a:schemeClr val="accent6">
              <a:lumMod val="40000"/>
              <a:lumOff val="60000"/>
            </a:schemeClr>
          </a:solidFill>
          <a:ln>
            <a:noFill/>
          </a:ln>
          <a:effectLst>
            <a:glow rad="101600">
              <a:schemeClr val="accent2">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t>HTTPS link</a:t>
            </a:r>
            <a:r>
              <a:rPr lang="en-US" dirty="0"/>
              <a:t> to the uploaded image on </a:t>
            </a:r>
            <a:r>
              <a:rPr lang="en-US" dirty="0" err="1"/>
              <a:t>Cloudinary</a:t>
            </a:r>
            <a:endParaRPr lang="en-US" dirty="0"/>
          </a:p>
          <a:p>
            <a:pPr lvl="0" eaLnBrk="0" fontAlgn="base" hangingPunct="0">
              <a:spcBef>
                <a:spcPct val="0"/>
              </a:spcBef>
              <a:spcAft>
                <a:spcPct val="0"/>
              </a:spcAft>
            </a:pPr>
            <a:r>
              <a:rPr lang="en-US" dirty="0"/>
              <a:t>storing that </a:t>
            </a:r>
            <a:r>
              <a:rPr lang="en-US" b="1" dirty="0"/>
              <a:t>image URL</a:t>
            </a:r>
            <a:r>
              <a:rPr lang="en-US" dirty="0"/>
              <a:t> in the database</a:t>
            </a:r>
            <a:endParaRPr lang="en-US" altLang="en-US" dirty="0"/>
          </a:p>
        </p:txBody>
      </p:sp>
      <p:cxnSp>
        <p:nvCxnSpPr>
          <p:cNvPr id="25" name="Straight Arrow Connector 24"/>
          <p:cNvCxnSpPr/>
          <p:nvPr/>
        </p:nvCxnSpPr>
        <p:spPr>
          <a:xfrm flipH="1" flipV="1">
            <a:off x="4645152" y="1147052"/>
            <a:ext cx="2423162" cy="493061"/>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1915665" y="1486921"/>
            <a:ext cx="3095247" cy="365136"/>
          </a:xfrm>
          <a:prstGeom prst="ellipse">
            <a:avLst/>
          </a:prstGeom>
          <a:noFill/>
          <a:ln>
            <a:solidFill>
              <a:schemeClr val="bg1"/>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Arrow Connector 27"/>
          <p:cNvCxnSpPr/>
          <p:nvPr/>
        </p:nvCxnSpPr>
        <p:spPr>
          <a:xfrm flipH="1" flipV="1">
            <a:off x="4499082" y="1819117"/>
            <a:ext cx="3191023" cy="1707576"/>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4425696" y="3988357"/>
            <a:ext cx="3136392" cy="684939"/>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7" name="Rectangle 5"/>
          <p:cNvSpPr>
            <a:spLocks noChangeArrowheads="1"/>
          </p:cNvSpPr>
          <p:nvPr/>
        </p:nvSpPr>
        <p:spPr bwMode="auto">
          <a:xfrm>
            <a:off x="7690104" y="4332314"/>
            <a:ext cx="3978021" cy="923330"/>
          </a:xfrm>
          <a:prstGeom prst="rect">
            <a:avLst/>
          </a:prstGeom>
          <a:solidFill>
            <a:srgbClr val="FFFF00"/>
          </a:solidFill>
          <a:ln>
            <a:noFill/>
          </a:ln>
          <a:effectLst>
            <a:glow rad="101600">
              <a:schemeClr val="accent2">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Finds the user who created the post using their </a:t>
            </a:r>
            <a:r>
              <a:rPr lang="en-US" dirty="0">
                <a:solidFill>
                  <a:srgbClr val="FF0000"/>
                </a:solidFill>
              </a:rPr>
              <a:t>ID (</a:t>
            </a:r>
            <a:r>
              <a:rPr lang="en-US" dirty="0" err="1">
                <a:solidFill>
                  <a:srgbClr val="FF0000"/>
                </a:solidFill>
              </a:rPr>
              <a:t>authorID</a:t>
            </a:r>
            <a:r>
              <a:rPr lang="en-US" dirty="0">
                <a:solidFill>
                  <a:srgbClr val="FF0000"/>
                </a:solidFill>
              </a:rPr>
              <a:t>)</a:t>
            </a:r>
          </a:p>
          <a:p>
            <a:pPr lvl="0" eaLnBrk="0" fontAlgn="base" hangingPunct="0">
              <a:spcBef>
                <a:spcPct val="0"/>
              </a:spcBef>
              <a:spcAft>
                <a:spcPct val="0"/>
              </a:spcAft>
            </a:pPr>
            <a:r>
              <a:rPr lang="en-US" altLang="en-US" dirty="0" err="1">
                <a:solidFill>
                  <a:srgbClr val="FF0000"/>
                </a:solidFill>
              </a:rPr>
              <a:t>authorID</a:t>
            </a:r>
            <a:r>
              <a:rPr lang="en-US" altLang="en-US" dirty="0"/>
              <a:t> comes from </a:t>
            </a:r>
            <a:r>
              <a:rPr lang="en-US" altLang="en-US" dirty="0">
                <a:solidFill>
                  <a:srgbClr val="00B0F0"/>
                </a:solidFill>
              </a:rPr>
              <a:t>req.id</a:t>
            </a:r>
          </a:p>
        </p:txBody>
      </p:sp>
      <p:cxnSp>
        <p:nvCxnSpPr>
          <p:cNvPr id="48" name="Straight Arrow Connector 47"/>
          <p:cNvCxnSpPr/>
          <p:nvPr/>
        </p:nvCxnSpPr>
        <p:spPr>
          <a:xfrm>
            <a:off x="3344448" y="4406568"/>
            <a:ext cx="1666464" cy="1229978"/>
          </a:xfrm>
          <a:prstGeom prst="straightConnector1">
            <a:avLst/>
          </a:prstGeom>
          <a:ln w="76200">
            <a:solidFill>
              <a:srgbClr val="00B0F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5" name="Rectangle 5"/>
          <p:cNvSpPr>
            <a:spLocks noChangeArrowheads="1"/>
          </p:cNvSpPr>
          <p:nvPr/>
        </p:nvSpPr>
        <p:spPr bwMode="auto">
          <a:xfrm>
            <a:off x="4677627" y="5636546"/>
            <a:ext cx="6473952" cy="923330"/>
          </a:xfrm>
          <a:prstGeom prst="rect">
            <a:avLst/>
          </a:prstGeom>
          <a:solidFill>
            <a:schemeClr val="accent1">
              <a:lumMod val="60000"/>
              <a:lumOff val="40000"/>
            </a:schemeClr>
          </a:solidFill>
          <a:ln>
            <a:solidFill>
              <a:srgbClr val="FF0000"/>
            </a:solidFill>
          </a:ln>
          <a:effectLst>
            <a:glow rad="63500">
              <a:schemeClr val="accent4">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solidFill>
                  <a:srgbClr val="FF0000"/>
                </a:solidFill>
              </a:rPr>
              <a:t>Adds the newly created post's ID to the user's posts array</a:t>
            </a:r>
          </a:p>
          <a:p>
            <a:pPr eaLnBrk="0" fontAlgn="base" hangingPunct="0">
              <a:spcBef>
                <a:spcPct val="0"/>
              </a:spcBef>
              <a:spcAft>
                <a:spcPct val="0"/>
              </a:spcAft>
            </a:pPr>
            <a:r>
              <a:rPr lang="en-US" dirty="0"/>
              <a:t>In User model, there's a posts field that stores an array of post IDs</a:t>
            </a:r>
          </a:p>
          <a:p>
            <a:pPr eaLnBrk="0" fontAlgn="base" hangingPunct="0">
              <a:spcBef>
                <a:spcPct val="0"/>
              </a:spcBef>
              <a:spcAft>
                <a:spcPct val="0"/>
              </a:spcAft>
            </a:pPr>
            <a:r>
              <a:rPr lang="en-US" dirty="0"/>
              <a:t>This will creates a </a:t>
            </a:r>
            <a:r>
              <a:rPr lang="en-US" b="1" dirty="0"/>
              <a:t>reference</a:t>
            </a:r>
            <a:r>
              <a:rPr lang="en-US" dirty="0"/>
              <a:t> between the user and their posts</a:t>
            </a:r>
          </a:p>
        </p:txBody>
      </p:sp>
      <p:cxnSp>
        <p:nvCxnSpPr>
          <p:cNvPr id="57" name="Straight Arrow Connector 56"/>
          <p:cNvCxnSpPr/>
          <p:nvPr/>
        </p:nvCxnSpPr>
        <p:spPr>
          <a:xfrm>
            <a:off x="2152680" y="4673296"/>
            <a:ext cx="32736" cy="1041704"/>
          </a:xfrm>
          <a:prstGeom prst="straightConnector1">
            <a:avLst/>
          </a:prstGeom>
          <a:ln w="7620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60" name="Rectangle 5"/>
          <p:cNvSpPr>
            <a:spLocks noChangeArrowheads="1"/>
          </p:cNvSpPr>
          <p:nvPr/>
        </p:nvSpPr>
        <p:spPr bwMode="auto">
          <a:xfrm>
            <a:off x="274128" y="5721999"/>
            <a:ext cx="3941254" cy="646331"/>
          </a:xfrm>
          <a:prstGeom prst="rect">
            <a:avLst/>
          </a:prstGeom>
          <a:solidFill>
            <a:srgbClr val="92D050"/>
          </a:solidFill>
          <a:ln>
            <a:solidFill>
              <a:srgbClr val="FF0000"/>
            </a:solidFill>
          </a:ln>
          <a:effectLst>
            <a:glow rad="63500">
              <a:schemeClr val="accent4">
                <a:satMod val="175000"/>
                <a:alpha val="40000"/>
              </a:schemeClr>
            </a:glow>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dirty="0"/>
              <a:t>Saves the updated user document back to MongoDB</a:t>
            </a:r>
          </a:p>
        </p:txBody>
      </p:sp>
      <p:pic>
        <p:nvPicPr>
          <p:cNvPr id="65" name="Picture 64"/>
          <p:cNvPicPr>
            <a:picLocks noChangeAspect="1"/>
          </p:cNvPicPr>
          <p:nvPr/>
        </p:nvPicPr>
        <p:blipFill rotWithShape="1">
          <a:blip r:embed="rId6"/>
          <a:srcRect b="50000"/>
          <a:stretch/>
        </p:blipFill>
        <p:spPr>
          <a:xfrm>
            <a:off x="2492728" y="2820546"/>
            <a:ext cx="4012708" cy="426200"/>
          </a:xfrm>
          <a:prstGeom prst="rect">
            <a:avLst/>
          </a:prstGeom>
          <a:effectLst>
            <a:glow rad="63500">
              <a:schemeClr val="accent5">
                <a:satMod val="175000"/>
                <a:alpha val="40000"/>
              </a:schemeClr>
            </a:glow>
          </a:effectLst>
        </p:spPr>
      </p:pic>
      <p:cxnSp>
        <p:nvCxnSpPr>
          <p:cNvPr id="66" name="Straight Arrow Connector 65"/>
          <p:cNvCxnSpPr/>
          <p:nvPr/>
        </p:nvCxnSpPr>
        <p:spPr>
          <a:xfrm flipV="1">
            <a:off x="1677110" y="3403507"/>
            <a:ext cx="1052633" cy="852071"/>
          </a:xfrm>
          <a:prstGeom prst="straightConnector1">
            <a:avLst/>
          </a:prstGeom>
          <a:ln w="76200">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70" name="Picture 69"/>
          <p:cNvPicPr>
            <a:picLocks noChangeAspect="1"/>
          </p:cNvPicPr>
          <p:nvPr/>
        </p:nvPicPr>
        <p:blipFill rotWithShape="1">
          <a:blip r:embed="rId6"/>
          <a:srcRect t="48749" b="9414"/>
          <a:stretch/>
        </p:blipFill>
        <p:spPr>
          <a:xfrm>
            <a:off x="2630903" y="3272214"/>
            <a:ext cx="4012708" cy="356616"/>
          </a:xfrm>
          <a:prstGeom prst="rect">
            <a:avLst/>
          </a:prstGeom>
          <a:effectLst>
            <a:glow rad="63500">
              <a:schemeClr val="accent5">
                <a:satMod val="175000"/>
                <a:alpha val="40000"/>
              </a:schemeClr>
            </a:glow>
          </a:effectLst>
        </p:spPr>
      </p:pic>
      <p:cxnSp>
        <p:nvCxnSpPr>
          <p:cNvPr id="71" name="Straight Arrow Connector 70"/>
          <p:cNvCxnSpPr/>
          <p:nvPr/>
        </p:nvCxnSpPr>
        <p:spPr>
          <a:xfrm flipV="1">
            <a:off x="1368389" y="3065027"/>
            <a:ext cx="1320301" cy="119663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D2BDB2B0-0D94-0A5D-FA55-CDB616E99165}"/>
                  </a:ext>
                </a:extLst>
              </p14:cNvPr>
              <p14:cNvContentPartPr/>
              <p14:nvPr/>
            </p14:nvContentPartPr>
            <p14:xfrm>
              <a:off x="1063589" y="4404078"/>
              <a:ext cx="1276560" cy="39600"/>
            </p14:xfrm>
          </p:contentPart>
        </mc:Choice>
        <mc:Fallback xmlns="">
          <p:pic>
            <p:nvPicPr>
              <p:cNvPr id="2" name="Ink 1">
                <a:extLst>
                  <a:ext uri="{FF2B5EF4-FFF2-40B4-BE49-F238E27FC236}">
                    <a16:creationId xmlns:a16="http://schemas.microsoft.com/office/drawing/2014/main" id="{D2BDB2B0-0D94-0A5D-FA55-CDB616E99165}"/>
                  </a:ext>
                </a:extLst>
              </p:cNvPr>
              <p:cNvPicPr/>
              <p:nvPr/>
            </p:nvPicPr>
            <p:blipFill>
              <a:blip r:embed="rId8"/>
              <a:stretch>
                <a:fillRect/>
              </a:stretch>
            </p:blipFill>
            <p:spPr>
              <a:xfrm>
                <a:off x="1054589" y="4395078"/>
                <a:ext cx="1294200" cy="57240"/>
              </a:xfrm>
              <a:prstGeom prst="rect">
                <a:avLst/>
              </a:prstGeom>
            </p:spPr>
          </p:pic>
        </mc:Fallback>
      </mc:AlternateContent>
      <p:grpSp>
        <p:nvGrpSpPr>
          <p:cNvPr id="13" name="Group 12">
            <a:extLst>
              <a:ext uri="{FF2B5EF4-FFF2-40B4-BE49-F238E27FC236}">
                <a16:creationId xmlns:a16="http://schemas.microsoft.com/office/drawing/2014/main" id="{28334E9A-6E95-70C9-C12E-03BD5B55BA54}"/>
              </a:ext>
            </a:extLst>
          </p:cNvPr>
          <p:cNvGrpSpPr/>
          <p:nvPr/>
        </p:nvGrpSpPr>
        <p:grpSpPr>
          <a:xfrm>
            <a:off x="1558949" y="4468518"/>
            <a:ext cx="1209240" cy="227880"/>
            <a:chOff x="1558949" y="4468518"/>
            <a:chExt cx="1209240" cy="227880"/>
          </a:xfrm>
        </p:grpSpPr>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19F6B790-D97F-FF3F-BF0D-0E4FCE07AECC}"/>
                    </a:ext>
                  </a:extLst>
                </p14:cNvPr>
                <p14:cNvContentPartPr/>
                <p14:nvPr/>
              </p14:nvContentPartPr>
              <p14:xfrm>
                <a:off x="1558949" y="4468518"/>
                <a:ext cx="1209240" cy="227880"/>
              </p14:xfrm>
            </p:contentPart>
          </mc:Choice>
          <mc:Fallback xmlns="">
            <p:pic>
              <p:nvPicPr>
                <p:cNvPr id="6" name="Ink 5">
                  <a:extLst>
                    <a:ext uri="{FF2B5EF4-FFF2-40B4-BE49-F238E27FC236}">
                      <a16:creationId xmlns:a16="http://schemas.microsoft.com/office/drawing/2014/main" id="{19F6B790-D97F-FF3F-BF0D-0E4FCE07AECC}"/>
                    </a:ext>
                  </a:extLst>
                </p:cNvPr>
                <p:cNvPicPr/>
                <p:nvPr/>
              </p:nvPicPr>
              <p:blipFill>
                <a:blip r:embed="rId10"/>
                <a:stretch>
                  <a:fillRect/>
                </a:stretch>
              </p:blipFill>
              <p:spPr>
                <a:xfrm>
                  <a:off x="1550309" y="4459878"/>
                  <a:ext cx="122688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C0C382BF-F8CC-3061-FFF5-039CD1A51354}"/>
                    </a:ext>
                  </a:extLst>
                </p14:cNvPr>
                <p14:cNvContentPartPr/>
                <p14:nvPr/>
              </p14:nvContentPartPr>
              <p14:xfrm>
                <a:off x="1572269" y="4495518"/>
                <a:ext cx="285840" cy="198000"/>
              </p14:xfrm>
            </p:contentPart>
          </mc:Choice>
          <mc:Fallback xmlns="">
            <p:pic>
              <p:nvPicPr>
                <p:cNvPr id="10" name="Ink 9">
                  <a:extLst>
                    <a:ext uri="{FF2B5EF4-FFF2-40B4-BE49-F238E27FC236}">
                      <a16:creationId xmlns:a16="http://schemas.microsoft.com/office/drawing/2014/main" id="{C0C382BF-F8CC-3061-FFF5-039CD1A51354}"/>
                    </a:ext>
                  </a:extLst>
                </p:cNvPr>
                <p:cNvPicPr/>
                <p:nvPr/>
              </p:nvPicPr>
              <p:blipFill>
                <a:blip r:embed="rId12"/>
                <a:stretch>
                  <a:fillRect/>
                </a:stretch>
              </p:blipFill>
              <p:spPr>
                <a:xfrm>
                  <a:off x="1563629" y="4486518"/>
                  <a:ext cx="303480" cy="215640"/>
                </a:xfrm>
                <a:prstGeom prst="rect">
                  <a:avLst/>
                </a:prstGeom>
              </p:spPr>
            </p:pic>
          </mc:Fallback>
        </mc:AlternateContent>
      </p:grpSp>
    </p:spTree>
    <p:extLst>
      <p:ext uri="{BB962C8B-B14F-4D97-AF65-F5344CB8AC3E}">
        <p14:creationId xmlns:p14="http://schemas.microsoft.com/office/powerpoint/2010/main" val="26143375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083296" y="182429"/>
            <a:ext cx="3814271" cy="1940361"/>
          </a:xfrm>
          <a:prstGeom prst="rect">
            <a:avLst/>
          </a:prstGeom>
          <a:ln>
            <a:solidFill>
              <a:srgbClr val="FF0000"/>
            </a:solidFill>
          </a:ln>
        </p:spPr>
      </p:pic>
      <p:pic>
        <p:nvPicPr>
          <p:cNvPr id="4" name="Picture 3"/>
          <p:cNvPicPr>
            <a:picLocks noChangeAspect="1"/>
          </p:cNvPicPr>
          <p:nvPr/>
        </p:nvPicPr>
        <p:blipFill rotWithShape="1">
          <a:blip r:embed="rId3"/>
          <a:srcRect t="73186" r="58083" b="10986"/>
          <a:stretch/>
        </p:blipFill>
        <p:spPr>
          <a:xfrm>
            <a:off x="9284183" y="2645820"/>
            <a:ext cx="2243377" cy="777240"/>
          </a:xfrm>
          <a:prstGeom prst="rect">
            <a:avLst/>
          </a:prstGeom>
          <a:effectLst>
            <a:glow rad="63500">
              <a:schemeClr val="accent5">
                <a:satMod val="175000"/>
                <a:alpha val="40000"/>
              </a:schemeClr>
            </a:glow>
          </a:effectLst>
        </p:spPr>
      </p:pic>
      <p:cxnSp>
        <p:nvCxnSpPr>
          <p:cNvPr id="5" name="Straight Arrow Connector 4"/>
          <p:cNvCxnSpPr/>
          <p:nvPr/>
        </p:nvCxnSpPr>
        <p:spPr>
          <a:xfrm flipH="1" flipV="1">
            <a:off x="9720072" y="1892809"/>
            <a:ext cx="685800" cy="80543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4"/>
          <a:stretch>
            <a:fillRect/>
          </a:stretch>
        </p:blipFill>
        <p:spPr>
          <a:xfrm>
            <a:off x="598930" y="2698239"/>
            <a:ext cx="5769866" cy="1712928"/>
          </a:xfrm>
          <a:prstGeom prst="rect">
            <a:avLst/>
          </a:prstGeom>
        </p:spPr>
      </p:pic>
      <p:pic>
        <p:nvPicPr>
          <p:cNvPr id="8" name="Picture 7"/>
          <p:cNvPicPr>
            <a:picLocks noChangeAspect="1"/>
          </p:cNvPicPr>
          <p:nvPr/>
        </p:nvPicPr>
        <p:blipFill rotWithShape="1">
          <a:blip r:embed="rId5"/>
          <a:srcRect t="70711"/>
          <a:stretch/>
        </p:blipFill>
        <p:spPr>
          <a:xfrm>
            <a:off x="621790" y="350517"/>
            <a:ext cx="5774373" cy="528679"/>
          </a:xfrm>
          <a:prstGeom prst="rect">
            <a:avLst/>
          </a:prstGeom>
        </p:spPr>
      </p:pic>
      <p:sp>
        <p:nvSpPr>
          <p:cNvPr id="9" name="Rectangle 5"/>
          <p:cNvSpPr>
            <a:spLocks noChangeArrowheads="1"/>
          </p:cNvSpPr>
          <p:nvPr/>
        </p:nvSpPr>
        <p:spPr bwMode="auto">
          <a:xfrm>
            <a:off x="8222004" y="5957689"/>
            <a:ext cx="3355848" cy="646331"/>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Each</a:t>
            </a:r>
            <a:r>
              <a:rPr kumimoji="0" lang="en-US" altLang="en-US" b="0" i="0" u="none" strike="noStrike" cap="none" normalizeH="0" dirty="0">
                <a:ln>
                  <a:noFill/>
                </a:ln>
                <a:solidFill>
                  <a:schemeClr val="tx1"/>
                </a:solidFill>
                <a:effectLst/>
                <a:latin typeface="Arial" panose="020B0604020202020204" pitchFamily="34" charset="0"/>
              </a:rPr>
              <a:t> user has a posts array containing all their post IDs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0" name="Picture 9"/>
          <p:cNvPicPr>
            <a:picLocks noChangeAspect="1"/>
          </p:cNvPicPr>
          <p:nvPr/>
        </p:nvPicPr>
        <p:blipFill>
          <a:blip r:embed="rId6"/>
          <a:stretch>
            <a:fillRect/>
          </a:stretch>
        </p:blipFill>
        <p:spPr>
          <a:xfrm>
            <a:off x="7988089" y="4670754"/>
            <a:ext cx="3909478" cy="830471"/>
          </a:xfrm>
          <a:prstGeom prst="rect">
            <a:avLst/>
          </a:prstGeom>
        </p:spPr>
      </p:pic>
      <p:cxnSp>
        <p:nvCxnSpPr>
          <p:cNvPr id="11" name="Straight Arrow Connector 10"/>
          <p:cNvCxnSpPr/>
          <p:nvPr/>
        </p:nvCxnSpPr>
        <p:spPr>
          <a:xfrm flipH="1">
            <a:off x="9267444" y="5358384"/>
            <a:ext cx="452628" cy="63732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4" name="Rectangle 5"/>
          <p:cNvSpPr>
            <a:spLocks noChangeArrowheads="1"/>
          </p:cNvSpPr>
          <p:nvPr/>
        </p:nvSpPr>
        <p:spPr bwMode="auto">
          <a:xfrm>
            <a:off x="1243584" y="1719194"/>
            <a:ext cx="3355848" cy="646331"/>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This</a:t>
            </a:r>
            <a:r>
              <a:rPr kumimoji="0" lang="en-US" altLang="en-US" b="0" i="0" u="none" strike="noStrike" cap="none" normalizeH="0" dirty="0">
                <a:ln>
                  <a:noFill/>
                </a:ln>
                <a:solidFill>
                  <a:schemeClr val="tx1"/>
                </a:solidFill>
                <a:effectLst/>
                <a:latin typeface="Arial" panose="020B0604020202020204" pitchFamily="34" charset="0"/>
              </a:rPr>
              <a:t> populate will allow to return all the fields</a:t>
            </a:r>
          </a:p>
        </p:txBody>
      </p:sp>
      <p:cxnSp>
        <p:nvCxnSpPr>
          <p:cNvPr id="17" name="Straight Arrow Connector 16"/>
          <p:cNvCxnSpPr>
            <a:stCxn id="14" idx="0"/>
          </p:cNvCxnSpPr>
          <p:nvPr/>
        </p:nvCxnSpPr>
        <p:spPr>
          <a:xfrm flipV="1">
            <a:off x="2921508" y="879196"/>
            <a:ext cx="562355" cy="839998"/>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119628" y="4184568"/>
            <a:ext cx="16764" cy="789768"/>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Rectangle 5"/>
          <p:cNvSpPr>
            <a:spLocks noChangeArrowheads="1"/>
          </p:cNvSpPr>
          <p:nvPr/>
        </p:nvSpPr>
        <p:spPr bwMode="auto">
          <a:xfrm>
            <a:off x="1441704" y="5030713"/>
            <a:ext cx="3355848" cy="646331"/>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dirty="0">
                <a:ln>
                  <a:noFill/>
                </a:ln>
                <a:solidFill>
                  <a:schemeClr val="tx1"/>
                </a:solidFill>
                <a:effectLst/>
                <a:latin typeface="Arial" panose="020B0604020202020204" pitchFamily="34" charset="0"/>
              </a:rPr>
              <a:t>This means that the post is created</a:t>
            </a:r>
          </a:p>
        </p:txBody>
      </p:sp>
    </p:spTree>
    <p:extLst>
      <p:ext uri="{BB962C8B-B14F-4D97-AF65-F5344CB8AC3E}">
        <p14:creationId xmlns:p14="http://schemas.microsoft.com/office/powerpoint/2010/main" val="238324715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 y="0"/>
            <a:ext cx="10515600" cy="1325563"/>
          </a:xfrm>
        </p:spPr>
        <p:txBody>
          <a:bodyPr/>
          <a:lstStyle/>
          <a:p>
            <a:r>
              <a:rPr lang="en-US" dirty="0"/>
              <a:t>When we highlight a </a:t>
            </a:r>
            <a:r>
              <a:rPr lang="en-US" dirty="0" err="1"/>
              <a:t>post..then</a:t>
            </a:r>
            <a:r>
              <a:rPr lang="en-US" dirty="0"/>
              <a:t> its username and other things are </a:t>
            </a:r>
            <a:r>
              <a:rPr lang="en-US" dirty="0" err="1"/>
              <a:t>shown..so</a:t>
            </a:r>
            <a:r>
              <a:rPr lang="en-US" dirty="0"/>
              <a:t> this is for that</a:t>
            </a:r>
            <a:endParaRPr lang="en-IN" dirty="0"/>
          </a:p>
        </p:txBody>
      </p:sp>
      <p:pic>
        <p:nvPicPr>
          <p:cNvPr id="3" name="Picture 2"/>
          <p:cNvPicPr>
            <a:picLocks noChangeAspect="1"/>
          </p:cNvPicPr>
          <p:nvPr/>
        </p:nvPicPr>
        <p:blipFill>
          <a:blip r:embed="rId2"/>
          <a:stretch>
            <a:fillRect/>
          </a:stretch>
        </p:blipFill>
        <p:spPr>
          <a:xfrm>
            <a:off x="79248" y="1325562"/>
            <a:ext cx="9156192" cy="5599725"/>
          </a:xfrm>
          <a:prstGeom prst="rect">
            <a:avLst/>
          </a:prstGeom>
        </p:spPr>
      </p:pic>
    </p:spTree>
    <p:extLst>
      <p:ext uri="{BB962C8B-B14F-4D97-AF65-F5344CB8AC3E}">
        <p14:creationId xmlns:p14="http://schemas.microsoft.com/office/powerpoint/2010/main" val="15718178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51" y="80125"/>
            <a:ext cx="6678168" cy="499886"/>
          </a:xfrm>
          <a:solidFill>
            <a:srgbClr val="FFFF00"/>
          </a:solidFill>
        </p:spPr>
        <p:txBody>
          <a:bodyPr>
            <a:normAutofit fontScale="90000"/>
          </a:bodyPr>
          <a:lstStyle/>
          <a:p>
            <a:r>
              <a:rPr lang="en-US" dirty="0"/>
              <a:t>Updated version of </a:t>
            </a:r>
            <a:r>
              <a:rPr lang="en-US" dirty="0" err="1"/>
              <a:t>getAllPosts</a:t>
            </a:r>
            <a:r>
              <a:rPr lang="en-US" dirty="0"/>
              <a:t> </a:t>
            </a:r>
            <a:endParaRPr lang="en-IN" dirty="0"/>
          </a:p>
        </p:txBody>
      </p:sp>
      <p:pic>
        <p:nvPicPr>
          <p:cNvPr id="3" name="Picture 2"/>
          <p:cNvPicPr>
            <a:picLocks noChangeAspect="1"/>
          </p:cNvPicPr>
          <p:nvPr/>
        </p:nvPicPr>
        <p:blipFill rotWithShape="1">
          <a:blip r:embed="rId2"/>
          <a:srcRect b="90942"/>
          <a:stretch/>
        </p:blipFill>
        <p:spPr>
          <a:xfrm>
            <a:off x="70104" y="758952"/>
            <a:ext cx="9128760" cy="548640"/>
          </a:xfrm>
          <a:prstGeom prst="rect">
            <a:avLst/>
          </a:prstGeom>
        </p:spPr>
      </p:pic>
      <p:cxnSp>
        <p:nvCxnSpPr>
          <p:cNvPr id="5" name="Straight Arrow Connector 4"/>
          <p:cNvCxnSpPr>
            <a:stCxn id="13" idx="3"/>
            <a:endCxn id="7" idx="1"/>
          </p:cNvCxnSpPr>
          <p:nvPr/>
        </p:nvCxnSpPr>
        <p:spPr>
          <a:xfrm flipV="1">
            <a:off x="3812434" y="671486"/>
            <a:ext cx="3818234" cy="861105"/>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Rectangle 5"/>
          <p:cNvSpPr>
            <a:spLocks noChangeArrowheads="1"/>
          </p:cNvSpPr>
          <p:nvPr/>
        </p:nvSpPr>
        <p:spPr bwMode="auto">
          <a:xfrm>
            <a:off x="7630668" y="71321"/>
            <a:ext cx="3355848" cy="1200329"/>
          </a:xfrm>
          <a:prstGeom prst="rect">
            <a:avLst/>
          </a:prstGeom>
          <a:solidFill>
            <a:srgbClr val="92D05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Gets the </a:t>
            </a:r>
            <a:r>
              <a:rPr lang="en-US" dirty="0">
                <a:solidFill>
                  <a:srgbClr val="FF0000"/>
                </a:solidFill>
              </a:rPr>
              <a:t>logged-in user's ID</a:t>
            </a:r>
            <a:r>
              <a:rPr lang="en-US" dirty="0"/>
              <a:t> </a:t>
            </a:r>
            <a:r>
              <a:rPr lang="en-IN" dirty="0"/>
              <a:t>from the </a:t>
            </a:r>
            <a:r>
              <a:rPr lang="en-IN" dirty="0">
                <a:solidFill>
                  <a:srgbClr val="002060"/>
                </a:solidFill>
              </a:rPr>
              <a:t>JWT token </a:t>
            </a:r>
          </a:p>
          <a:p>
            <a:pPr lvl="0" eaLnBrk="0" fontAlgn="base" hangingPunct="0">
              <a:spcBef>
                <a:spcPct val="0"/>
              </a:spcBef>
              <a:spcAft>
                <a:spcPct val="0"/>
              </a:spcAft>
            </a:pPr>
            <a:r>
              <a:rPr lang="en-US" dirty="0"/>
              <a:t>If no user is logged in ,</a:t>
            </a:r>
            <a:r>
              <a:rPr lang="en-US" dirty="0">
                <a:solidFill>
                  <a:srgbClr val="FF0000"/>
                </a:solidFill>
              </a:rPr>
              <a:t> </a:t>
            </a:r>
            <a:r>
              <a:rPr lang="en-US" dirty="0" err="1">
                <a:solidFill>
                  <a:srgbClr val="FF0000"/>
                </a:solidFill>
              </a:rPr>
              <a:t>viewerId</a:t>
            </a:r>
            <a:r>
              <a:rPr lang="en-US" dirty="0">
                <a:solidFill>
                  <a:srgbClr val="FF0000"/>
                </a:solidFill>
              </a:rPr>
              <a:t> </a:t>
            </a:r>
            <a:r>
              <a:rPr lang="en-US" dirty="0"/>
              <a:t>is null</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13" name="Picture 12"/>
          <p:cNvPicPr>
            <a:picLocks noChangeAspect="1"/>
          </p:cNvPicPr>
          <p:nvPr/>
        </p:nvPicPr>
        <p:blipFill rotWithShape="1">
          <a:blip r:embed="rId2"/>
          <a:srcRect l="5743" t="8343" r="64207" b="87129"/>
          <a:stretch/>
        </p:blipFill>
        <p:spPr>
          <a:xfrm>
            <a:off x="70104" y="1345474"/>
            <a:ext cx="3742330" cy="374233"/>
          </a:xfrm>
          <a:prstGeom prst="rect">
            <a:avLst/>
          </a:prstGeom>
          <a:effectLst>
            <a:glow rad="101600">
              <a:schemeClr val="accent4">
                <a:satMod val="175000"/>
                <a:alpha val="40000"/>
              </a:schemeClr>
            </a:glow>
          </a:effectLst>
        </p:spPr>
      </p:pic>
      <p:pic>
        <p:nvPicPr>
          <p:cNvPr id="15" name="Picture 14"/>
          <p:cNvPicPr>
            <a:picLocks noChangeAspect="1"/>
          </p:cNvPicPr>
          <p:nvPr/>
        </p:nvPicPr>
        <p:blipFill rotWithShape="1">
          <a:blip r:embed="rId2"/>
          <a:srcRect l="3372" t="12341" r="35077" b="80861"/>
          <a:stretch/>
        </p:blipFill>
        <p:spPr>
          <a:xfrm>
            <a:off x="19812" y="1811183"/>
            <a:ext cx="7610856" cy="557785"/>
          </a:xfrm>
          <a:prstGeom prst="rect">
            <a:avLst/>
          </a:prstGeom>
          <a:effectLst>
            <a:glow rad="139700">
              <a:schemeClr val="accent2">
                <a:satMod val="175000"/>
                <a:alpha val="40000"/>
              </a:schemeClr>
            </a:glow>
          </a:effectLst>
        </p:spPr>
      </p:pic>
      <p:cxnSp>
        <p:nvCxnSpPr>
          <p:cNvPr id="21" name="Straight Arrow Connector 20"/>
          <p:cNvCxnSpPr/>
          <p:nvPr/>
        </p:nvCxnSpPr>
        <p:spPr>
          <a:xfrm flipV="1">
            <a:off x="7445036" y="1811183"/>
            <a:ext cx="1122892" cy="10055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3" name="Rectangle 5"/>
          <p:cNvSpPr>
            <a:spLocks noChangeArrowheads="1"/>
          </p:cNvSpPr>
          <p:nvPr/>
        </p:nvSpPr>
        <p:spPr bwMode="auto">
          <a:xfrm>
            <a:off x="8567928" y="1626517"/>
            <a:ext cx="3529584" cy="369332"/>
          </a:xfrm>
          <a:prstGeom prst="rect">
            <a:avLst/>
          </a:prstGeom>
          <a:solidFill>
            <a:schemeClr val="accent4">
              <a:lumMod val="40000"/>
              <a:lumOff val="60000"/>
            </a:schemeClr>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Arial" panose="020B0604020202020204" pitchFamily="34" charset="0"/>
              </a:rPr>
              <a:t>Runs two queries simultaneously</a:t>
            </a:r>
          </a:p>
        </p:txBody>
      </p:sp>
      <p:sp>
        <p:nvSpPr>
          <p:cNvPr id="27" name="Rectangle 5"/>
          <p:cNvSpPr>
            <a:spLocks noChangeArrowheads="1"/>
          </p:cNvSpPr>
          <p:nvPr/>
        </p:nvSpPr>
        <p:spPr bwMode="auto">
          <a:xfrm>
            <a:off x="4065725" y="2658903"/>
            <a:ext cx="7129886" cy="646331"/>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solidFill>
                  <a:srgbClr val="FF0000"/>
                </a:solidFill>
              </a:rPr>
              <a:t>Finds all users </a:t>
            </a:r>
            <a:r>
              <a:rPr lang="en-US" dirty="0"/>
              <a:t>who have </a:t>
            </a:r>
            <a:r>
              <a:rPr lang="en-US" dirty="0" err="1"/>
              <a:t>isPrivate</a:t>
            </a:r>
            <a:r>
              <a:rPr lang="en-US" dirty="0"/>
              <a:t>: false – means </a:t>
            </a:r>
            <a:r>
              <a:rPr lang="en-US" dirty="0">
                <a:solidFill>
                  <a:srgbClr val="FF0000"/>
                </a:solidFill>
              </a:rPr>
              <a:t>public account</a:t>
            </a:r>
          </a:p>
          <a:p>
            <a:pPr lvl="0" eaLnBrk="0" fontAlgn="base" hangingPunct="0">
              <a:spcBef>
                <a:spcPct val="0"/>
              </a:spcBef>
              <a:spcAft>
                <a:spcPct val="0"/>
              </a:spcAft>
            </a:pPr>
            <a:r>
              <a:rPr kumimoji="0" lang="en-US" altLang="en-US" b="0" i="0" u="none" strike="noStrike" cap="none" normalizeH="0" baseline="0" dirty="0">
                <a:ln>
                  <a:noFill/>
                </a:ln>
                <a:solidFill>
                  <a:srgbClr val="FF0000"/>
                </a:solidFill>
                <a:effectLst/>
                <a:latin typeface="Arial" panose="020B0604020202020204" pitchFamily="34" charset="0"/>
              </a:rPr>
              <a:t>.distinct(‘_id’) </a:t>
            </a:r>
            <a:r>
              <a:rPr kumimoji="0" lang="en-US" altLang="en-US" b="0" i="0" u="none" strike="noStrike" cap="none" normalizeH="0" baseline="0" dirty="0">
                <a:ln>
                  <a:noFill/>
                </a:ln>
                <a:solidFill>
                  <a:schemeClr val="tx1"/>
                </a:solidFill>
                <a:effectLst/>
                <a:latin typeface="Arial" panose="020B0604020202020204" pitchFamily="34" charset="0"/>
              </a:rPr>
              <a:t>– returns </a:t>
            </a:r>
            <a:r>
              <a:rPr kumimoji="0" lang="en-US" altLang="en-US" b="0" i="0" u="none" strike="noStrike" cap="none" normalizeH="0" baseline="0" dirty="0">
                <a:ln>
                  <a:noFill/>
                </a:ln>
                <a:solidFill>
                  <a:srgbClr val="FF0000"/>
                </a:solidFill>
                <a:effectLst/>
                <a:latin typeface="Arial" panose="020B0604020202020204" pitchFamily="34" charset="0"/>
              </a:rPr>
              <a:t>only the unique _id </a:t>
            </a:r>
            <a:r>
              <a:rPr kumimoji="0" lang="en-US" altLang="en-US" b="0" i="0" u="none" strike="noStrike" cap="none" normalizeH="0" baseline="0" dirty="0">
                <a:ln>
                  <a:noFill/>
                </a:ln>
                <a:solidFill>
                  <a:schemeClr val="tx1"/>
                </a:solidFill>
                <a:effectLst/>
                <a:latin typeface="Arial" panose="020B0604020202020204" pitchFamily="34" charset="0"/>
              </a:rPr>
              <a:t>field values from the user</a:t>
            </a:r>
          </a:p>
        </p:txBody>
      </p:sp>
      <p:cxnSp>
        <p:nvCxnSpPr>
          <p:cNvPr id="32" name="Straight Arrow Connector 31"/>
          <p:cNvCxnSpPr/>
          <p:nvPr/>
        </p:nvCxnSpPr>
        <p:spPr>
          <a:xfrm flipH="1">
            <a:off x="2478024" y="2401293"/>
            <a:ext cx="1259279" cy="275844"/>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4" name="Rectangle 5"/>
          <p:cNvSpPr>
            <a:spLocks noChangeArrowheads="1"/>
          </p:cNvSpPr>
          <p:nvPr/>
        </p:nvSpPr>
        <p:spPr bwMode="auto">
          <a:xfrm>
            <a:off x="179832" y="2713571"/>
            <a:ext cx="2864448" cy="369332"/>
          </a:xfrm>
          <a:prstGeom prst="rect">
            <a:avLst/>
          </a:prstGeom>
          <a:solidFill>
            <a:srgbClr val="92D05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solidFill>
                  <a:srgbClr val="FF0000"/>
                </a:solidFill>
              </a:rPr>
              <a:t>Gives all the public user IDs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39" name="Picture 38"/>
          <p:cNvPicPr>
            <a:picLocks noChangeAspect="1"/>
          </p:cNvPicPr>
          <p:nvPr/>
        </p:nvPicPr>
        <p:blipFill rotWithShape="1">
          <a:blip r:embed="rId2"/>
          <a:srcRect l="3373" t="18612" r="2033" b="74145"/>
          <a:stretch/>
        </p:blipFill>
        <p:spPr>
          <a:xfrm>
            <a:off x="0" y="3559691"/>
            <a:ext cx="11696700" cy="594360"/>
          </a:xfrm>
          <a:prstGeom prst="rect">
            <a:avLst/>
          </a:prstGeom>
          <a:effectLst>
            <a:glow rad="139700">
              <a:schemeClr val="accent2">
                <a:satMod val="175000"/>
                <a:alpha val="40000"/>
              </a:schemeClr>
            </a:glow>
          </a:effectLst>
        </p:spPr>
      </p:pic>
      <p:cxnSp>
        <p:nvCxnSpPr>
          <p:cNvPr id="47" name="Straight Arrow Connector 46"/>
          <p:cNvCxnSpPr>
            <a:endCxn id="49" idx="1"/>
          </p:cNvCxnSpPr>
          <p:nvPr/>
        </p:nvCxnSpPr>
        <p:spPr>
          <a:xfrm>
            <a:off x="2941320" y="3983552"/>
            <a:ext cx="1500219" cy="354656"/>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49" name="Rectangle 5"/>
          <p:cNvSpPr>
            <a:spLocks noChangeArrowheads="1"/>
          </p:cNvSpPr>
          <p:nvPr/>
        </p:nvSpPr>
        <p:spPr bwMode="auto">
          <a:xfrm>
            <a:off x="4441539" y="4015042"/>
            <a:ext cx="7129886" cy="646331"/>
          </a:xfrm>
          <a:prstGeom prst="rect">
            <a:avLst/>
          </a:prstGeom>
          <a:solidFill>
            <a:schemeClr val="accent3">
              <a:lumMod val="40000"/>
              <a:lumOff val="60000"/>
            </a:schemeClr>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dirty="0"/>
              <a:t>Finds </a:t>
            </a:r>
            <a:r>
              <a:rPr lang="en-IN" dirty="0">
                <a:solidFill>
                  <a:srgbClr val="FF0000"/>
                </a:solidFill>
              </a:rPr>
              <a:t>private users</a:t>
            </a:r>
            <a:r>
              <a:rPr lang="en-IN" dirty="0"/>
              <a:t>  where the current viewer is </a:t>
            </a:r>
            <a:r>
              <a:rPr lang="en-IN" dirty="0">
                <a:solidFill>
                  <a:srgbClr val="FF0000"/>
                </a:solidFill>
              </a:rPr>
              <a:t>in their followers array</a:t>
            </a:r>
          </a:p>
          <a:p>
            <a:pPr lvl="0" eaLnBrk="0" fontAlgn="base" hangingPunct="0">
              <a:spcBef>
                <a:spcPct val="0"/>
              </a:spcBef>
              <a:spcAft>
                <a:spcPct val="0"/>
              </a:spcAft>
            </a:pPr>
            <a:r>
              <a:rPr lang="en-US" dirty="0"/>
              <a:t>Only </a:t>
            </a:r>
            <a:r>
              <a:rPr lang="en-US" dirty="0">
                <a:solidFill>
                  <a:srgbClr val="FF0000"/>
                </a:solidFill>
              </a:rPr>
              <a:t>runs if user is logged in </a:t>
            </a:r>
            <a:r>
              <a:rPr lang="en-US" dirty="0"/>
              <a:t>(</a:t>
            </a:r>
            <a:r>
              <a:rPr lang="en-IN" dirty="0" err="1"/>
              <a:t>viewerId</a:t>
            </a:r>
            <a:r>
              <a:rPr lang="en-IN" dirty="0"/>
              <a:t> exists)</a:t>
            </a:r>
            <a:endParaRPr kumimoji="0" lang="en-US" altLang="en-US" b="0" i="0" u="none" strike="noStrike" cap="none" normalizeH="0" baseline="0" dirty="0">
              <a:ln>
                <a:noFill/>
              </a:ln>
              <a:solidFill>
                <a:schemeClr val="tx1"/>
              </a:solidFill>
              <a:effectLst/>
              <a:latin typeface="Arial" panose="020B0604020202020204" pitchFamily="34" charset="0"/>
            </a:endParaRPr>
          </a:p>
        </p:txBody>
      </p:sp>
      <p:pic>
        <p:nvPicPr>
          <p:cNvPr id="56" name="Picture 55"/>
          <p:cNvPicPr>
            <a:picLocks noChangeAspect="1"/>
          </p:cNvPicPr>
          <p:nvPr/>
        </p:nvPicPr>
        <p:blipFill rotWithShape="1">
          <a:blip r:embed="rId2"/>
          <a:srcRect l="5320" t="26655" r="61772" b="53621"/>
          <a:stretch/>
        </p:blipFill>
        <p:spPr>
          <a:xfrm>
            <a:off x="226007" y="5036605"/>
            <a:ext cx="4069080" cy="1618487"/>
          </a:xfrm>
          <a:prstGeom prst="rect">
            <a:avLst/>
          </a:prstGeom>
          <a:effectLst>
            <a:glow rad="139700">
              <a:schemeClr val="accent2">
                <a:satMod val="175000"/>
                <a:alpha val="40000"/>
              </a:schemeClr>
            </a:glow>
          </a:effectLst>
        </p:spPr>
      </p:pic>
      <p:sp>
        <p:nvSpPr>
          <p:cNvPr id="58" name="Rectangle 57"/>
          <p:cNvSpPr/>
          <p:nvPr/>
        </p:nvSpPr>
        <p:spPr>
          <a:xfrm>
            <a:off x="226007" y="4478493"/>
            <a:ext cx="3511296" cy="36576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 is called spread operator</a:t>
            </a:r>
            <a:endParaRPr lang="en-IN" dirty="0"/>
          </a:p>
        </p:txBody>
      </p:sp>
      <p:cxnSp>
        <p:nvCxnSpPr>
          <p:cNvPr id="59" name="Straight Arrow Connector 58"/>
          <p:cNvCxnSpPr/>
          <p:nvPr/>
        </p:nvCxnSpPr>
        <p:spPr>
          <a:xfrm flipV="1">
            <a:off x="2689248" y="5083124"/>
            <a:ext cx="2184504" cy="449054"/>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61" name="Rectangle 5"/>
          <p:cNvSpPr>
            <a:spLocks noChangeArrowheads="1"/>
          </p:cNvSpPr>
          <p:nvPr/>
        </p:nvSpPr>
        <p:spPr bwMode="auto">
          <a:xfrm>
            <a:off x="4967626" y="4769689"/>
            <a:ext cx="2663042" cy="369332"/>
          </a:xfrm>
          <a:prstGeom prst="rect">
            <a:avLst/>
          </a:prstGeom>
          <a:solidFill>
            <a:schemeClr val="accent2">
              <a:lumMod val="40000"/>
              <a:lumOff val="60000"/>
            </a:schemeClr>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Ids of all the public users</a:t>
            </a:r>
            <a:endParaRPr lang="en-IN" dirty="0"/>
          </a:p>
        </p:txBody>
      </p:sp>
      <p:cxnSp>
        <p:nvCxnSpPr>
          <p:cNvPr id="63" name="Straight Arrow Connector 62"/>
          <p:cNvCxnSpPr>
            <a:endCxn id="66" idx="1"/>
          </p:cNvCxnSpPr>
          <p:nvPr/>
        </p:nvCxnSpPr>
        <p:spPr>
          <a:xfrm>
            <a:off x="4207003" y="5858522"/>
            <a:ext cx="2092144" cy="88017"/>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66" name="Rectangle 5"/>
          <p:cNvSpPr>
            <a:spLocks noChangeArrowheads="1"/>
          </p:cNvSpPr>
          <p:nvPr/>
        </p:nvSpPr>
        <p:spPr bwMode="auto">
          <a:xfrm>
            <a:off x="6299147" y="5761873"/>
            <a:ext cx="2179934" cy="369332"/>
          </a:xfrm>
          <a:prstGeom prst="rect">
            <a:avLst/>
          </a:prstGeom>
          <a:solidFill>
            <a:schemeClr val="bg1">
              <a:lumMod val="95000"/>
            </a:schemeClr>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Conditional Spread</a:t>
            </a:r>
            <a:endParaRPr lang="en-IN" dirty="0"/>
          </a:p>
        </p:txBody>
      </p:sp>
      <p:cxnSp>
        <p:nvCxnSpPr>
          <p:cNvPr id="67" name="Straight Arrow Connector 66"/>
          <p:cNvCxnSpPr>
            <a:endCxn id="69" idx="1"/>
          </p:cNvCxnSpPr>
          <p:nvPr/>
        </p:nvCxnSpPr>
        <p:spPr>
          <a:xfrm>
            <a:off x="3582163" y="6075413"/>
            <a:ext cx="2130244" cy="488602"/>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69" name="Rectangle 5"/>
          <p:cNvSpPr>
            <a:spLocks noChangeArrowheads="1"/>
          </p:cNvSpPr>
          <p:nvPr/>
        </p:nvSpPr>
        <p:spPr bwMode="auto">
          <a:xfrm>
            <a:off x="5712407" y="6379349"/>
            <a:ext cx="4876345" cy="369332"/>
          </a:xfrm>
          <a:prstGeom prst="rect">
            <a:avLst/>
          </a:prstGeom>
          <a:solidFill>
            <a:srgbClr val="92D05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Ids of all the private users who are in follow array</a:t>
            </a:r>
            <a:endParaRPr lang="en-IN" dirty="0"/>
          </a:p>
        </p:txBody>
      </p:sp>
      <p:cxnSp>
        <p:nvCxnSpPr>
          <p:cNvPr id="73" name="Straight Arrow Connector 72"/>
          <p:cNvCxnSpPr/>
          <p:nvPr/>
        </p:nvCxnSpPr>
        <p:spPr>
          <a:xfrm flipV="1">
            <a:off x="4079288" y="5552606"/>
            <a:ext cx="2019760" cy="153462"/>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5" name="Rectangle 5"/>
          <p:cNvSpPr>
            <a:spLocks noChangeArrowheads="1"/>
          </p:cNvSpPr>
          <p:nvPr/>
        </p:nvSpPr>
        <p:spPr bwMode="auto">
          <a:xfrm>
            <a:off x="6247025" y="5291476"/>
            <a:ext cx="4597759" cy="369332"/>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If user is logged in </a:t>
            </a:r>
            <a:r>
              <a:rPr lang="en-US" dirty="0" err="1"/>
              <a:t>viewerId</a:t>
            </a:r>
            <a:r>
              <a:rPr lang="en-US" dirty="0"/>
              <a:t> exist else it is null</a:t>
            </a:r>
            <a:endParaRPr lang="en-IN" dirty="0"/>
          </a:p>
        </p:txBody>
      </p:sp>
      <p:cxnSp>
        <p:nvCxnSpPr>
          <p:cNvPr id="78" name="Straight Arrow Connector 77"/>
          <p:cNvCxnSpPr/>
          <p:nvPr/>
        </p:nvCxnSpPr>
        <p:spPr>
          <a:xfrm>
            <a:off x="5860235" y="2186031"/>
            <a:ext cx="769165" cy="52754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77087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17694" b="89290"/>
          <a:stretch/>
        </p:blipFill>
        <p:spPr>
          <a:xfrm>
            <a:off x="153280" y="281386"/>
            <a:ext cx="6311528" cy="276398"/>
          </a:xfrm>
          <a:prstGeom prst="rect">
            <a:avLst/>
          </a:prstGeom>
        </p:spPr>
      </p:pic>
      <p:sp>
        <p:nvSpPr>
          <p:cNvPr id="4" name="Rectangle 3"/>
          <p:cNvSpPr/>
          <p:nvPr/>
        </p:nvSpPr>
        <p:spPr>
          <a:xfrm>
            <a:off x="3017520" y="281386"/>
            <a:ext cx="3392424" cy="285542"/>
          </a:xfrm>
          <a:prstGeom prst="rect">
            <a:avLst/>
          </a:prstGeom>
          <a:noFill/>
          <a:ln>
            <a:solidFill>
              <a:srgbClr val="FFFF0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p:cNvCxnSpPr/>
          <p:nvPr/>
        </p:nvCxnSpPr>
        <p:spPr>
          <a:xfrm>
            <a:off x="6409945" y="419585"/>
            <a:ext cx="1673352" cy="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Rectangle 5"/>
          <p:cNvSpPr>
            <a:spLocks noChangeArrowheads="1"/>
          </p:cNvSpPr>
          <p:nvPr/>
        </p:nvSpPr>
        <p:spPr bwMode="auto">
          <a:xfrm>
            <a:off x="8083297" y="100991"/>
            <a:ext cx="3602735" cy="646331"/>
          </a:xfrm>
          <a:prstGeom prst="rect">
            <a:avLst/>
          </a:prstGeom>
          <a:solidFill>
            <a:srgbClr val="92D05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dirty="0"/>
              <a:t>Similar to </a:t>
            </a:r>
          </a:p>
          <a:p>
            <a:pPr eaLnBrk="0" fontAlgn="base" hangingPunct="0">
              <a:spcBef>
                <a:spcPct val="0"/>
              </a:spcBef>
              <a:spcAft>
                <a:spcPct val="0"/>
              </a:spcAft>
            </a:pPr>
            <a:r>
              <a:rPr lang="en-US" dirty="0"/>
              <a:t>SELECT * FROM posts WHERE author</a:t>
            </a:r>
          </a:p>
        </p:txBody>
      </p:sp>
      <p:sp>
        <p:nvSpPr>
          <p:cNvPr id="9" name="Rectangle 5"/>
          <p:cNvSpPr>
            <a:spLocks noChangeArrowheads="1"/>
          </p:cNvSpPr>
          <p:nvPr/>
        </p:nvSpPr>
        <p:spPr bwMode="auto">
          <a:xfrm>
            <a:off x="153280" y="916379"/>
            <a:ext cx="7271004" cy="369332"/>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dirty="0"/>
              <a:t>Finds posts where the </a:t>
            </a:r>
            <a:r>
              <a:rPr lang="en-US" dirty="0">
                <a:solidFill>
                  <a:srgbClr val="FF0000"/>
                </a:solidFill>
              </a:rPr>
              <a:t>author </a:t>
            </a:r>
            <a:r>
              <a:rPr lang="en-US" dirty="0"/>
              <a:t>matches ANY ID in the </a:t>
            </a:r>
            <a:r>
              <a:rPr lang="en-US" dirty="0" err="1">
                <a:solidFill>
                  <a:srgbClr val="0070C0"/>
                </a:solidFill>
              </a:rPr>
              <a:t>allowedAuthorIds</a:t>
            </a:r>
            <a:endParaRPr lang="en-US" dirty="0">
              <a:solidFill>
                <a:srgbClr val="0070C0"/>
              </a:solidFill>
            </a:endParaRPr>
          </a:p>
        </p:txBody>
      </p:sp>
      <p:cxnSp>
        <p:nvCxnSpPr>
          <p:cNvPr id="12" name="Straight Arrow Connector 11"/>
          <p:cNvCxnSpPr/>
          <p:nvPr/>
        </p:nvCxnSpPr>
        <p:spPr>
          <a:xfrm flipH="1">
            <a:off x="3871722" y="566928"/>
            <a:ext cx="1282448" cy="32004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rotWithShape="1">
          <a:blip r:embed="rId2"/>
          <a:srcRect l="1" t="10116" r="3821" b="1306"/>
          <a:stretch/>
        </p:blipFill>
        <p:spPr>
          <a:xfrm>
            <a:off x="0" y="1782504"/>
            <a:ext cx="7375280" cy="2286000"/>
          </a:xfrm>
          <a:prstGeom prst="rect">
            <a:avLst/>
          </a:prstGeom>
        </p:spPr>
      </p:pic>
      <p:sp>
        <p:nvSpPr>
          <p:cNvPr id="17" name="Rectangle 16"/>
          <p:cNvSpPr/>
          <p:nvPr/>
        </p:nvSpPr>
        <p:spPr>
          <a:xfrm>
            <a:off x="153280" y="1782504"/>
            <a:ext cx="2480191" cy="229176"/>
          </a:xfrm>
          <a:prstGeom prst="rect">
            <a:avLst/>
          </a:prstGeom>
          <a:noFill/>
          <a:ln>
            <a:solidFill>
              <a:srgbClr val="FFFF0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8" name="Straight Arrow Connector 17"/>
          <p:cNvCxnSpPr/>
          <p:nvPr/>
        </p:nvCxnSpPr>
        <p:spPr>
          <a:xfrm flipV="1">
            <a:off x="2633471" y="1782505"/>
            <a:ext cx="5321809" cy="82871"/>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0" name="Rectangle 5"/>
          <p:cNvSpPr>
            <a:spLocks noChangeArrowheads="1"/>
          </p:cNvSpPr>
          <p:nvPr/>
        </p:nvSpPr>
        <p:spPr bwMode="auto">
          <a:xfrm>
            <a:off x="8083297" y="1459339"/>
            <a:ext cx="3602735" cy="646331"/>
          </a:xfrm>
          <a:prstGeom prst="rect">
            <a:avLst/>
          </a:prstGeom>
          <a:solidFill>
            <a:schemeClr val="accent2">
              <a:lumMod val="60000"/>
              <a:lumOff val="40000"/>
            </a:schemeClr>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dirty="0" err="1"/>
              <a:t>createdAt</a:t>
            </a:r>
            <a:r>
              <a:rPr lang="en-IN" dirty="0"/>
              <a:t>: -1 = </a:t>
            </a:r>
            <a:r>
              <a:rPr lang="en-IN" b="1" dirty="0"/>
              <a:t>Descending order</a:t>
            </a:r>
            <a:r>
              <a:rPr lang="en-IN" dirty="0"/>
              <a:t> (newest to oldest)</a:t>
            </a:r>
          </a:p>
        </p:txBody>
      </p:sp>
      <p:sp>
        <p:nvSpPr>
          <p:cNvPr id="23" name="Rectangle 22"/>
          <p:cNvSpPr/>
          <p:nvPr/>
        </p:nvSpPr>
        <p:spPr>
          <a:xfrm>
            <a:off x="443280" y="2011679"/>
            <a:ext cx="6634176" cy="238207"/>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4" name="Straight Arrow Connector 23"/>
          <p:cNvCxnSpPr/>
          <p:nvPr/>
        </p:nvCxnSpPr>
        <p:spPr>
          <a:xfrm>
            <a:off x="7010399" y="2233001"/>
            <a:ext cx="654881" cy="320886"/>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7" name="Rectangle 5"/>
          <p:cNvSpPr>
            <a:spLocks noChangeArrowheads="1"/>
          </p:cNvSpPr>
          <p:nvPr/>
        </p:nvSpPr>
        <p:spPr bwMode="auto">
          <a:xfrm>
            <a:off x="7673340" y="2423634"/>
            <a:ext cx="4422648" cy="369332"/>
          </a:xfrm>
          <a:prstGeom prst="rect">
            <a:avLst/>
          </a:prstGeom>
          <a:solidFill>
            <a:srgbClr val="92D05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dirty="0"/>
              <a:t>path: 'author’ – means populate author field</a:t>
            </a:r>
          </a:p>
        </p:txBody>
      </p:sp>
      <p:sp>
        <p:nvSpPr>
          <p:cNvPr id="33" name="Rectangle 8"/>
          <p:cNvSpPr>
            <a:spLocks noChangeArrowheads="1"/>
          </p:cNvSpPr>
          <p:nvPr/>
        </p:nvSpPr>
        <p:spPr bwMode="auto">
          <a:xfrm>
            <a:off x="7772400" y="3110930"/>
            <a:ext cx="4419600" cy="1323439"/>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chemeClr val="tx1"/>
                </a:solidFill>
                <a:effectLst/>
                <a:latin typeface="Arial Unicode MS"/>
              </a:rPr>
              <a:t>select: 'username profilePicture isPrivate'</a:t>
            </a:r>
            <a:r>
              <a:rPr kumimoji="0" lang="en-US" altLang="en-US" sz="2000" b="0" i="0" u="none" strike="noStrike" cap="none" normalizeH="0" baseline="0">
                <a:ln>
                  <a:noFill/>
                </a:ln>
                <a:solidFill>
                  <a:schemeClr val="tx1"/>
                </a:solidFill>
                <a:effectLst/>
              </a:rPr>
              <a:t> → means </a:t>
            </a:r>
            <a:r>
              <a:rPr kumimoji="0" lang="en-US" altLang="en-US" sz="2000" b="0" i="0" u="none" strike="noStrike" cap="none" normalizeH="0" baseline="0">
                <a:ln>
                  <a:noFill/>
                </a:ln>
                <a:solidFill>
                  <a:srgbClr val="FF0000"/>
                </a:solidFill>
                <a:effectLst/>
              </a:rPr>
              <a:t>only return these fields </a:t>
            </a:r>
            <a:r>
              <a:rPr kumimoji="0" lang="en-US" altLang="en-US" sz="2000" b="0" i="0" u="none" strike="noStrike" cap="none" normalizeH="0" baseline="0">
                <a:ln>
                  <a:noFill/>
                </a:ln>
                <a:solidFill>
                  <a:schemeClr val="tx1"/>
                </a:solidFill>
                <a:effectLst/>
              </a:rPr>
              <a:t>(and not things like password or email).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cxnSp>
        <p:nvCxnSpPr>
          <p:cNvPr id="34" name="Straight Arrow Connector 33"/>
          <p:cNvCxnSpPr/>
          <p:nvPr/>
        </p:nvCxnSpPr>
        <p:spPr>
          <a:xfrm>
            <a:off x="5332140" y="2269861"/>
            <a:ext cx="2440260" cy="1204745"/>
          </a:xfrm>
          <a:prstGeom prst="straightConnector1">
            <a:avLst/>
          </a:prstGeom>
          <a:ln w="7620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409752" y="2260201"/>
            <a:ext cx="3851352" cy="1296815"/>
          </a:xfrm>
          <a:prstGeom prst="rect">
            <a:avLst/>
          </a:prstGeom>
          <a:noFill/>
          <a:ln>
            <a:solidFill>
              <a:srgbClr val="FFFF0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Straight Arrow Connector 36"/>
          <p:cNvCxnSpPr/>
          <p:nvPr/>
        </p:nvCxnSpPr>
        <p:spPr>
          <a:xfrm>
            <a:off x="2713910" y="3612434"/>
            <a:ext cx="3327666" cy="952863"/>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40" name="Rectangle 8"/>
          <p:cNvSpPr>
            <a:spLocks noChangeArrowheads="1"/>
          </p:cNvSpPr>
          <p:nvPr/>
        </p:nvSpPr>
        <p:spPr bwMode="auto">
          <a:xfrm>
            <a:off x="6041576" y="4537100"/>
            <a:ext cx="6150424" cy="1631216"/>
          </a:xfrm>
          <a:prstGeom prst="rect">
            <a:avLst/>
          </a:prstGeom>
          <a:solidFill>
            <a:schemeClr val="accent1">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FF0000"/>
                </a:solidFill>
                <a:effectLst/>
                <a:latin typeface="Arial" panose="020B0604020202020204" pitchFamily="34" charset="0"/>
              </a:rPr>
              <a:t>Nested</a:t>
            </a:r>
            <a:r>
              <a:rPr kumimoji="0" lang="en-US" altLang="en-US" sz="2000" b="0" i="0" u="none" strike="noStrike" cap="none" normalizeH="0" dirty="0">
                <a:ln>
                  <a:noFill/>
                </a:ln>
                <a:solidFill>
                  <a:srgbClr val="FF0000"/>
                </a:solidFill>
                <a:effectLst/>
                <a:latin typeface="Arial" panose="020B0604020202020204" pitchFamily="34" charset="0"/>
              </a:rPr>
              <a:t> populate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1.path: ‘comments’ – Populate</a:t>
            </a:r>
            <a:r>
              <a:rPr kumimoji="0" lang="en-US" altLang="en-US" sz="2000" b="0" i="0" u="none" strike="noStrike" cap="none" normalizeH="0" dirty="0">
                <a:ln>
                  <a:noFill/>
                </a:ln>
                <a:solidFill>
                  <a:schemeClr val="tx1"/>
                </a:solidFill>
                <a:effectLst/>
                <a:latin typeface="Arial" panose="020B0604020202020204" pitchFamily="34" charset="0"/>
              </a:rPr>
              <a:t> the comments array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latin typeface="Arial" panose="020B0604020202020204" pitchFamily="34" charset="0"/>
              </a:rPr>
              <a:t>2. Sort : {</a:t>
            </a:r>
            <a:r>
              <a:rPr lang="en-US" altLang="en-US" sz="2000" dirty="0" err="1">
                <a:latin typeface="Arial" panose="020B0604020202020204" pitchFamily="34" charset="0"/>
              </a:rPr>
              <a:t>createdAt</a:t>
            </a:r>
            <a:r>
              <a:rPr lang="en-US" altLang="en-US" sz="2000" dirty="0">
                <a:latin typeface="Arial" panose="020B0604020202020204" pitchFamily="34" charset="0"/>
              </a:rPr>
              <a:t>: -1} – </a:t>
            </a:r>
            <a:r>
              <a:rPr lang="en-US" altLang="en-US" sz="2000" dirty="0">
                <a:solidFill>
                  <a:srgbClr val="7030A0"/>
                </a:solidFill>
                <a:latin typeface="Arial" panose="020B0604020202020204" pitchFamily="34" charset="0"/>
              </a:rPr>
              <a:t>sort comments </a:t>
            </a:r>
            <a:r>
              <a:rPr lang="en-US" altLang="en-US" sz="2000" dirty="0">
                <a:latin typeface="Arial" panose="020B0604020202020204" pitchFamily="34" charset="0"/>
              </a:rPr>
              <a:t>newest first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3.Populate</a:t>
            </a:r>
            <a:r>
              <a:rPr kumimoji="0" lang="en-US" altLang="en-US" sz="2000" b="0" i="0" u="none" strike="noStrike" cap="none" normalizeH="0" dirty="0">
                <a:ln>
                  <a:noFill/>
                </a:ln>
                <a:solidFill>
                  <a:schemeClr val="tx1"/>
                </a:solidFill>
                <a:effectLst/>
                <a:latin typeface="Arial" panose="020B0604020202020204" pitchFamily="34" charset="0"/>
              </a:rPr>
              <a:t> : {path : ‘author’} – for each comments also populate its author</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45" name="Picture 44"/>
          <p:cNvPicPr>
            <a:picLocks noChangeAspect="1"/>
          </p:cNvPicPr>
          <p:nvPr/>
        </p:nvPicPr>
        <p:blipFill>
          <a:blip r:embed="rId3"/>
          <a:stretch>
            <a:fillRect/>
          </a:stretch>
        </p:blipFill>
        <p:spPr>
          <a:xfrm>
            <a:off x="171568" y="4214807"/>
            <a:ext cx="4257909" cy="1396825"/>
          </a:xfrm>
          <a:prstGeom prst="rect">
            <a:avLst/>
          </a:prstGeom>
          <a:effectLst>
            <a:glow rad="228600">
              <a:schemeClr val="accent4">
                <a:satMod val="175000"/>
                <a:alpha val="40000"/>
              </a:schemeClr>
            </a:glow>
          </a:effectLst>
        </p:spPr>
      </p:pic>
      <p:cxnSp>
        <p:nvCxnSpPr>
          <p:cNvPr id="46" name="Straight Arrow Connector 45"/>
          <p:cNvCxnSpPr/>
          <p:nvPr/>
        </p:nvCxnSpPr>
        <p:spPr>
          <a:xfrm>
            <a:off x="2004474" y="5325118"/>
            <a:ext cx="116934" cy="602727"/>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48" name="Rectangle 8"/>
          <p:cNvSpPr>
            <a:spLocks noChangeArrowheads="1"/>
          </p:cNvSpPr>
          <p:nvPr/>
        </p:nvSpPr>
        <p:spPr bwMode="auto">
          <a:xfrm>
            <a:off x="114846" y="5897628"/>
            <a:ext cx="5962108" cy="646331"/>
          </a:xfrm>
          <a:prstGeom prst="rect">
            <a:avLst/>
          </a:prstGeom>
          <a:solidFill>
            <a:schemeClr val="accent2">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b="1" dirty="0"/>
              <a:t>JSON response</a:t>
            </a:r>
            <a:r>
              <a:rPr lang="en-US" dirty="0"/>
              <a:t> back to the frontend with the fetched posts data.</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0852987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392" y="100584"/>
            <a:ext cx="2828544" cy="658368"/>
          </a:xfrm>
          <a:solidFill>
            <a:srgbClr val="FFFF00"/>
          </a:solidFill>
          <a:ln>
            <a:solidFill>
              <a:srgbClr val="FF0000"/>
            </a:solidFill>
          </a:ln>
        </p:spPr>
        <p:txBody>
          <a:bodyPr>
            <a:normAutofit fontScale="90000"/>
          </a:bodyPr>
          <a:lstStyle/>
          <a:p>
            <a:r>
              <a:rPr lang="en-US" dirty="0" err="1"/>
              <a:t>getUserPost</a:t>
            </a:r>
            <a:endParaRPr lang="en-IN" dirty="0"/>
          </a:p>
        </p:txBody>
      </p:sp>
      <p:pic>
        <p:nvPicPr>
          <p:cNvPr id="3" name="Picture 2"/>
          <p:cNvPicPr>
            <a:picLocks noChangeAspect="1"/>
          </p:cNvPicPr>
          <p:nvPr/>
        </p:nvPicPr>
        <p:blipFill>
          <a:blip r:embed="rId2"/>
          <a:stretch>
            <a:fillRect/>
          </a:stretch>
        </p:blipFill>
        <p:spPr>
          <a:xfrm>
            <a:off x="88392" y="928639"/>
            <a:ext cx="10687196" cy="5929361"/>
          </a:xfrm>
          <a:prstGeom prst="rect">
            <a:avLst/>
          </a:prstGeom>
        </p:spPr>
      </p:pic>
      <p:sp>
        <p:nvSpPr>
          <p:cNvPr id="4" name="Rectangle 3"/>
          <p:cNvSpPr/>
          <p:nvPr/>
        </p:nvSpPr>
        <p:spPr>
          <a:xfrm>
            <a:off x="2916936" y="2194561"/>
            <a:ext cx="3127248" cy="365760"/>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8"/>
          <p:cNvSpPr>
            <a:spLocks noChangeArrowheads="1"/>
          </p:cNvSpPr>
          <p:nvPr/>
        </p:nvSpPr>
        <p:spPr bwMode="auto">
          <a:xfrm>
            <a:off x="7437120" y="197464"/>
            <a:ext cx="4419600" cy="646331"/>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Finds ALL posts where the author matches the specific user ID</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cxnSp>
        <p:nvCxnSpPr>
          <p:cNvPr id="6" name="Straight Arrow Connector 5"/>
          <p:cNvCxnSpPr>
            <a:endCxn id="5" idx="1"/>
          </p:cNvCxnSpPr>
          <p:nvPr/>
        </p:nvCxnSpPr>
        <p:spPr>
          <a:xfrm flipV="1">
            <a:off x="5318900" y="520630"/>
            <a:ext cx="2118220" cy="1712180"/>
          </a:xfrm>
          <a:prstGeom prst="straightConnector1">
            <a:avLst/>
          </a:prstGeom>
          <a:ln w="7620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auto">
          <a:xfrm>
            <a:off x="7891272" y="1056838"/>
            <a:ext cx="4419600" cy="369332"/>
          </a:xfrm>
          <a:prstGeom prst="rect">
            <a:avLst/>
          </a:prstGeom>
          <a:solidFill>
            <a:srgbClr val="FFC000"/>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Sorts posts by creation date, newest first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0" name="Rectangle 9"/>
          <p:cNvSpPr/>
          <p:nvPr/>
        </p:nvSpPr>
        <p:spPr>
          <a:xfrm>
            <a:off x="6044184" y="2246214"/>
            <a:ext cx="2249424" cy="309762"/>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p:cNvCxnSpPr/>
          <p:nvPr/>
        </p:nvCxnSpPr>
        <p:spPr>
          <a:xfrm flipV="1">
            <a:off x="6498336" y="1436470"/>
            <a:ext cx="1503804" cy="856090"/>
          </a:xfrm>
          <a:prstGeom prst="straightConnector1">
            <a:avLst/>
          </a:prstGeom>
          <a:ln w="7620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rotWithShape="1">
          <a:blip r:embed="rId3"/>
          <a:srcRect l="-614" t="2776" r="17454" b="4661"/>
          <a:stretch/>
        </p:blipFill>
        <p:spPr>
          <a:xfrm>
            <a:off x="7250239" y="2990088"/>
            <a:ext cx="3713418" cy="2360910"/>
          </a:xfrm>
          <a:prstGeom prst="rect">
            <a:avLst/>
          </a:prstGeom>
          <a:ln>
            <a:solidFill>
              <a:srgbClr val="FFFF00"/>
            </a:solidFill>
          </a:ln>
          <a:effectLst>
            <a:glow rad="228600">
              <a:schemeClr val="accent5">
                <a:satMod val="175000"/>
                <a:alpha val="40000"/>
              </a:schemeClr>
            </a:glow>
          </a:effectLst>
        </p:spPr>
      </p:pic>
      <p:sp>
        <p:nvSpPr>
          <p:cNvPr id="14" name="Rectangle 13"/>
          <p:cNvSpPr/>
          <p:nvPr/>
        </p:nvSpPr>
        <p:spPr>
          <a:xfrm>
            <a:off x="1381652" y="2574264"/>
            <a:ext cx="3601828" cy="449813"/>
          </a:xfrm>
          <a:prstGeom prst="rect">
            <a:avLst/>
          </a:prstGeom>
          <a:noFill/>
          <a:ln>
            <a:solidFill>
              <a:srgbClr val="FFFF00"/>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Straight Arrow Connector 14"/>
          <p:cNvCxnSpPr/>
          <p:nvPr/>
        </p:nvCxnSpPr>
        <p:spPr>
          <a:xfrm>
            <a:off x="5056633" y="2934185"/>
            <a:ext cx="2193605" cy="394231"/>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985412" y="4825446"/>
            <a:ext cx="3129388" cy="1090722"/>
          </a:xfrm>
          <a:prstGeom prst="rect">
            <a:avLst/>
          </a:prstGeom>
          <a:noFill/>
          <a:ln>
            <a:solidFill>
              <a:srgbClr val="FFFF00"/>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Arrow Connector 18"/>
          <p:cNvCxnSpPr/>
          <p:nvPr/>
        </p:nvCxnSpPr>
        <p:spPr>
          <a:xfrm>
            <a:off x="4117528" y="5442236"/>
            <a:ext cx="3132710" cy="558776"/>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21" name="Rectangle 5"/>
          <p:cNvSpPr>
            <a:spLocks noChangeArrowheads="1"/>
          </p:cNvSpPr>
          <p:nvPr/>
        </p:nvSpPr>
        <p:spPr bwMode="auto">
          <a:xfrm>
            <a:off x="7250238" y="5644621"/>
            <a:ext cx="3602735" cy="646331"/>
          </a:xfrm>
          <a:prstGeom prst="rect">
            <a:avLst/>
          </a:prstGeom>
          <a:solidFill>
            <a:srgbClr val="92D05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r>
              <a:rPr lang="en-US" dirty="0"/>
              <a:t>sends a </a:t>
            </a:r>
            <a:r>
              <a:rPr lang="en-US" b="1" dirty="0"/>
              <a:t>JSON response</a:t>
            </a:r>
            <a:r>
              <a:rPr lang="en-US" dirty="0"/>
              <a:t> back to the frontend with the user's posts data. </a:t>
            </a:r>
          </a:p>
        </p:txBody>
      </p:sp>
    </p:spTree>
    <p:extLst>
      <p:ext uri="{BB962C8B-B14F-4D97-AF65-F5344CB8AC3E}">
        <p14:creationId xmlns:p14="http://schemas.microsoft.com/office/powerpoint/2010/main" val="2432968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920240" cy="533384"/>
          </a:xfrm>
          <a:solidFill>
            <a:srgbClr val="FFFF00"/>
          </a:solidFill>
        </p:spPr>
        <p:txBody>
          <a:bodyPr>
            <a:normAutofit fontScale="90000"/>
          </a:bodyPr>
          <a:lstStyle/>
          <a:p>
            <a:r>
              <a:rPr lang="en-US" dirty="0" err="1"/>
              <a:t>likepost</a:t>
            </a:r>
            <a:endParaRPr lang="en-IN" dirty="0"/>
          </a:p>
        </p:txBody>
      </p:sp>
      <p:pic>
        <p:nvPicPr>
          <p:cNvPr id="4" name="Picture 3"/>
          <p:cNvPicPr>
            <a:picLocks noChangeAspect="1"/>
          </p:cNvPicPr>
          <p:nvPr/>
        </p:nvPicPr>
        <p:blipFill rotWithShape="1">
          <a:blip r:embed="rId2"/>
          <a:srcRect b="21652"/>
          <a:stretch/>
        </p:blipFill>
        <p:spPr>
          <a:xfrm>
            <a:off x="0" y="600178"/>
            <a:ext cx="7415784" cy="4950230"/>
          </a:xfrm>
          <a:prstGeom prst="rect">
            <a:avLst/>
          </a:prstGeom>
        </p:spPr>
      </p:pic>
      <p:sp>
        <p:nvSpPr>
          <p:cNvPr id="5" name="Rectangle 4"/>
          <p:cNvSpPr/>
          <p:nvPr/>
        </p:nvSpPr>
        <p:spPr>
          <a:xfrm>
            <a:off x="598728" y="1055963"/>
            <a:ext cx="2747976" cy="238207"/>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598728" y="1417934"/>
            <a:ext cx="2747976" cy="238207"/>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p:nvPr/>
        </p:nvCxnSpPr>
        <p:spPr>
          <a:xfrm>
            <a:off x="3346704" y="1603111"/>
            <a:ext cx="4667808" cy="53030"/>
          </a:xfrm>
          <a:prstGeom prst="straightConnector1">
            <a:avLst/>
          </a:prstGeom>
          <a:ln w="7620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392808" y="457200"/>
            <a:ext cx="4621704" cy="717867"/>
          </a:xfrm>
          <a:prstGeom prst="straightConnector1">
            <a:avLst/>
          </a:prstGeom>
          <a:ln w="7620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6" name="Rectangle 2"/>
          <p:cNvSpPr>
            <a:spLocks noChangeArrowheads="1"/>
          </p:cNvSpPr>
          <p:nvPr/>
        </p:nvSpPr>
        <p:spPr bwMode="auto">
          <a:xfrm>
            <a:off x="8083296" y="278493"/>
            <a:ext cx="3584448" cy="830997"/>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rgbClr val="FF0000"/>
                </a:solidFill>
                <a:latin typeface="Consolas" panose="020B0609020204030204" pitchFamily="49" charset="0"/>
              </a:rPr>
              <a:t>r</a:t>
            </a:r>
            <a:r>
              <a:rPr kumimoji="0" lang="en-US" altLang="en-US" sz="1600" b="0" i="0" u="none" strike="noStrike" cap="none" normalizeH="0" baseline="0" dirty="0">
                <a:ln>
                  <a:noFill/>
                </a:ln>
                <a:solidFill>
                  <a:srgbClr val="FF0000"/>
                </a:solidFill>
                <a:effectLst/>
                <a:latin typeface="Consolas" panose="020B0609020204030204" pitchFamily="49" charset="0"/>
              </a:rPr>
              <a:t>eq.id</a:t>
            </a:r>
            <a:r>
              <a:rPr kumimoji="0" lang="en-US" altLang="en-US" sz="1600" b="0" i="0" u="none" strike="noStrike" cap="none" normalizeH="0" baseline="0" dirty="0">
                <a:ln>
                  <a:noFill/>
                </a:ln>
                <a:effectLst/>
                <a:latin typeface="Segoe WPC"/>
              </a:rPr>
              <a:t> comes from JWT authentication middleware (who is liking)</a:t>
            </a:r>
            <a:endParaRPr kumimoji="0" lang="en-US" altLang="en-US" sz="4000" b="0" i="0" u="none" strike="noStrike" cap="none" normalizeH="0" baseline="0" dirty="0">
              <a:ln>
                <a:noFill/>
              </a:ln>
              <a:effectLst/>
              <a:latin typeface="Arial" panose="020B0604020202020204" pitchFamily="34" charset="0"/>
            </a:endParaRPr>
          </a:p>
        </p:txBody>
      </p:sp>
      <p:sp>
        <p:nvSpPr>
          <p:cNvPr id="18" name="Rectangle 3"/>
          <p:cNvSpPr>
            <a:spLocks noChangeArrowheads="1"/>
          </p:cNvSpPr>
          <p:nvPr/>
        </p:nvSpPr>
        <p:spPr bwMode="auto">
          <a:xfrm>
            <a:off x="8156448" y="1322647"/>
            <a:ext cx="3675888" cy="646331"/>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0000"/>
                </a:solidFill>
                <a:effectLst/>
                <a:latin typeface="Consolas" panose="020B0609020204030204" pitchFamily="49" charset="0"/>
              </a:rPr>
              <a:t>req.params.id</a:t>
            </a:r>
            <a:r>
              <a:rPr kumimoji="0" lang="en-US" altLang="en-US" b="0" i="0" u="none" strike="noStrike" cap="none" normalizeH="0" baseline="0" dirty="0">
                <a:ln>
                  <a:noFill/>
                </a:ln>
                <a:effectLst/>
                <a:latin typeface="Segoe WPC"/>
              </a:rPr>
              <a:t> comes from the URL like</a:t>
            </a:r>
            <a:r>
              <a:rPr kumimoji="0" lang="en-US" altLang="en-US" sz="1600" b="0" i="0" u="none" strike="noStrike" cap="none" normalizeH="0" baseline="0" dirty="0">
                <a:ln>
                  <a:noFill/>
                </a:ln>
                <a:effectLst/>
              </a:rPr>
              <a:t> </a:t>
            </a:r>
            <a:endParaRPr kumimoji="0" lang="en-US" altLang="en-US" sz="4400" b="0" i="0" u="none" strike="noStrike" cap="none" normalizeH="0" baseline="0" dirty="0">
              <a:ln>
                <a:noFill/>
              </a:ln>
              <a:effectLst/>
            </a:endParaRPr>
          </a:p>
        </p:txBody>
      </p:sp>
      <p:pic>
        <p:nvPicPr>
          <p:cNvPr id="21" name="Picture 20"/>
          <p:cNvPicPr>
            <a:picLocks noChangeAspect="1"/>
          </p:cNvPicPr>
          <p:nvPr/>
        </p:nvPicPr>
        <p:blipFill>
          <a:blip r:embed="rId3"/>
          <a:stretch>
            <a:fillRect/>
          </a:stretch>
        </p:blipFill>
        <p:spPr>
          <a:xfrm>
            <a:off x="7447613" y="2196219"/>
            <a:ext cx="4384723" cy="515353"/>
          </a:xfrm>
          <a:prstGeom prst="rect">
            <a:avLst/>
          </a:prstGeom>
        </p:spPr>
      </p:pic>
      <p:sp>
        <p:nvSpPr>
          <p:cNvPr id="22" name="Rectangle 21"/>
          <p:cNvSpPr/>
          <p:nvPr/>
        </p:nvSpPr>
        <p:spPr>
          <a:xfrm>
            <a:off x="598728" y="2473365"/>
            <a:ext cx="5152848" cy="238207"/>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7655226" y="3199562"/>
            <a:ext cx="4323413" cy="646331"/>
          </a:xfrm>
          <a:prstGeom prst="rect">
            <a:avLst/>
          </a:prstGeom>
          <a:solidFill>
            <a:srgbClr val="FF3300"/>
          </a:solidFill>
        </p:spPr>
        <p:txBody>
          <a:bodyPr wrap="square">
            <a:spAutoFit/>
          </a:bodyPr>
          <a:lstStyle/>
          <a:p>
            <a:r>
              <a:rPr lang="en-US" dirty="0">
                <a:solidFill>
                  <a:srgbClr val="CCCCCC"/>
                </a:solidFill>
                <a:latin typeface="Segoe WPC"/>
              </a:rPr>
              <a:t> </a:t>
            </a:r>
            <a:r>
              <a:rPr lang="en-US" dirty="0">
                <a:solidFill>
                  <a:schemeClr val="accent2">
                    <a:lumMod val="40000"/>
                    <a:lumOff val="60000"/>
                  </a:schemeClr>
                </a:solidFill>
                <a:latin typeface="Segoe WPC"/>
              </a:rPr>
              <a:t>Adds user ID to the likes array ONLY if it's not already there</a:t>
            </a:r>
            <a:endParaRPr lang="en-US" b="0" i="0" dirty="0">
              <a:solidFill>
                <a:schemeClr val="accent2">
                  <a:lumMod val="40000"/>
                  <a:lumOff val="60000"/>
                </a:schemeClr>
              </a:solidFill>
              <a:effectLst/>
              <a:latin typeface="Segoe WPC"/>
            </a:endParaRPr>
          </a:p>
        </p:txBody>
      </p:sp>
      <p:cxnSp>
        <p:nvCxnSpPr>
          <p:cNvPr id="24" name="Straight Arrow Connector 23"/>
          <p:cNvCxnSpPr/>
          <p:nvPr/>
        </p:nvCxnSpPr>
        <p:spPr>
          <a:xfrm>
            <a:off x="5751576" y="2651000"/>
            <a:ext cx="1903651" cy="1049761"/>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H="1" flipV="1">
            <a:off x="8814817" y="2667859"/>
            <a:ext cx="411479" cy="508021"/>
          </a:xfrm>
          <a:prstGeom prst="straightConnector1">
            <a:avLst/>
          </a:prstGeom>
          <a:ln w="76200">
            <a:tailEnd type="triangle"/>
          </a:ln>
          <a:effectLst>
            <a:glow rad="228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816384" y="4099275"/>
            <a:ext cx="3874488" cy="1396269"/>
          </a:xfrm>
          <a:prstGeom prst="rect">
            <a:avLst/>
          </a:prstGeom>
          <a:noFill/>
          <a:ln>
            <a:solidFill>
              <a:srgbClr val="FFFF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p:cNvCxnSpPr/>
          <p:nvPr/>
        </p:nvCxnSpPr>
        <p:spPr>
          <a:xfrm>
            <a:off x="4690872" y="4816932"/>
            <a:ext cx="3136392" cy="642046"/>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32" name="Rectangle 3"/>
          <p:cNvSpPr>
            <a:spLocks noChangeArrowheads="1"/>
          </p:cNvSpPr>
          <p:nvPr/>
        </p:nvSpPr>
        <p:spPr bwMode="auto">
          <a:xfrm>
            <a:off x="7827264" y="5308647"/>
            <a:ext cx="4151376" cy="707886"/>
          </a:xfrm>
          <a:prstGeom prst="rect">
            <a:avLst/>
          </a:prstGeom>
          <a:solidFill>
            <a:srgbClr val="00B0F0"/>
          </a:solidFill>
          <a:ln>
            <a:noFill/>
          </a:ln>
          <a:effectLst>
            <a:glow rad="139700">
              <a:schemeClr val="accent4">
                <a:satMod val="175000"/>
                <a:alpha val="40000"/>
              </a:schemeClr>
            </a:glow>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accent4">
                    <a:lumMod val="20000"/>
                    <a:lumOff val="80000"/>
                  </a:schemeClr>
                </a:solidFill>
                <a:effectLst/>
              </a:rPr>
              <a:t>Creates</a:t>
            </a:r>
            <a:r>
              <a:rPr kumimoji="0" lang="en-US" altLang="en-US" sz="2000" b="0" i="0" u="none" strike="noStrike" cap="none" normalizeH="0" dirty="0">
                <a:ln>
                  <a:noFill/>
                </a:ln>
                <a:solidFill>
                  <a:schemeClr val="accent4">
                    <a:lumMod val="20000"/>
                    <a:lumOff val="80000"/>
                  </a:schemeClr>
                </a:solidFill>
                <a:effectLst/>
              </a:rPr>
              <a:t> notification object to send on </a:t>
            </a:r>
            <a:r>
              <a:rPr kumimoji="0" lang="en-US" altLang="en-US" sz="2000" b="0" i="0" u="none" strike="noStrike" cap="none" normalizeH="0" dirty="0" err="1">
                <a:ln>
                  <a:noFill/>
                </a:ln>
                <a:solidFill>
                  <a:schemeClr val="accent4">
                    <a:lumMod val="20000"/>
                    <a:lumOff val="80000"/>
                  </a:schemeClr>
                </a:solidFill>
                <a:effectLst/>
              </a:rPr>
              <a:t>socketio</a:t>
            </a:r>
            <a:endParaRPr kumimoji="0" lang="en-US" altLang="en-US" sz="2000" b="0" i="0" u="none" strike="noStrike" cap="none" normalizeH="0" baseline="0" dirty="0">
              <a:ln>
                <a:noFill/>
              </a:ln>
              <a:solidFill>
                <a:schemeClr val="accent4">
                  <a:lumMod val="20000"/>
                  <a:lumOff val="80000"/>
                </a:schemeClr>
              </a:solidFill>
              <a:effectLst/>
            </a:endParaRPr>
          </a:p>
        </p:txBody>
      </p:sp>
      <p:sp>
        <p:nvSpPr>
          <p:cNvPr id="38" name="Rectangle 37"/>
          <p:cNvSpPr/>
          <p:nvPr/>
        </p:nvSpPr>
        <p:spPr>
          <a:xfrm>
            <a:off x="7655225" y="3963385"/>
            <a:ext cx="4323413" cy="1200329"/>
          </a:xfrm>
          <a:prstGeom prst="rect">
            <a:avLst/>
          </a:prstGeom>
          <a:solidFill>
            <a:srgbClr val="FF0000"/>
          </a:solidFill>
        </p:spPr>
        <p:txBody>
          <a:bodyPr wrap="square">
            <a:spAutoFit/>
          </a:bodyPr>
          <a:lstStyle/>
          <a:p>
            <a:r>
              <a:rPr lang="en-US" b="1" dirty="0">
                <a:solidFill>
                  <a:srgbClr val="FFFF00"/>
                </a:solidFill>
              </a:rPr>
              <a:t>Prevents duplicates</a:t>
            </a:r>
            <a:r>
              <a:rPr lang="en-US" b="1" dirty="0">
                <a:solidFill>
                  <a:schemeClr val="bg1"/>
                </a:solidFill>
              </a:rPr>
              <a:t>:</a:t>
            </a:r>
            <a:r>
              <a:rPr lang="en-US" dirty="0">
                <a:solidFill>
                  <a:schemeClr val="bg1"/>
                </a:solidFill>
              </a:rPr>
              <a:t> Same user can't like the same post twice</a:t>
            </a:r>
          </a:p>
          <a:p>
            <a:r>
              <a:rPr lang="en-US" b="1" dirty="0">
                <a:solidFill>
                  <a:schemeClr val="bg1"/>
                </a:solidFill>
              </a:rPr>
              <a:t>Like </a:t>
            </a:r>
            <a:r>
              <a:rPr lang="en-US" b="1" dirty="0" err="1">
                <a:solidFill>
                  <a:srgbClr val="FFFF00"/>
                </a:solidFill>
              </a:rPr>
              <a:t>HashSet</a:t>
            </a:r>
            <a:r>
              <a:rPr lang="en-US" b="1" dirty="0">
                <a:solidFill>
                  <a:schemeClr val="bg1"/>
                </a:solidFill>
              </a:rPr>
              <a:t> in Java:</a:t>
            </a:r>
            <a:r>
              <a:rPr lang="en-US" dirty="0">
                <a:solidFill>
                  <a:schemeClr val="bg1"/>
                </a:solidFill>
              </a:rPr>
              <a:t> No duplicate values allowed</a:t>
            </a:r>
          </a:p>
        </p:txBody>
      </p:sp>
      <p:cxnSp>
        <p:nvCxnSpPr>
          <p:cNvPr id="40" name="Straight Arrow Connector 39"/>
          <p:cNvCxnSpPr/>
          <p:nvPr/>
        </p:nvCxnSpPr>
        <p:spPr>
          <a:xfrm>
            <a:off x="5256951" y="2772312"/>
            <a:ext cx="2398274" cy="1486343"/>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102092" y="6013427"/>
            <a:ext cx="2579959" cy="461665"/>
          </a:xfrm>
          <a:prstGeom prst="rect">
            <a:avLst/>
          </a:prstGeom>
          <a:solidFill>
            <a:srgbClr val="FF0000"/>
          </a:solidFill>
          <a:effectLst>
            <a:glow rad="228600">
              <a:schemeClr val="accent4">
                <a:satMod val="175000"/>
                <a:alpha val="40000"/>
              </a:schemeClr>
            </a:glow>
          </a:effectLst>
        </p:spPr>
        <p:txBody>
          <a:bodyPr wrap="square">
            <a:spAutoFit/>
          </a:bodyPr>
          <a:lstStyle/>
          <a:p>
            <a:r>
              <a:rPr lang="en-US" sz="2400" dirty="0">
                <a:solidFill>
                  <a:schemeClr val="bg1"/>
                </a:solidFill>
              </a:rPr>
              <a:t>Save it to database</a:t>
            </a:r>
          </a:p>
        </p:txBody>
      </p:sp>
      <p:sp>
        <p:nvSpPr>
          <p:cNvPr id="43" name="Rectangle 42"/>
          <p:cNvSpPr/>
          <p:nvPr/>
        </p:nvSpPr>
        <p:spPr>
          <a:xfrm>
            <a:off x="598728" y="2854550"/>
            <a:ext cx="1586688" cy="251613"/>
          </a:xfrm>
          <a:prstGeom prst="rect">
            <a:avLst/>
          </a:prstGeom>
          <a:noFill/>
          <a:ln>
            <a:solidFill>
              <a:srgbClr val="FFFF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Arrow Connector 43"/>
          <p:cNvCxnSpPr/>
          <p:nvPr/>
        </p:nvCxnSpPr>
        <p:spPr>
          <a:xfrm flipH="1">
            <a:off x="310896" y="3106163"/>
            <a:ext cx="287832" cy="2910370"/>
          </a:xfrm>
          <a:prstGeom prst="straightConnector1">
            <a:avLst/>
          </a:prstGeom>
          <a:ln w="76200">
            <a:solidFill>
              <a:srgbClr val="FFFF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441125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7522" t="78059" r="15166" b="5442"/>
          <a:stretch/>
        </p:blipFill>
        <p:spPr>
          <a:xfrm>
            <a:off x="128016" y="3017520"/>
            <a:ext cx="8650224" cy="1572768"/>
          </a:xfrm>
          <a:prstGeom prst="rect">
            <a:avLst/>
          </a:prstGeom>
        </p:spPr>
      </p:pic>
      <p:pic>
        <p:nvPicPr>
          <p:cNvPr id="4" name="Picture 3"/>
          <p:cNvPicPr>
            <a:picLocks noChangeAspect="1"/>
          </p:cNvPicPr>
          <p:nvPr/>
        </p:nvPicPr>
        <p:blipFill>
          <a:blip r:embed="rId3"/>
          <a:stretch>
            <a:fillRect/>
          </a:stretch>
        </p:blipFill>
        <p:spPr>
          <a:xfrm>
            <a:off x="307595" y="136585"/>
            <a:ext cx="4883401" cy="2616334"/>
          </a:xfrm>
          <a:prstGeom prst="rect">
            <a:avLst/>
          </a:prstGeom>
          <a:effectLst>
            <a:glow rad="228600">
              <a:schemeClr val="accent5">
                <a:satMod val="175000"/>
                <a:alpha val="40000"/>
              </a:schemeClr>
            </a:glow>
          </a:effectLst>
        </p:spPr>
      </p:pic>
      <p:cxnSp>
        <p:nvCxnSpPr>
          <p:cNvPr id="5" name="Straight Arrow Connector 4"/>
          <p:cNvCxnSpPr/>
          <p:nvPr/>
        </p:nvCxnSpPr>
        <p:spPr>
          <a:xfrm flipH="1" flipV="1">
            <a:off x="2194560" y="320041"/>
            <a:ext cx="2258568" cy="2807207"/>
          </a:xfrm>
          <a:prstGeom prst="straightConnector1">
            <a:avLst/>
          </a:prstGeom>
          <a:ln w="7620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578640" y="3391849"/>
            <a:ext cx="7422360" cy="832679"/>
          </a:xfrm>
          <a:prstGeom prst="rect">
            <a:avLst/>
          </a:prstGeom>
          <a:noFill/>
          <a:ln>
            <a:solidFill>
              <a:srgbClr val="FFFF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p:cNvSpPr/>
          <p:nvPr/>
        </p:nvSpPr>
        <p:spPr>
          <a:xfrm>
            <a:off x="3564685" y="3108386"/>
            <a:ext cx="2150315" cy="257070"/>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128016" y="4854889"/>
            <a:ext cx="6821424" cy="646331"/>
          </a:xfrm>
          <a:prstGeom prst="rect">
            <a:avLst/>
          </a:prstGeom>
          <a:solidFill>
            <a:srgbClr val="FFFF00"/>
          </a:solidFill>
          <a:effectLst>
            <a:glow rad="228600">
              <a:schemeClr val="accent5">
                <a:satMod val="175000"/>
                <a:alpha val="40000"/>
              </a:schemeClr>
            </a:glow>
          </a:effectLst>
        </p:spPr>
        <p:txBody>
          <a:bodyPr wrap="square">
            <a:spAutoFit/>
          </a:bodyPr>
          <a:lstStyle/>
          <a:p>
            <a:r>
              <a:rPr lang="en-US" dirty="0">
                <a:latin typeface="Segoe WPC"/>
              </a:rPr>
              <a:t>Finds the post owner's active socket connection</a:t>
            </a:r>
          </a:p>
          <a:p>
            <a:r>
              <a:rPr lang="en-US" dirty="0">
                <a:latin typeface="Segoe WPC"/>
              </a:rPr>
              <a:t>Sends real-time notification (like Instagram's instant notifications)</a:t>
            </a:r>
            <a:endParaRPr lang="en-US" b="0" i="0" dirty="0">
              <a:effectLst/>
              <a:latin typeface="Segoe WPC"/>
            </a:endParaRPr>
          </a:p>
        </p:txBody>
      </p:sp>
      <p:cxnSp>
        <p:nvCxnSpPr>
          <p:cNvPr id="11" name="Straight Arrow Connector 10"/>
          <p:cNvCxnSpPr/>
          <p:nvPr/>
        </p:nvCxnSpPr>
        <p:spPr>
          <a:xfrm flipH="1">
            <a:off x="3323844" y="4269265"/>
            <a:ext cx="489204" cy="695352"/>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4"/>
          <a:stretch>
            <a:fillRect/>
          </a:stretch>
        </p:blipFill>
        <p:spPr>
          <a:xfrm>
            <a:off x="7329354" y="320041"/>
            <a:ext cx="4786446" cy="2335970"/>
          </a:xfrm>
          <a:prstGeom prst="rect">
            <a:avLst/>
          </a:prstGeom>
          <a:effectLst>
            <a:glow rad="228600">
              <a:schemeClr val="accent5">
                <a:satMod val="175000"/>
                <a:alpha val="40000"/>
              </a:schemeClr>
            </a:glow>
          </a:effectLst>
        </p:spPr>
      </p:pic>
      <p:cxnSp>
        <p:nvCxnSpPr>
          <p:cNvPr id="14" name="Straight Arrow Connector 13"/>
          <p:cNvCxnSpPr>
            <a:endCxn id="13" idx="2"/>
          </p:cNvCxnSpPr>
          <p:nvPr/>
        </p:nvCxnSpPr>
        <p:spPr>
          <a:xfrm flipV="1">
            <a:off x="7714488" y="2656011"/>
            <a:ext cx="2008089" cy="743999"/>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16" name="Picture 15"/>
          <p:cNvPicPr>
            <a:picLocks noChangeAspect="1"/>
          </p:cNvPicPr>
          <p:nvPr/>
        </p:nvPicPr>
        <p:blipFill>
          <a:blip r:embed="rId5"/>
          <a:stretch>
            <a:fillRect/>
          </a:stretch>
        </p:blipFill>
        <p:spPr>
          <a:xfrm>
            <a:off x="128016" y="6081769"/>
            <a:ext cx="10035232" cy="474479"/>
          </a:xfrm>
          <a:prstGeom prst="rect">
            <a:avLst/>
          </a:prstGeom>
        </p:spPr>
      </p:pic>
      <p:pic>
        <p:nvPicPr>
          <p:cNvPr id="17" name="Picture 16"/>
          <p:cNvPicPr>
            <a:picLocks noChangeAspect="1"/>
          </p:cNvPicPr>
          <p:nvPr/>
        </p:nvPicPr>
        <p:blipFill>
          <a:blip r:embed="rId6"/>
          <a:stretch>
            <a:fillRect/>
          </a:stretch>
        </p:blipFill>
        <p:spPr>
          <a:xfrm>
            <a:off x="8001000" y="4937100"/>
            <a:ext cx="3206915" cy="501676"/>
          </a:xfrm>
          <a:prstGeom prst="rect">
            <a:avLst/>
          </a:prstGeom>
          <a:effectLst>
            <a:glow rad="228600">
              <a:schemeClr val="accent4">
                <a:satMod val="175000"/>
                <a:alpha val="40000"/>
              </a:schemeClr>
            </a:glow>
          </a:effectLst>
        </p:spPr>
      </p:pic>
      <p:cxnSp>
        <p:nvCxnSpPr>
          <p:cNvPr id="18" name="Straight Arrow Connector 17"/>
          <p:cNvCxnSpPr/>
          <p:nvPr/>
        </p:nvCxnSpPr>
        <p:spPr>
          <a:xfrm flipV="1">
            <a:off x="6923094" y="5386733"/>
            <a:ext cx="2008089" cy="743999"/>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2638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 y="109093"/>
            <a:ext cx="3075432" cy="521843"/>
          </a:xfrm>
          <a:solidFill>
            <a:srgbClr val="FFFF00"/>
          </a:solidFill>
        </p:spPr>
        <p:txBody>
          <a:bodyPr>
            <a:noAutofit/>
          </a:bodyPr>
          <a:lstStyle/>
          <a:p>
            <a:r>
              <a:rPr lang="en-US" sz="4800" dirty="0" err="1"/>
              <a:t>dislikePost</a:t>
            </a:r>
            <a:endParaRPr lang="en-IN" sz="4800" dirty="0"/>
          </a:p>
        </p:txBody>
      </p:sp>
      <p:pic>
        <p:nvPicPr>
          <p:cNvPr id="3" name="Picture 2"/>
          <p:cNvPicPr>
            <a:picLocks noChangeAspect="1"/>
          </p:cNvPicPr>
          <p:nvPr/>
        </p:nvPicPr>
        <p:blipFill>
          <a:blip r:embed="rId2"/>
          <a:stretch>
            <a:fillRect/>
          </a:stretch>
        </p:blipFill>
        <p:spPr>
          <a:xfrm>
            <a:off x="0" y="815518"/>
            <a:ext cx="11483712" cy="5603570"/>
          </a:xfrm>
          <a:prstGeom prst="rect">
            <a:avLst/>
          </a:prstGeom>
        </p:spPr>
      </p:pic>
      <p:sp>
        <p:nvSpPr>
          <p:cNvPr id="4" name="Rectangle 3"/>
          <p:cNvSpPr/>
          <p:nvPr/>
        </p:nvSpPr>
        <p:spPr>
          <a:xfrm>
            <a:off x="807240" y="3035233"/>
            <a:ext cx="6628473" cy="274895"/>
          </a:xfrm>
          <a:prstGeom prst="rect">
            <a:avLst/>
          </a:prstGeom>
          <a:noFill/>
          <a:ln>
            <a:solidFill>
              <a:srgbClr val="FFFF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p:cNvCxnSpPr/>
          <p:nvPr/>
        </p:nvCxnSpPr>
        <p:spPr>
          <a:xfrm flipV="1">
            <a:off x="7150608" y="1792224"/>
            <a:ext cx="1033272" cy="1243009"/>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8183880" y="868894"/>
            <a:ext cx="3241548" cy="923330"/>
          </a:xfrm>
          <a:prstGeom prst="rect">
            <a:avLst/>
          </a:prstGeom>
          <a:solidFill>
            <a:srgbClr val="FFFF00"/>
          </a:solidFill>
          <a:effectLst>
            <a:glow rad="228600">
              <a:schemeClr val="accent5">
                <a:satMod val="175000"/>
                <a:alpha val="40000"/>
              </a:schemeClr>
            </a:glow>
          </a:effectLst>
        </p:spPr>
        <p:txBody>
          <a:bodyPr wrap="square">
            <a:spAutoFit/>
          </a:bodyPr>
          <a:lstStyle/>
          <a:p>
            <a:r>
              <a:rPr lang="en-US" dirty="0"/>
              <a:t>Removes the user's ID from the post's likes array (unlike/dislike functionality)</a:t>
            </a:r>
            <a:endParaRPr lang="en-US" b="0" i="0" dirty="0">
              <a:solidFill>
                <a:schemeClr val="accent2">
                  <a:lumMod val="40000"/>
                  <a:lumOff val="60000"/>
                </a:schemeClr>
              </a:solidFill>
              <a:effectLst/>
              <a:latin typeface="Segoe WPC"/>
            </a:endParaRPr>
          </a:p>
        </p:txBody>
      </p:sp>
      <p:pic>
        <p:nvPicPr>
          <p:cNvPr id="8" name="Picture 7"/>
          <p:cNvPicPr>
            <a:picLocks noChangeAspect="1"/>
          </p:cNvPicPr>
          <p:nvPr/>
        </p:nvPicPr>
        <p:blipFill>
          <a:blip r:embed="rId3"/>
          <a:stretch>
            <a:fillRect/>
          </a:stretch>
        </p:blipFill>
        <p:spPr>
          <a:xfrm>
            <a:off x="6524107" y="3642649"/>
            <a:ext cx="4959605" cy="266714"/>
          </a:xfrm>
          <a:prstGeom prst="rect">
            <a:avLst/>
          </a:prstGeom>
          <a:effectLst>
            <a:glow rad="228600">
              <a:schemeClr val="accent6">
                <a:satMod val="175000"/>
                <a:alpha val="40000"/>
              </a:schemeClr>
            </a:glow>
          </a:effectLst>
        </p:spPr>
      </p:pic>
      <p:cxnSp>
        <p:nvCxnSpPr>
          <p:cNvPr id="9" name="Straight Arrow Connector 8"/>
          <p:cNvCxnSpPr/>
          <p:nvPr/>
        </p:nvCxnSpPr>
        <p:spPr>
          <a:xfrm>
            <a:off x="7435713" y="3164510"/>
            <a:ext cx="1150503" cy="452793"/>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4608576" y="447647"/>
            <a:ext cx="73152" cy="1131203"/>
          </a:xfrm>
          <a:prstGeom prst="straightConnector1">
            <a:avLst/>
          </a:prstGeom>
          <a:ln w="7620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007202" y="1550046"/>
            <a:ext cx="3674526" cy="323899"/>
          </a:xfrm>
          <a:prstGeom prst="rect">
            <a:avLst/>
          </a:prstGeom>
          <a:noFill/>
          <a:ln>
            <a:solidFill>
              <a:srgbClr val="FFFF00"/>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921015" y="1873946"/>
            <a:ext cx="3111489" cy="256606"/>
          </a:xfrm>
          <a:prstGeom prst="rect">
            <a:avLst/>
          </a:prstGeom>
          <a:noFill/>
          <a:ln>
            <a:solidFill>
              <a:srgbClr val="FFFF00"/>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2"/>
          <p:cNvSpPr>
            <a:spLocks noChangeArrowheads="1"/>
          </p:cNvSpPr>
          <p:nvPr/>
        </p:nvSpPr>
        <p:spPr bwMode="auto">
          <a:xfrm>
            <a:off x="3877056" y="109093"/>
            <a:ext cx="6336792" cy="338554"/>
          </a:xfrm>
          <a:prstGeom prst="rect">
            <a:avLst/>
          </a:prstGeom>
          <a:solidFill>
            <a:schemeClr val="accent2">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rgbClr val="FF0000"/>
                </a:solidFill>
                <a:latin typeface="Consolas" panose="020B0609020204030204" pitchFamily="49" charset="0"/>
              </a:rPr>
              <a:t>r</a:t>
            </a:r>
            <a:r>
              <a:rPr kumimoji="0" lang="en-US" altLang="en-US" sz="1600" b="0" i="0" u="none" strike="noStrike" cap="none" normalizeH="0" baseline="0" dirty="0">
                <a:ln>
                  <a:noFill/>
                </a:ln>
                <a:solidFill>
                  <a:srgbClr val="FF0000"/>
                </a:solidFill>
                <a:effectLst/>
                <a:latin typeface="Consolas" panose="020B0609020204030204" pitchFamily="49" charset="0"/>
              </a:rPr>
              <a:t>eq.id</a:t>
            </a:r>
            <a:r>
              <a:rPr kumimoji="0" lang="en-US" altLang="en-US" sz="1600" b="0" i="0" u="none" strike="noStrike" cap="none" normalizeH="0" baseline="0" dirty="0">
                <a:ln>
                  <a:noFill/>
                </a:ln>
                <a:effectLst/>
                <a:latin typeface="Segoe WPC"/>
              </a:rPr>
              <a:t> comes from JWT authentication middleware (who is liking)</a:t>
            </a:r>
            <a:endParaRPr kumimoji="0" lang="en-US" altLang="en-US" sz="4000" b="0" i="0" u="none" strike="noStrike" cap="none" normalizeH="0" baseline="0" dirty="0">
              <a:ln>
                <a:noFill/>
              </a:ln>
              <a:effectLst/>
              <a:latin typeface="Arial" panose="020B0604020202020204" pitchFamily="34" charset="0"/>
            </a:endParaRPr>
          </a:p>
        </p:txBody>
      </p:sp>
      <p:sp>
        <p:nvSpPr>
          <p:cNvPr id="22" name="Rectangle 3"/>
          <p:cNvSpPr>
            <a:spLocks noChangeArrowheads="1"/>
          </p:cNvSpPr>
          <p:nvPr/>
        </p:nvSpPr>
        <p:spPr bwMode="auto">
          <a:xfrm>
            <a:off x="5629928" y="475196"/>
            <a:ext cx="4709736" cy="369332"/>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0000"/>
                </a:solidFill>
                <a:effectLst/>
                <a:latin typeface="Consolas" panose="020B0609020204030204" pitchFamily="49" charset="0"/>
              </a:rPr>
              <a:t>req.params.id</a:t>
            </a:r>
            <a:r>
              <a:rPr kumimoji="0" lang="en-US" altLang="en-US" b="0" i="0" u="none" strike="noStrike" cap="none" normalizeH="0" baseline="0" dirty="0">
                <a:ln>
                  <a:noFill/>
                </a:ln>
                <a:effectLst/>
                <a:latin typeface="Segoe WPC"/>
              </a:rPr>
              <a:t> comes from the URL like</a:t>
            </a:r>
            <a:r>
              <a:rPr kumimoji="0" lang="en-US" altLang="en-US" sz="1600" b="0" i="0" u="none" strike="noStrike" cap="none" normalizeH="0" baseline="0" dirty="0">
                <a:ln>
                  <a:noFill/>
                </a:ln>
                <a:effectLst/>
              </a:rPr>
              <a:t> </a:t>
            </a:r>
            <a:endParaRPr kumimoji="0" lang="en-US" altLang="en-US" sz="4400" b="0" i="0" u="none" strike="noStrike" cap="none" normalizeH="0" baseline="0" dirty="0">
              <a:ln>
                <a:noFill/>
              </a:ln>
              <a:effectLst/>
            </a:endParaRPr>
          </a:p>
        </p:txBody>
      </p:sp>
      <p:cxnSp>
        <p:nvCxnSpPr>
          <p:cNvPr id="26" name="Straight Connector 25"/>
          <p:cNvCxnSpPr>
            <a:stCxn id="16" idx="3"/>
          </p:cNvCxnSpPr>
          <p:nvPr/>
        </p:nvCxnSpPr>
        <p:spPr>
          <a:xfrm flipV="1">
            <a:off x="4032504" y="1984248"/>
            <a:ext cx="1719072" cy="18001"/>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5760720" y="815517"/>
            <a:ext cx="45720" cy="119029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2230934" y="5759788"/>
            <a:ext cx="4919674" cy="584775"/>
          </a:xfrm>
          <a:prstGeom prst="rect">
            <a:avLst/>
          </a:prstGeom>
          <a:solidFill>
            <a:srgbClr val="FFC000"/>
          </a:solidFill>
          <a:effectLst>
            <a:glow rad="228600">
              <a:schemeClr val="accent5">
                <a:satMod val="175000"/>
                <a:alpha val="40000"/>
              </a:schemeClr>
            </a:glow>
          </a:effectLst>
        </p:spPr>
        <p:txBody>
          <a:bodyPr wrap="square">
            <a:spAutoFit/>
          </a:bodyPr>
          <a:lstStyle/>
          <a:p>
            <a:r>
              <a:rPr lang="en-US" sz="3200" dirty="0"/>
              <a:t>removing the like from post</a:t>
            </a:r>
            <a:endParaRPr lang="en-US" sz="3200" b="0" i="0" dirty="0">
              <a:solidFill>
                <a:schemeClr val="accent2">
                  <a:lumMod val="40000"/>
                  <a:lumOff val="60000"/>
                </a:schemeClr>
              </a:solidFill>
              <a:effectLst/>
              <a:latin typeface="Segoe WPC"/>
            </a:endParaRPr>
          </a:p>
        </p:txBody>
      </p:sp>
      <p:cxnSp>
        <p:nvCxnSpPr>
          <p:cNvPr id="30" name="Straight Arrow Connector 29"/>
          <p:cNvCxnSpPr/>
          <p:nvPr/>
        </p:nvCxnSpPr>
        <p:spPr>
          <a:xfrm flipH="1">
            <a:off x="5257800" y="4530868"/>
            <a:ext cx="548640" cy="1228920"/>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45000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358896" cy="713867"/>
          </a:xfrm>
          <a:solidFill>
            <a:srgbClr val="FFFF00"/>
          </a:solidFill>
        </p:spPr>
        <p:txBody>
          <a:bodyPr/>
          <a:lstStyle/>
          <a:p>
            <a:r>
              <a:rPr lang="en-US" dirty="0" err="1"/>
              <a:t>addComment</a:t>
            </a:r>
            <a:endParaRPr lang="en-IN" dirty="0"/>
          </a:p>
        </p:txBody>
      </p:sp>
      <p:pic>
        <p:nvPicPr>
          <p:cNvPr id="4" name="Picture 3"/>
          <p:cNvPicPr>
            <a:picLocks noChangeAspect="1"/>
          </p:cNvPicPr>
          <p:nvPr/>
        </p:nvPicPr>
        <p:blipFill rotWithShape="1">
          <a:blip r:embed="rId2"/>
          <a:srcRect b="60448"/>
          <a:stretch/>
        </p:blipFill>
        <p:spPr>
          <a:xfrm>
            <a:off x="-59435" y="713867"/>
            <a:ext cx="9994392" cy="4123309"/>
          </a:xfrm>
          <a:prstGeom prst="rect">
            <a:avLst/>
          </a:prstGeom>
        </p:spPr>
      </p:pic>
      <p:sp>
        <p:nvSpPr>
          <p:cNvPr id="5" name="Rectangle 4"/>
          <p:cNvSpPr/>
          <p:nvPr/>
        </p:nvSpPr>
        <p:spPr>
          <a:xfrm>
            <a:off x="777240" y="1214217"/>
            <a:ext cx="4196334" cy="549668"/>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1"/>
          <p:cNvSpPr>
            <a:spLocks noChangeArrowheads="1"/>
          </p:cNvSpPr>
          <p:nvPr/>
        </p:nvSpPr>
        <p:spPr bwMode="auto">
          <a:xfrm>
            <a:off x="6535528" y="172774"/>
            <a:ext cx="5367528" cy="523220"/>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F0"/>
                </a:solidFill>
                <a:effectLst/>
                <a:latin typeface="Consolas" panose="020B0609020204030204" pitchFamily="49" charset="0"/>
              </a:rPr>
              <a:t>req.params.id</a:t>
            </a:r>
            <a:r>
              <a:rPr kumimoji="0" lang="en-US" altLang="en-US" sz="1400" b="0" i="0" u="none" strike="noStrike" cap="none" normalizeH="0" baseline="0" dirty="0">
                <a:ln>
                  <a:noFill/>
                </a:ln>
                <a:solidFill>
                  <a:srgbClr val="FF0000"/>
                </a:solidFill>
                <a:effectLst/>
                <a:latin typeface="Segoe WPC"/>
              </a:rPr>
              <a:t> can be manipulated by user (URL parameter)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F0"/>
                </a:solidFill>
                <a:effectLst/>
                <a:latin typeface="Consolas" panose="020B0609020204030204" pitchFamily="49" charset="0"/>
              </a:rPr>
              <a:t>req.id</a:t>
            </a:r>
            <a:r>
              <a:rPr kumimoji="0" lang="en-US" altLang="en-US" sz="1400" b="0" i="0" u="none" strike="noStrike" cap="none" normalizeH="0" baseline="0" dirty="0">
                <a:ln>
                  <a:noFill/>
                </a:ln>
                <a:solidFill>
                  <a:srgbClr val="FF0000"/>
                </a:solidFill>
                <a:effectLst/>
                <a:latin typeface="Segoe WPC"/>
              </a:rPr>
              <a:t> is secure (comes from verified JWT token)</a:t>
            </a:r>
          </a:p>
        </p:txBody>
      </p:sp>
      <p:cxnSp>
        <p:nvCxnSpPr>
          <p:cNvPr id="6" name="Straight Arrow Connector 5"/>
          <p:cNvCxnSpPr/>
          <p:nvPr/>
        </p:nvCxnSpPr>
        <p:spPr>
          <a:xfrm flipV="1">
            <a:off x="5007718" y="548640"/>
            <a:ext cx="1493666" cy="771806"/>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10" idx="0"/>
            <a:endCxn id="12" idx="1"/>
          </p:cNvCxnSpPr>
          <p:nvPr/>
        </p:nvCxnSpPr>
        <p:spPr>
          <a:xfrm flipV="1">
            <a:off x="4182716" y="1700694"/>
            <a:ext cx="2558552" cy="1771929"/>
          </a:xfrm>
          <a:prstGeom prst="straightConnector1">
            <a:avLst/>
          </a:prstGeom>
          <a:ln w="76200">
            <a:solidFill>
              <a:srgbClr val="92D05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3815480" y="3472623"/>
            <a:ext cx="734471" cy="237435"/>
          </a:xfrm>
          <a:prstGeom prst="rect">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6741268" y="1516028"/>
            <a:ext cx="5832438" cy="369332"/>
          </a:xfrm>
          <a:prstGeom prst="rect">
            <a:avLst/>
          </a:prstGeom>
          <a:solidFill>
            <a:srgbClr val="FF0000"/>
          </a:solidFill>
        </p:spPr>
        <p:txBody>
          <a:bodyPr wrap="square">
            <a:spAutoFit/>
          </a:bodyPr>
          <a:lstStyle/>
          <a:p>
            <a:r>
              <a:rPr lang="en-US" dirty="0">
                <a:solidFill>
                  <a:schemeClr val="bg1"/>
                </a:solidFill>
                <a:latin typeface="Segoe WPC"/>
              </a:rPr>
              <a:t>Creates and saves a new comment to the database</a:t>
            </a:r>
            <a:endParaRPr lang="en-IN" dirty="0">
              <a:solidFill>
                <a:schemeClr val="bg1"/>
              </a:solidFill>
            </a:endParaRPr>
          </a:p>
        </p:txBody>
      </p:sp>
      <p:sp>
        <p:nvSpPr>
          <p:cNvPr id="15" name="Rectangle 14"/>
          <p:cNvSpPr/>
          <p:nvPr/>
        </p:nvSpPr>
        <p:spPr>
          <a:xfrm>
            <a:off x="6420936" y="3597194"/>
            <a:ext cx="3898846" cy="369332"/>
          </a:xfrm>
          <a:prstGeom prst="rect">
            <a:avLst/>
          </a:prstGeom>
          <a:solidFill>
            <a:srgbClr val="00B050"/>
          </a:solidFill>
        </p:spPr>
        <p:txBody>
          <a:bodyPr wrap="square">
            <a:spAutoFit/>
          </a:bodyPr>
          <a:lstStyle/>
          <a:p>
            <a:r>
              <a:rPr lang="en-US" dirty="0">
                <a:solidFill>
                  <a:schemeClr val="bg1"/>
                </a:solidFill>
              </a:rPr>
              <a:t>It contains the comment from </a:t>
            </a:r>
            <a:r>
              <a:rPr lang="en-US" dirty="0" err="1">
                <a:solidFill>
                  <a:schemeClr val="bg1"/>
                </a:solidFill>
              </a:rPr>
              <a:t>req.body</a:t>
            </a:r>
            <a:endParaRPr lang="en-IN" dirty="0">
              <a:solidFill>
                <a:schemeClr val="bg1"/>
              </a:solidFill>
            </a:endParaRPr>
          </a:p>
        </p:txBody>
      </p:sp>
      <p:cxnSp>
        <p:nvCxnSpPr>
          <p:cNvPr id="20" name="Straight Arrow Connector 19"/>
          <p:cNvCxnSpPr>
            <a:stCxn id="29" idx="3"/>
            <a:endCxn id="15" idx="1"/>
          </p:cNvCxnSpPr>
          <p:nvPr/>
        </p:nvCxnSpPr>
        <p:spPr>
          <a:xfrm flipV="1">
            <a:off x="2064189" y="3781860"/>
            <a:ext cx="4356747" cy="68125"/>
          </a:xfrm>
          <a:prstGeom prst="straightConnector1">
            <a:avLst/>
          </a:prstGeom>
          <a:ln w="38100">
            <a:solidFill>
              <a:srgbClr val="92D05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1216735" y="4241530"/>
            <a:ext cx="1372267" cy="299256"/>
          </a:xfrm>
          <a:prstGeom prst="rect">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p:cNvSpPr/>
          <p:nvPr/>
        </p:nvSpPr>
        <p:spPr>
          <a:xfrm>
            <a:off x="6267231" y="3962612"/>
            <a:ext cx="4263358" cy="369332"/>
          </a:xfrm>
          <a:prstGeom prst="rect">
            <a:avLst/>
          </a:prstGeom>
          <a:solidFill>
            <a:srgbClr val="FFC000"/>
          </a:solidFill>
        </p:spPr>
        <p:txBody>
          <a:bodyPr wrap="square">
            <a:spAutoFit/>
          </a:bodyPr>
          <a:lstStyle/>
          <a:p>
            <a:r>
              <a:rPr lang="en-US" dirty="0"/>
              <a:t>The ID of the user who wrote the comment</a:t>
            </a:r>
            <a:endParaRPr lang="en-IN" dirty="0"/>
          </a:p>
        </p:txBody>
      </p:sp>
      <p:sp>
        <p:nvSpPr>
          <p:cNvPr id="24" name="Rectangle 23"/>
          <p:cNvSpPr/>
          <p:nvPr/>
        </p:nvSpPr>
        <p:spPr>
          <a:xfrm>
            <a:off x="1185964" y="4004430"/>
            <a:ext cx="3322027" cy="241984"/>
          </a:xfrm>
          <a:prstGeom prst="rect">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Rectangle 27"/>
          <p:cNvSpPr/>
          <p:nvPr/>
        </p:nvSpPr>
        <p:spPr>
          <a:xfrm>
            <a:off x="6234690" y="4323795"/>
            <a:ext cx="3898846" cy="369332"/>
          </a:xfrm>
          <a:prstGeom prst="rect">
            <a:avLst/>
          </a:prstGeom>
          <a:solidFill>
            <a:srgbClr val="FFFF00"/>
          </a:solidFill>
        </p:spPr>
        <p:txBody>
          <a:bodyPr wrap="square">
            <a:spAutoFit/>
          </a:bodyPr>
          <a:lstStyle/>
          <a:p>
            <a:r>
              <a:rPr lang="en-US" dirty="0"/>
              <a:t>The ID of the post being commented on</a:t>
            </a:r>
            <a:endParaRPr lang="en-IN" dirty="0"/>
          </a:p>
        </p:txBody>
      </p:sp>
      <p:sp>
        <p:nvSpPr>
          <p:cNvPr id="29" name="Rectangle 28"/>
          <p:cNvSpPr/>
          <p:nvPr/>
        </p:nvSpPr>
        <p:spPr>
          <a:xfrm>
            <a:off x="1170331" y="3755636"/>
            <a:ext cx="893858" cy="188698"/>
          </a:xfrm>
          <a:prstGeom prst="rect">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p:cNvCxnSpPr/>
          <p:nvPr/>
        </p:nvCxnSpPr>
        <p:spPr>
          <a:xfrm>
            <a:off x="4536647" y="4060930"/>
            <a:ext cx="1730584" cy="57863"/>
          </a:xfrm>
          <a:prstGeom prst="straightConnector1">
            <a:avLst/>
          </a:prstGeom>
          <a:ln w="381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36" name="Rectangle 35"/>
          <p:cNvSpPr/>
          <p:nvPr/>
        </p:nvSpPr>
        <p:spPr>
          <a:xfrm>
            <a:off x="6996084" y="5742476"/>
            <a:ext cx="4758555" cy="461665"/>
          </a:xfrm>
          <a:prstGeom prst="rect">
            <a:avLst/>
          </a:prstGeom>
          <a:solidFill>
            <a:srgbClr val="FF0000"/>
          </a:solidFill>
        </p:spPr>
        <p:txBody>
          <a:bodyPr wrap="square">
            <a:spAutoFit/>
          </a:bodyPr>
          <a:lstStyle/>
          <a:p>
            <a:r>
              <a:rPr lang="en-US" sz="2400" dirty="0">
                <a:solidFill>
                  <a:schemeClr val="bg1"/>
                </a:solidFill>
                <a:latin typeface="Segoe WPC"/>
              </a:rPr>
              <a:t> Adds comment ID to post's array</a:t>
            </a:r>
            <a:endParaRPr lang="en-IN" sz="2400" dirty="0">
              <a:solidFill>
                <a:schemeClr val="bg1"/>
              </a:solidFill>
            </a:endParaRPr>
          </a:p>
        </p:txBody>
      </p:sp>
      <p:cxnSp>
        <p:nvCxnSpPr>
          <p:cNvPr id="41" name="Straight Arrow Connector 40"/>
          <p:cNvCxnSpPr>
            <a:stCxn id="22" idx="3"/>
            <a:endCxn id="28" idx="1"/>
          </p:cNvCxnSpPr>
          <p:nvPr/>
        </p:nvCxnSpPr>
        <p:spPr>
          <a:xfrm>
            <a:off x="2589002" y="4391158"/>
            <a:ext cx="3645688" cy="117303"/>
          </a:xfrm>
          <a:prstGeom prst="straightConnector1">
            <a:avLst/>
          </a:prstGeom>
          <a:ln w="5715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38" name="Picture 37"/>
          <p:cNvPicPr>
            <a:picLocks noChangeAspect="1"/>
          </p:cNvPicPr>
          <p:nvPr/>
        </p:nvPicPr>
        <p:blipFill rotWithShape="1">
          <a:blip r:embed="rId2"/>
          <a:srcRect t="47563" b="40420"/>
          <a:stretch/>
        </p:blipFill>
        <p:spPr>
          <a:xfrm>
            <a:off x="-59435" y="4782811"/>
            <a:ext cx="9994392" cy="1252728"/>
          </a:xfrm>
          <a:prstGeom prst="rect">
            <a:avLst/>
          </a:prstGeom>
        </p:spPr>
      </p:pic>
      <p:pic>
        <p:nvPicPr>
          <p:cNvPr id="39" name="Picture 38"/>
          <p:cNvPicPr>
            <a:picLocks noChangeAspect="1"/>
          </p:cNvPicPr>
          <p:nvPr/>
        </p:nvPicPr>
        <p:blipFill rotWithShape="1">
          <a:blip r:embed="rId3"/>
          <a:srcRect l="3934" t="32455" r="12295" b="24371"/>
          <a:stretch/>
        </p:blipFill>
        <p:spPr>
          <a:xfrm>
            <a:off x="0" y="6025419"/>
            <a:ext cx="5925312" cy="485110"/>
          </a:xfrm>
          <a:prstGeom prst="rect">
            <a:avLst/>
          </a:prstGeom>
          <a:effectLst>
            <a:glow rad="228600">
              <a:schemeClr val="accent5">
                <a:satMod val="175000"/>
                <a:alpha val="40000"/>
              </a:schemeClr>
            </a:glow>
          </a:effectLst>
        </p:spPr>
      </p:pic>
      <p:pic>
        <p:nvPicPr>
          <p:cNvPr id="42" name="Picture 41"/>
          <p:cNvPicPr>
            <a:picLocks noChangeAspect="1"/>
          </p:cNvPicPr>
          <p:nvPr/>
        </p:nvPicPr>
        <p:blipFill>
          <a:blip r:embed="rId4"/>
          <a:stretch>
            <a:fillRect/>
          </a:stretch>
        </p:blipFill>
        <p:spPr>
          <a:xfrm>
            <a:off x="5807373" y="5021842"/>
            <a:ext cx="6384627" cy="557494"/>
          </a:xfrm>
          <a:prstGeom prst="rect">
            <a:avLst/>
          </a:prstGeom>
          <a:effectLst>
            <a:glow rad="228600">
              <a:schemeClr val="accent5">
                <a:satMod val="175000"/>
                <a:alpha val="40000"/>
              </a:schemeClr>
            </a:glow>
          </a:effectLst>
        </p:spPr>
      </p:pic>
      <p:cxnSp>
        <p:nvCxnSpPr>
          <p:cNvPr id="43" name="Straight Arrow Connector 42"/>
          <p:cNvCxnSpPr/>
          <p:nvPr/>
        </p:nvCxnSpPr>
        <p:spPr>
          <a:xfrm flipV="1">
            <a:off x="3358896" y="5434656"/>
            <a:ext cx="2448477" cy="631915"/>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endCxn id="36" idx="1"/>
          </p:cNvCxnSpPr>
          <p:nvPr/>
        </p:nvCxnSpPr>
        <p:spPr>
          <a:xfrm flipV="1">
            <a:off x="5866342" y="5973309"/>
            <a:ext cx="1129742" cy="232093"/>
          </a:xfrm>
          <a:prstGeom prst="straightConnector1">
            <a:avLst/>
          </a:prstGeom>
          <a:ln w="76200">
            <a:solidFill>
              <a:srgbClr val="FF000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35" name="Picture 34"/>
          <p:cNvPicPr>
            <a:picLocks noChangeAspect="1"/>
          </p:cNvPicPr>
          <p:nvPr/>
        </p:nvPicPr>
        <p:blipFill rotWithShape="1">
          <a:blip r:embed="rId5"/>
          <a:srcRect t="18570" b="19972"/>
          <a:stretch/>
        </p:blipFill>
        <p:spPr>
          <a:xfrm>
            <a:off x="0" y="6486960"/>
            <a:ext cx="3358896" cy="341968"/>
          </a:xfrm>
          <a:prstGeom prst="rect">
            <a:avLst/>
          </a:prstGeom>
        </p:spPr>
      </p:pic>
      <p:cxnSp>
        <p:nvCxnSpPr>
          <p:cNvPr id="45" name="Straight Arrow Connector 44"/>
          <p:cNvCxnSpPr>
            <a:endCxn id="47" idx="1"/>
          </p:cNvCxnSpPr>
          <p:nvPr/>
        </p:nvCxnSpPr>
        <p:spPr>
          <a:xfrm flipV="1">
            <a:off x="3240957" y="6540722"/>
            <a:ext cx="3319877" cy="141084"/>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6560834" y="6309889"/>
            <a:ext cx="2814527" cy="461665"/>
          </a:xfrm>
          <a:prstGeom prst="rect">
            <a:avLst/>
          </a:prstGeom>
          <a:solidFill>
            <a:srgbClr val="00B0F0"/>
          </a:solidFill>
        </p:spPr>
        <p:txBody>
          <a:bodyPr wrap="square">
            <a:spAutoFit/>
          </a:bodyPr>
          <a:lstStyle/>
          <a:p>
            <a:r>
              <a:rPr lang="en-US" sz="2400" dirty="0">
                <a:solidFill>
                  <a:schemeClr val="bg1"/>
                </a:solidFill>
                <a:latin typeface="Segoe WPC"/>
              </a:rPr>
              <a:t>Save to database</a:t>
            </a:r>
            <a:endParaRPr lang="en-IN" sz="2400" dirty="0">
              <a:solidFill>
                <a:schemeClr val="bg1"/>
              </a:solidFill>
            </a:endParaRPr>
          </a:p>
        </p:txBody>
      </p:sp>
      <p:sp>
        <p:nvSpPr>
          <p:cNvPr id="50" name="Rectangle 49"/>
          <p:cNvSpPr/>
          <p:nvPr/>
        </p:nvSpPr>
        <p:spPr>
          <a:xfrm>
            <a:off x="6937115" y="5750613"/>
            <a:ext cx="4758555" cy="461665"/>
          </a:xfrm>
          <a:prstGeom prst="rect">
            <a:avLst/>
          </a:prstGeom>
          <a:solidFill>
            <a:srgbClr val="FF0000"/>
          </a:solidFill>
        </p:spPr>
        <p:txBody>
          <a:bodyPr wrap="square">
            <a:spAutoFit/>
          </a:bodyPr>
          <a:lstStyle/>
          <a:p>
            <a:r>
              <a:rPr lang="en-US" sz="2400" dirty="0">
                <a:solidFill>
                  <a:schemeClr val="bg1"/>
                </a:solidFill>
                <a:latin typeface="Segoe WPC"/>
              </a:rPr>
              <a:t> Adds comment ID to post's array</a:t>
            </a:r>
            <a:endParaRPr lang="en-IN" sz="2400" dirty="0">
              <a:solidFill>
                <a:schemeClr val="bg1"/>
              </a:solidFill>
            </a:endParaRPr>
          </a:p>
        </p:txBody>
      </p:sp>
      <p:sp>
        <p:nvSpPr>
          <p:cNvPr id="54" name="Rectangle 53"/>
          <p:cNvSpPr/>
          <p:nvPr/>
        </p:nvSpPr>
        <p:spPr>
          <a:xfrm>
            <a:off x="50113" y="6053380"/>
            <a:ext cx="5757260" cy="426005"/>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2014037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823" y="0"/>
            <a:ext cx="5230368" cy="666559"/>
          </a:xfrm>
          <a:solidFill>
            <a:srgbClr val="FFFF00"/>
          </a:solidFill>
          <a:ln>
            <a:solidFill>
              <a:srgbClr val="FFFF00"/>
            </a:solidFill>
          </a:ln>
        </p:spPr>
        <p:txBody>
          <a:bodyPr>
            <a:normAutofit fontScale="90000"/>
          </a:bodyPr>
          <a:lstStyle/>
          <a:p>
            <a:r>
              <a:rPr lang="en-US" dirty="0"/>
              <a:t>Getting </a:t>
            </a:r>
            <a:r>
              <a:rPr lang="en-US" dirty="0" err="1"/>
              <a:t>coments</a:t>
            </a:r>
            <a:r>
              <a:rPr lang="en-US" dirty="0"/>
              <a:t> of post</a:t>
            </a:r>
            <a:endParaRPr lang="en-IN" dirty="0"/>
          </a:p>
        </p:txBody>
      </p:sp>
      <p:pic>
        <p:nvPicPr>
          <p:cNvPr id="4" name="Picture 3"/>
          <p:cNvPicPr>
            <a:picLocks noChangeAspect="1"/>
          </p:cNvPicPr>
          <p:nvPr/>
        </p:nvPicPr>
        <p:blipFill>
          <a:blip r:embed="rId2"/>
          <a:stretch>
            <a:fillRect/>
          </a:stretch>
        </p:blipFill>
        <p:spPr>
          <a:xfrm>
            <a:off x="89823" y="595809"/>
            <a:ext cx="11164008" cy="4186503"/>
          </a:xfrm>
          <a:prstGeom prst="rect">
            <a:avLst/>
          </a:prstGeom>
        </p:spPr>
      </p:pic>
      <p:sp>
        <p:nvSpPr>
          <p:cNvPr id="5" name="Rectangle 4"/>
          <p:cNvSpPr/>
          <p:nvPr/>
        </p:nvSpPr>
        <p:spPr>
          <a:xfrm>
            <a:off x="896566" y="1193520"/>
            <a:ext cx="3172514" cy="498120"/>
          </a:xfrm>
          <a:prstGeom prst="rect">
            <a:avLst/>
          </a:prstGeom>
          <a:noFill/>
          <a:ln>
            <a:solidFill>
              <a:srgbClr val="FFFF00"/>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805580" y="1763799"/>
            <a:ext cx="9847180" cy="403329"/>
          </a:xfrm>
          <a:prstGeom prst="rect">
            <a:avLst/>
          </a:prstGeom>
          <a:noFill/>
          <a:ln>
            <a:solidFill>
              <a:srgbClr val="FFFF00"/>
            </a:solidFill>
          </a:ln>
          <a:effectLst>
            <a:glow rad="2286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a:endCxn id="10" idx="1"/>
          </p:cNvCxnSpPr>
          <p:nvPr/>
        </p:nvCxnSpPr>
        <p:spPr>
          <a:xfrm flipV="1">
            <a:off x="4069080" y="526718"/>
            <a:ext cx="2514527" cy="681453"/>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4253205" y="1259396"/>
            <a:ext cx="2429656" cy="537134"/>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10" name="Rectangle 1"/>
          <p:cNvSpPr>
            <a:spLocks noChangeArrowheads="1"/>
          </p:cNvSpPr>
          <p:nvPr/>
        </p:nvSpPr>
        <p:spPr bwMode="auto">
          <a:xfrm>
            <a:off x="6583607" y="111219"/>
            <a:ext cx="5301996" cy="830997"/>
          </a:xfrm>
          <a:prstGeom prst="rect">
            <a:avLst/>
          </a:prstGeom>
          <a:solidFill>
            <a:schemeClr val="accent2">
              <a:lumMod val="40000"/>
              <a:lumOff val="60000"/>
            </a:schemeClr>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Segoe WPC"/>
              </a:rPr>
              <a:t>Extracts the post ID from the URL parameters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Segoe WPC"/>
              </a:rPr>
              <a:t> </a:t>
            </a:r>
            <a:r>
              <a:rPr kumimoji="0" lang="en-US" altLang="en-US" sz="1600" b="1" i="0" u="none" strike="noStrike" cap="none" normalizeH="0" baseline="0" dirty="0">
                <a:ln>
                  <a:noFill/>
                </a:ln>
                <a:effectLst/>
                <a:latin typeface="Segoe WPC"/>
              </a:rPr>
              <a:t>Example URL:</a:t>
            </a:r>
            <a:r>
              <a:rPr kumimoji="0" lang="en-US" altLang="en-US" sz="1600" b="0" i="0" u="none" strike="noStrike" cap="none" normalizeH="0" baseline="0" dirty="0">
                <a:ln>
                  <a:noFill/>
                </a:ln>
                <a:effectLst/>
                <a:latin typeface="Segoe WPC"/>
              </a:rPr>
              <a:t> </a:t>
            </a:r>
            <a:r>
              <a:rPr kumimoji="0" lang="en-US" altLang="en-US" sz="1600" b="0" i="0" u="none" strike="noStrike" cap="none" normalizeH="0" baseline="0" dirty="0">
                <a:ln>
                  <a:noFill/>
                </a:ln>
                <a:effectLst/>
                <a:latin typeface="Consolas" panose="020B0609020204030204" pitchFamily="49" charset="0"/>
              </a:rPr>
              <a:t>GET /</a:t>
            </a:r>
            <a:r>
              <a:rPr kumimoji="0" lang="en-US" altLang="en-US" sz="1600" b="0" i="0" u="none" strike="noStrike" cap="none" normalizeH="0" baseline="0" dirty="0" err="1">
                <a:ln>
                  <a:noFill/>
                </a:ln>
                <a:effectLst/>
                <a:latin typeface="Consolas" panose="020B0609020204030204" pitchFamily="49" charset="0"/>
              </a:rPr>
              <a:t>api</a:t>
            </a:r>
            <a:r>
              <a:rPr kumimoji="0" lang="en-US" altLang="en-US" sz="1600" b="0" i="0" u="none" strike="noStrike" cap="none" normalizeH="0" baseline="0" dirty="0">
                <a:ln>
                  <a:noFill/>
                </a:ln>
                <a:effectLst/>
                <a:latin typeface="Consolas" panose="020B0609020204030204" pitchFamily="49" charset="0"/>
              </a:rPr>
              <a:t>/v1/post/67890/comments</a:t>
            </a:r>
            <a:r>
              <a:rPr kumimoji="0" lang="en-US" altLang="en-US" sz="1600" b="0" i="0" u="none" strike="noStrike" cap="none" normalizeH="0" baseline="0" dirty="0">
                <a:ln>
                  <a:noFill/>
                </a:ln>
                <a:effectLst/>
                <a:latin typeface="Segoe WPC"/>
              </a:rPr>
              <a:t> → </a:t>
            </a:r>
            <a:r>
              <a:rPr kumimoji="0" lang="en-US" altLang="en-US" sz="1600" b="0" i="0" u="none" strike="noStrike" cap="none" normalizeH="0" baseline="0" dirty="0" err="1">
                <a:ln>
                  <a:noFill/>
                </a:ln>
                <a:effectLst/>
                <a:latin typeface="Consolas" panose="020B0609020204030204" pitchFamily="49" charset="0"/>
              </a:rPr>
              <a:t>postId</a:t>
            </a:r>
            <a:r>
              <a:rPr kumimoji="0" lang="en-US" altLang="en-US" sz="1600" b="0" i="0" u="none" strike="noStrike" cap="none" normalizeH="0" baseline="0" dirty="0">
                <a:ln>
                  <a:noFill/>
                </a:ln>
                <a:effectLst/>
                <a:latin typeface="Consolas" panose="020B0609020204030204" pitchFamily="49" charset="0"/>
              </a:rPr>
              <a:t> = "67890"</a:t>
            </a:r>
            <a:r>
              <a:rPr kumimoji="0" lang="en-US" altLang="en-US" sz="1400" b="0" i="0" u="none" strike="noStrike" cap="none" normalizeH="0" baseline="0" dirty="0">
                <a:ln>
                  <a:noFill/>
                </a:ln>
                <a:effectLst/>
              </a:rPr>
              <a:t> </a:t>
            </a:r>
            <a:endParaRPr kumimoji="0" lang="en-US" altLang="en-US" sz="4000" b="0" i="0" u="none" strike="noStrike" cap="none" normalizeH="0" baseline="0" dirty="0">
              <a:ln>
                <a:noFill/>
              </a:ln>
              <a:effectLst/>
            </a:endParaRPr>
          </a:p>
        </p:txBody>
      </p:sp>
      <p:sp>
        <p:nvSpPr>
          <p:cNvPr id="11" name="Rectangle 2"/>
          <p:cNvSpPr>
            <a:spLocks noChangeArrowheads="1"/>
          </p:cNvSpPr>
          <p:nvPr/>
        </p:nvSpPr>
        <p:spPr bwMode="auto">
          <a:xfrm>
            <a:off x="6697887" y="1047484"/>
            <a:ext cx="3675888" cy="492443"/>
          </a:xfrm>
          <a:prstGeom prst="rect">
            <a:avLst/>
          </a:prstGeom>
          <a:solidFill>
            <a:srgbClr val="92D050"/>
          </a:solidFill>
          <a:ln>
            <a:noFill/>
          </a:ln>
          <a:effectLst>
            <a:glow rad="228600">
              <a:schemeClr val="accent6">
                <a:satMod val="175000"/>
                <a:alpha val="40000"/>
              </a:schemeClr>
            </a:glow>
          </a:effectLst>
        </p:spPr>
        <p:txBody>
          <a:bodyPr vert="horz" wrap="square" lIns="6348" tIns="0" rIns="6348"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effectLst/>
                <a:latin typeface="Segoe WPC"/>
              </a:rPr>
              <a:t>Finds all comments where the </a:t>
            </a:r>
            <a:r>
              <a:rPr kumimoji="0" lang="en-US" altLang="en-US" sz="1600" b="0" i="0" u="none" strike="noStrike" cap="none" normalizeH="0" baseline="0" dirty="0">
                <a:ln>
                  <a:noFill/>
                </a:ln>
                <a:solidFill>
                  <a:srgbClr val="FF0000"/>
                </a:solidFill>
                <a:effectLst/>
                <a:latin typeface="Segoe WPC"/>
              </a:rPr>
              <a:t>post field</a:t>
            </a:r>
            <a:r>
              <a:rPr kumimoji="0" lang="en-US" altLang="en-US" sz="1600" b="0" i="0" u="none" strike="noStrike" cap="none" normalizeH="0" baseline="0" dirty="0">
                <a:ln>
                  <a:noFill/>
                </a:ln>
                <a:effectLst/>
                <a:latin typeface="Segoe WPC"/>
              </a:rPr>
              <a:t> matches the given </a:t>
            </a:r>
            <a:r>
              <a:rPr kumimoji="0" lang="en-US" altLang="en-US" sz="1600" b="0" i="0" u="none" strike="noStrike" cap="none" normalizeH="0" baseline="0" dirty="0" err="1">
                <a:ln>
                  <a:noFill/>
                </a:ln>
                <a:solidFill>
                  <a:srgbClr val="FF0000"/>
                </a:solidFill>
                <a:effectLst/>
                <a:latin typeface="Consolas" panose="020B0609020204030204" pitchFamily="49" charset="0"/>
              </a:rPr>
              <a:t>postId</a:t>
            </a:r>
            <a:endParaRPr kumimoji="0" lang="en-US" altLang="en-US" sz="1600" b="0" i="0" u="none" strike="noStrike" cap="none" normalizeH="0" baseline="0" dirty="0">
              <a:ln>
                <a:noFill/>
              </a:ln>
              <a:solidFill>
                <a:srgbClr val="FF0000"/>
              </a:solidFill>
              <a:effectLst/>
              <a:latin typeface="Segoe WPC"/>
            </a:endParaRPr>
          </a:p>
        </p:txBody>
      </p:sp>
      <p:sp>
        <p:nvSpPr>
          <p:cNvPr id="12" name="Rectangle 11"/>
          <p:cNvSpPr/>
          <p:nvPr/>
        </p:nvSpPr>
        <p:spPr>
          <a:xfrm>
            <a:off x="3939589" y="1815025"/>
            <a:ext cx="559259" cy="247859"/>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3"/>
          <p:cNvSpPr>
            <a:spLocks noChangeArrowheads="1"/>
          </p:cNvSpPr>
          <p:nvPr/>
        </p:nvSpPr>
        <p:spPr bwMode="auto">
          <a:xfrm>
            <a:off x="226983" y="5462234"/>
            <a:ext cx="6876288" cy="1015663"/>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It </a:t>
            </a:r>
            <a:r>
              <a:rPr kumimoji="0" lang="en-US" altLang="en-US" sz="2000" b="0" i="0" u="none" strike="noStrike" cap="none" normalizeH="0" baseline="0" dirty="0">
                <a:ln>
                  <a:noFill/>
                </a:ln>
                <a:solidFill>
                  <a:srgbClr val="FF0000"/>
                </a:solidFill>
                <a:effectLst/>
                <a:latin typeface="Arial" panose="020B0604020202020204" pitchFamily="34" charset="0"/>
              </a:rPr>
              <a:t>fetches all comments</a:t>
            </a:r>
            <a:r>
              <a:rPr kumimoji="0" lang="en-US" altLang="en-US" sz="2000" b="0" i="0" u="none" strike="noStrike" cap="none" normalizeH="0" baseline="0" dirty="0">
                <a:ln>
                  <a:noFill/>
                </a:ln>
                <a:solidFill>
                  <a:schemeClr val="tx1"/>
                </a:solidFill>
                <a:effectLst/>
                <a:latin typeface="Arial" panose="020B0604020202020204" pitchFamily="34" charset="0"/>
              </a:rPr>
              <a:t> for a given post and replaces each comment’s </a:t>
            </a:r>
            <a:r>
              <a:rPr kumimoji="0" lang="en-US" altLang="en-US" sz="2000" b="0" i="0" u="none" strike="noStrike" cap="none" normalizeH="0" baseline="0" dirty="0">
                <a:ln>
                  <a:noFill/>
                </a:ln>
                <a:solidFill>
                  <a:schemeClr val="tx1"/>
                </a:solidFill>
                <a:effectLst/>
                <a:latin typeface="Arial Unicode MS"/>
              </a:rPr>
              <a:t>author</a:t>
            </a:r>
            <a:r>
              <a:rPr kumimoji="0" lang="en-US" altLang="en-US" sz="2000" b="0" i="0" u="none" strike="noStrike" cap="none" normalizeH="0" baseline="0" dirty="0">
                <a:ln>
                  <a:noFill/>
                </a:ln>
                <a:solidFill>
                  <a:schemeClr val="tx1"/>
                </a:solidFill>
                <a:effectLst/>
              </a:rPr>
              <a:t> ID with the author’s details (</a:t>
            </a:r>
            <a:r>
              <a:rPr kumimoji="0" lang="en-US" altLang="en-US" sz="2000" b="0" i="0" u="none" strike="noStrike" cap="none" normalizeH="0" baseline="0" dirty="0">
                <a:ln>
                  <a:noFill/>
                </a:ln>
                <a:solidFill>
                  <a:schemeClr val="tx1"/>
                </a:solidFill>
                <a:effectLst/>
                <a:latin typeface="Arial Unicode MS"/>
              </a:rPr>
              <a:t>username</a:t>
            </a:r>
            <a:r>
              <a:rPr kumimoji="0" lang="en-US" altLang="en-US" sz="2000" b="0" i="0" u="none" strike="noStrike" cap="none" normalizeH="0" baseline="0" dirty="0">
                <a:ln>
                  <a:noFill/>
                </a:ln>
                <a:solidFill>
                  <a:schemeClr val="tx1"/>
                </a:solidFill>
                <a:effectLst/>
              </a:rPr>
              <a:t> and </a:t>
            </a:r>
            <a:r>
              <a:rPr kumimoji="0" lang="en-US" altLang="en-US" sz="2000" b="0" i="0" u="none" strike="noStrike" cap="none" normalizeH="0" baseline="0" dirty="0" err="1">
                <a:ln>
                  <a:noFill/>
                </a:ln>
                <a:solidFill>
                  <a:schemeClr val="tx1"/>
                </a:solidFill>
                <a:effectLst/>
                <a:latin typeface="Arial Unicode MS"/>
              </a:rPr>
              <a:t>profilePicture</a:t>
            </a:r>
            <a:r>
              <a:rPr kumimoji="0" lang="en-US" altLang="en-US" sz="2000" b="0" i="0" u="none" strike="noStrike" cap="none" normalizeH="0" baseline="0" dirty="0">
                <a:ln>
                  <a:noFill/>
                </a:ln>
                <a:solidFill>
                  <a:schemeClr val="tx1"/>
                </a:solidFill>
                <a:effectLst/>
              </a:rPr>
              <a:t>) from the </a:t>
            </a:r>
            <a:r>
              <a:rPr kumimoji="0" lang="en-US" altLang="en-US" sz="2000" b="0" i="0" u="none" strike="noStrike" cap="none" normalizeH="0" baseline="0" dirty="0">
                <a:ln>
                  <a:noFill/>
                </a:ln>
                <a:solidFill>
                  <a:schemeClr val="tx1"/>
                </a:solidFill>
                <a:effectLst/>
                <a:latin typeface="Arial Unicode MS"/>
              </a:rPr>
              <a:t>User</a:t>
            </a:r>
            <a:r>
              <a:rPr kumimoji="0" lang="en-US" altLang="en-US" sz="2000" b="0" i="0" u="none" strike="noStrike" cap="none" normalizeH="0" baseline="0" dirty="0">
                <a:ln>
                  <a:noFill/>
                </a:ln>
                <a:solidFill>
                  <a:schemeClr val="tx1"/>
                </a:solidFill>
                <a:effectLst/>
              </a:rPr>
              <a:t> collection.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cxnSp>
        <p:nvCxnSpPr>
          <p:cNvPr id="15" name="Straight Arrow Connector 14"/>
          <p:cNvCxnSpPr/>
          <p:nvPr/>
        </p:nvCxnSpPr>
        <p:spPr>
          <a:xfrm flipH="1">
            <a:off x="649224" y="2167128"/>
            <a:ext cx="175098" cy="3295106"/>
          </a:xfrm>
          <a:prstGeom prst="straightConnector1">
            <a:avLst/>
          </a:prstGeom>
          <a:ln w="76200">
            <a:solidFill>
              <a:srgbClr val="FF0000"/>
            </a:solidFill>
            <a:prstDash val="sysDot"/>
            <a:tailEnd type="triangle"/>
          </a:ln>
          <a:effectLst>
            <a:glow rad="635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nvPicPr>
        <p:blipFill rotWithShape="1">
          <a:blip r:embed="rId3"/>
          <a:srcRect b="44587"/>
          <a:stretch/>
        </p:blipFill>
        <p:spPr>
          <a:xfrm>
            <a:off x="8035420" y="2689059"/>
            <a:ext cx="3903344" cy="3788837"/>
          </a:xfrm>
          <a:prstGeom prst="rect">
            <a:avLst/>
          </a:prstGeom>
          <a:effectLst>
            <a:glow rad="228600">
              <a:schemeClr val="accent2">
                <a:satMod val="175000"/>
                <a:alpha val="40000"/>
              </a:schemeClr>
            </a:glow>
          </a:effectLst>
        </p:spPr>
      </p:pic>
      <p:cxnSp>
        <p:nvCxnSpPr>
          <p:cNvPr id="25" name="Straight Arrow Connector 24"/>
          <p:cNvCxnSpPr/>
          <p:nvPr/>
        </p:nvCxnSpPr>
        <p:spPr>
          <a:xfrm>
            <a:off x="6281928" y="2928198"/>
            <a:ext cx="1753492" cy="26816"/>
          </a:xfrm>
          <a:prstGeom prst="straightConnector1">
            <a:avLst/>
          </a:prstGeom>
          <a:ln w="76200">
            <a:prstDash val="sysDot"/>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5" name="Rectangle 34"/>
          <p:cNvSpPr/>
          <p:nvPr/>
        </p:nvSpPr>
        <p:spPr>
          <a:xfrm>
            <a:off x="896566" y="2787047"/>
            <a:ext cx="5385362" cy="303626"/>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979874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5960" t="35758" r="16107" b="54851"/>
          <a:stretch/>
        </p:blipFill>
        <p:spPr>
          <a:xfrm>
            <a:off x="-8896" y="2489604"/>
            <a:ext cx="6267554" cy="683364"/>
          </a:xfrm>
          <a:prstGeom prst="rect">
            <a:avLst/>
          </a:prstGeom>
        </p:spPr>
      </p:pic>
      <p:pic>
        <p:nvPicPr>
          <p:cNvPr id="5" name="Picture 4"/>
          <p:cNvPicPr>
            <a:picLocks noChangeAspect="1"/>
          </p:cNvPicPr>
          <p:nvPr/>
        </p:nvPicPr>
        <p:blipFill rotWithShape="1">
          <a:blip r:embed="rId2"/>
          <a:srcRect l="5795" t="19738" r="46868" b="77035"/>
          <a:stretch/>
        </p:blipFill>
        <p:spPr>
          <a:xfrm>
            <a:off x="-8896" y="1689810"/>
            <a:ext cx="4974088" cy="306845"/>
          </a:xfrm>
          <a:prstGeom prst="rect">
            <a:avLst/>
          </a:prstGeom>
        </p:spPr>
      </p:pic>
      <p:pic>
        <p:nvPicPr>
          <p:cNvPr id="6" name="Picture 5"/>
          <p:cNvPicPr>
            <a:picLocks noChangeAspect="1"/>
          </p:cNvPicPr>
          <p:nvPr/>
        </p:nvPicPr>
        <p:blipFill rotWithShape="1">
          <a:blip r:embed="rId2"/>
          <a:srcRect r="45839" b="92222"/>
          <a:stretch/>
        </p:blipFill>
        <p:spPr>
          <a:xfrm>
            <a:off x="0" y="451771"/>
            <a:ext cx="5037916" cy="654653"/>
          </a:xfrm>
          <a:prstGeom prst="rect">
            <a:avLst/>
          </a:prstGeom>
        </p:spPr>
      </p:pic>
      <p:pic>
        <p:nvPicPr>
          <p:cNvPr id="7" name="Picture 6"/>
          <p:cNvPicPr>
            <a:picLocks noChangeAspect="1"/>
          </p:cNvPicPr>
          <p:nvPr/>
        </p:nvPicPr>
        <p:blipFill rotWithShape="1">
          <a:blip r:embed="rId3"/>
          <a:srcRect r="66190" b="77334"/>
          <a:stretch/>
        </p:blipFill>
        <p:spPr>
          <a:xfrm>
            <a:off x="0" y="950976"/>
            <a:ext cx="3493008" cy="749234"/>
          </a:xfrm>
          <a:prstGeom prst="rect">
            <a:avLst/>
          </a:prstGeom>
          <a:effectLst>
            <a:glow rad="101600">
              <a:schemeClr val="accent2">
                <a:satMod val="175000"/>
                <a:alpha val="40000"/>
              </a:schemeClr>
            </a:glow>
          </a:effectLst>
        </p:spPr>
      </p:pic>
      <p:pic>
        <p:nvPicPr>
          <p:cNvPr id="8" name="Picture 7"/>
          <p:cNvPicPr>
            <a:picLocks noChangeAspect="1"/>
          </p:cNvPicPr>
          <p:nvPr/>
        </p:nvPicPr>
        <p:blipFill rotWithShape="1">
          <a:blip r:embed="rId3"/>
          <a:srcRect t="42190" r="7781" b="36333"/>
          <a:stretch/>
        </p:blipFill>
        <p:spPr>
          <a:xfrm>
            <a:off x="-8896" y="1991023"/>
            <a:ext cx="7263222" cy="541217"/>
          </a:xfrm>
          <a:prstGeom prst="rect">
            <a:avLst/>
          </a:prstGeom>
        </p:spPr>
      </p:pic>
      <p:pic>
        <p:nvPicPr>
          <p:cNvPr id="9" name="Picture 8"/>
          <p:cNvPicPr>
            <a:picLocks noChangeAspect="1"/>
          </p:cNvPicPr>
          <p:nvPr/>
        </p:nvPicPr>
        <p:blipFill rotWithShape="1">
          <a:blip r:embed="rId4"/>
          <a:srcRect l="3532" t="43660" r="7885" b="24074"/>
          <a:stretch/>
        </p:blipFill>
        <p:spPr>
          <a:xfrm>
            <a:off x="0" y="4136383"/>
            <a:ext cx="5274618" cy="321621"/>
          </a:xfrm>
          <a:prstGeom prst="rect">
            <a:avLst/>
          </a:prstGeom>
        </p:spPr>
      </p:pic>
      <p:pic>
        <p:nvPicPr>
          <p:cNvPr id="10" name="Picture 9"/>
          <p:cNvPicPr>
            <a:picLocks noChangeAspect="1"/>
          </p:cNvPicPr>
          <p:nvPr/>
        </p:nvPicPr>
        <p:blipFill rotWithShape="1">
          <a:blip r:embed="rId2"/>
          <a:srcRect l="6223" t="80920" r="47504" b="15123"/>
          <a:stretch/>
        </p:blipFill>
        <p:spPr>
          <a:xfrm>
            <a:off x="-35655" y="5409722"/>
            <a:ext cx="6007909" cy="464892"/>
          </a:xfrm>
          <a:prstGeom prst="rect">
            <a:avLst/>
          </a:prstGeom>
        </p:spPr>
      </p:pic>
      <p:pic>
        <p:nvPicPr>
          <p:cNvPr id="11" name="Picture 10"/>
          <p:cNvPicPr>
            <a:picLocks noChangeAspect="1"/>
          </p:cNvPicPr>
          <p:nvPr/>
        </p:nvPicPr>
        <p:blipFill rotWithShape="1">
          <a:blip r:embed="rId2"/>
          <a:srcRect l="6123" t="66597" r="24012" b="21267"/>
          <a:stretch/>
        </p:blipFill>
        <p:spPr>
          <a:xfrm>
            <a:off x="-8896" y="4520944"/>
            <a:ext cx="5954392" cy="935842"/>
          </a:xfrm>
          <a:prstGeom prst="rect">
            <a:avLst/>
          </a:prstGeom>
          <a:effectLst>
            <a:glow rad="228600">
              <a:schemeClr val="accent6">
                <a:satMod val="175000"/>
                <a:alpha val="40000"/>
              </a:schemeClr>
            </a:glow>
          </a:effectLst>
        </p:spPr>
      </p:pic>
      <p:pic>
        <p:nvPicPr>
          <p:cNvPr id="12" name="Picture 11"/>
          <p:cNvPicPr>
            <a:picLocks noChangeAspect="1"/>
          </p:cNvPicPr>
          <p:nvPr/>
        </p:nvPicPr>
        <p:blipFill rotWithShape="1">
          <a:blip r:embed="rId2"/>
          <a:srcRect l="5985" t="86390" r="60376" b="1666"/>
          <a:stretch/>
        </p:blipFill>
        <p:spPr>
          <a:xfrm>
            <a:off x="0" y="5874614"/>
            <a:ext cx="3060962" cy="983386"/>
          </a:xfrm>
          <a:prstGeom prst="rect">
            <a:avLst/>
          </a:prstGeom>
          <a:ln>
            <a:solidFill>
              <a:srgbClr val="FFFF00"/>
            </a:solidFill>
          </a:ln>
          <a:effectLst>
            <a:glow rad="228600">
              <a:schemeClr val="accent4">
                <a:satMod val="175000"/>
                <a:alpha val="40000"/>
              </a:schemeClr>
            </a:glow>
          </a:effectLst>
        </p:spPr>
      </p:pic>
      <p:sp>
        <p:nvSpPr>
          <p:cNvPr id="14" name="Rectangle 1"/>
          <p:cNvSpPr>
            <a:spLocks noChangeArrowheads="1"/>
          </p:cNvSpPr>
          <p:nvPr/>
        </p:nvSpPr>
        <p:spPr bwMode="auto">
          <a:xfrm>
            <a:off x="6709264" y="255877"/>
            <a:ext cx="5367528" cy="523220"/>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F0"/>
                </a:solidFill>
                <a:effectLst/>
                <a:latin typeface="Consolas" panose="020B0609020204030204" pitchFamily="49" charset="0"/>
              </a:rPr>
              <a:t>req.params.id</a:t>
            </a:r>
            <a:r>
              <a:rPr kumimoji="0" lang="en-US" altLang="en-US" sz="1400" b="0" i="0" u="none" strike="noStrike" cap="none" normalizeH="0" baseline="0" dirty="0">
                <a:ln>
                  <a:noFill/>
                </a:ln>
                <a:solidFill>
                  <a:srgbClr val="FF0000"/>
                </a:solidFill>
                <a:effectLst/>
                <a:latin typeface="Segoe WPC"/>
              </a:rPr>
              <a:t> can be manipulated by user (URL parameter)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F0"/>
                </a:solidFill>
                <a:effectLst/>
                <a:latin typeface="Consolas" panose="020B0609020204030204" pitchFamily="49" charset="0"/>
              </a:rPr>
              <a:t>req.id</a:t>
            </a:r>
            <a:r>
              <a:rPr kumimoji="0" lang="en-US" altLang="en-US" sz="1400" b="0" i="0" u="none" strike="noStrike" cap="none" normalizeH="0" baseline="0" dirty="0">
                <a:ln>
                  <a:noFill/>
                </a:ln>
                <a:solidFill>
                  <a:srgbClr val="FF0000"/>
                </a:solidFill>
                <a:effectLst/>
                <a:latin typeface="Segoe WPC"/>
              </a:rPr>
              <a:t> is secure (comes from verified JWT token)</a:t>
            </a:r>
          </a:p>
        </p:txBody>
      </p:sp>
      <p:cxnSp>
        <p:nvCxnSpPr>
          <p:cNvPr id="15" name="Straight Arrow Connector 14"/>
          <p:cNvCxnSpPr/>
          <p:nvPr/>
        </p:nvCxnSpPr>
        <p:spPr>
          <a:xfrm flipV="1">
            <a:off x="3518629" y="678324"/>
            <a:ext cx="3190635" cy="755686"/>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7077383" y="895644"/>
            <a:ext cx="3701654" cy="369332"/>
          </a:xfrm>
          <a:prstGeom prst="rect">
            <a:avLst/>
          </a:prstGeom>
          <a:solidFill>
            <a:srgbClr val="FF0000"/>
          </a:solidFill>
        </p:spPr>
        <p:txBody>
          <a:bodyPr wrap="none">
            <a:spAutoFit/>
          </a:bodyPr>
          <a:lstStyle/>
          <a:p>
            <a:r>
              <a:rPr lang="en-US" b="1" dirty="0">
                <a:solidFill>
                  <a:schemeClr val="bg1"/>
                </a:solidFill>
                <a:latin typeface="Segoe WPC"/>
              </a:rPr>
              <a:t>Finds the post</a:t>
            </a:r>
            <a:r>
              <a:rPr lang="en-US" dirty="0">
                <a:solidFill>
                  <a:schemeClr val="bg1"/>
                </a:solidFill>
                <a:latin typeface="Segoe WPC"/>
              </a:rPr>
              <a:t> in database by ID</a:t>
            </a:r>
            <a:endParaRPr lang="en-US" b="0" i="0" dirty="0">
              <a:solidFill>
                <a:schemeClr val="bg1"/>
              </a:solidFill>
              <a:effectLst/>
              <a:latin typeface="Segoe WPC"/>
            </a:endParaRPr>
          </a:p>
        </p:txBody>
      </p:sp>
      <p:cxnSp>
        <p:nvCxnSpPr>
          <p:cNvPr id="18" name="Straight Arrow Connector 17"/>
          <p:cNvCxnSpPr/>
          <p:nvPr/>
        </p:nvCxnSpPr>
        <p:spPr>
          <a:xfrm flipV="1">
            <a:off x="4562856" y="1119048"/>
            <a:ext cx="2514527" cy="681453"/>
          </a:xfrm>
          <a:prstGeom prst="straightConnector1">
            <a:avLst/>
          </a:prstGeom>
          <a:ln w="762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Rectangle 2"/>
          <p:cNvSpPr>
            <a:spLocks noChangeArrowheads="1"/>
          </p:cNvSpPr>
          <p:nvPr/>
        </p:nvSpPr>
        <p:spPr bwMode="auto">
          <a:xfrm>
            <a:off x="6307246" y="1748379"/>
            <a:ext cx="5972966" cy="707886"/>
          </a:xfrm>
          <a:prstGeom prst="rect">
            <a:avLst/>
          </a:prstGeom>
          <a:solidFill>
            <a:schemeClr val="accent1">
              <a:lumMod val="40000"/>
              <a:lumOff val="60000"/>
            </a:schemeClr>
          </a:solidFill>
          <a:ln>
            <a:noFill/>
          </a:ln>
          <a:effectLst>
            <a:glow rad="139700">
              <a:schemeClr val="accent4">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rgbClr val="FF0000"/>
                </a:solidFill>
                <a:effectLst/>
                <a:latin typeface="Arial Unicode MS"/>
              </a:rPr>
              <a:t>post.author.toString</a:t>
            </a:r>
            <a:r>
              <a:rPr kumimoji="0" lang="en-US" altLang="en-US" sz="2000" b="0" i="0" u="none" strike="noStrike" cap="none" normalizeH="0" baseline="0" dirty="0">
                <a:ln>
                  <a:noFill/>
                </a:ln>
                <a:solidFill>
                  <a:srgbClr val="FF0000"/>
                </a:solidFill>
                <a:effectLst/>
                <a:latin typeface="Arial Unicode MS"/>
              </a:rPr>
              <a:t>() !== </a:t>
            </a:r>
            <a:r>
              <a:rPr kumimoji="0" lang="en-US" altLang="en-US" sz="2000" b="0" i="0" u="none" strike="noStrike" cap="none" normalizeH="0" baseline="0" dirty="0" err="1">
                <a:ln>
                  <a:noFill/>
                </a:ln>
                <a:solidFill>
                  <a:srgbClr val="FF0000"/>
                </a:solidFill>
                <a:effectLst/>
                <a:latin typeface="Arial Unicode MS"/>
              </a:rPr>
              <a:t>authorId</a:t>
            </a:r>
            <a:r>
              <a:rPr kumimoji="0" lang="en-US" altLang="en-US" sz="2000" b="0" i="0" u="none" strike="noStrike" cap="none" normalizeH="0" baseline="0" dirty="0">
                <a:ln>
                  <a:noFill/>
                </a:ln>
                <a:solidFill>
                  <a:srgbClr val="FF0000"/>
                </a:solidFill>
                <a:effectLst/>
              </a:rPr>
              <a:t> </a:t>
            </a:r>
            <a:r>
              <a:rPr kumimoji="0" lang="en-US" altLang="en-US" sz="2000" b="0" i="0" u="none" strike="noStrike" cap="none" normalizeH="0" baseline="0" dirty="0">
                <a:ln>
                  <a:noFill/>
                </a:ln>
                <a:solidFill>
                  <a:schemeClr val="tx1"/>
                </a:solidFill>
                <a:effectLst/>
              </a:rPr>
              <a:t>→ checks if the person making the request is </a:t>
            </a:r>
            <a:r>
              <a:rPr kumimoji="0" lang="en-US" altLang="en-US" sz="2000" b="1" i="0" u="none" strike="noStrike" cap="none" normalizeH="0" baseline="0" dirty="0">
                <a:ln>
                  <a:noFill/>
                </a:ln>
                <a:solidFill>
                  <a:schemeClr val="tx1"/>
                </a:solidFill>
                <a:effectLst/>
                <a:latin typeface="Arial" panose="020B0604020202020204" pitchFamily="34" charset="0"/>
              </a:rPr>
              <a:t>not the post’s author</a:t>
            </a: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cxnSp>
        <p:nvCxnSpPr>
          <p:cNvPr id="22" name="Straight Arrow Connector 21"/>
          <p:cNvCxnSpPr>
            <a:endCxn id="21" idx="1"/>
          </p:cNvCxnSpPr>
          <p:nvPr/>
        </p:nvCxnSpPr>
        <p:spPr>
          <a:xfrm flipV="1">
            <a:off x="3622715" y="2102322"/>
            <a:ext cx="2684531" cy="644756"/>
          </a:xfrm>
          <a:prstGeom prst="straightConnector1">
            <a:avLst/>
          </a:prstGeom>
          <a:ln w="76200">
            <a:solidFill>
              <a:srgbClr val="92D05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5" name="Rectangle 3"/>
          <p:cNvSpPr>
            <a:spLocks noChangeArrowheads="1"/>
          </p:cNvSpPr>
          <p:nvPr/>
        </p:nvSpPr>
        <p:spPr bwMode="auto">
          <a:xfrm>
            <a:off x="6294560" y="2646787"/>
            <a:ext cx="5933342" cy="923330"/>
          </a:xfrm>
          <a:prstGeom prst="rect">
            <a:avLst/>
          </a:prstGeom>
          <a:solidFill>
            <a:schemeClr val="accent4">
              <a:lumMod val="40000"/>
              <a:lumOff val="60000"/>
            </a:schemeClr>
          </a:solidFill>
          <a:ln>
            <a:noFill/>
          </a:ln>
          <a:effectLst>
            <a:glow rad="101600">
              <a:schemeClr val="accent2">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rgbClr val="FF0000"/>
                </a:solidFill>
                <a:effectLst/>
                <a:latin typeface="Arial Unicode MS"/>
              </a:rPr>
              <a:t>authorId</a:t>
            </a:r>
            <a:r>
              <a:rPr kumimoji="0" lang="en-US" altLang="en-US" b="0" i="0" u="none" strike="noStrike" cap="none" normalizeH="0" baseline="0" dirty="0">
                <a:ln>
                  <a:noFill/>
                </a:ln>
                <a:solidFill>
                  <a:srgbClr val="FF0000"/>
                </a:solidFill>
                <a:effectLst/>
                <a:latin typeface="Arial Unicode MS"/>
              </a:rPr>
              <a:t> !== </a:t>
            </a:r>
            <a:r>
              <a:rPr kumimoji="0" lang="en-US" altLang="en-US" b="0" i="0" u="none" strike="noStrike" cap="none" normalizeH="0" baseline="0" dirty="0" err="1">
                <a:ln>
                  <a:noFill/>
                </a:ln>
                <a:solidFill>
                  <a:srgbClr val="FF0000"/>
                </a:solidFill>
                <a:effectLst/>
                <a:latin typeface="Arial Unicode MS"/>
              </a:rPr>
              <a:t>process.env.SPECIAL_USER_ID</a:t>
            </a:r>
            <a:r>
              <a:rPr kumimoji="0" lang="en-US" altLang="en-US" b="0" i="0" u="none" strike="noStrike" cap="none" normalizeH="0" baseline="0" dirty="0">
                <a:ln>
                  <a:noFill/>
                </a:ln>
                <a:solidFill>
                  <a:srgbClr val="FF0000"/>
                </a:solidFill>
                <a:effectLst/>
              </a:rPr>
              <a:t> </a:t>
            </a:r>
            <a:r>
              <a:rPr kumimoji="0" lang="en-US" altLang="en-US" b="0" i="0" u="none" strike="noStrike" cap="none" normalizeH="0" baseline="0" dirty="0">
                <a:ln>
                  <a:noFill/>
                </a:ln>
                <a:solidFill>
                  <a:schemeClr val="tx1"/>
                </a:solidFill>
                <a:effectLst/>
              </a:rPr>
              <a:t>→ checks if that person is also </a:t>
            </a:r>
            <a:r>
              <a:rPr kumimoji="0" lang="en-US" altLang="en-US" b="1" i="0" u="none" strike="noStrike" cap="none" normalizeH="0" baseline="0" dirty="0">
                <a:ln>
                  <a:noFill/>
                </a:ln>
                <a:solidFill>
                  <a:schemeClr val="tx1"/>
                </a:solidFill>
                <a:effectLst/>
                <a:latin typeface="Arial" panose="020B0604020202020204" pitchFamily="34" charset="0"/>
              </a:rPr>
              <a:t>not a special admin user</a:t>
            </a:r>
            <a:r>
              <a:rPr kumimoji="0" lang="en-US" altLang="en-US" b="0" i="0" u="none" strike="noStrike" cap="none" normalizeH="0" baseline="0" dirty="0">
                <a:ln>
                  <a:noFill/>
                </a:ln>
                <a:solidFill>
                  <a:schemeClr val="tx1"/>
                </a:solidFill>
                <a:effectLst/>
                <a:latin typeface="Arial" panose="020B0604020202020204" pitchFamily="34" charset="0"/>
              </a:rPr>
              <a:t> (whose ID is stored in environment variables). </a:t>
            </a:r>
          </a:p>
        </p:txBody>
      </p:sp>
      <p:pic>
        <p:nvPicPr>
          <p:cNvPr id="28" name="Picture 27"/>
          <p:cNvPicPr>
            <a:picLocks noChangeAspect="1"/>
          </p:cNvPicPr>
          <p:nvPr/>
        </p:nvPicPr>
        <p:blipFill rotWithShape="1">
          <a:blip r:embed="rId2"/>
          <a:srcRect l="5960" t="45078" r="16107" b="46258"/>
          <a:stretch/>
        </p:blipFill>
        <p:spPr>
          <a:xfrm>
            <a:off x="0" y="3149333"/>
            <a:ext cx="6267554" cy="630478"/>
          </a:xfrm>
          <a:prstGeom prst="rect">
            <a:avLst/>
          </a:prstGeom>
        </p:spPr>
      </p:pic>
      <p:cxnSp>
        <p:nvCxnSpPr>
          <p:cNvPr id="29" name="Straight Arrow Connector 28"/>
          <p:cNvCxnSpPr/>
          <p:nvPr/>
        </p:nvCxnSpPr>
        <p:spPr>
          <a:xfrm>
            <a:off x="3794863" y="3039965"/>
            <a:ext cx="2499697" cy="62223"/>
          </a:xfrm>
          <a:prstGeom prst="straightConnector1">
            <a:avLst/>
          </a:prstGeom>
          <a:ln w="76200">
            <a:solidFill>
              <a:srgbClr val="FF000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348083" y="2715374"/>
            <a:ext cx="3254653" cy="234694"/>
          </a:xfrm>
          <a:prstGeom prst="rect">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p:cNvSpPr/>
          <p:nvPr/>
        </p:nvSpPr>
        <p:spPr>
          <a:xfrm>
            <a:off x="368063" y="2962526"/>
            <a:ext cx="3367180" cy="236537"/>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2" name="Picture 31"/>
          <p:cNvPicPr>
            <a:picLocks noChangeAspect="1"/>
          </p:cNvPicPr>
          <p:nvPr/>
        </p:nvPicPr>
        <p:blipFill rotWithShape="1">
          <a:blip r:embed="rId4"/>
          <a:srcRect t="13228" r="15870" b="54039"/>
          <a:stretch/>
        </p:blipFill>
        <p:spPr>
          <a:xfrm>
            <a:off x="83766" y="3797681"/>
            <a:ext cx="5009442" cy="326263"/>
          </a:xfrm>
          <a:prstGeom prst="rect">
            <a:avLst/>
          </a:prstGeom>
        </p:spPr>
      </p:pic>
      <p:pic>
        <p:nvPicPr>
          <p:cNvPr id="33" name="Picture 32"/>
          <p:cNvPicPr>
            <a:picLocks noChangeAspect="1"/>
          </p:cNvPicPr>
          <p:nvPr/>
        </p:nvPicPr>
        <p:blipFill rotWithShape="1">
          <a:blip r:embed="rId5"/>
          <a:srcRect r="24270"/>
          <a:stretch/>
        </p:blipFill>
        <p:spPr>
          <a:xfrm>
            <a:off x="7077383" y="3684664"/>
            <a:ext cx="4873203" cy="1114344"/>
          </a:xfrm>
          <a:prstGeom prst="rect">
            <a:avLst/>
          </a:prstGeom>
          <a:effectLst>
            <a:glow rad="63500">
              <a:schemeClr val="accent2">
                <a:satMod val="175000"/>
                <a:alpha val="40000"/>
              </a:schemeClr>
            </a:glow>
          </a:effectLst>
        </p:spPr>
      </p:pic>
      <p:cxnSp>
        <p:nvCxnSpPr>
          <p:cNvPr id="36" name="Straight Arrow Connector 35"/>
          <p:cNvCxnSpPr/>
          <p:nvPr/>
        </p:nvCxnSpPr>
        <p:spPr>
          <a:xfrm flipV="1">
            <a:off x="5093208" y="3880216"/>
            <a:ext cx="1984175" cy="57838"/>
          </a:xfrm>
          <a:prstGeom prst="straightConnector1">
            <a:avLst/>
          </a:prstGeom>
          <a:ln w="76200">
            <a:solidFill>
              <a:srgbClr val="FF000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6371935" y="5053886"/>
            <a:ext cx="5704857" cy="646331"/>
          </a:xfrm>
          <a:prstGeom prst="rect">
            <a:avLst/>
          </a:prstGeom>
          <a:solidFill>
            <a:srgbClr val="92D050"/>
          </a:solidFill>
        </p:spPr>
        <p:txBody>
          <a:bodyPr wrap="square">
            <a:spAutoFit/>
          </a:bodyPr>
          <a:lstStyle/>
          <a:p>
            <a:r>
              <a:rPr lang="en-US" dirty="0"/>
              <a:t>It cleans the user’s post list so that the deleted post ID is no longer linked to them</a:t>
            </a:r>
            <a:endParaRPr lang="en-IN" dirty="0"/>
          </a:p>
        </p:txBody>
      </p:sp>
      <p:cxnSp>
        <p:nvCxnSpPr>
          <p:cNvPr id="40" name="Straight Arrow Connector 39"/>
          <p:cNvCxnSpPr/>
          <p:nvPr/>
        </p:nvCxnSpPr>
        <p:spPr>
          <a:xfrm>
            <a:off x="5945496" y="4849211"/>
            <a:ext cx="665616" cy="280573"/>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42" name="Rectangle 41"/>
          <p:cNvSpPr/>
          <p:nvPr/>
        </p:nvSpPr>
        <p:spPr>
          <a:xfrm>
            <a:off x="7796136" y="5689948"/>
            <a:ext cx="2995185" cy="369332"/>
          </a:xfrm>
          <a:prstGeom prst="rect">
            <a:avLst/>
          </a:prstGeom>
          <a:solidFill>
            <a:srgbClr val="FFC000"/>
          </a:solidFill>
        </p:spPr>
        <p:txBody>
          <a:bodyPr wrap="square">
            <a:spAutoFit/>
          </a:bodyPr>
          <a:lstStyle/>
          <a:p>
            <a:r>
              <a:rPr lang="en-IN" dirty="0"/>
              <a:t>Delete associated comments</a:t>
            </a:r>
          </a:p>
        </p:txBody>
      </p:sp>
      <p:cxnSp>
        <p:nvCxnSpPr>
          <p:cNvPr id="43" name="Straight Arrow Connector 42"/>
          <p:cNvCxnSpPr/>
          <p:nvPr/>
        </p:nvCxnSpPr>
        <p:spPr>
          <a:xfrm>
            <a:off x="5944063" y="5745624"/>
            <a:ext cx="1947209" cy="108162"/>
          </a:xfrm>
          <a:prstGeom prst="straightConnector1">
            <a:avLst/>
          </a:prstGeom>
          <a:ln w="76200">
            <a:solidFill>
              <a:srgbClr val="FF000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46" name="Picture 45"/>
          <p:cNvPicPr>
            <a:picLocks noChangeAspect="1"/>
          </p:cNvPicPr>
          <p:nvPr/>
        </p:nvPicPr>
        <p:blipFill>
          <a:blip r:embed="rId6"/>
          <a:stretch>
            <a:fillRect/>
          </a:stretch>
        </p:blipFill>
        <p:spPr>
          <a:xfrm>
            <a:off x="6472602" y="6166562"/>
            <a:ext cx="3700162" cy="596557"/>
          </a:xfrm>
          <a:prstGeom prst="rect">
            <a:avLst/>
          </a:prstGeom>
          <a:effectLst>
            <a:glow rad="101600">
              <a:schemeClr val="accent6">
                <a:satMod val="175000"/>
                <a:alpha val="40000"/>
              </a:schemeClr>
            </a:glow>
          </a:effectLst>
        </p:spPr>
      </p:pic>
      <p:cxnSp>
        <p:nvCxnSpPr>
          <p:cNvPr id="47" name="Straight Arrow Connector 46"/>
          <p:cNvCxnSpPr>
            <a:endCxn id="46" idx="1"/>
          </p:cNvCxnSpPr>
          <p:nvPr/>
        </p:nvCxnSpPr>
        <p:spPr>
          <a:xfrm>
            <a:off x="3044014" y="6292442"/>
            <a:ext cx="3428588" cy="172399"/>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49" name="Title 1"/>
          <p:cNvSpPr>
            <a:spLocks noGrp="1"/>
          </p:cNvSpPr>
          <p:nvPr>
            <p:ph type="title"/>
          </p:nvPr>
        </p:nvSpPr>
        <p:spPr>
          <a:xfrm>
            <a:off x="0" y="0"/>
            <a:ext cx="2542032" cy="451771"/>
          </a:xfrm>
          <a:solidFill>
            <a:srgbClr val="FFFF00"/>
          </a:solidFill>
        </p:spPr>
        <p:txBody>
          <a:bodyPr>
            <a:normAutofit fontScale="90000"/>
          </a:bodyPr>
          <a:lstStyle/>
          <a:p>
            <a:r>
              <a:rPr lang="en-US" dirty="0" err="1"/>
              <a:t>DeletePost</a:t>
            </a:r>
            <a:endParaRPr lang="en-IN" dirty="0"/>
          </a:p>
        </p:txBody>
      </p:sp>
    </p:spTree>
    <p:extLst>
      <p:ext uri="{BB962C8B-B14F-4D97-AF65-F5344CB8AC3E}">
        <p14:creationId xmlns:p14="http://schemas.microsoft.com/office/powerpoint/2010/main" val="41718638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504432" cy="548640"/>
          </a:xfrm>
          <a:solidFill>
            <a:srgbClr val="FFFF00"/>
          </a:solidFill>
        </p:spPr>
        <p:txBody>
          <a:bodyPr>
            <a:normAutofit fontScale="90000"/>
          </a:bodyPr>
          <a:lstStyle/>
          <a:p>
            <a:r>
              <a:rPr lang="en-US" dirty="0"/>
              <a:t>This is the bookmark post logic</a:t>
            </a:r>
            <a:endParaRPr lang="en-IN" dirty="0"/>
          </a:p>
        </p:txBody>
      </p:sp>
      <p:pic>
        <p:nvPicPr>
          <p:cNvPr id="4" name="Picture 3"/>
          <p:cNvPicPr>
            <a:picLocks noChangeAspect="1"/>
          </p:cNvPicPr>
          <p:nvPr/>
        </p:nvPicPr>
        <p:blipFill rotWithShape="1">
          <a:blip r:embed="rId2"/>
          <a:srcRect t="82696" r="73932"/>
          <a:stretch/>
        </p:blipFill>
        <p:spPr>
          <a:xfrm>
            <a:off x="112714" y="5718814"/>
            <a:ext cx="2498102" cy="1088469"/>
          </a:xfrm>
          <a:prstGeom prst="rect">
            <a:avLst/>
          </a:prstGeom>
          <a:effectLst>
            <a:glow rad="228600">
              <a:schemeClr val="accent2">
                <a:satMod val="175000"/>
                <a:alpha val="40000"/>
              </a:schemeClr>
            </a:glow>
          </a:effectLst>
        </p:spPr>
      </p:pic>
      <p:pic>
        <p:nvPicPr>
          <p:cNvPr id="5" name="Picture 4"/>
          <p:cNvPicPr>
            <a:picLocks noChangeAspect="1"/>
          </p:cNvPicPr>
          <p:nvPr/>
        </p:nvPicPr>
        <p:blipFill rotWithShape="1">
          <a:blip r:embed="rId2"/>
          <a:srcRect l="6771" t="33965" r="53291" b="60940"/>
          <a:stretch/>
        </p:blipFill>
        <p:spPr>
          <a:xfrm>
            <a:off x="28077" y="2627736"/>
            <a:ext cx="5147465" cy="431068"/>
          </a:xfrm>
          <a:prstGeom prst="rect">
            <a:avLst/>
          </a:prstGeom>
        </p:spPr>
      </p:pic>
      <p:pic>
        <p:nvPicPr>
          <p:cNvPr id="6" name="Picture 5"/>
          <p:cNvPicPr>
            <a:picLocks noChangeAspect="1"/>
          </p:cNvPicPr>
          <p:nvPr/>
        </p:nvPicPr>
        <p:blipFill rotWithShape="1">
          <a:blip r:embed="rId2"/>
          <a:srcRect l="5980" t="20215" r="55185" b="74989"/>
          <a:stretch/>
        </p:blipFill>
        <p:spPr>
          <a:xfrm>
            <a:off x="19152" y="1785319"/>
            <a:ext cx="5355022" cy="434191"/>
          </a:xfrm>
          <a:prstGeom prst="rect">
            <a:avLst/>
          </a:prstGeom>
        </p:spPr>
      </p:pic>
      <p:pic>
        <p:nvPicPr>
          <p:cNvPr id="7" name="Picture 6"/>
          <p:cNvPicPr>
            <a:picLocks noChangeAspect="1"/>
          </p:cNvPicPr>
          <p:nvPr/>
        </p:nvPicPr>
        <p:blipFill rotWithShape="1">
          <a:blip r:embed="rId2"/>
          <a:srcRect l="6202" t="10612" r="64600" b="81247"/>
          <a:stretch/>
        </p:blipFill>
        <p:spPr>
          <a:xfrm>
            <a:off x="60080" y="1105135"/>
            <a:ext cx="3792291" cy="694014"/>
          </a:xfrm>
          <a:prstGeom prst="rect">
            <a:avLst/>
          </a:prstGeom>
          <a:effectLst>
            <a:glow rad="228600">
              <a:schemeClr val="accent4">
                <a:satMod val="175000"/>
                <a:alpha val="40000"/>
              </a:schemeClr>
            </a:glow>
          </a:effectLst>
        </p:spPr>
      </p:pic>
      <p:pic>
        <p:nvPicPr>
          <p:cNvPr id="8" name="Picture 7"/>
          <p:cNvPicPr>
            <a:picLocks noChangeAspect="1"/>
          </p:cNvPicPr>
          <p:nvPr/>
        </p:nvPicPr>
        <p:blipFill rotWithShape="1">
          <a:blip r:embed="rId2"/>
          <a:srcRect t="194" r="54548" b="92093"/>
          <a:stretch/>
        </p:blipFill>
        <p:spPr>
          <a:xfrm>
            <a:off x="28077" y="606440"/>
            <a:ext cx="4355592" cy="485132"/>
          </a:xfrm>
          <a:prstGeom prst="rect">
            <a:avLst/>
          </a:prstGeom>
        </p:spPr>
      </p:pic>
      <p:pic>
        <p:nvPicPr>
          <p:cNvPr id="9" name="Picture 8"/>
          <p:cNvPicPr>
            <a:picLocks noChangeAspect="1"/>
          </p:cNvPicPr>
          <p:nvPr/>
        </p:nvPicPr>
        <p:blipFill rotWithShape="1">
          <a:blip r:embed="rId2"/>
          <a:srcRect l="5981" t="27085" r="18341" b="67371"/>
          <a:stretch/>
        </p:blipFill>
        <p:spPr>
          <a:xfrm>
            <a:off x="28077" y="2190300"/>
            <a:ext cx="8891569" cy="427628"/>
          </a:xfrm>
          <a:prstGeom prst="rect">
            <a:avLst/>
          </a:prstGeom>
        </p:spPr>
      </p:pic>
      <p:pic>
        <p:nvPicPr>
          <p:cNvPr id="10" name="Picture 9"/>
          <p:cNvPicPr>
            <a:picLocks noChangeAspect="1"/>
          </p:cNvPicPr>
          <p:nvPr/>
        </p:nvPicPr>
        <p:blipFill rotWithShape="1">
          <a:blip r:embed="rId2"/>
          <a:srcRect l="6279" t="39510" r="-27" b="39659"/>
          <a:stretch/>
        </p:blipFill>
        <p:spPr>
          <a:xfrm>
            <a:off x="28077" y="3068612"/>
            <a:ext cx="8983746" cy="1310325"/>
          </a:xfrm>
          <a:prstGeom prst="rect">
            <a:avLst/>
          </a:prstGeom>
        </p:spPr>
      </p:pic>
      <p:pic>
        <p:nvPicPr>
          <p:cNvPr id="11" name="Picture 10"/>
          <p:cNvPicPr>
            <a:picLocks noChangeAspect="1"/>
          </p:cNvPicPr>
          <p:nvPr/>
        </p:nvPicPr>
        <p:blipFill rotWithShape="1">
          <a:blip r:embed="rId2"/>
          <a:srcRect l="6180" t="67900" r="10007" b="16880"/>
          <a:stretch/>
        </p:blipFill>
        <p:spPr>
          <a:xfrm>
            <a:off x="112714" y="4682054"/>
            <a:ext cx="8031638" cy="957336"/>
          </a:xfrm>
          <a:prstGeom prst="rect">
            <a:avLst/>
          </a:prstGeom>
        </p:spPr>
      </p:pic>
      <p:sp>
        <p:nvSpPr>
          <p:cNvPr id="12" name="Rectangle 1"/>
          <p:cNvSpPr>
            <a:spLocks noChangeArrowheads="1"/>
          </p:cNvSpPr>
          <p:nvPr/>
        </p:nvSpPr>
        <p:spPr bwMode="auto">
          <a:xfrm>
            <a:off x="6707623" y="447441"/>
            <a:ext cx="5367528" cy="523220"/>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F0"/>
                </a:solidFill>
                <a:effectLst/>
                <a:latin typeface="Consolas" panose="020B0609020204030204" pitchFamily="49" charset="0"/>
              </a:rPr>
              <a:t>req.params.id</a:t>
            </a:r>
            <a:r>
              <a:rPr kumimoji="0" lang="en-US" altLang="en-US" sz="1400" b="0" i="0" u="none" strike="noStrike" cap="none" normalizeH="0" baseline="0" dirty="0">
                <a:ln>
                  <a:noFill/>
                </a:ln>
                <a:solidFill>
                  <a:srgbClr val="FF0000"/>
                </a:solidFill>
                <a:effectLst/>
                <a:latin typeface="Segoe WPC"/>
              </a:rPr>
              <a:t> can be manipulated by user (URL parameter)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rgbClr val="00B0F0"/>
                </a:solidFill>
                <a:effectLst/>
                <a:latin typeface="Consolas" panose="020B0609020204030204" pitchFamily="49" charset="0"/>
              </a:rPr>
              <a:t>req.id</a:t>
            </a:r>
            <a:r>
              <a:rPr kumimoji="0" lang="en-US" altLang="en-US" sz="1400" b="0" i="0" u="none" strike="noStrike" cap="none" normalizeH="0" baseline="0" dirty="0">
                <a:ln>
                  <a:noFill/>
                </a:ln>
                <a:solidFill>
                  <a:srgbClr val="FF0000"/>
                </a:solidFill>
                <a:effectLst/>
                <a:latin typeface="Segoe WPC"/>
              </a:rPr>
              <a:t> is secure (comes from verified JWT token)</a:t>
            </a:r>
          </a:p>
        </p:txBody>
      </p:sp>
      <p:cxnSp>
        <p:nvCxnSpPr>
          <p:cNvPr id="13" name="Straight Arrow Connector 12"/>
          <p:cNvCxnSpPr>
            <a:endCxn id="12" idx="1"/>
          </p:cNvCxnSpPr>
          <p:nvPr/>
        </p:nvCxnSpPr>
        <p:spPr>
          <a:xfrm flipV="1">
            <a:off x="3852371" y="709051"/>
            <a:ext cx="2855252" cy="685117"/>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3507054" y="2913257"/>
            <a:ext cx="3200569" cy="414788"/>
          </a:xfrm>
          <a:prstGeom prst="straightConnector1">
            <a:avLst/>
          </a:prstGeom>
          <a:ln w="38100">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7" name="Rectangle 2"/>
          <p:cNvSpPr>
            <a:spLocks noChangeArrowheads="1"/>
          </p:cNvSpPr>
          <p:nvPr/>
        </p:nvSpPr>
        <p:spPr bwMode="auto">
          <a:xfrm>
            <a:off x="6737832" y="2769854"/>
            <a:ext cx="5030496" cy="276999"/>
          </a:xfrm>
          <a:prstGeom prst="rect">
            <a:avLst/>
          </a:prstGeom>
          <a:solidFill>
            <a:srgbClr val="92D050"/>
          </a:solidFill>
          <a:ln>
            <a:noFill/>
          </a:ln>
          <a:effectLst>
            <a:glow rad="228600">
              <a:schemeClr val="accent6">
                <a:satMod val="175000"/>
                <a:alpha val="40000"/>
              </a:schemeClr>
            </a:glow>
          </a:effectLst>
        </p:spPr>
        <p:txBody>
          <a:bodyPr vert="horz" wrap="square" lIns="6348" tIns="0" rIns="6348" bIns="0" numCol="1" anchor="ctr" anchorCtr="0" compatLnSpc="1">
            <a:prstTxWarp prst="textNoShape">
              <a:avLst/>
            </a:prstTxWarp>
            <a:spAutoFit/>
          </a:bodyPr>
          <a:lstStyle/>
          <a:p>
            <a:pPr lvl="0" eaLnBrk="0" fontAlgn="base" hangingPunct="0">
              <a:spcBef>
                <a:spcPct val="0"/>
              </a:spcBef>
              <a:spcAft>
                <a:spcPct val="0"/>
              </a:spcAft>
            </a:pPr>
            <a:r>
              <a:rPr lang="en-US" dirty="0"/>
              <a:t>Checks if the post is </a:t>
            </a:r>
            <a:r>
              <a:rPr lang="en-US" b="1" dirty="0"/>
              <a:t>already bookmarked</a:t>
            </a:r>
            <a:r>
              <a:rPr lang="en-US" dirty="0"/>
              <a:t> by the user</a:t>
            </a:r>
            <a:endParaRPr kumimoji="0" lang="en-US" altLang="en-US" b="0" i="0" u="none" strike="noStrike" cap="none" normalizeH="0" baseline="0" dirty="0">
              <a:ln>
                <a:noFill/>
              </a:ln>
              <a:solidFill>
                <a:srgbClr val="FF0000"/>
              </a:solidFill>
              <a:effectLst/>
              <a:latin typeface="Segoe WPC"/>
            </a:endParaRPr>
          </a:p>
        </p:txBody>
      </p:sp>
      <p:sp>
        <p:nvSpPr>
          <p:cNvPr id="18" name="Rectangle 1"/>
          <p:cNvSpPr>
            <a:spLocks noChangeArrowheads="1"/>
          </p:cNvSpPr>
          <p:nvPr/>
        </p:nvSpPr>
        <p:spPr bwMode="auto">
          <a:xfrm>
            <a:off x="6974062" y="3203434"/>
            <a:ext cx="4580805" cy="646331"/>
          </a:xfrm>
          <a:prstGeom prst="rect">
            <a:avLst/>
          </a:prstGeom>
          <a:solidFill>
            <a:srgbClr val="FFC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Removes (</a:t>
            </a:r>
            <a:r>
              <a:rPr kumimoji="0" lang="en-US" altLang="en-US" b="0" i="0" u="none" strike="noStrike" cap="none" normalizeH="0" baseline="0" dirty="0">
                <a:ln>
                  <a:noFill/>
                </a:ln>
                <a:solidFill>
                  <a:schemeClr val="tx1"/>
                </a:solidFill>
                <a:effectLst/>
                <a:latin typeface="Arial Unicode MS"/>
              </a:rPr>
              <a:t>$pull</a:t>
            </a:r>
            <a:r>
              <a:rPr kumimoji="0" lang="en-US" altLang="en-US" b="0" i="0" u="none" strike="noStrike" cap="none" normalizeH="0" baseline="0" dirty="0">
                <a:ln>
                  <a:noFill/>
                </a:ln>
                <a:solidFill>
                  <a:schemeClr val="tx1"/>
                </a:solidFill>
                <a:effectLst/>
              </a:rPr>
              <a:t>) that post ID from the user’s </a:t>
            </a:r>
            <a:r>
              <a:rPr kumimoji="0" lang="en-US" altLang="en-US" b="0" i="0" u="none" strike="noStrike" cap="none" normalizeH="0" baseline="0" dirty="0">
                <a:ln>
                  <a:noFill/>
                </a:ln>
                <a:solidFill>
                  <a:schemeClr val="tx1"/>
                </a:solidFill>
                <a:effectLst/>
                <a:latin typeface="Arial Unicode MS"/>
              </a:rPr>
              <a:t>bookmarks</a:t>
            </a:r>
            <a:r>
              <a:rPr kumimoji="0" lang="en-US" altLang="en-US" b="0" i="0" u="none" strike="noStrike" cap="none" normalizeH="0" baseline="0" dirty="0">
                <a:ln>
                  <a:noFill/>
                </a:ln>
                <a:solidFill>
                  <a:schemeClr val="tx1"/>
                </a:solidFill>
                <a:effectLst/>
              </a:rPr>
              <a:t> array, then saves.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cxnSp>
        <p:nvCxnSpPr>
          <p:cNvPr id="19" name="Straight Arrow Connector 18"/>
          <p:cNvCxnSpPr>
            <a:endCxn id="18" idx="1"/>
          </p:cNvCxnSpPr>
          <p:nvPr/>
        </p:nvCxnSpPr>
        <p:spPr>
          <a:xfrm flipV="1">
            <a:off x="4983480" y="3526600"/>
            <a:ext cx="1990582" cy="156444"/>
          </a:xfrm>
          <a:prstGeom prst="straightConnector1">
            <a:avLst/>
          </a:prstGeom>
          <a:ln w="28575">
            <a:solidFill>
              <a:srgbClr val="00B050"/>
            </a:solidFill>
            <a:headEnd type="none" w="med" len="med"/>
            <a:tailEnd type="arrow" w="med" len="med"/>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093976" y="3853217"/>
            <a:ext cx="4956048" cy="126060"/>
          </a:xfrm>
          <a:prstGeom prst="straightConnector1">
            <a:avLst/>
          </a:prstGeom>
          <a:ln w="38100">
            <a:solidFill>
              <a:srgbClr val="FF0000"/>
            </a:solidFill>
            <a:prstDash val="solid"/>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rotWithShape="1">
          <a:blip r:embed="rId2"/>
          <a:srcRect l="6180" t="60940" r="10007" b="34232"/>
          <a:stretch/>
        </p:blipFill>
        <p:spPr>
          <a:xfrm>
            <a:off x="112714" y="4416085"/>
            <a:ext cx="8031638" cy="303719"/>
          </a:xfrm>
          <a:prstGeom prst="rect">
            <a:avLst/>
          </a:prstGeom>
        </p:spPr>
      </p:pic>
      <p:sp>
        <p:nvSpPr>
          <p:cNvPr id="27" name="Rectangle 2"/>
          <p:cNvSpPr>
            <a:spLocks noChangeArrowheads="1"/>
          </p:cNvSpPr>
          <p:nvPr/>
        </p:nvSpPr>
        <p:spPr bwMode="auto">
          <a:xfrm>
            <a:off x="8491966" y="4294045"/>
            <a:ext cx="3402863" cy="307777"/>
          </a:xfrm>
          <a:prstGeom prst="rect">
            <a:avLst/>
          </a:prstGeom>
          <a:solidFill>
            <a:srgbClr val="00B0F0"/>
          </a:solidFill>
          <a:ln>
            <a:noFill/>
          </a:ln>
          <a:effectLst>
            <a:glow rad="228600">
              <a:schemeClr val="accent6">
                <a:satMod val="175000"/>
                <a:alpha val="40000"/>
              </a:schemeClr>
            </a:glow>
          </a:effectLst>
        </p:spPr>
        <p:txBody>
          <a:bodyPr vert="horz" wrap="square" lIns="6348" tIns="0" rIns="6348" bIns="0" numCol="1" anchor="ctr" anchorCtr="0" compatLnSpc="1">
            <a:prstTxWarp prst="textNoShape">
              <a:avLst/>
            </a:prstTxWarp>
            <a:spAutoFit/>
          </a:bodyPr>
          <a:lstStyle/>
          <a:p>
            <a:pPr lvl="0" eaLnBrk="0" fontAlgn="base" hangingPunct="0">
              <a:spcBef>
                <a:spcPct val="0"/>
              </a:spcBef>
              <a:spcAft>
                <a:spcPct val="0"/>
              </a:spcAft>
            </a:pPr>
            <a:r>
              <a:rPr lang="en-US" sz="2000" dirty="0"/>
              <a:t>  If the post is not bookmarked</a:t>
            </a:r>
            <a:endParaRPr kumimoji="0" lang="en-US" altLang="en-US" sz="2000" b="0" i="0" u="none" strike="noStrike" cap="none" normalizeH="0" baseline="0" dirty="0">
              <a:ln>
                <a:noFill/>
              </a:ln>
              <a:solidFill>
                <a:srgbClr val="FF0000"/>
              </a:solidFill>
              <a:effectLst/>
              <a:latin typeface="Segoe WPC"/>
            </a:endParaRPr>
          </a:p>
        </p:txBody>
      </p:sp>
      <p:cxnSp>
        <p:nvCxnSpPr>
          <p:cNvPr id="28" name="Straight Arrow Connector 27"/>
          <p:cNvCxnSpPr>
            <a:endCxn id="27" idx="1"/>
          </p:cNvCxnSpPr>
          <p:nvPr/>
        </p:nvCxnSpPr>
        <p:spPr>
          <a:xfrm flipV="1">
            <a:off x="777240" y="4447934"/>
            <a:ext cx="7714726" cy="120146"/>
          </a:xfrm>
          <a:prstGeom prst="straightConnector1">
            <a:avLst/>
          </a:prstGeom>
          <a:ln w="57150">
            <a:solidFill>
              <a:srgbClr val="FFFF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11934" y="3603785"/>
            <a:ext cx="4571546" cy="239624"/>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p:cNvSpPr/>
          <p:nvPr/>
        </p:nvSpPr>
        <p:spPr>
          <a:xfrm>
            <a:off x="112713" y="1113331"/>
            <a:ext cx="3672903" cy="634840"/>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Rectangle 2"/>
          <p:cNvSpPr>
            <a:spLocks noChangeArrowheads="1"/>
          </p:cNvSpPr>
          <p:nvPr/>
        </p:nvSpPr>
        <p:spPr bwMode="auto">
          <a:xfrm>
            <a:off x="7053072" y="4737690"/>
            <a:ext cx="5138928" cy="646331"/>
          </a:xfrm>
          <a:prstGeom prst="rect">
            <a:avLst/>
          </a:prstGeom>
          <a:solidFill>
            <a:srgbClr val="FF0000"/>
          </a:solidFill>
          <a:ln>
            <a:noFill/>
          </a:ln>
          <a:effectLst>
            <a:glow rad="139700">
              <a:schemeClr val="accent6">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FFFF00"/>
                </a:solidFill>
                <a:effectLst/>
                <a:latin typeface="Arial" panose="020B0604020202020204" pitchFamily="34" charset="0"/>
              </a:rPr>
              <a:t>→ Adds (</a:t>
            </a:r>
            <a:r>
              <a:rPr kumimoji="0" lang="en-US" altLang="en-US" b="0" i="0" u="none" strike="noStrike" cap="none" normalizeH="0" baseline="0" dirty="0">
                <a:ln>
                  <a:noFill/>
                </a:ln>
                <a:solidFill>
                  <a:srgbClr val="FFFF00"/>
                </a:solidFill>
                <a:effectLst/>
                <a:latin typeface="Arial Unicode MS"/>
              </a:rPr>
              <a:t>$</a:t>
            </a:r>
            <a:r>
              <a:rPr kumimoji="0" lang="en-US" altLang="en-US" b="0" i="0" u="none" strike="noStrike" cap="none" normalizeH="0" baseline="0" dirty="0" err="1">
                <a:ln>
                  <a:noFill/>
                </a:ln>
                <a:solidFill>
                  <a:srgbClr val="FFFF00"/>
                </a:solidFill>
                <a:effectLst/>
                <a:latin typeface="Arial Unicode MS"/>
              </a:rPr>
              <a:t>addToSet</a:t>
            </a:r>
            <a:r>
              <a:rPr kumimoji="0" lang="en-US" altLang="en-US" b="0" i="0" u="none" strike="noStrike" cap="none" normalizeH="0" baseline="0" dirty="0">
                <a:ln>
                  <a:noFill/>
                </a:ln>
                <a:solidFill>
                  <a:srgbClr val="FFFF00"/>
                </a:solidFill>
                <a:effectLst/>
              </a:rPr>
              <a:t>) the post ID to the </a:t>
            </a:r>
            <a:r>
              <a:rPr kumimoji="0" lang="en-US" altLang="en-US" b="0" i="0" u="none" strike="noStrike" cap="none" normalizeH="0" baseline="0" dirty="0">
                <a:ln>
                  <a:noFill/>
                </a:ln>
                <a:solidFill>
                  <a:srgbClr val="FFFF00"/>
                </a:solidFill>
                <a:effectLst/>
                <a:latin typeface="Arial Unicode MS"/>
              </a:rPr>
              <a:t>bookmarks</a:t>
            </a:r>
            <a:r>
              <a:rPr kumimoji="0" lang="en-US" altLang="en-US" b="0" i="0" u="none" strike="noStrike" cap="none" normalizeH="0" baseline="0" dirty="0">
                <a:ln>
                  <a:noFill/>
                </a:ln>
                <a:solidFill>
                  <a:srgbClr val="FFFF00"/>
                </a:solidFill>
                <a:effectLst/>
              </a:rPr>
              <a:t> array (ensures no duplicates), then saves.</a:t>
            </a:r>
            <a:endParaRPr kumimoji="0" lang="en-US" altLang="en-US" b="0" i="0" u="none" strike="noStrike" cap="none" normalizeH="0" baseline="0" dirty="0">
              <a:ln>
                <a:noFill/>
              </a:ln>
              <a:solidFill>
                <a:srgbClr val="FFFF00"/>
              </a:solidFill>
              <a:effectLst/>
              <a:latin typeface="Arial" panose="020B0604020202020204" pitchFamily="34" charset="0"/>
            </a:endParaRPr>
          </a:p>
        </p:txBody>
      </p:sp>
      <p:sp>
        <p:nvSpPr>
          <p:cNvPr id="35" name="Rectangle 34"/>
          <p:cNvSpPr/>
          <p:nvPr/>
        </p:nvSpPr>
        <p:spPr>
          <a:xfrm>
            <a:off x="441854" y="4719804"/>
            <a:ext cx="4932320" cy="423664"/>
          </a:xfrm>
          <a:prstGeom prst="rect">
            <a:avLst/>
          </a:prstGeom>
          <a:noFill/>
          <a:ln>
            <a:solidFill>
              <a:srgbClr val="FFFF00"/>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7" name="Straight Arrow Connector 36"/>
          <p:cNvCxnSpPr>
            <a:endCxn id="34" idx="1"/>
          </p:cNvCxnSpPr>
          <p:nvPr/>
        </p:nvCxnSpPr>
        <p:spPr>
          <a:xfrm>
            <a:off x="5374174" y="4855672"/>
            <a:ext cx="1678898" cy="205184"/>
          </a:xfrm>
          <a:prstGeom prst="straightConnector1">
            <a:avLst/>
          </a:prstGeom>
          <a:ln w="57150">
            <a:solidFill>
              <a:srgbClr val="92D050"/>
            </a:solidFill>
            <a:tailEnd type="triangle"/>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rotWithShape="1">
          <a:blip r:embed="rId3"/>
          <a:srcRect t="16354" r="46986" b="16218"/>
          <a:stretch/>
        </p:blipFill>
        <p:spPr>
          <a:xfrm>
            <a:off x="7761056" y="5779280"/>
            <a:ext cx="3722959" cy="850392"/>
          </a:xfrm>
          <a:prstGeom prst="rect">
            <a:avLst/>
          </a:prstGeom>
          <a:effectLst>
            <a:glow rad="228600">
              <a:schemeClr val="accent4">
                <a:satMod val="175000"/>
                <a:alpha val="40000"/>
              </a:schemeClr>
            </a:glow>
          </a:effectLst>
        </p:spPr>
      </p:pic>
      <p:cxnSp>
        <p:nvCxnSpPr>
          <p:cNvPr id="43" name="Straight Arrow Connector 42"/>
          <p:cNvCxnSpPr>
            <a:endCxn id="42" idx="1"/>
          </p:cNvCxnSpPr>
          <p:nvPr/>
        </p:nvCxnSpPr>
        <p:spPr>
          <a:xfrm>
            <a:off x="5605272" y="5409699"/>
            <a:ext cx="2155784" cy="794777"/>
          </a:xfrm>
          <a:prstGeom prst="straightConnector1">
            <a:avLst/>
          </a:prstGeom>
          <a:ln w="76200">
            <a:solidFill>
              <a:srgbClr val="FF00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4927244" y="5145029"/>
            <a:ext cx="1577187" cy="238992"/>
          </a:xfrm>
          <a:prstGeom prst="rect">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7" name="Straight Arrow Connector 46"/>
          <p:cNvCxnSpPr>
            <a:endCxn id="51" idx="1"/>
          </p:cNvCxnSpPr>
          <p:nvPr/>
        </p:nvCxnSpPr>
        <p:spPr>
          <a:xfrm>
            <a:off x="2601809" y="6161631"/>
            <a:ext cx="1684962" cy="147810"/>
          </a:xfrm>
          <a:prstGeom prst="straightConnector1">
            <a:avLst/>
          </a:prstGeom>
          <a:ln w="76200">
            <a:solidFill>
              <a:srgbClr val="FF00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1" name="Rectangle 2"/>
          <p:cNvSpPr>
            <a:spLocks noChangeArrowheads="1"/>
          </p:cNvSpPr>
          <p:nvPr/>
        </p:nvSpPr>
        <p:spPr bwMode="auto">
          <a:xfrm>
            <a:off x="4286771" y="6093997"/>
            <a:ext cx="888771" cy="430887"/>
          </a:xfrm>
          <a:prstGeom prst="rect">
            <a:avLst/>
          </a:prstGeom>
          <a:solidFill>
            <a:srgbClr val="00B0F0"/>
          </a:solidFill>
          <a:ln>
            <a:noFill/>
          </a:ln>
          <a:effectLst>
            <a:glow rad="228600">
              <a:schemeClr val="accent6">
                <a:satMod val="175000"/>
                <a:alpha val="40000"/>
              </a:schemeClr>
            </a:glow>
          </a:effectLst>
        </p:spPr>
        <p:txBody>
          <a:bodyPr vert="horz" wrap="square" lIns="6348" tIns="0" rIns="6348" bIns="0" numCol="1" anchor="ctr" anchorCtr="0" compatLnSpc="1">
            <a:prstTxWarp prst="textNoShape">
              <a:avLst/>
            </a:prstTxWarp>
            <a:spAutoFit/>
          </a:bodyPr>
          <a:lstStyle/>
          <a:p>
            <a:pPr lvl="0" eaLnBrk="0" fontAlgn="base" hangingPunct="0">
              <a:spcBef>
                <a:spcPct val="0"/>
              </a:spcBef>
              <a:spcAft>
                <a:spcPct val="0"/>
              </a:spcAft>
            </a:pPr>
            <a:r>
              <a:rPr kumimoji="0" lang="en-US" altLang="en-US" sz="2800" b="0" i="0" u="none" strike="noStrike" cap="none" normalizeH="0" baseline="0" dirty="0">
                <a:ln>
                  <a:noFill/>
                </a:ln>
                <a:solidFill>
                  <a:srgbClr val="FF0000"/>
                </a:solidFill>
                <a:effectLst/>
                <a:latin typeface="Segoe WPC"/>
              </a:rPr>
              <a:t>error</a:t>
            </a:r>
          </a:p>
        </p:txBody>
      </p:sp>
      <p:pic>
        <p:nvPicPr>
          <p:cNvPr id="55" name="Picture 54"/>
          <p:cNvPicPr>
            <a:picLocks noChangeAspect="1"/>
          </p:cNvPicPr>
          <p:nvPr/>
        </p:nvPicPr>
        <p:blipFill rotWithShape="1">
          <a:blip r:embed="rId4"/>
          <a:srcRect t="18692" r="28852" b="12823"/>
          <a:stretch/>
        </p:blipFill>
        <p:spPr>
          <a:xfrm>
            <a:off x="9214341" y="3843409"/>
            <a:ext cx="2614655" cy="418608"/>
          </a:xfrm>
          <a:prstGeom prst="rect">
            <a:avLst/>
          </a:prstGeom>
          <a:effectLst>
            <a:glow rad="228600">
              <a:schemeClr val="accent5">
                <a:satMod val="175000"/>
                <a:alpha val="40000"/>
              </a:schemeClr>
            </a:glow>
          </a:effectLst>
        </p:spPr>
      </p:pic>
      <p:cxnSp>
        <p:nvCxnSpPr>
          <p:cNvPr id="56" name="Straight Arrow Connector 55"/>
          <p:cNvCxnSpPr/>
          <p:nvPr/>
        </p:nvCxnSpPr>
        <p:spPr>
          <a:xfrm flipV="1">
            <a:off x="7252542" y="3954441"/>
            <a:ext cx="1990582" cy="156444"/>
          </a:xfrm>
          <a:prstGeom prst="straightConnector1">
            <a:avLst/>
          </a:prstGeom>
          <a:ln w="28575">
            <a:solidFill>
              <a:srgbClr val="00B050"/>
            </a:solidFill>
            <a:headEnd type="none" w="med" len="med"/>
            <a:tailEnd type="arrow" w="med" len="med"/>
          </a:ln>
          <a:effectLst>
            <a:glow rad="1397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3152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355848" cy="682407"/>
          </a:xfrm>
          <a:solidFill>
            <a:srgbClr val="FFFF00"/>
          </a:solidFill>
        </p:spPr>
        <p:txBody>
          <a:bodyPr>
            <a:normAutofit fontScale="90000"/>
          </a:bodyPr>
          <a:lstStyle/>
          <a:p>
            <a:r>
              <a:rPr lang="en-US" dirty="0" err="1"/>
              <a:t>sendMessage</a:t>
            </a:r>
            <a:endParaRPr lang="en-IN" dirty="0"/>
          </a:p>
        </p:txBody>
      </p:sp>
      <p:pic>
        <p:nvPicPr>
          <p:cNvPr id="3" name="Picture 2"/>
          <p:cNvPicPr>
            <a:picLocks noChangeAspect="1"/>
          </p:cNvPicPr>
          <p:nvPr/>
        </p:nvPicPr>
        <p:blipFill rotWithShape="1">
          <a:blip r:embed="rId2"/>
          <a:srcRect b="6603"/>
          <a:stretch/>
        </p:blipFill>
        <p:spPr>
          <a:xfrm>
            <a:off x="0" y="625986"/>
            <a:ext cx="6820135" cy="5820534"/>
          </a:xfrm>
          <a:prstGeom prst="rect">
            <a:avLst/>
          </a:prstGeom>
        </p:spPr>
      </p:pic>
      <p:sp>
        <p:nvSpPr>
          <p:cNvPr id="5" name="Rectangle 4"/>
          <p:cNvSpPr/>
          <p:nvPr/>
        </p:nvSpPr>
        <p:spPr>
          <a:xfrm>
            <a:off x="771081" y="1634540"/>
            <a:ext cx="3992943" cy="230538"/>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p:cNvCxnSpPr/>
          <p:nvPr/>
        </p:nvCxnSpPr>
        <p:spPr>
          <a:xfrm flipV="1">
            <a:off x="4735964" y="502920"/>
            <a:ext cx="2186044" cy="1161186"/>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10" name="Rectangle 2"/>
          <p:cNvSpPr>
            <a:spLocks noChangeArrowheads="1"/>
          </p:cNvSpPr>
          <p:nvPr/>
        </p:nvSpPr>
        <p:spPr bwMode="auto">
          <a:xfrm>
            <a:off x="6922008" y="164321"/>
            <a:ext cx="5157216" cy="923330"/>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FF0000"/>
                </a:solidFill>
                <a:effectLst/>
                <a:latin typeface="Consolas" panose="020B0609020204030204" pitchFamily="49" charset="0"/>
              </a:rPr>
              <a:t>{</a:t>
            </a:r>
            <a:r>
              <a:rPr kumimoji="0" lang="en-US" altLang="en-US" b="1" i="0" u="none" strike="noStrike" cap="none" normalizeH="0" baseline="0" dirty="0" err="1">
                <a:ln>
                  <a:noFill/>
                </a:ln>
                <a:solidFill>
                  <a:srgbClr val="FF0000"/>
                </a:solidFill>
                <a:effectLst/>
                <a:latin typeface="Consolas" panose="020B0609020204030204" pitchFamily="49" charset="0"/>
              </a:rPr>
              <a:t>textMessage:message</a:t>
            </a:r>
            <a:r>
              <a:rPr kumimoji="0" lang="en-US" altLang="en-US" b="1" i="0" u="none" strike="noStrike" cap="none" normalizeH="0" baseline="0" dirty="0">
                <a:ln>
                  <a:noFill/>
                </a:ln>
                <a:solidFill>
                  <a:srgbClr val="FF0000"/>
                </a:solidFill>
                <a:effectLst/>
                <a:latin typeface="Consolas" panose="020B0609020204030204" pitchFamily="49" charset="0"/>
              </a:rPr>
              <a:t>}</a:t>
            </a:r>
            <a:r>
              <a:rPr kumimoji="0" lang="en-US" altLang="en-US" b="0" i="0" u="none" strike="noStrike" cap="none" normalizeH="0" baseline="0" dirty="0">
                <a:ln>
                  <a:noFill/>
                </a:ln>
                <a:solidFill>
                  <a:srgbClr val="FF0000"/>
                </a:solidFill>
                <a:effectLst/>
                <a:latin typeface="Segoe WPC"/>
              </a:rPr>
              <a:t>: </a:t>
            </a:r>
            <a:r>
              <a:rPr kumimoji="0" lang="en-US" altLang="en-US" b="0" i="0" u="none" strike="noStrike" cap="none" normalizeH="0" baseline="0" dirty="0" err="1">
                <a:ln>
                  <a:noFill/>
                </a:ln>
                <a:solidFill>
                  <a:srgbClr val="FF0000"/>
                </a:solidFill>
                <a:effectLst/>
                <a:latin typeface="Segoe WPC"/>
              </a:rPr>
              <a:t>Destructures</a:t>
            </a:r>
            <a:r>
              <a:rPr kumimoji="0" lang="en-US" altLang="en-US" b="0" i="0" u="none" strike="noStrike" cap="none" normalizeH="0" baseline="0" dirty="0">
                <a:ln>
                  <a:noFill/>
                </a:ln>
                <a:solidFill>
                  <a:srgbClr val="FF0000"/>
                </a:solidFill>
                <a:effectLst/>
                <a:latin typeface="Segoe WPC"/>
              </a:rPr>
              <a:t> message text from request body and renames it to </a:t>
            </a:r>
            <a:r>
              <a:rPr kumimoji="0" lang="en-US" altLang="en-US" b="0" i="0" u="none" strike="noStrike" cap="none" normalizeH="0" baseline="0" dirty="0">
                <a:ln>
                  <a:noFill/>
                </a:ln>
                <a:solidFill>
                  <a:srgbClr val="FF0000"/>
                </a:solidFill>
                <a:effectLst/>
                <a:latin typeface="Consolas" panose="020B0609020204030204" pitchFamily="49" charset="0"/>
              </a:rPr>
              <a:t>message</a:t>
            </a:r>
            <a:endParaRPr kumimoji="0" lang="en-US" altLang="en-US" b="0" i="0" u="none" strike="noStrike" cap="none" normalizeH="0" baseline="0" dirty="0">
              <a:ln>
                <a:noFill/>
              </a:ln>
              <a:solidFill>
                <a:srgbClr val="FF0000"/>
              </a:solidFill>
              <a:effectLst/>
              <a:latin typeface="Segoe WPC"/>
            </a:endParaRPr>
          </a:p>
        </p:txBody>
      </p:sp>
      <p:sp>
        <p:nvSpPr>
          <p:cNvPr id="12" name="Rectangle 11"/>
          <p:cNvSpPr/>
          <p:nvPr/>
        </p:nvSpPr>
        <p:spPr>
          <a:xfrm>
            <a:off x="743021" y="2070028"/>
            <a:ext cx="4807387" cy="759934"/>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2"/>
          <p:cNvSpPr>
            <a:spLocks noChangeArrowheads="1"/>
          </p:cNvSpPr>
          <p:nvPr/>
        </p:nvSpPr>
        <p:spPr bwMode="auto">
          <a:xfrm>
            <a:off x="6921380" y="1473580"/>
            <a:ext cx="5157216" cy="646331"/>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FF0000"/>
                </a:solidFill>
                <a:effectLst/>
                <a:latin typeface="Consolas" panose="020B0609020204030204" pitchFamily="49" charset="0"/>
              </a:rPr>
              <a:t>Find</a:t>
            </a:r>
            <a:r>
              <a:rPr kumimoji="0" lang="en-US" altLang="en-US" b="1" i="0" u="none" strike="noStrike" cap="none" normalizeH="0" dirty="0">
                <a:ln>
                  <a:noFill/>
                </a:ln>
                <a:solidFill>
                  <a:srgbClr val="FF0000"/>
                </a:solidFill>
                <a:effectLst/>
                <a:latin typeface="Consolas" panose="020B0609020204030204" pitchFamily="49" charset="0"/>
              </a:rPr>
              <a:t> all conversations between sender and receiver</a:t>
            </a:r>
            <a:endParaRPr kumimoji="0" lang="en-US" altLang="en-US" b="0" i="0" u="none" strike="noStrike" cap="none" normalizeH="0" baseline="0" dirty="0">
              <a:ln>
                <a:noFill/>
              </a:ln>
              <a:solidFill>
                <a:srgbClr val="FF0000"/>
              </a:solidFill>
              <a:effectLst/>
              <a:latin typeface="Segoe WPC"/>
            </a:endParaRPr>
          </a:p>
        </p:txBody>
      </p:sp>
      <p:cxnSp>
        <p:nvCxnSpPr>
          <p:cNvPr id="14" name="Straight Arrow Connector 13"/>
          <p:cNvCxnSpPr/>
          <p:nvPr/>
        </p:nvCxnSpPr>
        <p:spPr>
          <a:xfrm flipV="1">
            <a:off x="5551807" y="1796745"/>
            <a:ext cx="1483873" cy="698448"/>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675965" y="3034150"/>
            <a:ext cx="4810435" cy="1300106"/>
          </a:xfrm>
          <a:prstGeom prst="rect">
            <a:avLst/>
          </a:prstGeom>
          <a:noFill/>
          <a:ln>
            <a:solidFill>
              <a:srgbClr val="FFFF00"/>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p:nvPr/>
        </p:nvCxnSpPr>
        <p:spPr>
          <a:xfrm flipV="1">
            <a:off x="5550408" y="2818358"/>
            <a:ext cx="1636776" cy="671597"/>
          </a:xfrm>
          <a:prstGeom prst="straightConnector1">
            <a:avLst/>
          </a:prstGeom>
          <a:ln w="7620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19" name="Rectangle 2"/>
          <p:cNvSpPr>
            <a:spLocks noChangeArrowheads="1"/>
          </p:cNvSpPr>
          <p:nvPr/>
        </p:nvSpPr>
        <p:spPr bwMode="auto">
          <a:xfrm>
            <a:off x="7130034" y="2295486"/>
            <a:ext cx="5157216" cy="1477328"/>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p>
            <a:r>
              <a:rPr lang="en-US" b="1" dirty="0"/>
              <a:t>First-time chat</a:t>
            </a:r>
            <a:r>
              <a:rPr lang="en-US" dirty="0"/>
              <a:t>: Creates new conversation if none exists</a:t>
            </a:r>
          </a:p>
          <a:p>
            <a:r>
              <a:rPr lang="en-US" b="1" dirty="0"/>
              <a:t>Participants array</a:t>
            </a:r>
            <a:r>
              <a:rPr lang="en-US" dirty="0"/>
              <a:t>: Stores both user IDs</a:t>
            </a:r>
          </a:p>
          <a:p>
            <a:r>
              <a:rPr lang="en-US" b="1" dirty="0"/>
              <a:t>Auto-initialization</a:t>
            </a:r>
            <a:r>
              <a:rPr lang="en-US" dirty="0"/>
              <a:t>: Sets up conversation infrastructure</a:t>
            </a:r>
          </a:p>
        </p:txBody>
      </p:sp>
      <p:cxnSp>
        <p:nvCxnSpPr>
          <p:cNvPr id="20" name="Straight Arrow Connector 19"/>
          <p:cNvCxnSpPr/>
          <p:nvPr/>
        </p:nvCxnSpPr>
        <p:spPr>
          <a:xfrm flipV="1">
            <a:off x="4782065" y="4200005"/>
            <a:ext cx="2253615" cy="551823"/>
          </a:xfrm>
          <a:prstGeom prst="straightConnector1">
            <a:avLst/>
          </a:prstGeom>
          <a:ln w="76200">
            <a:solidFill>
              <a:schemeClr val="accent6">
                <a:lumMod val="60000"/>
                <a:lumOff val="40000"/>
              </a:schemeClr>
            </a:solidFill>
            <a:tailEnd type="triangle"/>
          </a:ln>
          <a:effectLst/>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3965103" y="4757790"/>
            <a:ext cx="798922" cy="316252"/>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
          <p:cNvSpPr>
            <a:spLocks noChangeArrowheads="1"/>
          </p:cNvSpPr>
          <p:nvPr/>
        </p:nvSpPr>
        <p:spPr bwMode="auto">
          <a:xfrm>
            <a:off x="7013892" y="3995055"/>
            <a:ext cx="3474276" cy="369332"/>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FF0000"/>
                </a:solidFill>
                <a:effectLst/>
                <a:latin typeface="Consolas" panose="020B0609020204030204" pitchFamily="49" charset="0"/>
              </a:rPr>
              <a:t>Saves message to database</a:t>
            </a:r>
            <a:endParaRPr kumimoji="0" lang="en-US" altLang="en-US" b="0" i="0" u="none" strike="noStrike" cap="none" normalizeH="0" baseline="0" dirty="0">
              <a:ln>
                <a:noFill/>
              </a:ln>
              <a:solidFill>
                <a:srgbClr val="FF0000"/>
              </a:solidFill>
              <a:effectLst/>
              <a:latin typeface="Segoe WPC"/>
            </a:endParaRPr>
          </a:p>
        </p:txBody>
      </p:sp>
      <p:sp>
        <p:nvSpPr>
          <p:cNvPr id="27" name="Rectangle 26"/>
          <p:cNvSpPr/>
          <p:nvPr/>
        </p:nvSpPr>
        <p:spPr>
          <a:xfrm>
            <a:off x="743021" y="4751828"/>
            <a:ext cx="4405051" cy="1165855"/>
          </a:xfrm>
          <a:prstGeom prst="rect">
            <a:avLst/>
          </a:prstGeom>
          <a:noFill/>
          <a:ln>
            <a:solidFill>
              <a:srgbClr val="FFFF00"/>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8" name="Straight Arrow Connector 27"/>
          <p:cNvCxnSpPr/>
          <p:nvPr/>
        </p:nvCxnSpPr>
        <p:spPr>
          <a:xfrm flipV="1">
            <a:off x="5166935" y="4938669"/>
            <a:ext cx="2093401" cy="421598"/>
          </a:xfrm>
          <a:prstGeom prst="straightConnector1">
            <a:avLst/>
          </a:prstGeom>
          <a:ln w="76200">
            <a:solidFill>
              <a:schemeClr val="accent2">
                <a:lumMod val="60000"/>
                <a:lumOff val="40000"/>
              </a:schemeClr>
            </a:solidFill>
            <a:tailEnd type="triangle"/>
          </a:ln>
          <a:effectLst/>
        </p:spPr>
        <p:style>
          <a:lnRef idx="1">
            <a:schemeClr val="accent1"/>
          </a:lnRef>
          <a:fillRef idx="0">
            <a:schemeClr val="accent1"/>
          </a:fillRef>
          <a:effectRef idx="0">
            <a:schemeClr val="accent1"/>
          </a:effectRef>
          <a:fontRef idx="minor">
            <a:schemeClr val="tx1"/>
          </a:fontRef>
        </p:style>
      </p:cxnSp>
      <p:sp>
        <p:nvSpPr>
          <p:cNvPr id="33" name="Rectangle 5"/>
          <p:cNvSpPr>
            <a:spLocks noChangeArrowheads="1"/>
          </p:cNvSpPr>
          <p:nvPr/>
        </p:nvSpPr>
        <p:spPr bwMode="auto">
          <a:xfrm>
            <a:off x="7177794" y="4634678"/>
            <a:ext cx="4736592" cy="584775"/>
          </a:xfrm>
          <a:prstGeom prst="rect">
            <a:avLst/>
          </a:prstGeom>
          <a:solidFill>
            <a:srgbClr val="00B0F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effectLst/>
                <a:latin typeface="Arial" panose="020B0604020202020204" pitchFamily="34" charset="0"/>
              </a:rPr>
              <a:t>Creates (and saves) a new </a:t>
            </a:r>
            <a:r>
              <a:rPr kumimoji="0" lang="en-US" altLang="en-US" sz="1600" b="0" i="0" u="none" strike="noStrike" cap="none" normalizeH="0" baseline="0" dirty="0">
                <a:ln>
                  <a:noFill/>
                </a:ln>
                <a:effectLst/>
                <a:latin typeface="Arial Unicode MS"/>
              </a:rPr>
              <a:t>Message</a:t>
            </a:r>
            <a:r>
              <a:rPr kumimoji="0" lang="en-US" altLang="en-US" sz="1600" b="0" i="0" u="none" strike="noStrike" cap="none" normalizeH="0" baseline="0" dirty="0">
                <a:ln>
                  <a:noFill/>
                </a:ln>
                <a:effectLst/>
              </a:rPr>
              <a:t> document containing the sender, receiver and message text. </a:t>
            </a:r>
            <a:endParaRPr kumimoji="0" lang="en-US" altLang="en-US" sz="1600" b="0" i="0" u="none" strike="noStrike" cap="none" normalizeH="0" baseline="0" dirty="0">
              <a:ln>
                <a:noFill/>
              </a:ln>
              <a:effectLst/>
              <a:latin typeface="Arial" panose="020B0604020202020204" pitchFamily="34" charset="0"/>
            </a:endParaRPr>
          </a:p>
        </p:txBody>
      </p:sp>
      <p:sp>
        <p:nvSpPr>
          <p:cNvPr id="36" name="Rectangle 7"/>
          <p:cNvSpPr>
            <a:spLocks noChangeArrowheads="1"/>
          </p:cNvSpPr>
          <p:nvPr/>
        </p:nvSpPr>
        <p:spPr bwMode="auto">
          <a:xfrm>
            <a:off x="7690104" y="5497234"/>
            <a:ext cx="4315968" cy="1077218"/>
          </a:xfrm>
          <a:prstGeom prst="rect">
            <a:avLst/>
          </a:prstGeom>
          <a:solidFill>
            <a:srgbClr val="FF33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Arial" panose="020B0604020202020204" pitchFamily="34" charset="0"/>
              </a:rPr>
              <a:t>If message creation succeeded, push the message’s </a:t>
            </a:r>
            <a:r>
              <a:rPr kumimoji="0" lang="en-US" altLang="en-US" sz="1600" b="0" i="0" u="none" strike="noStrike" cap="none" normalizeH="0" baseline="0" dirty="0">
                <a:ln>
                  <a:noFill/>
                </a:ln>
                <a:solidFill>
                  <a:schemeClr val="bg1"/>
                </a:solidFill>
                <a:effectLst/>
                <a:latin typeface="Arial Unicode MS"/>
              </a:rPr>
              <a:t>_id</a:t>
            </a:r>
            <a:r>
              <a:rPr kumimoji="0" lang="en-US" altLang="en-US" sz="1600" b="0" i="0" u="none" strike="noStrike" cap="none" normalizeH="0" baseline="0" dirty="0">
                <a:ln>
                  <a:noFill/>
                </a:ln>
                <a:solidFill>
                  <a:schemeClr val="bg1"/>
                </a:solidFill>
                <a:effectLst/>
              </a:rPr>
              <a:t> into the conversation’s </a:t>
            </a:r>
            <a:r>
              <a:rPr kumimoji="0" lang="en-US" altLang="en-US" sz="1600" b="0" i="0" u="none" strike="noStrike" cap="none" normalizeH="0" baseline="0" dirty="0">
                <a:ln>
                  <a:noFill/>
                </a:ln>
                <a:solidFill>
                  <a:schemeClr val="bg1"/>
                </a:solidFill>
                <a:effectLst/>
                <a:latin typeface="Arial Unicode MS"/>
              </a:rPr>
              <a:t>messages</a:t>
            </a:r>
            <a:r>
              <a:rPr kumimoji="0" lang="en-US" altLang="en-US" sz="1600" b="0" i="0" u="none" strike="noStrike" cap="none" normalizeH="0" baseline="0" dirty="0">
                <a:ln>
                  <a:noFill/>
                </a:ln>
                <a:solidFill>
                  <a:schemeClr val="bg1"/>
                </a:solidFill>
                <a:effectLst/>
              </a:rPr>
              <a:t> array (linking the message to the conversation). </a:t>
            </a:r>
            <a:endParaRPr kumimoji="0" lang="en-US" altLang="en-US" sz="1600" b="0" i="0" u="none" strike="noStrike" cap="none" normalizeH="0" baseline="0" dirty="0">
              <a:ln>
                <a:noFill/>
              </a:ln>
              <a:solidFill>
                <a:schemeClr val="bg1"/>
              </a:solidFill>
              <a:effectLst/>
              <a:latin typeface="Arial" panose="020B0604020202020204" pitchFamily="34" charset="0"/>
            </a:endParaRPr>
          </a:p>
        </p:txBody>
      </p:sp>
      <p:sp>
        <p:nvSpPr>
          <p:cNvPr id="37" name="Rectangle 36"/>
          <p:cNvSpPr/>
          <p:nvPr/>
        </p:nvSpPr>
        <p:spPr>
          <a:xfrm>
            <a:off x="675965" y="5986253"/>
            <a:ext cx="5907715" cy="272893"/>
          </a:xfrm>
          <a:prstGeom prst="rect">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8" name="Straight Arrow Connector 37"/>
          <p:cNvCxnSpPr>
            <a:endCxn id="36" idx="1"/>
          </p:cNvCxnSpPr>
          <p:nvPr/>
        </p:nvCxnSpPr>
        <p:spPr>
          <a:xfrm flipV="1">
            <a:off x="6583680" y="6035843"/>
            <a:ext cx="1106424" cy="26500"/>
          </a:xfrm>
          <a:prstGeom prst="straightConnector1">
            <a:avLst/>
          </a:prstGeom>
          <a:ln w="76200">
            <a:solidFill>
              <a:schemeClr val="accent6">
                <a:lumMod val="60000"/>
                <a:lumOff val="40000"/>
              </a:schemeClr>
            </a:solidFill>
            <a:tailEnd type="triangle"/>
          </a:ln>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0580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7681" b="84090"/>
          <a:stretch/>
        </p:blipFill>
        <p:spPr>
          <a:xfrm>
            <a:off x="118872" y="1042415"/>
            <a:ext cx="8110728" cy="1225297"/>
          </a:xfrm>
          <a:prstGeom prst="rect">
            <a:avLst/>
          </a:prstGeom>
        </p:spPr>
      </p:pic>
      <p:pic>
        <p:nvPicPr>
          <p:cNvPr id="4" name="Picture 3"/>
          <p:cNvPicPr>
            <a:picLocks noChangeAspect="1"/>
          </p:cNvPicPr>
          <p:nvPr/>
        </p:nvPicPr>
        <p:blipFill rotWithShape="1">
          <a:blip r:embed="rId3"/>
          <a:srcRect l="10324" t="93186" b="358"/>
          <a:stretch/>
        </p:blipFill>
        <p:spPr>
          <a:xfrm>
            <a:off x="0" y="200532"/>
            <a:ext cx="7818120" cy="514305"/>
          </a:xfrm>
          <a:prstGeom prst="rect">
            <a:avLst/>
          </a:prstGeom>
        </p:spPr>
      </p:pic>
      <p:cxnSp>
        <p:nvCxnSpPr>
          <p:cNvPr id="5" name="Straight Arrow Connector 4"/>
          <p:cNvCxnSpPr/>
          <p:nvPr/>
        </p:nvCxnSpPr>
        <p:spPr>
          <a:xfrm flipV="1">
            <a:off x="7581775" y="365760"/>
            <a:ext cx="1132457" cy="91925"/>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sp>
        <p:nvSpPr>
          <p:cNvPr id="8" name="Rectangle 1"/>
          <p:cNvSpPr>
            <a:spLocks noChangeArrowheads="1"/>
          </p:cNvSpPr>
          <p:nvPr/>
        </p:nvSpPr>
        <p:spPr bwMode="auto">
          <a:xfrm>
            <a:off x="8810743" y="227056"/>
            <a:ext cx="2783849" cy="369332"/>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00B0F0"/>
                </a:solidFill>
                <a:effectLst/>
                <a:latin typeface="Consolas" panose="020B0609020204030204" pitchFamily="49" charset="0"/>
              </a:rPr>
              <a:t>Saves both document</a:t>
            </a:r>
            <a:endParaRPr kumimoji="0" lang="en-US" altLang="en-US" b="0" i="0" u="none" strike="noStrike" cap="none" normalizeH="0" baseline="0" dirty="0">
              <a:ln>
                <a:noFill/>
              </a:ln>
              <a:solidFill>
                <a:srgbClr val="FF0000"/>
              </a:solidFill>
              <a:effectLst/>
              <a:latin typeface="Segoe WPC"/>
            </a:endParaRPr>
          </a:p>
        </p:txBody>
      </p:sp>
      <p:sp>
        <p:nvSpPr>
          <p:cNvPr id="9" name="Rectangle 1"/>
          <p:cNvSpPr>
            <a:spLocks noChangeArrowheads="1"/>
          </p:cNvSpPr>
          <p:nvPr/>
        </p:nvSpPr>
        <p:spPr bwMode="auto">
          <a:xfrm>
            <a:off x="7426327" y="923966"/>
            <a:ext cx="4552313" cy="1323439"/>
          </a:xfrm>
          <a:prstGeom prst="rect">
            <a:avLst/>
          </a:prstGeom>
          <a:solidFill>
            <a:srgbClr val="FF0000"/>
          </a:solidFill>
          <a:ln>
            <a:noFill/>
          </a:ln>
          <a:effectLst>
            <a:glow rad="228600">
              <a:schemeClr val="accent6">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bg1"/>
                </a:solidFill>
                <a:effectLst/>
                <a:latin typeface="Consolas" panose="020B0609020204030204" pitchFamily="49" charset="0"/>
              </a:rPr>
              <a:t>getReceiverSocketId</a:t>
            </a:r>
            <a:r>
              <a:rPr kumimoji="0" lang="en-US" altLang="en-US" sz="1600" b="1" i="0" u="none" strike="noStrike" cap="none" normalizeH="0" baseline="0" dirty="0">
                <a:ln>
                  <a:noFill/>
                </a:ln>
                <a:solidFill>
                  <a:schemeClr val="bg1"/>
                </a:solidFill>
                <a:effectLst/>
                <a:latin typeface="Consolas" panose="020B0609020204030204" pitchFamily="49" charset="0"/>
              </a:rPr>
              <a:t>()</a:t>
            </a:r>
            <a:r>
              <a:rPr kumimoji="0" lang="en-US" altLang="en-US" sz="1600" b="0" i="0" u="none" strike="noStrike" cap="none" normalizeH="0" baseline="0" dirty="0">
                <a:ln>
                  <a:noFill/>
                </a:ln>
                <a:solidFill>
                  <a:schemeClr val="bg1"/>
                </a:solidFill>
                <a:effectLst/>
                <a:latin typeface="Segoe WPC"/>
              </a:rPr>
              <a:t>: Maps user ID to their active socket connection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bg1"/>
                </a:solidFill>
                <a:effectLst/>
                <a:latin typeface="Segoe WPC"/>
              </a:rPr>
              <a:t>Online check</a:t>
            </a:r>
            <a:r>
              <a:rPr kumimoji="0" lang="en-US" altLang="en-US" sz="1600" b="0" i="0" u="none" strike="noStrike" cap="none" normalizeH="0" baseline="0" dirty="0">
                <a:ln>
                  <a:noFill/>
                </a:ln>
                <a:solidFill>
                  <a:schemeClr val="bg1"/>
                </a:solidFill>
                <a:effectLst/>
                <a:latin typeface="Segoe WPC"/>
              </a:rPr>
              <a:t>: Only proceeds if receiver is currently online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bg1"/>
                </a:solidFill>
                <a:effectLst/>
                <a:latin typeface="Segoe WPC"/>
              </a:rPr>
              <a:t>Returns</a:t>
            </a:r>
            <a:r>
              <a:rPr kumimoji="0" lang="en-US" altLang="en-US" sz="1600" b="0" i="0" u="none" strike="noStrike" cap="none" normalizeH="0" baseline="0" dirty="0">
                <a:ln>
                  <a:noFill/>
                </a:ln>
                <a:solidFill>
                  <a:schemeClr val="bg1"/>
                </a:solidFill>
                <a:effectLst/>
                <a:latin typeface="Segoe WPC"/>
              </a:rPr>
              <a:t>: Socket ID or </a:t>
            </a:r>
            <a:r>
              <a:rPr kumimoji="0" lang="en-US" altLang="en-US" sz="1600" b="0" i="0" u="none" strike="noStrike" cap="none" normalizeH="0" baseline="0" dirty="0">
                <a:ln>
                  <a:noFill/>
                </a:ln>
                <a:solidFill>
                  <a:schemeClr val="bg1"/>
                </a:solidFill>
                <a:effectLst/>
                <a:latin typeface="Consolas" panose="020B0609020204030204" pitchFamily="49" charset="0"/>
              </a:rPr>
              <a:t>null</a:t>
            </a:r>
            <a:r>
              <a:rPr kumimoji="0" lang="en-US" altLang="en-US" sz="1600" b="0" i="0" u="none" strike="noStrike" cap="none" normalizeH="0" baseline="0" dirty="0">
                <a:ln>
                  <a:noFill/>
                </a:ln>
                <a:solidFill>
                  <a:schemeClr val="bg1"/>
                </a:solidFill>
                <a:effectLst/>
                <a:latin typeface="Segoe WPC"/>
              </a:rPr>
              <a:t> if user offline</a:t>
            </a:r>
          </a:p>
        </p:txBody>
      </p:sp>
      <p:cxnSp>
        <p:nvCxnSpPr>
          <p:cNvPr id="10" name="Straight Arrow Connector 9"/>
          <p:cNvCxnSpPr/>
          <p:nvPr/>
        </p:nvCxnSpPr>
        <p:spPr>
          <a:xfrm>
            <a:off x="5823079" y="1204446"/>
            <a:ext cx="1537841" cy="20850"/>
          </a:xfrm>
          <a:prstGeom prst="straightConnector1">
            <a:avLst/>
          </a:prstGeom>
          <a:ln w="76200">
            <a:solidFill>
              <a:srgbClr val="FFFF00"/>
            </a:solidFill>
            <a:tailEnd type="triangle"/>
          </a:ln>
          <a:effectLst/>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594814" y="1747553"/>
            <a:ext cx="2276402" cy="346424"/>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2"/>
          <p:cNvSpPr>
            <a:spLocks noChangeArrowheads="1"/>
          </p:cNvSpPr>
          <p:nvPr/>
        </p:nvSpPr>
        <p:spPr bwMode="auto">
          <a:xfrm>
            <a:off x="8266176" y="2291439"/>
            <a:ext cx="2711321" cy="646331"/>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t> Complete message object with all data</a:t>
            </a:r>
            <a:endParaRPr kumimoji="0" lang="en-US" altLang="en-US" sz="1600" b="0" i="0" u="none" strike="noStrike" cap="none" normalizeH="0" baseline="0" dirty="0">
              <a:ln>
                <a:noFill/>
              </a:ln>
              <a:solidFill>
                <a:srgbClr val="FF0000"/>
              </a:solidFill>
              <a:effectLst/>
              <a:latin typeface="Segoe WPC"/>
            </a:endParaRPr>
          </a:p>
        </p:txBody>
      </p:sp>
      <p:sp>
        <p:nvSpPr>
          <p:cNvPr id="16" name="Rectangle 15"/>
          <p:cNvSpPr/>
          <p:nvPr/>
        </p:nvSpPr>
        <p:spPr>
          <a:xfrm>
            <a:off x="2872369" y="1758113"/>
            <a:ext cx="1763639" cy="335864"/>
          </a:xfrm>
          <a:prstGeom prst="rect">
            <a:avLst/>
          </a:prstGeom>
          <a:noFill/>
          <a:ln>
            <a:solidFill>
              <a:srgbClr val="FFFF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p:cNvSpPr/>
          <p:nvPr/>
        </p:nvSpPr>
        <p:spPr>
          <a:xfrm>
            <a:off x="4684878" y="1758113"/>
            <a:ext cx="1313586" cy="335864"/>
          </a:xfrm>
          <a:prstGeom prst="rect">
            <a:avLst/>
          </a:prstGeom>
          <a:noFill/>
          <a:ln>
            <a:solidFill>
              <a:srgbClr val="FF0000"/>
            </a:solidFill>
          </a:ln>
          <a:effectLst>
            <a:glow rad="228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p:cNvCxnSpPr/>
          <p:nvPr/>
        </p:nvCxnSpPr>
        <p:spPr>
          <a:xfrm>
            <a:off x="5212080" y="2093977"/>
            <a:ext cx="36576" cy="532817"/>
          </a:xfrm>
          <a:prstGeom prst="line">
            <a:avLst/>
          </a:prstGeom>
          <a:ln w="381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248656" y="2595290"/>
            <a:ext cx="2980944" cy="0"/>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3811274" y="2093977"/>
            <a:ext cx="0" cy="52764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811274" y="2601313"/>
            <a:ext cx="4802374" cy="57198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2"/>
          <p:cNvSpPr>
            <a:spLocks noChangeArrowheads="1"/>
          </p:cNvSpPr>
          <p:nvPr/>
        </p:nvSpPr>
        <p:spPr bwMode="auto">
          <a:xfrm>
            <a:off x="8613648" y="2917463"/>
            <a:ext cx="2711321" cy="646331"/>
          </a:xfrm>
          <a:prstGeom prst="rect">
            <a:avLst/>
          </a:prstGeom>
          <a:solidFill>
            <a:srgbClr val="00B0F0"/>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solidFill>
                  <a:schemeClr val="bg1"/>
                </a:solidFill>
              </a:rPr>
              <a:t> Complete message object with all data</a:t>
            </a:r>
            <a:endParaRPr kumimoji="0" lang="en-US" altLang="en-US" sz="1600" b="0" i="0" u="none" strike="noStrike" cap="none" normalizeH="0" baseline="0" dirty="0">
              <a:ln>
                <a:noFill/>
              </a:ln>
              <a:solidFill>
                <a:schemeClr val="bg1"/>
              </a:solidFill>
              <a:effectLst/>
              <a:latin typeface="Segoe WPC"/>
            </a:endParaRPr>
          </a:p>
        </p:txBody>
      </p:sp>
      <p:sp>
        <p:nvSpPr>
          <p:cNvPr id="39" name="Rectangle 38"/>
          <p:cNvSpPr/>
          <p:nvPr/>
        </p:nvSpPr>
        <p:spPr>
          <a:xfrm>
            <a:off x="235463" y="2638878"/>
            <a:ext cx="3177537" cy="369332"/>
          </a:xfrm>
          <a:prstGeom prst="rect">
            <a:avLst/>
          </a:prstGeom>
          <a:solidFill>
            <a:srgbClr val="FFFF00"/>
          </a:solidFill>
        </p:spPr>
        <p:txBody>
          <a:bodyPr wrap="none">
            <a:spAutoFit/>
          </a:bodyPr>
          <a:lstStyle/>
          <a:p>
            <a:r>
              <a:rPr lang="en-IN" dirty="0">
                <a:solidFill>
                  <a:srgbClr val="FF0000"/>
                </a:solidFill>
                <a:latin typeface="Segoe WPC"/>
              </a:rPr>
              <a:t>Targets specific user's socket</a:t>
            </a:r>
            <a:endParaRPr lang="en-IN" dirty="0">
              <a:solidFill>
                <a:srgbClr val="FF0000"/>
              </a:solidFill>
            </a:endParaRPr>
          </a:p>
        </p:txBody>
      </p:sp>
      <p:cxnSp>
        <p:nvCxnSpPr>
          <p:cNvPr id="41" name="Straight Arrow Connector 40"/>
          <p:cNvCxnSpPr/>
          <p:nvPr/>
        </p:nvCxnSpPr>
        <p:spPr>
          <a:xfrm>
            <a:off x="1335024" y="2093977"/>
            <a:ext cx="100584" cy="532817"/>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42" name="Picture 41"/>
          <p:cNvPicPr>
            <a:picLocks noChangeAspect="1"/>
          </p:cNvPicPr>
          <p:nvPr/>
        </p:nvPicPr>
        <p:blipFill>
          <a:blip r:embed="rId4"/>
          <a:stretch>
            <a:fillRect/>
          </a:stretch>
        </p:blipFill>
        <p:spPr>
          <a:xfrm>
            <a:off x="70237" y="3083721"/>
            <a:ext cx="7482073" cy="3285981"/>
          </a:xfrm>
          <a:prstGeom prst="rect">
            <a:avLst/>
          </a:prstGeom>
        </p:spPr>
      </p:pic>
      <p:sp>
        <p:nvSpPr>
          <p:cNvPr id="43" name="Rectangle 42"/>
          <p:cNvSpPr/>
          <p:nvPr/>
        </p:nvSpPr>
        <p:spPr>
          <a:xfrm>
            <a:off x="594814" y="4020089"/>
            <a:ext cx="3620570" cy="1489926"/>
          </a:xfrm>
          <a:prstGeom prst="rect">
            <a:avLst/>
          </a:prstGeom>
          <a:noFill/>
          <a:ln>
            <a:solidFill>
              <a:srgbClr val="FFFF00"/>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4" name="Straight Arrow Connector 43"/>
          <p:cNvCxnSpPr>
            <a:endCxn id="46" idx="1"/>
          </p:cNvCxnSpPr>
          <p:nvPr/>
        </p:nvCxnSpPr>
        <p:spPr>
          <a:xfrm flipV="1">
            <a:off x="4224402" y="4005252"/>
            <a:ext cx="4172551" cy="54669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8396953" y="3682086"/>
            <a:ext cx="3353088" cy="646331"/>
          </a:xfrm>
          <a:prstGeom prst="rect">
            <a:avLst/>
          </a:prstGeom>
          <a:solidFill>
            <a:srgbClr val="002060"/>
          </a:solidFill>
        </p:spPr>
        <p:txBody>
          <a:bodyPr wrap="square">
            <a:spAutoFit/>
          </a:bodyPr>
          <a:lstStyle/>
          <a:p>
            <a:r>
              <a:rPr lang="en-IN" dirty="0">
                <a:solidFill>
                  <a:srgbClr val="FFFF00"/>
                </a:solidFill>
                <a:latin typeface="Segoe WPC"/>
              </a:rPr>
              <a:t>User details, message text, conversation reference</a:t>
            </a:r>
            <a:endParaRPr lang="en-IN" dirty="0">
              <a:solidFill>
                <a:srgbClr val="FFFF00"/>
              </a:solidFill>
            </a:endParaRPr>
          </a:p>
        </p:txBody>
      </p:sp>
      <p:sp>
        <p:nvSpPr>
          <p:cNvPr id="48" name="Rectangle 3"/>
          <p:cNvSpPr>
            <a:spLocks noChangeArrowheads="1"/>
          </p:cNvSpPr>
          <p:nvPr/>
        </p:nvSpPr>
        <p:spPr bwMode="auto">
          <a:xfrm>
            <a:off x="7818120" y="4557970"/>
            <a:ext cx="4373880" cy="830997"/>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Emit a </a:t>
            </a:r>
            <a:r>
              <a:rPr kumimoji="0" lang="en-US" altLang="en-US" sz="2400" b="0" i="0" u="none" strike="noStrike" cap="none" normalizeH="0" baseline="0" dirty="0" err="1">
                <a:ln>
                  <a:noFill/>
                </a:ln>
                <a:solidFill>
                  <a:schemeClr val="tx1"/>
                </a:solidFill>
                <a:effectLst/>
                <a:latin typeface="Arial Unicode MS"/>
              </a:rPr>
              <a:t>messageNotification</a:t>
            </a:r>
            <a:r>
              <a:rPr kumimoji="0" lang="en-US" altLang="en-US" sz="2400" b="0" i="0" u="none" strike="noStrike" cap="none" normalizeH="0" baseline="0" dirty="0">
                <a:ln>
                  <a:noFill/>
                </a:ln>
                <a:solidFill>
                  <a:schemeClr val="tx1"/>
                </a:solidFill>
                <a:effectLst/>
              </a:rPr>
              <a:t> to the receiver. </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cxnSp>
        <p:nvCxnSpPr>
          <p:cNvPr id="49" name="Straight Arrow Connector 48"/>
          <p:cNvCxnSpPr>
            <a:endCxn id="48" idx="1"/>
          </p:cNvCxnSpPr>
          <p:nvPr/>
        </p:nvCxnSpPr>
        <p:spPr>
          <a:xfrm flipV="1">
            <a:off x="6806061" y="4973469"/>
            <a:ext cx="1012059" cy="63902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p:cNvSpPr/>
          <p:nvPr/>
        </p:nvSpPr>
        <p:spPr>
          <a:xfrm>
            <a:off x="488448" y="5662209"/>
            <a:ext cx="6937880" cy="254400"/>
          </a:xfrm>
          <a:prstGeom prst="rect">
            <a:avLst/>
          </a:prstGeom>
          <a:noFill/>
          <a:ln>
            <a:solidFill>
              <a:srgbClr val="FFFF00"/>
            </a:solidFill>
          </a:ln>
          <a:effectLst>
            <a:glow rad="635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4" name="Picture 53"/>
          <p:cNvPicPr>
            <a:picLocks noChangeAspect="1"/>
          </p:cNvPicPr>
          <p:nvPr/>
        </p:nvPicPr>
        <p:blipFill>
          <a:blip r:embed="rId5"/>
          <a:stretch>
            <a:fillRect/>
          </a:stretch>
        </p:blipFill>
        <p:spPr>
          <a:xfrm>
            <a:off x="488448" y="6149587"/>
            <a:ext cx="4449312" cy="702523"/>
          </a:xfrm>
          <a:prstGeom prst="rect">
            <a:avLst/>
          </a:prstGeom>
        </p:spPr>
      </p:pic>
      <p:cxnSp>
        <p:nvCxnSpPr>
          <p:cNvPr id="55" name="Straight Arrow Connector 54"/>
          <p:cNvCxnSpPr>
            <a:endCxn id="57" idx="1"/>
          </p:cNvCxnSpPr>
          <p:nvPr/>
        </p:nvCxnSpPr>
        <p:spPr>
          <a:xfrm flipV="1">
            <a:off x="4937760" y="6101275"/>
            <a:ext cx="2908648" cy="454365"/>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7846408" y="5916609"/>
            <a:ext cx="3903633" cy="369332"/>
          </a:xfrm>
          <a:prstGeom prst="rect">
            <a:avLst/>
          </a:prstGeom>
          <a:solidFill>
            <a:srgbClr val="FF0000"/>
          </a:solidFill>
        </p:spPr>
        <p:txBody>
          <a:bodyPr wrap="none">
            <a:spAutoFit/>
          </a:bodyPr>
          <a:lstStyle/>
          <a:p>
            <a:r>
              <a:rPr lang="en-US" dirty="0">
                <a:solidFill>
                  <a:srgbClr val="FFFF00"/>
                </a:solidFill>
                <a:latin typeface="Segoe WPC"/>
              </a:rPr>
              <a:t>Frontend can update UI immediately</a:t>
            </a:r>
            <a:endParaRPr lang="en-IN" dirty="0">
              <a:solidFill>
                <a:srgbClr val="FFFF00"/>
              </a:solidFill>
            </a:endParaRPr>
          </a:p>
        </p:txBody>
      </p:sp>
    </p:spTree>
    <p:extLst>
      <p:ext uri="{BB962C8B-B14F-4D97-AF65-F5344CB8AC3E}">
        <p14:creationId xmlns:p14="http://schemas.microsoft.com/office/powerpoint/2010/main" val="38352441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0" y="41071"/>
            <a:ext cx="4535424" cy="464968"/>
          </a:xfrm>
          <a:solidFill>
            <a:srgbClr val="FFFF00"/>
          </a:solidFill>
        </p:spPr>
        <p:txBody>
          <a:bodyPr>
            <a:normAutofit fontScale="90000"/>
          </a:bodyPr>
          <a:lstStyle/>
          <a:p>
            <a:r>
              <a:rPr lang="en-US" dirty="0" err="1"/>
              <a:t>getMessage</a:t>
            </a:r>
            <a:r>
              <a:rPr lang="en-US" dirty="0"/>
              <a:t> function</a:t>
            </a:r>
            <a:endParaRPr lang="en-IN" dirty="0"/>
          </a:p>
        </p:txBody>
      </p:sp>
      <p:pic>
        <p:nvPicPr>
          <p:cNvPr id="5" name="Picture 4"/>
          <p:cNvPicPr>
            <a:picLocks noChangeAspect="1"/>
          </p:cNvPicPr>
          <p:nvPr/>
        </p:nvPicPr>
        <p:blipFill rotWithShape="1">
          <a:blip r:embed="rId2"/>
          <a:srcRect l="2026" t="-637" r="47820" b="87528"/>
          <a:stretch/>
        </p:blipFill>
        <p:spPr>
          <a:xfrm>
            <a:off x="48220" y="727278"/>
            <a:ext cx="8396988" cy="923544"/>
          </a:xfrm>
          <a:prstGeom prst="rect">
            <a:avLst/>
          </a:prstGeom>
        </p:spPr>
      </p:pic>
      <p:pic>
        <p:nvPicPr>
          <p:cNvPr id="6" name="Picture 5"/>
          <p:cNvPicPr>
            <a:picLocks noChangeAspect="1"/>
          </p:cNvPicPr>
          <p:nvPr/>
        </p:nvPicPr>
        <p:blipFill rotWithShape="1">
          <a:blip r:embed="rId2"/>
          <a:srcRect l="10474" t="11678" r="52167" b="75411"/>
          <a:stretch/>
        </p:blipFill>
        <p:spPr>
          <a:xfrm>
            <a:off x="48220" y="2011586"/>
            <a:ext cx="5108448" cy="742839"/>
          </a:xfrm>
          <a:prstGeom prst="rect">
            <a:avLst/>
          </a:prstGeom>
          <a:effectLst>
            <a:glow rad="228600">
              <a:schemeClr val="accent4">
                <a:satMod val="175000"/>
                <a:alpha val="40000"/>
              </a:schemeClr>
            </a:glow>
          </a:effectLst>
        </p:spPr>
      </p:pic>
      <p:pic>
        <p:nvPicPr>
          <p:cNvPr id="7" name="Picture 6"/>
          <p:cNvPicPr>
            <a:picLocks noChangeAspect="1"/>
          </p:cNvPicPr>
          <p:nvPr/>
        </p:nvPicPr>
        <p:blipFill rotWithShape="1">
          <a:blip r:embed="rId2"/>
          <a:srcRect l="9862" t="23926" r="35646" b="55981"/>
          <a:stretch/>
        </p:blipFill>
        <p:spPr>
          <a:xfrm>
            <a:off x="0" y="3537288"/>
            <a:ext cx="5961888" cy="924984"/>
          </a:xfrm>
          <a:prstGeom prst="rect">
            <a:avLst/>
          </a:prstGeom>
          <a:ln>
            <a:solidFill>
              <a:srgbClr val="00B0F0"/>
            </a:solidFill>
          </a:ln>
          <a:effectLst>
            <a:glow rad="63500">
              <a:schemeClr val="accent5">
                <a:satMod val="175000"/>
                <a:alpha val="40000"/>
              </a:schemeClr>
            </a:glow>
          </a:effectLst>
        </p:spPr>
      </p:pic>
      <p:cxnSp>
        <p:nvCxnSpPr>
          <p:cNvPr id="10" name="Straight Arrow Connector 9"/>
          <p:cNvCxnSpPr>
            <a:stCxn id="6" idx="3"/>
          </p:cNvCxnSpPr>
          <p:nvPr/>
        </p:nvCxnSpPr>
        <p:spPr>
          <a:xfrm flipV="1">
            <a:off x="5156668" y="2202471"/>
            <a:ext cx="587014" cy="180535"/>
          </a:xfrm>
          <a:prstGeom prst="straightConnector1">
            <a:avLst/>
          </a:prstGeom>
          <a:ln w="76200">
            <a:solidFill>
              <a:srgbClr val="FF00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Rectangle 1"/>
          <p:cNvSpPr>
            <a:spLocks noChangeArrowheads="1"/>
          </p:cNvSpPr>
          <p:nvPr/>
        </p:nvSpPr>
        <p:spPr bwMode="auto">
          <a:xfrm>
            <a:off x="5743682" y="2011586"/>
            <a:ext cx="5784271" cy="584775"/>
          </a:xfrm>
          <a:prstGeom prst="rect">
            <a:avLst/>
          </a:prstGeom>
          <a:solidFill>
            <a:srgbClr val="FFFF00"/>
          </a:solidFill>
          <a:ln>
            <a:noFill/>
          </a:ln>
          <a:effectLst>
            <a:glow rad="228600">
              <a:schemeClr val="accent5">
                <a:satMod val="175000"/>
                <a:alpha val="40000"/>
              </a:schemeClr>
            </a:glo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00B0F0"/>
                </a:solidFill>
                <a:effectLst/>
                <a:latin typeface="Consolas" panose="020B0609020204030204" pitchFamily="49" charset="0"/>
              </a:rPr>
              <a:t>req.params.id</a:t>
            </a:r>
            <a:r>
              <a:rPr kumimoji="0" lang="en-US" altLang="en-US" sz="1600" b="0" i="0" u="none" strike="noStrike" cap="none" normalizeH="0" baseline="0" dirty="0">
                <a:ln>
                  <a:noFill/>
                </a:ln>
                <a:solidFill>
                  <a:srgbClr val="FF0000"/>
                </a:solidFill>
                <a:effectLst/>
                <a:latin typeface="Segoe WPC"/>
              </a:rPr>
              <a:t> can be manipulated by user (URL parameter)</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00B0F0"/>
                </a:solidFill>
                <a:effectLst/>
                <a:latin typeface="Consolas" panose="020B0609020204030204" pitchFamily="49" charset="0"/>
              </a:rPr>
              <a:t>req.id</a:t>
            </a:r>
            <a:r>
              <a:rPr kumimoji="0" lang="en-US" altLang="en-US" sz="1600" b="0" i="0" u="none" strike="noStrike" cap="none" normalizeH="0" baseline="0" dirty="0">
                <a:ln>
                  <a:noFill/>
                </a:ln>
                <a:solidFill>
                  <a:srgbClr val="FF0000"/>
                </a:solidFill>
                <a:effectLst/>
                <a:latin typeface="Segoe WPC"/>
              </a:rPr>
              <a:t> is secure (comes from verified JWT token)</a:t>
            </a:r>
          </a:p>
        </p:txBody>
      </p:sp>
      <p:pic>
        <p:nvPicPr>
          <p:cNvPr id="14" name="Picture 13"/>
          <p:cNvPicPr>
            <a:picLocks noChangeAspect="1"/>
          </p:cNvPicPr>
          <p:nvPr/>
        </p:nvPicPr>
        <p:blipFill rotWithShape="1">
          <a:blip r:embed="rId3"/>
          <a:srcRect r="22015"/>
          <a:stretch/>
        </p:blipFill>
        <p:spPr>
          <a:xfrm>
            <a:off x="6240177" y="3405785"/>
            <a:ext cx="5784184" cy="1614383"/>
          </a:xfrm>
          <a:prstGeom prst="rect">
            <a:avLst/>
          </a:prstGeom>
          <a:effectLst>
            <a:glow rad="139700">
              <a:schemeClr val="accent4">
                <a:satMod val="175000"/>
                <a:alpha val="40000"/>
              </a:schemeClr>
            </a:glow>
          </a:effectLst>
        </p:spPr>
      </p:pic>
      <p:sp>
        <p:nvSpPr>
          <p:cNvPr id="15" name="Rectangle 14"/>
          <p:cNvSpPr/>
          <p:nvPr/>
        </p:nvSpPr>
        <p:spPr>
          <a:xfrm>
            <a:off x="4759452" y="3563849"/>
            <a:ext cx="984230" cy="272581"/>
          </a:xfrm>
          <a:prstGeom prst="rect">
            <a:avLst/>
          </a:prstGeom>
          <a:noFill/>
          <a:ln>
            <a:solidFill>
              <a:srgbClr val="FFFF00"/>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p:cNvCxnSpPr/>
          <p:nvPr/>
        </p:nvCxnSpPr>
        <p:spPr>
          <a:xfrm>
            <a:off x="5777484" y="3669789"/>
            <a:ext cx="541020" cy="379996"/>
          </a:xfrm>
          <a:prstGeom prst="straightConnector1">
            <a:avLst/>
          </a:prstGeom>
          <a:ln w="76200">
            <a:solidFill>
              <a:srgbClr val="FF00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2" name="Rectangle 3"/>
          <p:cNvSpPr>
            <a:spLocks noChangeArrowheads="1"/>
          </p:cNvSpPr>
          <p:nvPr/>
        </p:nvSpPr>
        <p:spPr bwMode="auto">
          <a:xfrm>
            <a:off x="3146567" y="5199923"/>
            <a:ext cx="5985702" cy="1323439"/>
          </a:xfrm>
          <a:prstGeom prst="rect">
            <a:avLst/>
          </a:prstGeom>
          <a:solidFill>
            <a:srgbClr val="FF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rgbClr val="FFFF00"/>
                </a:solidFill>
                <a:effectLst/>
                <a:latin typeface="Segoe WPC"/>
              </a:rPr>
              <a:t>MongoDB Array Operator</a:t>
            </a:r>
            <a:r>
              <a:rPr kumimoji="0" lang="en-US" altLang="en-US" sz="1600" b="0" i="0" u="none" strike="noStrike" cap="none" normalizeH="0" baseline="0" dirty="0">
                <a:ln>
                  <a:noFill/>
                </a:ln>
                <a:solidFill>
                  <a:schemeClr val="bg1"/>
                </a:solidFill>
                <a:effectLst/>
                <a:latin typeface="Segoe WPC"/>
              </a:rPr>
              <a:t> that matches documents where an array field contains </a:t>
            </a:r>
            <a:r>
              <a:rPr kumimoji="0" lang="en-US" altLang="en-US" sz="1600" b="1" i="0" u="none" strike="noStrike" cap="none" normalizeH="0" baseline="0" dirty="0">
                <a:ln>
                  <a:noFill/>
                </a:ln>
                <a:solidFill>
                  <a:schemeClr val="bg1"/>
                </a:solidFill>
                <a:effectLst/>
                <a:latin typeface="Segoe WPC"/>
              </a:rPr>
              <a:t>ALL</a:t>
            </a:r>
            <a:r>
              <a:rPr kumimoji="0" lang="en-US" altLang="en-US" sz="1600" b="0" i="0" u="none" strike="noStrike" cap="none" normalizeH="0" baseline="0" dirty="0">
                <a:ln>
                  <a:noFill/>
                </a:ln>
                <a:solidFill>
                  <a:schemeClr val="bg1"/>
                </a:solidFill>
                <a:effectLst/>
                <a:latin typeface="Segoe WPC"/>
              </a:rPr>
              <a:t> the specified elements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bg1"/>
                </a:solidFill>
                <a:effectLst/>
                <a:latin typeface="Segoe WPC"/>
              </a:rPr>
              <a:t>Order doesn't matter</a:t>
            </a:r>
            <a:r>
              <a:rPr kumimoji="0" lang="en-US" altLang="en-US" sz="1600" b="0" i="0" u="none" strike="noStrike" cap="none" normalizeH="0" baseline="0" dirty="0">
                <a:ln>
                  <a:noFill/>
                </a:ln>
                <a:solidFill>
                  <a:schemeClr val="bg1"/>
                </a:solidFill>
                <a:effectLst/>
                <a:latin typeface="Segoe WPC"/>
              </a:rPr>
              <a:t> - </a:t>
            </a:r>
            <a:r>
              <a:rPr kumimoji="0" lang="en-US" altLang="en-US" sz="1600" b="0" i="0" u="none" strike="noStrike" cap="none" normalizeH="0" baseline="0" dirty="0">
                <a:ln>
                  <a:noFill/>
                </a:ln>
                <a:solidFill>
                  <a:schemeClr val="bg1"/>
                </a:solidFill>
                <a:effectLst/>
                <a:latin typeface="Consolas" panose="020B0609020204030204" pitchFamily="49" charset="0"/>
              </a:rPr>
              <a:t>[user1, user2]</a:t>
            </a:r>
            <a:r>
              <a:rPr kumimoji="0" lang="en-US" altLang="en-US" sz="1600" b="0" i="0" u="none" strike="noStrike" cap="none" normalizeH="0" baseline="0" dirty="0">
                <a:ln>
                  <a:noFill/>
                </a:ln>
                <a:solidFill>
                  <a:schemeClr val="bg1"/>
                </a:solidFill>
                <a:effectLst/>
                <a:latin typeface="Segoe WPC"/>
              </a:rPr>
              <a:t> matches </a:t>
            </a:r>
            <a:r>
              <a:rPr kumimoji="0" lang="en-US" altLang="en-US" sz="1600" b="0" i="0" u="none" strike="noStrike" cap="none" normalizeH="0" baseline="0" dirty="0">
                <a:ln>
                  <a:noFill/>
                </a:ln>
                <a:solidFill>
                  <a:schemeClr val="bg1"/>
                </a:solidFill>
                <a:effectLst/>
                <a:latin typeface="Consolas" panose="020B0609020204030204" pitchFamily="49" charset="0"/>
              </a:rPr>
              <a:t>[user2, user1]</a:t>
            </a:r>
            <a:endParaRPr kumimoji="0" lang="en-US" altLang="en-US" sz="1600" b="0" i="0" u="none" strike="noStrike" cap="none" normalizeH="0" baseline="0" dirty="0">
              <a:ln>
                <a:noFill/>
              </a:ln>
              <a:solidFill>
                <a:schemeClr val="bg1"/>
              </a:solidFill>
              <a:effectLst/>
              <a:latin typeface="Segoe WPC"/>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bg1"/>
                </a:solidFill>
                <a:effectLst/>
                <a:latin typeface="Segoe WPC"/>
              </a:rPr>
              <a:t>Must contain both</a:t>
            </a:r>
            <a:r>
              <a:rPr kumimoji="0" lang="en-US" altLang="en-US" sz="1600" b="0" i="0" u="none" strike="noStrike" cap="none" normalizeH="0" baseline="0" dirty="0">
                <a:ln>
                  <a:noFill/>
                </a:ln>
                <a:solidFill>
                  <a:schemeClr val="bg1"/>
                </a:solidFill>
                <a:effectLst/>
                <a:latin typeface="Segoe WPC"/>
              </a:rPr>
              <a:t> - won't match if only one participant exists</a:t>
            </a:r>
          </a:p>
        </p:txBody>
      </p:sp>
      <p:sp>
        <p:nvSpPr>
          <p:cNvPr id="24" name="Rectangle 23"/>
          <p:cNvSpPr/>
          <p:nvPr/>
        </p:nvSpPr>
        <p:spPr>
          <a:xfrm>
            <a:off x="2110329" y="3859787"/>
            <a:ext cx="724311" cy="264033"/>
          </a:xfrm>
          <a:prstGeom prst="rect">
            <a:avLst/>
          </a:prstGeom>
          <a:noFill/>
          <a:ln>
            <a:solidFill>
              <a:srgbClr val="FFFF00"/>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Arrow Connector 24"/>
          <p:cNvCxnSpPr>
            <a:stCxn id="24" idx="3"/>
          </p:cNvCxnSpPr>
          <p:nvPr/>
        </p:nvCxnSpPr>
        <p:spPr>
          <a:xfrm>
            <a:off x="2834640" y="3991804"/>
            <a:ext cx="2249424" cy="1293428"/>
          </a:xfrm>
          <a:prstGeom prst="straightConnector1">
            <a:avLst/>
          </a:prstGeom>
          <a:ln w="76200">
            <a:solidFill>
              <a:srgbClr val="FF00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0055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l="5627" t="67028" r="67796" b="12514"/>
          <a:stretch/>
        </p:blipFill>
        <p:spPr>
          <a:xfrm>
            <a:off x="475488" y="5772498"/>
            <a:ext cx="2907792" cy="941832"/>
          </a:xfrm>
          <a:prstGeom prst="rect">
            <a:avLst/>
          </a:prstGeom>
          <a:effectLst>
            <a:glow rad="228600">
              <a:schemeClr val="accent5">
                <a:satMod val="175000"/>
                <a:alpha val="40000"/>
              </a:schemeClr>
            </a:glow>
          </a:effectLst>
        </p:spPr>
      </p:pic>
      <p:pic>
        <p:nvPicPr>
          <p:cNvPr id="14" name="Picture 13"/>
          <p:cNvPicPr>
            <a:picLocks noChangeAspect="1"/>
          </p:cNvPicPr>
          <p:nvPr/>
        </p:nvPicPr>
        <p:blipFill rotWithShape="1">
          <a:blip r:embed="rId2"/>
          <a:srcRect l="9862" t="36951" r="63073" b="56497"/>
          <a:stretch/>
        </p:blipFill>
        <p:spPr>
          <a:xfrm>
            <a:off x="138400" y="446039"/>
            <a:ext cx="4076993" cy="415330"/>
          </a:xfrm>
          <a:prstGeom prst="rect">
            <a:avLst/>
          </a:prstGeom>
          <a:ln>
            <a:solidFill>
              <a:srgbClr val="00B0F0"/>
            </a:solidFill>
          </a:ln>
          <a:effectLst>
            <a:glow rad="228600">
              <a:schemeClr val="accent5">
                <a:satMod val="175000"/>
                <a:alpha val="40000"/>
              </a:schemeClr>
            </a:glow>
          </a:effectLst>
        </p:spPr>
      </p:pic>
      <p:pic>
        <p:nvPicPr>
          <p:cNvPr id="15" name="Picture 14"/>
          <p:cNvPicPr>
            <a:picLocks noChangeAspect="1"/>
          </p:cNvPicPr>
          <p:nvPr/>
        </p:nvPicPr>
        <p:blipFill rotWithShape="1">
          <a:blip r:embed="rId3"/>
          <a:srcRect r="71148" b="95348"/>
          <a:stretch/>
        </p:blipFill>
        <p:spPr>
          <a:xfrm>
            <a:off x="7845668" y="374155"/>
            <a:ext cx="2541144" cy="559099"/>
          </a:xfrm>
          <a:prstGeom prst="rect">
            <a:avLst/>
          </a:prstGeom>
          <a:effectLst>
            <a:glow rad="139700">
              <a:schemeClr val="accent4">
                <a:satMod val="175000"/>
                <a:alpha val="40000"/>
              </a:schemeClr>
            </a:glow>
          </a:effectLst>
        </p:spPr>
      </p:pic>
      <p:pic>
        <p:nvPicPr>
          <p:cNvPr id="16" name="Picture 15"/>
          <p:cNvPicPr>
            <a:picLocks noChangeAspect="1"/>
          </p:cNvPicPr>
          <p:nvPr/>
        </p:nvPicPr>
        <p:blipFill rotWithShape="1">
          <a:blip r:embed="rId3"/>
          <a:srcRect t="58963"/>
          <a:stretch/>
        </p:blipFill>
        <p:spPr>
          <a:xfrm>
            <a:off x="8701150" y="933254"/>
            <a:ext cx="3371324" cy="1888008"/>
          </a:xfrm>
          <a:prstGeom prst="rect">
            <a:avLst/>
          </a:prstGeom>
        </p:spPr>
      </p:pic>
      <p:pic>
        <p:nvPicPr>
          <p:cNvPr id="17" name="Picture 16"/>
          <p:cNvPicPr>
            <a:picLocks noChangeAspect="1"/>
          </p:cNvPicPr>
          <p:nvPr/>
        </p:nvPicPr>
        <p:blipFill rotWithShape="1">
          <a:blip r:embed="rId3"/>
          <a:srcRect t="9203" b="39573"/>
          <a:stretch/>
        </p:blipFill>
        <p:spPr>
          <a:xfrm>
            <a:off x="5862554" y="937488"/>
            <a:ext cx="2838596" cy="1984248"/>
          </a:xfrm>
          <a:prstGeom prst="rect">
            <a:avLst/>
          </a:prstGeom>
        </p:spPr>
      </p:pic>
      <p:pic>
        <p:nvPicPr>
          <p:cNvPr id="18" name="Picture 17"/>
          <p:cNvPicPr>
            <a:picLocks noChangeAspect="1"/>
          </p:cNvPicPr>
          <p:nvPr/>
        </p:nvPicPr>
        <p:blipFill rotWithShape="1">
          <a:blip r:embed="rId4"/>
          <a:srcRect t="21734" b="11030"/>
          <a:stretch/>
        </p:blipFill>
        <p:spPr>
          <a:xfrm>
            <a:off x="167092" y="1820775"/>
            <a:ext cx="4359188" cy="1269897"/>
          </a:xfrm>
          <a:prstGeom prst="rect">
            <a:avLst/>
          </a:prstGeom>
        </p:spPr>
      </p:pic>
      <p:cxnSp>
        <p:nvCxnSpPr>
          <p:cNvPr id="19" name="Straight Arrow Connector 18"/>
          <p:cNvCxnSpPr>
            <a:stCxn id="14" idx="3"/>
            <a:endCxn id="15" idx="1"/>
          </p:cNvCxnSpPr>
          <p:nvPr/>
        </p:nvCxnSpPr>
        <p:spPr>
          <a:xfrm>
            <a:off x="4215393" y="653704"/>
            <a:ext cx="3630275" cy="1"/>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20" name="Picture 19"/>
          <p:cNvPicPr>
            <a:picLocks noChangeAspect="1"/>
          </p:cNvPicPr>
          <p:nvPr/>
        </p:nvPicPr>
        <p:blipFill rotWithShape="1">
          <a:blip r:embed="rId4"/>
          <a:srcRect t="-1" r="75451" b="88072"/>
          <a:stretch/>
        </p:blipFill>
        <p:spPr>
          <a:xfrm>
            <a:off x="892036" y="1355956"/>
            <a:ext cx="2207779" cy="464819"/>
          </a:xfrm>
          <a:prstGeom prst="rect">
            <a:avLst/>
          </a:prstGeom>
          <a:effectLst>
            <a:glow rad="139700">
              <a:schemeClr val="accent4">
                <a:satMod val="175000"/>
                <a:alpha val="40000"/>
              </a:schemeClr>
            </a:glow>
          </a:effectLst>
        </p:spPr>
      </p:pic>
      <p:cxnSp>
        <p:nvCxnSpPr>
          <p:cNvPr id="21" name="Straight Arrow Connector 20"/>
          <p:cNvCxnSpPr/>
          <p:nvPr/>
        </p:nvCxnSpPr>
        <p:spPr>
          <a:xfrm flipH="1">
            <a:off x="1758678" y="861369"/>
            <a:ext cx="237247" cy="496334"/>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253548" y="3446654"/>
            <a:ext cx="3648859" cy="37210"/>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sp>
        <p:nvSpPr>
          <p:cNvPr id="24" name="Rectangle 3"/>
          <p:cNvSpPr>
            <a:spLocks noChangeArrowheads="1"/>
          </p:cNvSpPr>
          <p:nvPr/>
        </p:nvSpPr>
        <p:spPr bwMode="auto">
          <a:xfrm>
            <a:off x="7141211" y="4694085"/>
            <a:ext cx="4931263" cy="707886"/>
          </a:xfrm>
          <a:prstGeom prst="rect">
            <a:avLst/>
          </a:prstGeom>
          <a:solidFill>
            <a:srgbClr val="FF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Segoe WPC"/>
              </a:rPr>
              <a:t>If</a:t>
            </a:r>
            <a:r>
              <a:rPr kumimoji="0" lang="en-US" altLang="en-US" sz="2000" b="0" i="0" u="none" strike="noStrike" cap="none" normalizeH="0" dirty="0">
                <a:ln>
                  <a:noFill/>
                </a:ln>
                <a:solidFill>
                  <a:schemeClr val="bg1"/>
                </a:solidFill>
                <a:effectLst/>
                <a:latin typeface="Segoe WPC"/>
              </a:rPr>
              <a:t> no messages are there ..it returns a empty array</a:t>
            </a:r>
            <a:endParaRPr kumimoji="0" lang="en-US" altLang="en-US" sz="2000" b="0" i="0" u="none" strike="noStrike" cap="none" normalizeH="0" baseline="0" dirty="0">
              <a:ln>
                <a:noFill/>
              </a:ln>
              <a:solidFill>
                <a:schemeClr val="bg1"/>
              </a:solidFill>
              <a:effectLst/>
              <a:latin typeface="Segoe WPC"/>
            </a:endParaRPr>
          </a:p>
        </p:txBody>
      </p:sp>
      <p:pic>
        <p:nvPicPr>
          <p:cNvPr id="25" name="Picture 24"/>
          <p:cNvPicPr>
            <a:picLocks noChangeAspect="1"/>
          </p:cNvPicPr>
          <p:nvPr/>
        </p:nvPicPr>
        <p:blipFill>
          <a:blip r:embed="rId5"/>
          <a:stretch>
            <a:fillRect/>
          </a:stretch>
        </p:blipFill>
        <p:spPr>
          <a:xfrm>
            <a:off x="8010593" y="2908288"/>
            <a:ext cx="3799440" cy="1791232"/>
          </a:xfrm>
          <a:prstGeom prst="rect">
            <a:avLst/>
          </a:prstGeom>
        </p:spPr>
      </p:pic>
      <p:pic>
        <p:nvPicPr>
          <p:cNvPr id="26" name="Picture 25"/>
          <p:cNvPicPr>
            <a:picLocks noChangeAspect="1"/>
          </p:cNvPicPr>
          <p:nvPr/>
        </p:nvPicPr>
        <p:blipFill rotWithShape="1">
          <a:blip r:embed="rId6"/>
          <a:srcRect t="959" r="30598" b="54157"/>
          <a:stretch/>
        </p:blipFill>
        <p:spPr>
          <a:xfrm>
            <a:off x="83546" y="3163824"/>
            <a:ext cx="4186702" cy="640080"/>
          </a:xfrm>
          <a:prstGeom prst="rect">
            <a:avLst/>
          </a:prstGeom>
          <a:effectLst>
            <a:glow rad="228600">
              <a:schemeClr val="accent5">
                <a:satMod val="175000"/>
                <a:alpha val="40000"/>
              </a:schemeClr>
            </a:glow>
          </a:effectLst>
        </p:spPr>
      </p:pic>
      <p:cxnSp>
        <p:nvCxnSpPr>
          <p:cNvPr id="30" name="Straight Arrow Connector 29"/>
          <p:cNvCxnSpPr/>
          <p:nvPr/>
        </p:nvCxnSpPr>
        <p:spPr>
          <a:xfrm>
            <a:off x="4092928" y="3508220"/>
            <a:ext cx="3560600" cy="1140642"/>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32" name="Picture 31"/>
          <p:cNvPicPr>
            <a:picLocks noChangeAspect="1"/>
          </p:cNvPicPr>
          <p:nvPr/>
        </p:nvPicPr>
        <p:blipFill rotWithShape="1">
          <a:blip r:embed="rId6"/>
          <a:srcRect t="46057" r="7356" b="8418"/>
          <a:stretch/>
        </p:blipFill>
        <p:spPr>
          <a:xfrm>
            <a:off x="0" y="4160069"/>
            <a:ext cx="5932160" cy="689113"/>
          </a:xfrm>
          <a:prstGeom prst="rect">
            <a:avLst/>
          </a:prstGeom>
          <a:effectLst>
            <a:glow rad="228600">
              <a:schemeClr val="accent5">
                <a:satMod val="175000"/>
                <a:alpha val="40000"/>
              </a:schemeClr>
            </a:glow>
          </a:effectLst>
        </p:spPr>
      </p:pic>
      <p:sp>
        <p:nvSpPr>
          <p:cNvPr id="35" name="Rectangle 3"/>
          <p:cNvSpPr>
            <a:spLocks noChangeArrowheads="1"/>
          </p:cNvSpPr>
          <p:nvPr/>
        </p:nvSpPr>
        <p:spPr bwMode="auto">
          <a:xfrm>
            <a:off x="659754" y="5231219"/>
            <a:ext cx="2672344" cy="400110"/>
          </a:xfrm>
          <a:prstGeom prst="rect">
            <a:avLst/>
          </a:prstGeom>
          <a:solidFill>
            <a:srgbClr val="00B0F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Segoe WPC"/>
              </a:rPr>
              <a:t>Return the messages</a:t>
            </a:r>
          </a:p>
        </p:txBody>
      </p:sp>
      <p:cxnSp>
        <p:nvCxnSpPr>
          <p:cNvPr id="36" name="Straight Arrow Connector 35"/>
          <p:cNvCxnSpPr/>
          <p:nvPr/>
        </p:nvCxnSpPr>
        <p:spPr>
          <a:xfrm flipH="1">
            <a:off x="1929384" y="4817311"/>
            <a:ext cx="1302861" cy="385625"/>
          </a:xfrm>
          <a:prstGeom prst="straightConnector1">
            <a:avLst/>
          </a:prstGeom>
          <a:ln w="7620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5" idx="3"/>
          </p:cNvCxnSpPr>
          <p:nvPr/>
        </p:nvCxnSpPr>
        <p:spPr>
          <a:xfrm flipV="1">
            <a:off x="3383280" y="6126252"/>
            <a:ext cx="2084832" cy="117162"/>
          </a:xfrm>
          <a:prstGeom prst="straightConnector1">
            <a:avLst/>
          </a:prstGeom>
          <a:ln w="76200">
            <a:solidFill>
              <a:srgbClr val="7030A0"/>
            </a:solidFill>
            <a:tailEnd type="triangle"/>
          </a:ln>
          <a:effectLst/>
        </p:spPr>
        <p:style>
          <a:lnRef idx="1">
            <a:schemeClr val="accent1"/>
          </a:lnRef>
          <a:fillRef idx="0">
            <a:schemeClr val="accent1"/>
          </a:fillRef>
          <a:effectRef idx="0">
            <a:schemeClr val="accent1"/>
          </a:effectRef>
          <a:fontRef idx="minor">
            <a:schemeClr val="tx1"/>
          </a:fontRef>
        </p:style>
      </p:cxnSp>
      <p:sp>
        <p:nvSpPr>
          <p:cNvPr id="43" name="Rectangle 3"/>
          <p:cNvSpPr>
            <a:spLocks noChangeArrowheads="1"/>
          </p:cNvSpPr>
          <p:nvPr/>
        </p:nvSpPr>
        <p:spPr bwMode="auto">
          <a:xfrm>
            <a:off x="5468112" y="5843304"/>
            <a:ext cx="2672344" cy="400110"/>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0000"/>
                </a:solidFill>
                <a:effectLst/>
                <a:latin typeface="Segoe WPC"/>
              </a:rPr>
              <a:t>Else</a:t>
            </a:r>
            <a:r>
              <a:rPr kumimoji="0" lang="en-US" altLang="en-US" sz="2000" b="0" i="0" u="none" strike="noStrike" cap="none" normalizeH="0" dirty="0">
                <a:ln>
                  <a:noFill/>
                </a:ln>
                <a:solidFill>
                  <a:srgbClr val="FF0000"/>
                </a:solidFill>
                <a:effectLst/>
                <a:latin typeface="Segoe WPC"/>
              </a:rPr>
              <a:t> throw error</a:t>
            </a:r>
            <a:endParaRPr kumimoji="0" lang="en-US" altLang="en-US" sz="2000" b="0" i="0" u="none" strike="noStrike" cap="none" normalizeH="0" baseline="0" dirty="0">
              <a:ln>
                <a:noFill/>
              </a:ln>
              <a:solidFill>
                <a:srgbClr val="FF0000"/>
              </a:solidFill>
              <a:effectLst/>
              <a:latin typeface="Segoe WPC"/>
            </a:endParaRPr>
          </a:p>
        </p:txBody>
      </p:sp>
    </p:spTree>
    <p:extLst>
      <p:ext uri="{BB962C8B-B14F-4D97-AF65-F5344CB8AC3E}">
        <p14:creationId xmlns:p14="http://schemas.microsoft.com/office/powerpoint/2010/main" val="7049081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4453128" cy="613283"/>
          </a:xfrm>
          <a:solidFill>
            <a:srgbClr val="FFFF00"/>
          </a:solidFill>
        </p:spPr>
        <p:txBody>
          <a:bodyPr>
            <a:normAutofit fontScale="90000"/>
          </a:bodyPr>
          <a:lstStyle/>
          <a:p>
            <a:r>
              <a:rPr lang="en-US" dirty="0" err="1"/>
              <a:t>SearchUser</a:t>
            </a:r>
            <a:r>
              <a:rPr lang="en-US" dirty="0"/>
              <a:t> function</a:t>
            </a:r>
            <a:endParaRPr lang="en-IN" dirty="0"/>
          </a:p>
        </p:txBody>
      </p:sp>
      <p:pic>
        <p:nvPicPr>
          <p:cNvPr id="3" name="Picture 2"/>
          <p:cNvPicPr>
            <a:picLocks noChangeAspect="1"/>
          </p:cNvPicPr>
          <p:nvPr/>
        </p:nvPicPr>
        <p:blipFill rotWithShape="1">
          <a:blip r:embed="rId2"/>
          <a:srcRect r="21266" b="69283"/>
          <a:stretch/>
        </p:blipFill>
        <p:spPr>
          <a:xfrm>
            <a:off x="0" y="613283"/>
            <a:ext cx="5340096" cy="1983613"/>
          </a:xfrm>
          <a:prstGeom prst="rect">
            <a:avLst/>
          </a:prstGeom>
        </p:spPr>
      </p:pic>
      <p:cxnSp>
        <p:nvCxnSpPr>
          <p:cNvPr id="5" name="Straight Arrow Connector 4"/>
          <p:cNvCxnSpPr>
            <a:stCxn id="2" idx="3"/>
          </p:cNvCxnSpPr>
          <p:nvPr/>
        </p:nvCxnSpPr>
        <p:spPr>
          <a:xfrm flipV="1">
            <a:off x="4453128" y="244761"/>
            <a:ext cx="2492383" cy="61881"/>
          </a:xfrm>
          <a:prstGeom prst="straightConnector1">
            <a:avLst/>
          </a:prstGeom>
          <a:ln w="762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3"/>
          <a:stretch>
            <a:fillRect/>
          </a:stretch>
        </p:blipFill>
        <p:spPr>
          <a:xfrm>
            <a:off x="6945511" y="14351"/>
            <a:ext cx="5085667" cy="1197864"/>
          </a:xfrm>
          <a:prstGeom prst="rect">
            <a:avLst/>
          </a:prstGeom>
        </p:spPr>
      </p:pic>
      <p:sp>
        <p:nvSpPr>
          <p:cNvPr id="11" name="Rectangle 10"/>
          <p:cNvSpPr/>
          <p:nvPr/>
        </p:nvSpPr>
        <p:spPr>
          <a:xfrm>
            <a:off x="323025" y="2766060"/>
            <a:ext cx="2100135" cy="137477"/>
          </a:xfrm>
          <a:prstGeom prst="rect">
            <a:avLst/>
          </a:prstGeom>
          <a:noFill/>
          <a:ln>
            <a:solidFill>
              <a:srgbClr val="FFFF00"/>
            </a:solidFill>
          </a:ln>
          <a:effectLst>
            <a:glow rad="101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p:cNvPicPr>
            <a:picLocks noChangeAspect="1"/>
          </p:cNvPicPr>
          <p:nvPr/>
        </p:nvPicPr>
        <p:blipFill>
          <a:blip r:embed="rId4"/>
          <a:stretch>
            <a:fillRect/>
          </a:stretch>
        </p:blipFill>
        <p:spPr>
          <a:xfrm>
            <a:off x="0" y="2596895"/>
            <a:ext cx="4700016" cy="2552513"/>
          </a:xfrm>
          <a:prstGeom prst="rect">
            <a:avLst/>
          </a:prstGeom>
        </p:spPr>
      </p:pic>
      <p:sp>
        <p:nvSpPr>
          <p:cNvPr id="16" name="Rectangle 15"/>
          <p:cNvSpPr/>
          <p:nvPr/>
        </p:nvSpPr>
        <p:spPr>
          <a:xfrm>
            <a:off x="323025" y="2971800"/>
            <a:ext cx="2987103" cy="323978"/>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Straight Arrow Connector 16"/>
          <p:cNvCxnSpPr/>
          <p:nvPr/>
        </p:nvCxnSpPr>
        <p:spPr>
          <a:xfrm flipV="1">
            <a:off x="3282696" y="1911096"/>
            <a:ext cx="3662815" cy="1159003"/>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sp>
        <p:nvSpPr>
          <p:cNvPr id="19" name="Rectangle 3"/>
          <p:cNvSpPr>
            <a:spLocks noChangeArrowheads="1"/>
          </p:cNvSpPr>
          <p:nvPr/>
        </p:nvSpPr>
        <p:spPr bwMode="auto">
          <a:xfrm>
            <a:off x="6945511" y="1442625"/>
            <a:ext cx="4458552" cy="646331"/>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dirty="0">
                <a:solidFill>
                  <a:srgbClr val="FF0000"/>
                </a:solidFill>
              </a:rPr>
              <a:t>Prevents users from finding themselves in search results</a:t>
            </a:r>
            <a:endParaRPr kumimoji="0" lang="en-US" altLang="en-US" sz="2000" b="0" i="0" u="none" strike="noStrike" cap="none" normalizeH="0" baseline="0" dirty="0">
              <a:ln>
                <a:noFill/>
              </a:ln>
              <a:solidFill>
                <a:srgbClr val="FF0000"/>
              </a:solidFill>
              <a:effectLst/>
              <a:latin typeface="Segoe WPC"/>
            </a:endParaRPr>
          </a:p>
        </p:txBody>
      </p:sp>
      <p:sp>
        <p:nvSpPr>
          <p:cNvPr id="20" name="Rectangle 19"/>
          <p:cNvSpPr/>
          <p:nvPr/>
        </p:nvSpPr>
        <p:spPr>
          <a:xfrm>
            <a:off x="539402" y="3433572"/>
            <a:ext cx="3877040" cy="335408"/>
          </a:xfrm>
          <a:prstGeom prst="rect">
            <a:avLst/>
          </a:prstGeom>
          <a:noFill/>
          <a:ln>
            <a:solidFill>
              <a:srgbClr val="FF00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1" name="Straight Arrow Connector 20"/>
          <p:cNvCxnSpPr/>
          <p:nvPr/>
        </p:nvCxnSpPr>
        <p:spPr>
          <a:xfrm flipV="1">
            <a:off x="4368224" y="2678268"/>
            <a:ext cx="2060008" cy="755307"/>
          </a:xfrm>
          <a:prstGeom prst="straightConnector1">
            <a:avLst/>
          </a:prstGeom>
          <a:ln w="76200">
            <a:solidFill>
              <a:schemeClr val="accent2">
                <a:lumMod val="60000"/>
                <a:lumOff val="40000"/>
              </a:schemeClr>
            </a:solidFill>
            <a:tailEnd type="triangle"/>
          </a:ln>
          <a:effectLst/>
        </p:spPr>
        <p:style>
          <a:lnRef idx="1">
            <a:schemeClr val="accent1"/>
          </a:lnRef>
          <a:fillRef idx="0">
            <a:schemeClr val="accent1"/>
          </a:fillRef>
          <a:effectRef idx="0">
            <a:schemeClr val="accent1"/>
          </a:effectRef>
          <a:fontRef idx="minor">
            <a:schemeClr val="tx1"/>
          </a:fontRef>
        </p:style>
      </p:cxnSp>
      <p:sp>
        <p:nvSpPr>
          <p:cNvPr id="23" name="Rectangle 1"/>
          <p:cNvSpPr>
            <a:spLocks noChangeArrowheads="1"/>
          </p:cNvSpPr>
          <p:nvPr/>
        </p:nvSpPr>
        <p:spPr bwMode="auto">
          <a:xfrm>
            <a:off x="6434768" y="2317257"/>
            <a:ext cx="5523583" cy="738664"/>
          </a:xfrm>
          <a:prstGeom prst="rect">
            <a:avLst/>
          </a:prstGeom>
          <a:solidFill>
            <a:srgbClr val="92D05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effectLst/>
                <a:latin typeface="Consolas" panose="020B0609020204030204" pitchFamily="49" charset="0"/>
              </a:rPr>
              <a:t>$regex</a:t>
            </a:r>
            <a:r>
              <a:rPr kumimoji="0" lang="en-US" altLang="en-US" sz="1400" b="0" i="0" u="none" strike="noStrike" cap="none" normalizeH="0" baseline="0" dirty="0">
                <a:ln>
                  <a:noFill/>
                </a:ln>
                <a:solidFill>
                  <a:srgbClr val="FF0000"/>
                </a:solidFill>
                <a:effectLst/>
                <a:latin typeface="Segoe WPC"/>
              </a:rPr>
              <a:t>: MongoDB regular expression operator for pattern matching</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effectLst/>
                <a:latin typeface="Consolas" panose="020B0609020204030204" pitchFamily="49" charset="0"/>
              </a:rPr>
              <a:t>query</a:t>
            </a:r>
            <a:r>
              <a:rPr kumimoji="0" lang="en-US" altLang="en-US" sz="1400" b="0" i="0" u="none" strike="noStrike" cap="none" normalizeH="0" baseline="0" dirty="0">
                <a:ln>
                  <a:noFill/>
                </a:ln>
                <a:solidFill>
                  <a:srgbClr val="FF0000"/>
                </a:solidFill>
                <a:effectLst/>
                <a:latin typeface="Segoe WPC"/>
              </a:rPr>
              <a:t>: The search term entered by user (e.g., "john")</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effectLst/>
                <a:latin typeface="Consolas" panose="020B0609020204030204" pitchFamily="49" charset="0"/>
              </a:rPr>
              <a:t>$options</a:t>
            </a:r>
            <a:r>
              <a:rPr kumimoji="0" lang="en-US" altLang="en-US" sz="1400" b="1" i="0" u="none" strike="noStrike" cap="none" normalizeH="0" baseline="0" dirty="0">
                <a:ln>
                  <a:noFill/>
                </a:ln>
                <a:solidFill>
                  <a:srgbClr val="FF0000"/>
                </a:solidFill>
                <a:effectLst/>
                <a:latin typeface="Consolas" panose="020B0609020204030204" pitchFamily="49" charset="0"/>
              </a:rPr>
              <a:t>: '</a:t>
            </a:r>
            <a:r>
              <a:rPr kumimoji="0" lang="en-US" altLang="en-US" sz="1400" b="1" i="0" u="none" strike="noStrike" cap="none" normalizeH="0" baseline="0" dirty="0" err="1">
                <a:ln>
                  <a:noFill/>
                </a:ln>
                <a:solidFill>
                  <a:srgbClr val="FF0000"/>
                </a:solidFill>
                <a:effectLst/>
                <a:latin typeface="Consolas" panose="020B0609020204030204" pitchFamily="49" charset="0"/>
              </a:rPr>
              <a:t>i</a:t>
            </a:r>
            <a:r>
              <a:rPr kumimoji="0" lang="en-US" altLang="en-US" sz="1400" b="1" i="0" u="none" strike="noStrike" cap="none" normalizeH="0" baseline="0" dirty="0">
                <a:ln>
                  <a:noFill/>
                </a:ln>
                <a:solidFill>
                  <a:srgbClr val="FF0000"/>
                </a:solidFill>
                <a:effectLst/>
                <a:latin typeface="Consolas" panose="020B0609020204030204" pitchFamily="49" charset="0"/>
              </a:rPr>
              <a:t>'</a:t>
            </a:r>
            <a:r>
              <a:rPr kumimoji="0" lang="en-US" altLang="en-US" sz="1400" b="0" i="0" u="none" strike="noStrike" cap="none" normalizeH="0" baseline="0" dirty="0">
                <a:ln>
                  <a:noFill/>
                </a:ln>
                <a:solidFill>
                  <a:srgbClr val="FF0000"/>
                </a:solidFill>
                <a:effectLst/>
                <a:latin typeface="Segoe WPC"/>
              </a:rPr>
              <a:t>: Case-insensitive flag</a:t>
            </a:r>
          </a:p>
        </p:txBody>
      </p:sp>
      <p:sp>
        <p:nvSpPr>
          <p:cNvPr id="27" name="TextBox 26"/>
          <p:cNvSpPr txBox="1"/>
          <p:nvPr/>
        </p:nvSpPr>
        <p:spPr>
          <a:xfrm>
            <a:off x="5398228" y="3538538"/>
            <a:ext cx="3497368" cy="369332"/>
          </a:xfrm>
          <a:prstGeom prst="rect">
            <a:avLst/>
          </a:prstGeom>
          <a:solidFill>
            <a:srgbClr val="00B0F0"/>
          </a:solidFill>
        </p:spPr>
        <p:txBody>
          <a:bodyPr wrap="none" rtlCol="0">
            <a:spAutoFit/>
          </a:bodyPr>
          <a:lstStyle/>
          <a:p>
            <a:r>
              <a:rPr lang="en-US" dirty="0">
                <a:solidFill>
                  <a:schemeClr val="bg1"/>
                </a:solidFill>
              </a:rPr>
              <a:t>Exclude password field from results</a:t>
            </a:r>
            <a:endParaRPr lang="en-IN" dirty="0">
              <a:solidFill>
                <a:schemeClr val="bg1"/>
              </a:solidFill>
            </a:endParaRPr>
          </a:p>
        </p:txBody>
      </p:sp>
      <p:sp>
        <p:nvSpPr>
          <p:cNvPr id="28" name="TextBox 27"/>
          <p:cNvSpPr txBox="1"/>
          <p:nvPr/>
        </p:nvSpPr>
        <p:spPr>
          <a:xfrm>
            <a:off x="4261104" y="4115708"/>
            <a:ext cx="1984774" cy="369332"/>
          </a:xfrm>
          <a:prstGeom prst="rect">
            <a:avLst/>
          </a:prstGeom>
          <a:solidFill>
            <a:srgbClr val="FFFF00"/>
          </a:solidFill>
        </p:spPr>
        <p:txBody>
          <a:bodyPr wrap="none" rtlCol="0">
            <a:spAutoFit/>
          </a:bodyPr>
          <a:lstStyle/>
          <a:p>
            <a:r>
              <a:rPr lang="en-US" dirty="0"/>
              <a:t>Show only 20 users</a:t>
            </a:r>
            <a:endParaRPr lang="en-IN" dirty="0"/>
          </a:p>
        </p:txBody>
      </p:sp>
      <p:sp>
        <p:nvSpPr>
          <p:cNvPr id="29" name="TextBox 28"/>
          <p:cNvSpPr txBox="1"/>
          <p:nvPr/>
        </p:nvSpPr>
        <p:spPr>
          <a:xfrm>
            <a:off x="5614416" y="4584975"/>
            <a:ext cx="4134978" cy="369332"/>
          </a:xfrm>
          <a:prstGeom prst="rect">
            <a:avLst/>
          </a:prstGeom>
          <a:solidFill>
            <a:srgbClr val="0070C0"/>
          </a:solidFill>
        </p:spPr>
        <p:txBody>
          <a:bodyPr wrap="none" rtlCol="0">
            <a:spAutoFit/>
          </a:bodyPr>
          <a:lstStyle/>
          <a:p>
            <a:r>
              <a:rPr lang="en-US" dirty="0">
                <a:solidFill>
                  <a:schemeClr val="bg1"/>
                </a:solidFill>
              </a:rPr>
              <a:t>Sort by username in ascending order (A-Z)</a:t>
            </a:r>
            <a:endParaRPr lang="en-IN" dirty="0">
              <a:solidFill>
                <a:schemeClr val="bg1"/>
              </a:solidFill>
            </a:endParaRPr>
          </a:p>
        </p:txBody>
      </p:sp>
      <p:cxnSp>
        <p:nvCxnSpPr>
          <p:cNvPr id="30" name="Straight Arrow Connector 29"/>
          <p:cNvCxnSpPr/>
          <p:nvPr/>
        </p:nvCxnSpPr>
        <p:spPr>
          <a:xfrm flipV="1">
            <a:off x="2188023" y="3740672"/>
            <a:ext cx="3210205" cy="282284"/>
          </a:xfrm>
          <a:prstGeom prst="straightConnector1">
            <a:avLst/>
          </a:prstGeom>
          <a:ln w="5715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48" idx="6"/>
          </p:cNvCxnSpPr>
          <p:nvPr/>
        </p:nvCxnSpPr>
        <p:spPr>
          <a:xfrm flipV="1">
            <a:off x="1353312" y="4389120"/>
            <a:ext cx="2907792" cy="78564"/>
          </a:xfrm>
          <a:prstGeom prst="straightConnector1">
            <a:avLst/>
          </a:prstGeom>
          <a:ln w="5715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423160" y="4851204"/>
            <a:ext cx="3191256" cy="103103"/>
          </a:xfrm>
          <a:prstGeom prst="straightConnector1">
            <a:avLst/>
          </a:prstGeom>
          <a:ln w="5715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41" name="Picture 40"/>
          <p:cNvPicPr>
            <a:picLocks noChangeAspect="1"/>
          </p:cNvPicPr>
          <p:nvPr/>
        </p:nvPicPr>
        <p:blipFill rotWithShape="1">
          <a:blip r:embed="rId2"/>
          <a:srcRect l="8056" t="57667" r="34289" b="24690"/>
          <a:stretch/>
        </p:blipFill>
        <p:spPr>
          <a:xfrm>
            <a:off x="-3921" y="5150588"/>
            <a:ext cx="4854161" cy="1414336"/>
          </a:xfrm>
          <a:prstGeom prst="rect">
            <a:avLst/>
          </a:prstGeom>
          <a:effectLst>
            <a:glow rad="228600">
              <a:schemeClr val="accent4">
                <a:satMod val="175000"/>
                <a:alpha val="40000"/>
              </a:schemeClr>
            </a:glow>
          </a:effectLst>
        </p:spPr>
      </p:pic>
      <p:pic>
        <p:nvPicPr>
          <p:cNvPr id="42" name="Picture 41"/>
          <p:cNvPicPr>
            <a:picLocks noChangeAspect="1"/>
          </p:cNvPicPr>
          <p:nvPr/>
        </p:nvPicPr>
        <p:blipFill>
          <a:blip r:embed="rId5"/>
          <a:stretch>
            <a:fillRect/>
          </a:stretch>
        </p:blipFill>
        <p:spPr>
          <a:xfrm>
            <a:off x="6840127" y="5062507"/>
            <a:ext cx="3933470" cy="1615955"/>
          </a:xfrm>
          <a:prstGeom prst="rect">
            <a:avLst/>
          </a:prstGeom>
        </p:spPr>
      </p:pic>
      <p:cxnSp>
        <p:nvCxnSpPr>
          <p:cNvPr id="43" name="Straight Arrow Connector 42"/>
          <p:cNvCxnSpPr>
            <a:stCxn id="41" idx="3"/>
            <a:endCxn id="42" idx="1"/>
          </p:cNvCxnSpPr>
          <p:nvPr/>
        </p:nvCxnSpPr>
        <p:spPr>
          <a:xfrm>
            <a:off x="4850240" y="5857756"/>
            <a:ext cx="1989887" cy="12729"/>
          </a:xfrm>
          <a:prstGeom prst="straightConnector1">
            <a:avLst/>
          </a:prstGeom>
          <a:ln w="57150">
            <a:solidFill>
              <a:srgbClr val="92D050"/>
            </a:solidFill>
            <a:tailEnd type="triangle"/>
          </a:ln>
          <a:effectLst/>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116853" y="3912157"/>
            <a:ext cx="2198598" cy="307080"/>
          </a:xfrm>
          <a:prstGeom prst="ellipse">
            <a:avLst/>
          </a:prstGeom>
          <a:noFill/>
          <a:ln>
            <a:solidFill>
              <a:srgbClr val="FFFF00"/>
            </a:solidFill>
          </a:ln>
          <a:effectLst>
            <a:glow rad="101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p:cNvSpPr/>
          <p:nvPr/>
        </p:nvSpPr>
        <p:spPr>
          <a:xfrm>
            <a:off x="100199" y="4324328"/>
            <a:ext cx="1253113" cy="286711"/>
          </a:xfrm>
          <a:prstGeom prst="ellipse">
            <a:avLst/>
          </a:prstGeom>
          <a:noFill/>
          <a:ln>
            <a:solidFill>
              <a:srgbClr val="FFFF00"/>
            </a:solidFill>
          </a:ln>
          <a:effectLst>
            <a:glow rad="101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p:cNvSpPr/>
          <p:nvPr/>
        </p:nvSpPr>
        <p:spPr>
          <a:xfrm>
            <a:off x="61851" y="4716130"/>
            <a:ext cx="2452749" cy="433278"/>
          </a:xfrm>
          <a:prstGeom prst="ellipse">
            <a:avLst/>
          </a:prstGeom>
          <a:noFill/>
          <a:ln>
            <a:solidFill>
              <a:srgbClr val="FFFF00"/>
            </a:solidFill>
          </a:ln>
          <a:effectLst>
            <a:glow rad="101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338749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 y="0"/>
            <a:ext cx="2910840" cy="558419"/>
          </a:xfrm>
          <a:solidFill>
            <a:srgbClr val="FFFF00"/>
          </a:solidFill>
        </p:spPr>
        <p:txBody>
          <a:bodyPr>
            <a:normAutofit fontScale="90000"/>
          </a:bodyPr>
          <a:lstStyle/>
          <a:p>
            <a:r>
              <a:rPr lang="en-US" dirty="0" err="1"/>
              <a:t>seeFollowers</a:t>
            </a:r>
            <a:r>
              <a:rPr lang="en-US" dirty="0"/>
              <a:t> </a:t>
            </a:r>
            <a:endParaRPr lang="en-IN" dirty="0"/>
          </a:p>
        </p:txBody>
      </p:sp>
      <p:pic>
        <p:nvPicPr>
          <p:cNvPr id="3" name="Picture 2"/>
          <p:cNvPicPr>
            <a:picLocks noChangeAspect="1"/>
          </p:cNvPicPr>
          <p:nvPr/>
        </p:nvPicPr>
        <p:blipFill rotWithShape="1">
          <a:blip r:embed="rId2"/>
          <a:srcRect r="45036" b="87382"/>
          <a:stretch/>
        </p:blipFill>
        <p:spPr>
          <a:xfrm>
            <a:off x="79247" y="558419"/>
            <a:ext cx="4584193" cy="794894"/>
          </a:xfrm>
          <a:prstGeom prst="rect">
            <a:avLst/>
          </a:prstGeom>
        </p:spPr>
      </p:pic>
      <p:pic>
        <p:nvPicPr>
          <p:cNvPr id="4" name="Picture 3"/>
          <p:cNvPicPr>
            <a:picLocks noChangeAspect="1"/>
          </p:cNvPicPr>
          <p:nvPr/>
        </p:nvPicPr>
        <p:blipFill rotWithShape="1">
          <a:blip r:embed="rId3"/>
          <a:srcRect l="5753" r="8430"/>
          <a:stretch/>
        </p:blipFill>
        <p:spPr>
          <a:xfrm>
            <a:off x="8759951" y="206056"/>
            <a:ext cx="3068371" cy="1037527"/>
          </a:xfrm>
          <a:prstGeom prst="rect">
            <a:avLst/>
          </a:prstGeom>
          <a:ln>
            <a:solidFill>
              <a:schemeClr val="tx1"/>
            </a:solidFill>
          </a:ln>
          <a:effectLst>
            <a:glow rad="228600">
              <a:schemeClr val="accent2">
                <a:satMod val="175000"/>
                <a:alpha val="40000"/>
              </a:schemeClr>
            </a:glow>
          </a:effectLst>
        </p:spPr>
      </p:pic>
      <p:pic>
        <p:nvPicPr>
          <p:cNvPr id="5" name="Picture 4"/>
          <p:cNvPicPr>
            <a:picLocks noChangeAspect="1"/>
          </p:cNvPicPr>
          <p:nvPr/>
        </p:nvPicPr>
        <p:blipFill>
          <a:blip r:embed="rId4"/>
          <a:stretch>
            <a:fillRect/>
          </a:stretch>
        </p:blipFill>
        <p:spPr>
          <a:xfrm>
            <a:off x="8200080" y="1679194"/>
            <a:ext cx="3905451" cy="1187511"/>
          </a:xfrm>
          <a:prstGeom prst="roundRect">
            <a:avLst/>
          </a:prstGeom>
        </p:spPr>
      </p:pic>
      <p:cxnSp>
        <p:nvCxnSpPr>
          <p:cNvPr id="6" name="Straight Arrow Connector 5"/>
          <p:cNvCxnSpPr/>
          <p:nvPr/>
        </p:nvCxnSpPr>
        <p:spPr>
          <a:xfrm>
            <a:off x="9922726" y="1085852"/>
            <a:ext cx="117386" cy="843532"/>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9375573" y="724819"/>
            <a:ext cx="1094307" cy="361033"/>
          </a:xfrm>
          <a:prstGeom prst="ellipse">
            <a:avLst/>
          </a:prstGeom>
          <a:noFill/>
          <a:ln>
            <a:solidFill>
              <a:srgbClr val="FFFF00"/>
            </a:solidFill>
          </a:ln>
          <a:effectLst>
            <a:glow rad="101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p:cNvPicPr>
            <a:picLocks noChangeAspect="1"/>
          </p:cNvPicPr>
          <p:nvPr/>
        </p:nvPicPr>
        <p:blipFill>
          <a:blip r:embed="rId5"/>
          <a:stretch>
            <a:fillRect/>
          </a:stretch>
        </p:blipFill>
        <p:spPr>
          <a:xfrm>
            <a:off x="0" y="1399669"/>
            <a:ext cx="7452003" cy="873281"/>
          </a:xfrm>
          <a:prstGeom prst="rect">
            <a:avLst/>
          </a:prstGeom>
          <a:effectLst>
            <a:glow rad="228600">
              <a:schemeClr val="accent5">
                <a:satMod val="175000"/>
                <a:alpha val="40000"/>
              </a:schemeClr>
            </a:glow>
          </a:effectLst>
        </p:spPr>
      </p:pic>
      <p:pic>
        <p:nvPicPr>
          <p:cNvPr id="11" name="Picture 10"/>
          <p:cNvPicPr>
            <a:picLocks noChangeAspect="1"/>
          </p:cNvPicPr>
          <p:nvPr/>
        </p:nvPicPr>
        <p:blipFill rotWithShape="1">
          <a:blip r:embed="rId2"/>
          <a:srcRect l="9910" t="23401" r="48428" b="53375"/>
          <a:stretch/>
        </p:blipFill>
        <p:spPr>
          <a:xfrm>
            <a:off x="151806" y="2454046"/>
            <a:ext cx="3474721" cy="1463040"/>
          </a:xfrm>
          <a:prstGeom prst="rect">
            <a:avLst/>
          </a:prstGeom>
        </p:spPr>
      </p:pic>
      <p:sp>
        <p:nvSpPr>
          <p:cNvPr id="13" name="Rectangle 3"/>
          <p:cNvSpPr>
            <a:spLocks noChangeArrowheads="1"/>
          </p:cNvSpPr>
          <p:nvPr/>
        </p:nvSpPr>
        <p:spPr bwMode="auto">
          <a:xfrm>
            <a:off x="7452003" y="3185566"/>
            <a:ext cx="4458552" cy="1015663"/>
          </a:xfrm>
          <a:prstGeom prst="rect">
            <a:avLst/>
          </a:prstGeom>
          <a:solidFill>
            <a:srgbClr val="FFFF00"/>
          </a:solidFill>
          <a:ln>
            <a:solidFill>
              <a:srgbClr val="FF0000"/>
            </a:solid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000" dirty="0"/>
              <a:t>This fetches a user’s </a:t>
            </a:r>
            <a:r>
              <a:rPr lang="en-US" sz="2000" b="1" dirty="0"/>
              <a:t>followers list</a:t>
            </a:r>
            <a:r>
              <a:rPr lang="en-US" sz="2000" dirty="0"/>
              <a:t>, and for each follower, you get </a:t>
            </a:r>
            <a:r>
              <a:rPr lang="en-US" sz="2000" b="1" dirty="0"/>
              <a:t>their username, profile picture, and bio</a:t>
            </a:r>
            <a:r>
              <a:rPr lang="en-US" sz="2000" dirty="0"/>
              <a:t>.</a:t>
            </a:r>
            <a:endParaRPr kumimoji="0" lang="en-US" altLang="en-US" sz="2000" b="0" i="0" u="none" strike="noStrike" cap="none" normalizeH="0" baseline="0" dirty="0">
              <a:ln>
                <a:noFill/>
              </a:ln>
              <a:solidFill>
                <a:srgbClr val="FF0000"/>
              </a:solidFill>
              <a:effectLst/>
              <a:latin typeface="Segoe WPC"/>
            </a:endParaRPr>
          </a:p>
        </p:txBody>
      </p:sp>
      <p:cxnSp>
        <p:nvCxnSpPr>
          <p:cNvPr id="15" name="Straight Arrow Connector 14"/>
          <p:cNvCxnSpPr/>
          <p:nvPr/>
        </p:nvCxnSpPr>
        <p:spPr>
          <a:xfrm>
            <a:off x="6528816" y="2272949"/>
            <a:ext cx="1188464" cy="912617"/>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p:nvPicPr>
        <p:blipFill>
          <a:blip r:embed="rId6"/>
          <a:stretch>
            <a:fillRect/>
          </a:stretch>
        </p:blipFill>
        <p:spPr>
          <a:xfrm>
            <a:off x="4989949" y="4309778"/>
            <a:ext cx="3968954" cy="1238314"/>
          </a:xfrm>
          <a:prstGeom prst="rect">
            <a:avLst/>
          </a:prstGeom>
        </p:spPr>
      </p:pic>
      <p:cxnSp>
        <p:nvCxnSpPr>
          <p:cNvPr id="20" name="Straight Arrow Connector 19"/>
          <p:cNvCxnSpPr/>
          <p:nvPr/>
        </p:nvCxnSpPr>
        <p:spPr>
          <a:xfrm flipV="1">
            <a:off x="3840480" y="4520090"/>
            <a:ext cx="2688336" cy="207358"/>
          </a:xfrm>
          <a:prstGeom prst="straightConnector1">
            <a:avLst/>
          </a:prstGeom>
          <a:ln w="76200">
            <a:solidFill>
              <a:srgbClr val="FFFF0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22" name="Picture 21"/>
          <p:cNvPicPr>
            <a:picLocks noChangeAspect="1"/>
          </p:cNvPicPr>
          <p:nvPr/>
        </p:nvPicPr>
        <p:blipFill>
          <a:blip r:embed="rId7"/>
          <a:stretch>
            <a:fillRect/>
          </a:stretch>
        </p:blipFill>
        <p:spPr>
          <a:xfrm>
            <a:off x="151806" y="3999338"/>
            <a:ext cx="4315378" cy="2749762"/>
          </a:xfrm>
          <a:prstGeom prst="rect">
            <a:avLst/>
          </a:prstGeom>
        </p:spPr>
      </p:pic>
      <p:cxnSp>
        <p:nvCxnSpPr>
          <p:cNvPr id="24" name="Straight Arrow Connector 23"/>
          <p:cNvCxnSpPr/>
          <p:nvPr/>
        </p:nvCxnSpPr>
        <p:spPr>
          <a:xfrm flipV="1">
            <a:off x="3779488" y="4523044"/>
            <a:ext cx="2688336" cy="207358"/>
          </a:xfrm>
          <a:prstGeom prst="straightConnector1">
            <a:avLst/>
          </a:prstGeom>
          <a:ln w="76200">
            <a:solidFill>
              <a:srgbClr val="FFFF0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rotWithShape="1">
          <a:blip r:embed="rId8"/>
          <a:srcRect t="28791"/>
          <a:stretch/>
        </p:blipFill>
        <p:spPr>
          <a:xfrm>
            <a:off x="3229064" y="6262170"/>
            <a:ext cx="8599258" cy="419278"/>
          </a:xfrm>
          <a:prstGeom prst="rect">
            <a:avLst/>
          </a:prstGeom>
        </p:spPr>
      </p:pic>
    </p:spTree>
    <p:extLst>
      <p:ext uri="{BB962C8B-B14F-4D97-AF65-F5344CB8AC3E}">
        <p14:creationId xmlns:p14="http://schemas.microsoft.com/office/powerpoint/2010/main" val="153972536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2350" y="0"/>
            <a:ext cx="2921270" cy="630936"/>
          </a:xfrm>
          <a:solidFill>
            <a:schemeClr val="accent2">
              <a:lumMod val="40000"/>
              <a:lumOff val="60000"/>
            </a:schemeClr>
          </a:solidFill>
        </p:spPr>
        <p:txBody>
          <a:bodyPr>
            <a:normAutofit fontScale="90000"/>
          </a:bodyPr>
          <a:lstStyle/>
          <a:p>
            <a:r>
              <a:rPr lang="en-US" dirty="0" err="1"/>
              <a:t>seeFollowing</a:t>
            </a:r>
            <a:endParaRPr lang="en-IN" dirty="0"/>
          </a:p>
        </p:txBody>
      </p:sp>
      <p:pic>
        <p:nvPicPr>
          <p:cNvPr id="4" name="Picture 3"/>
          <p:cNvPicPr>
            <a:picLocks noChangeAspect="1"/>
          </p:cNvPicPr>
          <p:nvPr/>
        </p:nvPicPr>
        <p:blipFill>
          <a:blip r:embed="rId2"/>
          <a:stretch>
            <a:fillRect/>
          </a:stretch>
        </p:blipFill>
        <p:spPr>
          <a:xfrm>
            <a:off x="0" y="630936"/>
            <a:ext cx="5592899" cy="751469"/>
          </a:xfrm>
          <a:prstGeom prst="rect">
            <a:avLst/>
          </a:prstGeom>
        </p:spPr>
      </p:pic>
      <p:pic>
        <p:nvPicPr>
          <p:cNvPr id="5" name="Picture 4"/>
          <p:cNvPicPr>
            <a:picLocks noChangeAspect="1"/>
          </p:cNvPicPr>
          <p:nvPr/>
        </p:nvPicPr>
        <p:blipFill rotWithShape="1">
          <a:blip r:embed="rId3"/>
          <a:srcRect t="18785"/>
          <a:stretch/>
        </p:blipFill>
        <p:spPr>
          <a:xfrm>
            <a:off x="-7530" y="1527048"/>
            <a:ext cx="5592899" cy="1146416"/>
          </a:xfrm>
          <a:prstGeom prst="rect">
            <a:avLst/>
          </a:prstGeom>
          <a:effectLst>
            <a:glow rad="228600">
              <a:schemeClr val="accent6">
                <a:satMod val="175000"/>
                <a:alpha val="40000"/>
              </a:schemeClr>
            </a:glow>
          </a:effectLst>
        </p:spPr>
      </p:pic>
      <p:pic>
        <p:nvPicPr>
          <p:cNvPr id="6" name="Picture 5"/>
          <p:cNvPicPr>
            <a:picLocks noChangeAspect="1"/>
          </p:cNvPicPr>
          <p:nvPr/>
        </p:nvPicPr>
        <p:blipFill>
          <a:blip r:embed="rId4"/>
          <a:stretch>
            <a:fillRect/>
          </a:stretch>
        </p:blipFill>
        <p:spPr>
          <a:xfrm>
            <a:off x="-15060" y="2515658"/>
            <a:ext cx="4230810" cy="1734514"/>
          </a:xfrm>
          <a:prstGeom prst="rect">
            <a:avLst/>
          </a:prstGeom>
        </p:spPr>
      </p:pic>
      <p:pic>
        <p:nvPicPr>
          <p:cNvPr id="7" name="Picture 6"/>
          <p:cNvPicPr>
            <a:picLocks noChangeAspect="1"/>
          </p:cNvPicPr>
          <p:nvPr/>
        </p:nvPicPr>
        <p:blipFill>
          <a:blip r:embed="rId5"/>
          <a:stretch>
            <a:fillRect/>
          </a:stretch>
        </p:blipFill>
        <p:spPr>
          <a:xfrm>
            <a:off x="-7530" y="4167641"/>
            <a:ext cx="4223280" cy="1146718"/>
          </a:xfrm>
          <a:prstGeom prst="rect">
            <a:avLst/>
          </a:prstGeom>
          <a:effectLst>
            <a:glow rad="228600">
              <a:schemeClr val="accent4">
                <a:satMod val="175000"/>
                <a:alpha val="40000"/>
              </a:schemeClr>
            </a:glow>
          </a:effectLst>
        </p:spPr>
      </p:pic>
      <p:pic>
        <p:nvPicPr>
          <p:cNvPr id="8" name="Picture 7"/>
          <p:cNvPicPr>
            <a:picLocks noChangeAspect="1"/>
          </p:cNvPicPr>
          <p:nvPr/>
        </p:nvPicPr>
        <p:blipFill>
          <a:blip r:embed="rId6"/>
          <a:stretch>
            <a:fillRect/>
          </a:stretch>
        </p:blipFill>
        <p:spPr>
          <a:xfrm>
            <a:off x="-15060" y="5292634"/>
            <a:ext cx="3745812" cy="1529087"/>
          </a:xfrm>
          <a:prstGeom prst="rect">
            <a:avLst/>
          </a:prstGeom>
        </p:spPr>
      </p:pic>
      <p:sp>
        <p:nvSpPr>
          <p:cNvPr id="9" name="Rectangle 3"/>
          <p:cNvSpPr>
            <a:spLocks noChangeArrowheads="1"/>
          </p:cNvSpPr>
          <p:nvPr/>
        </p:nvSpPr>
        <p:spPr bwMode="auto">
          <a:xfrm>
            <a:off x="6420193" y="246209"/>
            <a:ext cx="4931263" cy="1015663"/>
          </a:xfrm>
          <a:prstGeom prst="rect">
            <a:avLst/>
          </a:prstGeom>
          <a:solidFill>
            <a:srgbClr val="FF0000"/>
          </a:solidFill>
          <a:ln>
            <a:noFill/>
          </a:ln>
          <a:effectLst/>
        </p:spPr>
        <p:txBody>
          <a:bodyPr vert="horz" wrap="square" lIns="91440" tIns="45720" rIns="91440" bIns="45720" numCol="1" anchor="ctr" anchorCtr="0" compatLnSpc="1">
            <a:prstTxWarp prst="textNoShape">
              <a:avLst/>
            </a:prstTxWarp>
            <a:spAutoFit/>
          </a:bodyPr>
          <a:lstStyle/>
          <a:p>
            <a:r>
              <a:rPr lang="en-US" sz="2000" dirty="0">
                <a:solidFill>
                  <a:schemeClr val="bg1"/>
                </a:solidFill>
              </a:rPr>
              <a:t>It gets a user’s </a:t>
            </a:r>
            <a:r>
              <a:rPr lang="en-US" sz="2000" b="1" dirty="0">
                <a:solidFill>
                  <a:schemeClr val="bg1"/>
                </a:solidFill>
              </a:rPr>
              <a:t>following list</a:t>
            </a:r>
            <a:r>
              <a:rPr lang="en-US" sz="2000" dirty="0">
                <a:solidFill>
                  <a:schemeClr val="bg1"/>
                </a:solidFill>
              </a:rPr>
              <a:t> along with each followed user’s </a:t>
            </a:r>
            <a:r>
              <a:rPr lang="en-US" sz="2000" b="1" dirty="0">
                <a:solidFill>
                  <a:schemeClr val="bg1"/>
                </a:solidFill>
              </a:rPr>
              <a:t>basic info</a:t>
            </a:r>
            <a:r>
              <a:rPr lang="en-US" sz="2000" dirty="0">
                <a:solidFill>
                  <a:schemeClr val="bg1"/>
                </a:solidFill>
              </a:rPr>
              <a:t> (username, picture, bio).</a:t>
            </a:r>
          </a:p>
        </p:txBody>
      </p:sp>
      <p:pic>
        <p:nvPicPr>
          <p:cNvPr id="12" name="Picture 11"/>
          <p:cNvPicPr>
            <a:picLocks noChangeAspect="1"/>
          </p:cNvPicPr>
          <p:nvPr/>
        </p:nvPicPr>
        <p:blipFill rotWithShape="1">
          <a:blip r:embed="rId3"/>
          <a:srcRect b="76801"/>
          <a:stretch/>
        </p:blipFill>
        <p:spPr>
          <a:xfrm>
            <a:off x="-15060" y="1245821"/>
            <a:ext cx="5592899" cy="327476"/>
          </a:xfrm>
          <a:prstGeom prst="rect">
            <a:avLst/>
          </a:prstGeom>
        </p:spPr>
      </p:pic>
      <p:cxnSp>
        <p:nvCxnSpPr>
          <p:cNvPr id="13" name="Straight Arrow Connector 12"/>
          <p:cNvCxnSpPr/>
          <p:nvPr/>
        </p:nvCxnSpPr>
        <p:spPr>
          <a:xfrm flipV="1">
            <a:off x="4757660" y="786984"/>
            <a:ext cx="1741781" cy="981802"/>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7"/>
          <a:stretch>
            <a:fillRect/>
          </a:stretch>
        </p:blipFill>
        <p:spPr>
          <a:xfrm>
            <a:off x="7346518" y="1418845"/>
            <a:ext cx="4310318" cy="1362821"/>
          </a:xfrm>
          <a:prstGeom prst="rect">
            <a:avLst/>
          </a:prstGeom>
          <a:effectLst>
            <a:glow rad="228600">
              <a:schemeClr val="accent4">
                <a:satMod val="175000"/>
                <a:alpha val="40000"/>
              </a:schemeClr>
            </a:glow>
          </a:effectLst>
        </p:spPr>
      </p:pic>
      <p:pic>
        <p:nvPicPr>
          <p:cNvPr id="16" name="Picture 15"/>
          <p:cNvPicPr>
            <a:picLocks noChangeAspect="1"/>
          </p:cNvPicPr>
          <p:nvPr/>
        </p:nvPicPr>
        <p:blipFill>
          <a:blip r:embed="rId8"/>
          <a:stretch>
            <a:fillRect/>
          </a:stretch>
        </p:blipFill>
        <p:spPr>
          <a:xfrm>
            <a:off x="8075745" y="3592936"/>
            <a:ext cx="3873699" cy="1149409"/>
          </a:xfrm>
          <a:prstGeom prst="roundRect">
            <a:avLst/>
          </a:prstGeom>
        </p:spPr>
      </p:pic>
      <p:cxnSp>
        <p:nvCxnSpPr>
          <p:cNvPr id="17" name="Straight Arrow Connector 16"/>
          <p:cNvCxnSpPr>
            <a:endCxn id="16" idx="0"/>
          </p:cNvCxnSpPr>
          <p:nvPr/>
        </p:nvCxnSpPr>
        <p:spPr>
          <a:xfrm flipH="1">
            <a:off x="10012595" y="2646304"/>
            <a:ext cx="594177" cy="946632"/>
          </a:xfrm>
          <a:prstGeom prst="straightConnector1">
            <a:avLst/>
          </a:prstGeom>
          <a:ln w="76200">
            <a:solidFill>
              <a:srgbClr val="00B0F0"/>
            </a:solidFill>
            <a:tailEnd type="triangle"/>
          </a:ln>
          <a:effectLst/>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9931291" y="2194066"/>
            <a:ext cx="1242677" cy="479398"/>
          </a:xfrm>
          <a:prstGeom prst="ellipse">
            <a:avLst/>
          </a:prstGeom>
          <a:noFill/>
          <a:ln>
            <a:solidFill>
              <a:srgbClr val="FFFF00"/>
            </a:solidFill>
          </a:ln>
          <a:effectLst>
            <a:glow rad="101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0" name="Straight Arrow Connector 19"/>
          <p:cNvCxnSpPr/>
          <p:nvPr/>
        </p:nvCxnSpPr>
        <p:spPr>
          <a:xfrm flipV="1">
            <a:off x="4083294" y="3995928"/>
            <a:ext cx="3992451" cy="368789"/>
          </a:xfrm>
          <a:prstGeom prst="straightConnector1">
            <a:avLst/>
          </a:prstGeom>
          <a:ln w="76200">
            <a:solidFill>
              <a:srgbClr val="FFFF00"/>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23" name="Picture 22"/>
          <p:cNvPicPr>
            <a:picLocks noChangeAspect="1"/>
          </p:cNvPicPr>
          <p:nvPr/>
        </p:nvPicPr>
        <p:blipFill>
          <a:blip r:embed="rId9"/>
          <a:stretch>
            <a:fillRect/>
          </a:stretch>
        </p:blipFill>
        <p:spPr>
          <a:xfrm>
            <a:off x="3730752" y="6164805"/>
            <a:ext cx="8606996" cy="625017"/>
          </a:xfrm>
          <a:prstGeom prst="rect">
            <a:avLst/>
          </a:prstGeom>
        </p:spPr>
      </p:pic>
    </p:spTree>
    <p:extLst>
      <p:ext uri="{BB962C8B-B14F-4D97-AF65-F5344CB8AC3E}">
        <p14:creationId xmlns:p14="http://schemas.microsoft.com/office/powerpoint/2010/main" val="112560499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026664" cy="630133"/>
          </a:xfrm>
          <a:solidFill>
            <a:srgbClr val="FFFF00"/>
          </a:solidFill>
        </p:spPr>
        <p:txBody>
          <a:bodyPr>
            <a:noAutofit/>
          </a:bodyPr>
          <a:lstStyle/>
          <a:p>
            <a:r>
              <a:rPr lang="en-US" dirty="0" err="1"/>
              <a:t>removeUser</a:t>
            </a:r>
            <a:endParaRPr lang="en-IN" dirty="0"/>
          </a:p>
        </p:txBody>
      </p:sp>
      <p:pic>
        <p:nvPicPr>
          <p:cNvPr id="3" name="Picture 2"/>
          <p:cNvPicPr>
            <a:picLocks noChangeAspect="1"/>
          </p:cNvPicPr>
          <p:nvPr/>
        </p:nvPicPr>
        <p:blipFill rotWithShape="1">
          <a:blip r:embed="rId2"/>
          <a:srcRect b="14039"/>
          <a:stretch/>
        </p:blipFill>
        <p:spPr>
          <a:xfrm>
            <a:off x="0" y="630132"/>
            <a:ext cx="5312664" cy="6210011"/>
          </a:xfrm>
          <a:prstGeom prst="rect">
            <a:avLst/>
          </a:prstGeom>
        </p:spPr>
      </p:pic>
      <p:sp>
        <p:nvSpPr>
          <p:cNvPr id="4" name="Rectangle 3"/>
          <p:cNvSpPr/>
          <p:nvPr/>
        </p:nvSpPr>
        <p:spPr>
          <a:xfrm>
            <a:off x="487617" y="1791480"/>
            <a:ext cx="4413567" cy="823704"/>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6867144" y="1303338"/>
            <a:ext cx="4232634" cy="461665"/>
          </a:xfrm>
          <a:prstGeom prst="rect">
            <a:avLst/>
          </a:prstGeom>
          <a:solidFill>
            <a:srgbClr val="FFFF00"/>
          </a:solidFill>
        </p:spPr>
        <p:txBody>
          <a:bodyPr wrap="none" rtlCol="0">
            <a:spAutoFit/>
          </a:bodyPr>
          <a:lstStyle/>
          <a:p>
            <a:r>
              <a:rPr lang="en-US" sz="2400" dirty="0"/>
              <a:t>Check if the user is owner or not</a:t>
            </a:r>
            <a:endParaRPr lang="en-IN" sz="2400" dirty="0"/>
          </a:p>
        </p:txBody>
      </p:sp>
      <p:cxnSp>
        <p:nvCxnSpPr>
          <p:cNvPr id="6" name="Straight Arrow Connector 5"/>
          <p:cNvCxnSpPr/>
          <p:nvPr/>
        </p:nvCxnSpPr>
        <p:spPr>
          <a:xfrm flipV="1">
            <a:off x="4946904" y="1531747"/>
            <a:ext cx="1920240" cy="41164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endCxn id="8" idx="1"/>
          </p:cNvCxnSpPr>
          <p:nvPr/>
        </p:nvCxnSpPr>
        <p:spPr>
          <a:xfrm>
            <a:off x="3026664" y="267409"/>
            <a:ext cx="3026664"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053328" y="36576"/>
            <a:ext cx="4572598" cy="461665"/>
          </a:xfrm>
          <a:prstGeom prst="rect">
            <a:avLst/>
          </a:prstGeom>
          <a:noFill/>
        </p:spPr>
        <p:txBody>
          <a:bodyPr wrap="none" rtlCol="0">
            <a:spAutoFit/>
          </a:bodyPr>
          <a:lstStyle/>
          <a:p>
            <a:r>
              <a:rPr lang="en-US" sz="2400" dirty="0">
                <a:solidFill>
                  <a:srgbClr val="FF0000"/>
                </a:solidFill>
              </a:rPr>
              <a:t>This function is used by owner only</a:t>
            </a:r>
            <a:endParaRPr lang="en-IN" sz="2400" dirty="0">
              <a:solidFill>
                <a:srgbClr val="FF0000"/>
              </a:solidFill>
            </a:endParaRPr>
          </a:p>
        </p:txBody>
      </p:sp>
      <p:sp>
        <p:nvSpPr>
          <p:cNvPr id="10" name="Rectangle 9"/>
          <p:cNvSpPr/>
          <p:nvPr/>
        </p:nvSpPr>
        <p:spPr>
          <a:xfrm>
            <a:off x="2453577" y="977187"/>
            <a:ext cx="2237295" cy="326151"/>
          </a:xfrm>
          <a:prstGeom prst="rect">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p:cNvCxnSpPr/>
          <p:nvPr/>
        </p:nvCxnSpPr>
        <p:spPr>
          <a:xfrm flipV="1">
            <a:off x="4690872" y="896112"/>
            <a:ext cx="2011680" cy="19120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6696393" y="605744"/>
            <a:ext cx="1215039" cy="461665"/>
          </a:xfrm>
          <a:prstGeom prst="rect">
            <a:avLst/>
          </a:prstGeom>
          <a:noFill/>
        </p:spPr>
        <p:txBody>
          <a:bodyPr wrap="square" rtlCol="0">
            <a:spAutoFit/>
          </a:bodyPr>
          <a:lstStyle/>
          <a:p>
            <a:r>
              <a:rPr lang="en-US" sz="2400" dirty="0"/>
              <a:t>owner</a:t>
            </a:r>
            <a:endParaRPr lang="en-IN" dirty="0"/>
          </a:p>
        </p:txBody>
      </p:sp>
      <p:sp>
        <p:nvSpPr>
          <p:cNvPr id="12" name="Rectangle 11"/>
          <p:cNvSpPr/>
          <p:nvPr/>
        </p:nvSpPr>
        <p:spPr>
          <a:xfrm>
            <a:off x="630873" y="3903959"/>
            <a:ext cx="4059999" cy="247417"/>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p:cNvSpPr/>
          <p:nvPr/>
        </p:nvSpPr>
        <p:spPr>
          <a:xfrm>
            <a:off x="626332" y="4266681"/>
            <a:ext cx="4059999" cy="247417"/>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626331" y="4629403"/>
            <a:ext cx="4059999" cy="247417"/>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6" name="Straight Arrow Connector 15"/>
          <p:cNvCxnSpPr/>
          <p:nvPr/>
        </p:nvCxnSpPr>
        <p:spPr>
          <a:xfrm flipV="1">
            <a:off x="4731679" y="2615184"/>
            <a:ext cx="1964714" cy="1348548"/>
          </a:xfrm>
          <a:prstGeom prst="straightConnector1">
            <a:avLst/>
          </a:prstGeom>
          <a:ln w="7620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737200" y="2339267"/>
            <a:ext cx="4608056" cy="461665"/>
          </a:xfrm>
          <a:prstGeom prst="rect">
            <a:avLst/>
          </a:prstGeom>
          <a:solidFill>
            <a:srgbClr val="FFFF00"/>
          </a:solidFill>
        </p:spPr>
        <p:txBody>
          <a:bodyPr wrap="none" rtlCol="0">
            <a:spAutoFit/>
          </a:bodyPr>
          <a:lstStyle/>
          <a:p>
            <a:r>
              <a:rPr lang="en-US" sz="2400" dirty="0"/>
              <a:t>Remove all posts create by the user</a:t>
            </a:r>
            <a:endParaRPr lang="en-IN" sz="2400" dirty="0"/>
          </a:p>
        </p:txBody>
      </p:sp>
      <p:sp>
        <p:nvSpPr>
          <p:cNvPr id="19" name="TextBox 18"/>
          <p:cNvSpPr txBox="1"/>
          <p:nvPr/>
        </p:nvSpPr>
        <p:spPr>
          <a:xfrm>
            <a:off x="6867144" y="3196803"/>
            <a:ext cx="4504054" cy="461665"/>
          </a:xfrm>
          <a:prstGeom prst="rect">
            <a:avLst/>
          </a:prstGeom>
          <a:solidFill>
            <a:srgbClr val="FFFF00"/>
          </a:solidFill>
        </p:spPr>
        <p:txBody>
          <a:bodyPr wrap="none" rtlCol="0">
            <a:spAutoFit/>
          </a:bodyPr>
          <a:lstStyle/>
          <a:p>
            <a:r>
              <a:rPr lang="en-US" sz="2400" dirty="0"/>
              <a:t>Delete all comments made by user</a:t>
            </a:r>
            <a:endParaRPr lang="en-IN" sz="2400" dirty="0"/>
          </a:p>
        </p:txBody>
      </p:sp>
      <p:sp>
        <p:nvSpPr>
          <p:cNvPr id="20" name="TextBox 19"/>
          <p:cNvSpPr txBox="1"/>
          <p:nvPr/>
        </p:nvSpPr>
        <p:spPr>
          <a:xfrm>
            <a:off x="6895168" y="3956486"/>
            <a:ext cx="4492512" cy="461665"/>
          </a:xfrm>
          <a:prstGeom prst="rect">
            <a:avLst/>
          </a:prstGeom>
          <a:solidFill>
            <a:srgbClr val="FFFF00"/>
          </a:solidFill>
        </p:spPr>
        <p:txBody>
          <a:bodyPr wrap="none" rtlCol="0">
            <a:spAutoFit/>
          </a:bodyPr>
          <a:lstStyle/>
          <a:p>
            <a:r>
              <a:rPr lang="en-US" sz="2400" dirty="0"/>
              <a:t>Finally remove the account of user</a:t>
            </a:r>
            <a:endParaRPr lang="en-IN" sz="2400" dirty="0"/>
          </a:p>
        </p:txBody>
      </p:sp>
      <p:cxnSp>
        <p:nvCxnSpPr>
          <p:cNvPr id="21" name="Straight Arrow Connector 20"/>
          <p:cNvCxnSpPr/>
          <p:nvPr/>
        </p:nvCxnSpPr>
        <p:spPr>
          <a:xfrm flipV="1">
            <a:off x="4714355" y="3286972"/>
            <a:ext cx="2152789" cy="1054018"/>
          </a:xfrm>
          <a:prstGeom prst="straightConnector1">
            <a:avLst/>
          </a:prstGeom>
          <a:ln w="7620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4643474" y="4053389"/>
            <a:ext cx="2247153" cy="729524"/>
          </a:xfrm>
          <a:prstGeom prst="straightConnector1">
            <a:avLst/>
          </a:prstGeom>
          <a:ln w="76200">
            <a:solidFill>
              <a:srgbClr val="FF0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626331" y="5177834"/>
            <a:ext cx="3845086" cy="802342"/>
          </a:xfrm>
          <a:prstGeom prst="rect">
            <a:avLst/>
          </a:prstGeom>
          <a:noFill/>
          <a:ln>
            <a:solidFill>
              <a:srgbClr val="FF000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6" name="Straight Arrow Connector 25"/>
          <p:cNvCxnSpPr>
            <a:endCxn id="28" idx="1"/>
          </p:cNvCxnSpPr>
          <p:nvPr/>
        </p:nvCxnSpPr>
        <p:spPr>
          <a:xfrm flipV="1">
            <a:off x="4490047" y="5170264"/>
            <a:ext cx="2377097" cy="477054"/>
          </a:xfrm>
          <a:prstGeom prst="straightConnector1">
            <a:avLst/>
          </a:prstGeom>
          <a:ln w="76200">
            <a:solidFill>
              <a:srgbClr val="92D050"/>
            </a:solidFill>
            <a:tailEnd type="triangle"/>
          </a:ln>
          <a:effectLst/>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6867144" y="4693210"/>
            <a:ext cx="5052744" cy="954107"/>
          </a:xfrm>
          <a:prstGeom prst="rect">
            <a:avLst/>
          </a:prstGeom>
          <a:solidFill>
            <a:schemeClr val="accent1">
              <a:lumMod val="60000"/>
              <a:lumOff val="40000"/>
            </a:schemeClr>
          </a:solidFill>
        </p:spPr>
        <p:txBody>
          <a:bodyPr wrap="square" rtlCol="0">
            <a:spAutoFit/>
          </a:bodyPr>
          <a:lstStyle/>
          <a:p>
            <a:r>
              <a:rPr lang="en-US" sz="2800" dirty="0"/>
              <a:t>Removing user from others’ followers list</a:t>
            </a:r>
          </a:p>
        </p:txBody>
      </p:sp>
      <p:sp>
        <p:nvSpPr>
          <p:cNvPr id="29" name="Rectangle 28"/>
          <p:cNvSpPr/>
          <p:nvPr/>
        </p:nvSpPr>
        <p:spPr>
          <a:xfrm>
            <a:off x="626331" y="6008988"/>
            <a:ext cx="3698781" cy="802342"/>
          </a:xfrm>
          <a:prstGeom prst="rect">
            <a:avLst/>
          </a:prstGeom>
          <a:noFill/>
          <a:ln>
            <a:solidFill>
              <a:srgbClr val="FF000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0" name="Straight Arrow Connector 29"/>
          <p:cNvCxnSpPr/>
          <p:nvPr/>
        </p:nvCxnSpPr>
        <p:spPr>
          <a:xfrm flipV="1">
            <a:off x="4336620" y="6165595"/>
            <a:ext cx="2400580" cy="79281"/>
          </a:xfrm>
          <a:prstGeom prst="straightConnector1">
            <a:avLst/>
          </a:prstGeom>
          <a:ln w="76200">
            <a:solidFill>
              <a:srgbClr val="FFC000"/>
            </a:solidFill>
            <a:tailEnd type="triangle"/>
          </a:ln>
          <a:effectLst/>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6748708" y="5767822"/>
            <a:ext cx="5092772" cy="954107"/>
          </a:xfrm>
          <a:prstGeom prst="rect">
            <a:avLst/>
          </a:prstGeom>
          <a:solidFill>
            <a:srgbClr val="FF0000"/>
          </a:solidFill>
        </p:spPr>
        <p:txBody>
          <a:bodyPr wrap="square" rtlCol="0">
            <a:spAutoFit/>
          </a:bodyPr>
          <a:lstStyle/>
          <a:p>
            <a:r>
              <a:rPr lang="en-US" sz="2800" dirty="0">
                <a:solidFill>
                  <a:srgbClr val="FFFF00"/>
                </a:solidFill>
              </a:rPr>
              <a:t>Removing user from others’ following list</a:t>
            </a:r>
            <a:endParaRPr lang="en-IN" sz="2800" dirty="0">
              <a:solidFill>
                <a:srgbClr val="FFFF00"/>
              </a:solidFill>
            </a:endParaRPr>
          </a:p>
        </p:txBody>
      </p:sp>
    </p:spTree>
    <p:extLst>
      <p:ext uri="{BB962C8B-B14F-4D97-AF65-F5344CB8AC3E}">
        <p14:creationId xmlns:p14="http://schemas.microsoft.com/office/powerpoint/2010/main" val="474297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b="46403"/>
          <a:stretch/>
        </p:blipFill>
        <p:spPr>
          <a:xfrm>
            <a:off x="145046" y="237109"/>
            <a:ext cx="6566650" cy="3374771"/>
          </a:xfrm>
          <a:prstGeom prst="rect">
            <a:avLst/>
          </a:prstGeom>
        </p:spPr>
      </p:pic>
      <p:sp>
        <p:nvSpPr>
          <p:cNvPr id="4" name="Rectangle 1"/>
          <p:cNvSpPr>
            <a:spLocks noChangeArrowheads="1"/>
          </p:cNvSpPr>
          <p:nvPr/>
        </p:nvSpPr>
        <p:spPr bwMode="auto">
          <a:xfrm>
            <a:off x="7086600" y="176225"/>
            <a:ext cx="4864608" cy="1323439"/>
          </a:xfrm>
          <a:prstGeom prst="rect">
            <a:avLst/>
          </a:prstGeom>
          <a:solidFill>
            <a:srgbClr val="FFC000"/>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0000"/>
                </a:solidFill>
                <a:effectLst/>
                <a:latin typeface="Arial" panose="020B0604020202020204" pitchFamily="34" charset="0"/>
              </a:rPr>
              <a:t>Finds all posts where this user’s ID exists in the </a:t>
            </a:r>
            <a:r>
              <a:rPr kumimoji="0" lang="en-US" altLang="en-US" sz="2000" b="0" i="0" u="none" strike="noStrike" cap="none" normalizeH="0" baseline="0" dirty="0">
                <a:ln>
                  <a:noFill/>
                </a:ln>
                <a:solidFill>
                  <a:srgbClr val="FF0000"/>
                </a:solidFill>
                <a:effectLst/>
                <a:latin typeface="Arial Unicode MS"/>
              </a:rPr>
              <a:t>likes</a:t>
            </a:r>
            <a:r>
              <a:rPr kumimoji="0" lang="en-US" altLang="en-US" sz="2000" b="0" i="0" u="none" strike="noStrike" cap="none" normalizeH="0" baseline="0" dirty="0">
                <a:ln>
                  <a:noFill/>
                </a:ln>
                <a:solidFill>
                  <a:srgbClr val="FF0000"/>
                </a:solidFill>
                <a:effectLst/>
              </a:rPr>
              <a:t> array.</a:t>
            </a:r>
            <a:endParaRPr kumimoji="0" lang="en-US" altLang="en-US" sz="2000" b="0"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0000"/>
                </a:solidFill>
                <a:effectLst/>
                <a:latin typeface="Arial Unicode MS"/>
              </a:rPr>
              <a:t>$pull</a:t>
            </a:r>
            <a:r>
              <a:rPr kumimoji="0" lang="en-US" altLang="en-US" sz="2000" b="0" i="0" u="none" strike="noStrike" cap="none" normalizeH="0" baseline="0" dirty="0">
                <a:ln>
                  <a:noFill/>
                </a:ln>
                <a:solidFill>
                  <a:srgbClr val="FF0000"/>
                </a:solidFill>
                <a:effectLst/>
              </a:rPr>
              <a:t> removes their ID from each post’s </a:t>
            </a:r>
            <a:r>
              <a:rPr kumimoji="0" lang="en-US" altLang="en-US" sz="2000" b="0" i="0" u="none" strike="noStrike" cap="none" normalizeH="0" baseline="0" dirty="0">
                <a:ln>
                  <a:noFill/>
                </a:ln>
                <a:solidFill>
                  <a:srgbClr val="FF0000"/>
                </a:solidFill>
                <a:effectLst/>
                <a:latin typeface="Arial Unicode MS"/>
              </a:rPr>
              <a:t>likes</a:t>
            </a:r>
            <a:r>
              <a:rPr kumimoji="0" lang="en-US" altLang="en-US" sz="2000" b="0" i="0" u="none" strike="noStrike" cap="none" normalizeH="0" baseline="0" dirty="0">
                <a:ln>
                  <a:noFill/>
                </a:ln>
                <a:solidFill>
                  <a:srgbClr val="FF0000"/>
                </a:solidFill>
                <a:effectLst/>
              </a:rPr>
              <a:t>.</a:t>
            </a:r>
            <a:endParaRPr kumimoji="0" lang="en-US" altLang="en-US" sz="2000" b="0" i="0" u="none" strike="noStrike" cap="none" normalizeH="0" baseline="0" dirty="0">
              <a:ln>
                <a:noFill/>
              </a:ln>
              <a:solidFill>
                <a:srgbClr val="FF0000"/>
              </a:solidFill>
              <a:effectLst/>
              <a:latin typeface="Arial" panose="020B0604020202020204" pitchFamily="34" charset="0"/>
            </a:endParaRPr>
          </a:p>
        </p:txBody>
      </p:sp>
      <p:sp>
        <p:nvSpPr>
          <p:cNvPr id="5" name="Rectangle 4"/>
          <p:cNvSpPr/>
          <p:nvPr/>
        </p:nvSpPr>
        <p:spPr>
          <a:xfrm>
            <a:off x="790923" y="359155"/>
            <a:ext cx="3890805" cy="957581"/>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 name="Straight Arrow Connector 5"/>
          <p:cNvCxnSpPr/>
          <p:nvPr/>
        </p:nvCxnSpPr>
        <p:spPr>
          <a:xfrm flipV="1">
            <a:off x="4681728" y="612648"/>
            <a:ext cx="2404872" cy="43112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Rectangle 2"/>
          <p:cNvSpPr>
            <a:spLocks noChangeArrowheads="1"/>
          </p:cNvSpPr>
          <p:nvPr/>
        </p:nvSpPr>
        <p:spPr bwMode="auto">
          <a:xfrm>
            <a:off x="6848856" y="1709544"/>
            <a:ext cx="5340096" cy="707886"/>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Deletes every conversation document where this user was one of the </a:t>
            </a:r>
            <a:r>
              <a:rPr kumimoji="0" lang="en-US" altLang="en-US" sz="2000" b="0" i="0" u="none" strike="noStrike" cap="none" normalizeH="0" baseline="0" dirty="0">
                <a:ln>
                  <a:noFill/>
                </a:ln>
                <a:solidFill>
                  <a:schemeClr val="tx1"/>
                </a:solidFill>
                <a:effectLst/>
                <a:latin typeface="Arial Unicode MS"/>
              </a:rPr>
              <a:t>participants</a:t>
            </a: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0" name="Rectangle 9"/>
          <p:cNvSpPr/>
          <p:nvPr/>
        </p:nvSpPr>
        <p:spPr>
          <a:xfrm>
            <a:off x="790923" y="1396413"/>
            <a:ext cx="3726214" cy="706708"/>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 name="Straight Arrow Connector 10"/>
          <p:cNvCxnSpPr/>
          <p:nvPr/>
        </p:nvCxnSpPr>
        <p:spPr>
          <a:xfrm>
            <a:off x="4494276" y="1760244"/>
            <a:ext cx="2354580" cy="156959"/>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790923" y="2112886"/>
            <a:ext cx="3703353" cy="1297825"/>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4" name="Straight Arrow Connector 13"/>
          <p:cNvCxnSpPr/>
          <p:nvPr/>
        </p:nvCxnSpPr>
        <p:spPr>
          <a:xfrm>
            <a:off x="4494276" y="2591677"/>
            <a:ext cx="2318004" cy="37932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2"/>
          <p:cNvSpPr>
            <a:spLocks noChangeArrowheads="1"/>
          </p:cNvSpPr>
          <p:nvPr/>
        </p:nvSpPr>
        <p:spPr bwMode="auto">
          <a:xfrm>
            <a:off x="6775704" y="2600711"/>
            <a:ext cx="5340096" cy="1015663"/>
          </a:xfrm>
          <a:prstGeom prst="rect">
            <a:avLst/>
          </a:prstGeom>
          <a:solidFill>
            <a:srgbClr val="CCFF99"/>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IN" sz="2000" dirty="0">
                <a:solidFill>
                  <a:srgbClr val="FF0000"/>
                </a:solidFill>
              </a:rPr>
              <a:t>$or </a:t>
            </a:r>
            <a:r>
              <a:rPr lang="en-US" sz="2000" dirty="0"/>
              <a:t>condition matches messages where the user was </a:t>
            </a:r>
            <a:r>
              <a:rPr lang="en-US" sz="2000" b="1" dirty="0"/>
              <a:t>either the sender or receiver</a:t>
            </a:r>
            <a:r>
              <a:rPr lang="en-US" sz="2000" dirty="0"/>
              <a:t>.</a:t>
            </a:r>
          </a:p>
          <a:p>
            <a:pPr lvl="0" eaLnBrk="0" fontAlgn="base" hangingPunct="0">
              <a:spcBef>
                <a:spcPct val="0"/>
              </a:spcBef>
              <a:spcAft>
                <a:spcPct val="0"/>
              </a:spcAft>
            </a:pPr>
            <a:r>
              <a:rPr lang="en-IN" sz="2000" dirty="0" err="1">
                <a:solidFill>
                  <a:srgbClr val="FF0000"/>
                </a:solidFill>
              </a:rPr>
              <a:t>deleteMany</a:t>
            </a:r>
            <a:r>
              <a:rPr lang="en-IN" sz="2000" dirty="0"/>
              <a:t> removes all such messages.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22" name="Rectangle 2"/>
          <p:cNvSpPr>
            <a:spLocks noChangeArrowheads="1"/>
          </p:cNvSpPr>
          <p:nvPr/>
        </p:nvSpPr>
        <p:spPr bwMode="auto">
          <a:xfrm>
            <a:off x="6775704" y="3723839"/>
            <a:ext cx="5340096" cy="1631216"/>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Finds all posts where author matches the </a:t>
            </a:r>
            <a:r>
              <a:rPr kumimoji="0" lang="en-US" altLang="en-US" sz="2000" b="0" i="0" u="none" strike="noStrike" cap="none" normalizeH="0" baseline="0" dirty="0" err="1">
                <a:ln>
                  <a:noFill/>
                </a:ln>
                <a:solidFill>
                  <a:schemeClr val="tx1"/>
                </a:solidFill>
                <a:effectLst/>
                <a:latin typeface="Arial" panose="020B0604020202020204" pitchFamily="34" charset="0"/>
              </a:rPr>
              <a:t>userIdRemove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lvl="0" eaLnBrk="0" fontAlgn="base" hangingPunct="0">
              <a:spcBef>
                <a:spcPct val="0"/>
              </a:spcBef>
              <a:spcAft>
                <a:spcPct val="0"/>
              </a:spcAft>
            </a:pPr>
            <a:r>
              <a:rPr lang="en-US" altLang="en-US" sz="2000" dirty="0">
                <a:latin typeface="Arial" panose="020B0604020202020204" pitchFamily="34" charset="0"/>
              </a:rPr>
              <a:t>.select(‘id’) means only fetch the _id field of each post(no captions, images)</a:t>
            </a:r>
          </a:p>
          <a:p>
            <a:pPr lvl="0" eaLnBrk="0" fontAlgn="base" hangingPunct="0">
              <a:spcBef>
                <a:spcPct val="0"/>
              </a:spcBef>
              <a:spcAft>
                <a:spcPct val="0"/>
              </a:spcAft>
            </a:pPr>
            <a:r>
              <a:rPr lang="en-US" sz="2000" dirty="0"/>
              <a:t>✅ </a:t>
            </a:r>
            <a:r>
              <a:rPr lang="en-US" sz="2000" b="1" dirty="0"/>
              <a:t>Result:</a:t>
            </a:r>
            <a:r>
              <a:rPr lang="en-US" sz="2000" dirty="0"/>
              <a:t> an array of post objects like: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24" name="Picture 23"/>
          <p:cNvPicPr>
            <a:picLocks noChangeAspect="1"/>
          </p:cNvPicPr>
          <p:nvPr/>
        </p:nvPicPr>
        <p:blipFill rotWithShape="1">
          <a:blip r:embed="rId3"/>
          <a:srcRect l="5154" b="74552"/>
          <a:stretch/>
        </p:blipFill>
        <p:spPr>
          <a:xfrm>
            <a:off x="145046" y="3971267"/>
            <a:ext cx="6168372" cy="417853"/>
          </a:xfrm>
          <a:prstGeom prst="rect">
            <a:avLst/>
          </a:prstGeom>
        </p:spPr>
      </p:pic>
      <p:cxnSp>
        <p:nvCxnSpPr>
          <p:cNvPr id="29" name="Straight Arrow Connector 28"/>
          <p:cNvCxnSpPr/>
          <p:nvPr/>
        </p:nvCxnSpPr>
        <p:spPr>
          <a:xfrm>
            <a:off x="5469603" y="4226563"/>
            <a:ext cx="1379253" cy="26492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217378" y="3981564"/>
            <a:ext cx="6009685" cy="201169"/>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p:cNvSpPr/>
          <p:nvPr/>
        </p:nvSpPr>
        <p:spPr>
          <a:xfrm>
            <a:off x="224389" y="4193031"/>
            <a:ext cx="4201307" cy="177802"/>
          </a:xfrm>
          <a:prstGeom prst="rect">
            <a:avLst/>
          </a:prstGeom>
          <a:noFill/>
          <a:ln>
            <a:solidFill>
              <a:srgbClr val="FFFF00"/>
            </a:solidFill>
          </a:ln>
          <a:effectLst>
            <a:glow rad="635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p:cNvCxnSpPr>
            <a:endCxn id="35" idx="1"/>
          </p:cNvCxnSpPr>
          <p:nvPr/>
        </p:nvCxnSpPr>
        <p:spPr>
          <a:xfrm>
            <a:off x="4494276" y="4409660"/>
            <a:ext cx="2592324" cy="1333119"/>
          </a:xfrm>
          <a:prstGeom prst="straightConnector1">
            <a:avLst/>
          </a:prstGeom>
          <a:ln w="76200">
            <a:solidFill>
              <a:srgbClr val="CCFF99"/>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7086600" y="5558113"/>
            <a:ext cx="3363421" cy="369332"/>
          </a:xfrm>
          <a:prstGeom prst="rect">
            <a:avLst/>
          </a:prstGeom>
          <a:solidFill>
            <a:srgbClr val="00B050"/>
          </a:solidFill>
        </p:spPr>
        <p:txBody>
          <a:bodyPr wrap="none" rtlCol="0">
            <a:spAutoFit/>
          </a:bodyPr>
          <a:lstStyle/>
          <a:p>
            <a:r>
              <a:rPr lang="en-US" dirty="0">
                <a:solidFill>
                  <a:schemeClr val="bg1"/>
                </a:solidFill>
              </a:rPr>
              <a:t>Creates a simple array of post IDs:</a:t>
            </a:r>
            <a:endParaRPr lang="en-IN" dirty="0">
              <a:solidFill>
                <a:schemeClr val="bg1"/>
              </a:solidFill>
            </a:endParaRPr>
          </a:p>
        </p:txBody>
      </p:sp>
      <p:pic>
        <p:nvPicPr>
          <p:cNvPr id="37" name="Picture 36"/>
          <p:cNvPicPr>
            <a:picLocks noChangeAspect="1"/>
          </p:cNvPicPr>
          <p:nvPr/>
        </p:nvPicPr>
        <p:blipFill rotWithShape="1">
          <a:blip r:embed="rId3"/>
          <a:srcRect l="5154" t="22849" r="25909"/>
          <a:stretch/>
        </p:blipFill>
        <p:spPr>
          <a:xfrm>
            <a:off x="145046" y="4506420"/>
            <a:ext cx="4483358" cy="1266814"/>
          </a:xfrm>
          <a:prstGeom prst="rect">
            <a:avLst/>
          </a:prstGeom>
        </p:spPr>
      </p:pic>
      <p:cxnSp>
        <p:nvCxnSpPr>
          <p:cNvPr id="38" name="Straight Arrow Connector 37"/>
          <p:cNvCxnSpPr>
            <a:endCxn id="35" idx="1"/>
          </p:cNvCxnSpPr>
          <p:nvPr/>
        </p:nvCxnSpPr>
        <p:spPr>
          <a:xfrm>
            <a:off x="4469900" y="4328354"/>
            <a:ext cx="2616700" cy="1414425"/>
          </a:xfrm>
          <a:prstGeom prst="straightConnector1">
            <a:avLst/>
          </a:prstGeom>
          <a:ln w="76200">
            <a:solidFill>
              <a:srgbClr val="CCFF99"/>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217378" y="4506420"/>
            <a:ext cx="4313507" cy="1266814"/>
          </a:xfrm>
          <a:prstGeom prst="rect">
            <a:avLst/>
          </a:prstGeom>
          <a:noFill/>
          <a:ln>
            <a:solidFill>
              <a:srgbClr val="FFFF00"/>
            </a:solidFill>
          </a:ln>
          <a:effectLst>
            <a:glow rad="2286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41" name="Table 40"/>
          <p:cNvGraphicFramePr>
            <a:graphicFrameLocks noGrp="1"/>
          </p:cNvGraphicFramePr>
          <p:nvPr/>
        </p:nvGraphicFramePr>
        <p:xfrm>
          <a:off x="838200" y="3818414"/>
          <a:ext cx="10515600" cy="365760"/>
        </p:xfrm>
        <a:graphic>
          <a:graphicData uri="http://schemas.openxmlformats.org/drawingml/2006/table">
            <a:tbl>
              <a:tblPr/>
              <a:tblGrid>
                <a:gridCol w="10515600">
                  <a:extLst>
                    <a:ext uri="{9D8B030D-6E8A-4147-A177-3AD203B41FA5}">
                      <a16:colId xmlns:a16="http://schemas.microsoft.com/office/drawing/2014/main" val="162872387"/>
                    </a:ext>
                  </a:extLst>
                </a:gridCol>
              </a:tblGrid>
              <a:tr h="0">
                <a:tc>
                  <a:txBody>
                    <a:bodyPr/>
                    <a:lstStyle/>
                    <a:p>
                      <a:endParaRPr lang="en-IN" dirty="0"/>
                    </a:p>
                  </a:txBody>
                  <a:tcPr anchor="ctr">
                    <a:lnL>
                      <a:noFill/>
                    </a:lnL>
                    <a:lnR>
                      <a:noFill/>
                    </a:lnR>
                    <a:lnT>
                      <a:noFill/>
                    </a:lnT>
                    <a:lnB>
                      <a:noFill/>
                    </a:lnB>
                  </a:tcPr>
                </a:tc>
                <a:extLst>
                  <a:ext uri="{0D108BD9-81ED-4DB2-BD59-A6C34878D82A}">
                    <a16:rowId xmlns:a16="http://schemas.microsoft.com/office/drawing/2014/main" val="2965148037"/>
                  </a:ext>
                </a:extLst>
              </a:tr>
            </a:tbl>
          </a:graphicData>
        </a:graphic>
      </p:graphicFrame>
      <p:graphicFrame>
        <p:nvGraphicFramePr>
          <p:cNvPr id="42" name="Table 41"/>
          <p:cNvGraphicFramePr>
            <a:graphicFrameLocks noGrp="1"/>
          </p:cNvGraphicFramePr>
          <p:nvPr>
            <p:extLst>
              <p:ext uri="{D42A27DB-BD31-4B8C-83A1-F6EECF244321}">
                <p14:modId xmlns:p14="http://schemas.microsoft.com/office/powerpoint/2010/main" val="4074550356"/>
              </p:ext>
            </p:extLst>
          </p:nvPr>
        </p:nvGraphicFramePr>
        <p:xfrm>
          <a:off x="7005086" y="5993041"/>
          <a:ext cx="4881331" cy="365760"/>
        </p:xfrm>
        <a:graphic>
          <a:graphicData uri="http://schemas.openxmlformats.org/drawingml/2006/table">
            <a:tbl>
              <a:tblPr/>
              <a:tblGrid>
                <a:gridCol w="4881331">
                  <a:extLst>
                    <a:ext uri="{9D8B030D-6E8A-4147-A177-3AD203B41FA5}">
                      <a16:colId xmlns:a16="http://schemas.microsoft.com/office/drawing/2014/main" val="517910392"/>
                    </a:ext>
                  </a:extLst>
                </a:gridCol>
              </a:tblGrid>
              <a:tr h="352895">
                <a:tc>
                  <a:txBody>
                    <a:bodyPr/>
                    <a:lstStyle/>
                    <a:p>
                      <a:r>
                        <a:rPr lang="en-US" dirty="0"/>
                        <a:t>Remove those posts from everyone’s bookmarks</a:t>
                      </a:r>
                    </a:p>
                  </a:txBody>
                  <a:tcPr anchor="ctr">
                    <a:lnL>
                      <a:noFill/>
                    </a:lnL>
                    <a:lnR>
                      <a:noFill/>
                    </a:lnR>
                    <a:lnT>
                      <a:noFill/>
                    </a:lnT>
                    <a:lnB>
                      <a:noFill/>
                    </a:lnB>
                    <a:solidFill>
                      <a:srgbClr val="FFC000"/>
                    </a:solidFill>
                  </a:tcPr>
                </a:tc>
                <a:extLst>
                  <a:ext uri="{0D108BD9-81ED-4DB2-BD59-A6C34878D82A}">
                    <a16:rowId xmlns:a16="http://schemas.microsoft.com/office/drawing/2014/main" val="2779839745"/>
                  </a:ext>
                </a:extLst>
              </a:tr>
            </a:tbl>
          </a:graphicData>
        </a:graphic>
      </p:graphicFrame>
      <p:cxnSp>
        <p:nvCxnSpPr>
          <p:cNvPr id="44" name="Straight Arrow Connector 43"/>
          <p:cNvCxnSpPr>
            <a:endCxn id="42" idx="1"/>
          </p:cNvCxnSpPr>
          <p:nvPr/>
        </p:nvCxnSpPr>
        <p:spPr>
          <a:xfrm>
            <a:off x="4517137" y="5374299"/>
            <a:ext cx="2487949" cy="80162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46" name="Picture 45"/>
          <p:cNvPicPr>
            <a:picLocks noChangeAspect="1"/>
          </p:cNvPicPr>
          <p:nvPr/>
        </p:nvPicPr>
        <p:blipFill rotWithShape="1">
          <a:blip r:embed="rId4"/>
          <a:srcRect t="11652"/>
          <a:stretch/>
        </p:blipFill>
        <p:spPr>
          <a:xfrm>
            <a:off x="72709" y="5878147"/>
            <a:ext cx="4288979" cy="756270"/>
          </a:xfrm>
          <a:prstGeom prst="rect">
            <a:avLst/>
          </a:prstGeom>
          <a:effectLst>
            <a:glow rad="228600">
              <a:schemeClr val="accent4">
                <a:satMod val="175000"/>
                <a:alpha val="40000"/>
              </a:schemeClr>
            </a:glow>
          </a:effectLst>
        </p:spPr>
      </p:pic>
      <p:graphicFrame>
        <p:nvGraphicFramePr>
          <p:cNvPr id="54" name="Table 53"/>
          <p:cNvGraphicFramePr>
            <a:graphicFrameLocks noGrp="1"/>
          </p:cNvGraphicFramePr>
          <p:nvPr>
            <p:extLst>
              <p:ext uri="{D42A27DB-BD31-4B8C-83A1-F6EECF244321}">
                <p14:modId xmlns:p14="http://schemas.microsoft.com/office/powerpoint/2010/main" val="2998091256"/>
              </p:ext>
            </p:extLst>
          </p:nvPr>
        </p:nvGraphicFramePr>
        <p:xfrm>
          <a:off x="6005343" y="6426183"/>
          <a:ext cx="1748770" cy="365760"/>
        </p:xfrm>
        <a:graphic>
          <a:graphicData uri="http://schemas.openxmlformats.org/drawingml/2006/table">
            <a:tbl>
              <a:tblPr/>
              <a:tblGrid>
                <a:gridCol w="1748770">
                  <a:extLst>
                    <a:ext uri="{9D8B030D-6E8A-4147-A177-3AD203B41FA5}">
                      <a16:colId xmlns:a16="http://schemas.microsoft.com/office/drawing/2014/main" val="517910392"/>
                    </a:ext>
                  </a:extLst>
                </a:gridCol>
              </a:tblGrid>
              <a:tr h="352895">
                <a:tc>
                  <a:txBody>
                    <a:bodyPr/>
                    <a:lstStyle/>
                    <a:p>
                      <a:r>
                        <a:rPr lang="en-US" dirty="0"/>
                        <a:t>Users removed…</a:t>
                      </a:r>
                    </a:p>
                  </a:txBody>
                  <a:tcPr anchor="ctr">
                    <a:lnL>
                      <a:noFill/>
                    </a:lnL>
                    <a:lnR>
                      <a:noFill/>
                    </a:lnR>
                    <a:lnT>
                      <a:noFill/>
                    </a:lnT>
                    <a:lnB>
                      <a:noFill/>
                    </a:lnB>
                    <a:solidFill>
                      <a:schemeClr val="accent1">
                        <a:lumMod val="60000"/>
                        <a:lumOff val="40000"/>
                      </a:schemeClr>
                    </a:solidFill>
                  </a:tcPr>
                </a:tc>
                <a:extLst>
                  <a:ext uri="{0D108BD9-81ED-4DB2-BD59-A6C34878D82A}">
                    <a16:rowId xmlns:a16="http://schemas.microsoft.com/office/drawing/2014/main" val="2779839745"/>
                  </a:ext>
                </a:extLst>
              </a:tr>
            </a:tbl>
          </a:graphicData>
        </a:graphic>
      </p:graphicFrame>
      <p:cxnSp>
        <p:nvCxnSpPr>
          <p:cNvPr id="55" name="Straight Arrow Connector 54"/>
          <p:cNvCxnSpPr>
            <a:endCxn id="54" idx="1"/>
          </p:cNvCxnSpPr>
          <p:nvPr/>
        </p:nvCxnSpPr>
        <p:spPr>
          <a:xfrm>
            <a:off x="4380367" y="6266596"/>
            <a:ext cx="1624976" cy="34246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52638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6532" y="59143"/>
            <a:ext cx="10515600" cy="1105472"/>
          </a:xfrm>
          <a:solidFill>
            <a:srgbClr val="FFFF00"/>
          </a:solidFill>
        </p:spPr>
        <p:txBody>
          <a:bodyPr>
            <a:normAutofit/>
          </a:bodyPr>
          <a:lstStyle/>
          <a:p>
            <a:r>
              <a:rPr lang="en-US" sz="4800" b="1" dirty="0" err="1"/>
              <a:t>Mongodb</a:t>
            </a:r>
            <a:r>
              <a:rPr lang="en-US" sz="4800" b="1" dirty="0"/>
              <a:t> Transaction session </a:t>
            </a:r>
            <a:endParaRPr lang="en-IN" sz="4800" b="1" dirty="0"/>
          </a:p>
        </p:txBody>
      </p:sp>
      <p:sp>
        <p:nvSpPr>
          <p:cNvPr id="3" name="Rectangle 2"/>
          <p:cNvSpPr/>
          <p:nvPr/>
        </p:nvSpPr>
        <p:spPr>
          <a:xfrm>
            <a:off x="74646" y="1164615"/>
            <a:ext cx="5679948" cy="3539430"/>
          </a:xfrm>
          <a:prstGeom prst="rect">
            <a:avLst/>
          </a:prstGeom>
        </p:spPr>
        <p:txBody>
          <a:bodyPr wrap="square">
            <a:spAutoFit/>
          </a:bodyPr>
          <a:lstStyle/>
          <a:p>
            <a:r>
              <a:rPr lang="en-US" sz="3200" dirty="0">
                <a:latin typeface="Segoe WPC"/>
              </a:rPr>
              <a:t>A </a:t>
            </a:r>
            <a:r>
              <a:rPr lang="en-US" sz="3200" b="1" dirty="0">
                <a:latin typeface="Segoe WPC"/>
              </a:rPr>
              <a:t>MongoDB Transaction Session</a:t>
            </a:r>
            <a:r>
              <a:rPr lang="en-US" sz="3200" dirty="0">
                <a:latin typeface="Segoe WPC"/>
              </a:rPr>
              <a:t> is a way to group multiple database operations together so they either </a:t>
            </a:r>
            <a:r>
              <a:rPr lang="en-US" sz="3200" b="1" dirty="0">
                <a:latin typeface="Segoe WPC"/>
              </a:rPr>
              <a:t>ALL succeed</a:t>
            </a:r>
            <a:r>
              <a:rPr lang="en-US" sz="3200" dirty="0">
                <a:latin typeface="Segoe WPC"/>
              </a:rPr>
              <a:t> or </a:t>
            </a:r>
            <a:r>
              <a:rPr lang="en-US" sz="3200" b="1" dirty="0">
                <a:latin typeface="Segoe WPC"/>
              </a:rPr>
              <a:t>ALL fail</a:t>
            </a:r>
            <a:r>
              <a:rPr lang="en-US" sz="3200" dirty="0">
                <a:latin typeface="Segoe WPC"/>
              </a:rPr>
              <a:t> as a single unit. It's like a safety net for your data integrity.</a:t>
            </a:r>
            <a:endParaRPr lang="en-IN" sz="3200" dirty="0"/>
          </a:p>
        </p:txBody>
      </p:sp>
      <p:sp>
        <p:nvSpPr>
          <p:cNvPr id="4" name="TextBox 3"/>
          <p:cNvSpPr txBox="1"/>
          <p:nvPr/>
        </p:nvSpPr>
        <p:spPr>
          <a:xfrm rot="189090">
            <a:off x="8605115" y="307683"/>
            <a:ext cx="2855944" cy="584775"/>
          </a:xfrm>
          <a:prstGeom prst="rect">
            <a:avLst/>
          </a:prstGeom>
          <a:solidFill>
            <a:srgbClr val="92D050"/>
          </a:solidFill>
        </p:spPr>
        <p:txBody>
          <a:bodyPr wrap="square" rtlCol="0">
            <a:spAutoFit/>
          </a:bodyPr>
          <a:lstStyle/>
          <a:p>
            <a:r>
              <a:rPr lang="en-US" sz="3200" dirty="0"/>
              <a:t>All or nothing</a:t>
            </a:r>
            <a:endParaRPr lang="en-IN" sz="3200" dirty="0"/>
          </a:p>
        </p:txBody>
      </p:sp>
      <p:pic>
        <p:nvPicPr>
          <p:cNvPr id="5" name="Picture 4"/>
          <p:cNvPicPr>
            <a:picLocks noChangeAspect="1"/>
          </p:cNvPicPr>
          <p:nvPr/>
        </p:nvPicPr>
        <p:blipFill>
          <a:blip r:embed="rId2"/>
          <a:stretch>
            <a:fillRect/>
          </a:stretch>
        </p:blipFill>
        <p:spPr>
          <a:xfrm>
            <a:off x="5890356" y="1772042"/>
            <a:ext cx="5893916" cy="5071299"/>
          </a:xfrm>
          <a:prstGeom prst="rect">
            <a:avLst/>
          </a:prstGeom>
        </p:spPr>
      </p:pic>
      <p:pic>
        <p:nvPicPr>
          <p:cNvPr id="6" name="Picture 5"/>
          <p:cNvPicPr>
            <a:picLocks noChangeAspect="1"/>
          </p:cNvPicPr>
          <p:nvPr/>
        </p:nvPicPr>
        <p:blipFill rotWithShape="1">
          <a:blip r:embed="rId3"/>
          <a:srcRect t="17551" b="23946"/>
          <a:stretch/>
        </p:blipFill>
        <p:spPr>
          <a:xfrm>
            <a:off x="6333419" y="1358708"/>
            <a:ext cx="4515562" cy="457200"/>
          </a:xfrm>
          <a:prstGeom prst="rect">
            <a:avLst/>
          </a:prstGeom>
        </p:spPr>
      </p:pic>
      <p:pic>
        <p:nvPicPr>
          <p:cNvPr id="7" name="Picture 6"/>
          <p:cNvPicPr>
            <a:picLocks noChangeAspect="1"/>
          </p:cNvPicPr>
          <p:nvPr/>
        </p:nvPicPr>
        <p:blipFill rotWithShape="1">
          <a:blip r:embed="rId4"/>
          <a:srcRect b="7139"/>
          <a:stretch/>
        </p:blipFill>
        <p:spPr>
          <a:xfrm>
            <a:off x="74646" y="4719072"/>
            <a:ext cx="5716451" cy="1997021"/>
          </a:xfrm>
          <a:prstGeom prst="rect">
            <a:avLst/>
          </a:prstGeom>
        </p:spPr>
      </p:pic>
    </p:spTree>
    <p:extLst>
      <p:ext uri="{BB962C8B-B14F-4D97-AF65-F5344CB8AC3E}">
        <p14:creationId xmlns:p14="http://schemas.microsoft.com/office/powerpoint/2010/main" val="35057187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22" y="0"/>
            <a:ext cx="9984734" cy="511112"/>
          </a:xfrm>
          <a:solidFill>
            <a:srgbClr val="FFFF00"/>
          </a:solidFill>
        </p:spPr>
        <p:txBody>
          <a:bodyPr>
            <a:normAutofit fontScale="90000"/>
          </a:bodyPr>
          <a:lstStyle/>
          <a:p>
            <a:r>
              <a:rPr lang="en-US" dirty="0" err="1"/>
              <a:t>RemoveUser</a:t>
            </a:r>
            <a:r>
              <a:rPr lang="en-US" dirty="0"/>
              <a:t> with </a:t>
            </a:r>
            <a:r>
              <a:rPr lang="en-US" dirty="0" err="1"/>
              <a:t>mongodb</a:t>
            </a:r>
            <a:r>
              <a:rPr lang="en-US" dirty="0"/>
              <a:t> transaction session</a:t>
            </a:r>
            <a:endParaRPr lang="en-IN" dirty="0"/>
          </a:p>
        </p:txBody>
      </p:sp>
      <p:pic>
        <p:nvPicPr>
          <p:cNvPr id="3" name="Picture 2"/>
          <p:cNvPicPr>
            <a:picLocks noChangeAspect="1"/>
          </p:cNvPicPr>
          <p:nvPr/>
        </p:nvPicPr>
        <p:blipFill>
          <a:blip r:embed="rId2"/>
          <a:stretch>
            <a:fillRect/>
          </a:stretch>
        </p:blipFill>
        <p:spPr>
          <a:xfrm>
            <a:off x="0" y="456288"/>
            <a:ext cx="4829254" cy="5495808"/>
          </a:xfrm>
          <a:prstGeom prst="rect">
            <a:avLst/>
          </a:prstGeom>
        </p:spPr>
      </p:pic>
      <p:pic>
        <p:nvPicPr>
          <p:cNvPr id="4" name="Picture 3"/>
          <p:cNvPicPr>
            <a:picLocks noChangeAspect="1"/>
          </p:cNvPicPr>
          <p:nvPr/>
        </p:nvPicPr>
        <p:blipFill rotWithShape="1">
          <a:blip r:embed="rId3"/>
          <a:srcRect t="26049"/>
          <a:stretch/>
        </p:blipFill>
        <p:spPr>
          <a:xfrm>
            <a:off x="5186095" y="612199"/>
            <a:ext cx="3180665" cy="2266706"/>
          </a:xfrm>
          <a:prstGeom prst="rect">
            <a:avLst/>
          </a:prstGeom>
        </p:spPr>
      </p:pic>
      <p:pic>
        <p:nvPicPr>
          <p:cNvPr id="5" name="Picture 4"/>
          <p:cNvPicPr>
            <a:picLocks noChangeAspect="1"/>
          </p:cNvPicPr>
          <p:nvPr/>
        </p:nvPicPr>
        <p:blipFill rotWithShape="1">
          <a:blip r:embed="rId3"/>
          <a:srcRect b="72654"/>
          <a:stretch/>
        </p:blipFill>
        <p:spPr>
          <a:xfrm>
            <a:off x="485146" y="5955432"/>
            <a:ext cx="3437630" cy="905904"/>
          </a:xfrm>
          <a:prstGeom prst="rect">
            <a:avLst/>
          </a:prstGeom>
        </p:spPr>
      </p:pic>
      <p:pic>
        <p:nvPicPr>
          <p:cNvPr id="6" name="Picture 5"/>
          <p:cNvPicPr>
            <a:picLocks noChangeAspect="1"/>
          </p:cNvPicPr>
          <p:nvPr/>
        </p:nvPicPr>
        <p:blipFill>
          <a:blip r:embed="rId4"/>
          <a:stretch>
            <a:fillRect/>
          </a:stretch>
        </p:blipFill>
        <p:spPr>
          <a:xfrm>
            <a:off x="5186095" y="2730788"/>
            <a:ext cx="5649545" cy="4127212"/>
          </a:xfrm>
          <a:prstGeom prst="rect">
            <a:avLst/>
          </a:prstGeom>
        </p:spPr>
      </p:pic>
    </p:spTree>
    <p:extLst>
      <p:ext uri="{BB962C8B-B14F-4D97-AF65-F5344CB8AC3E}">
        <p14:creationId xmlns:p14="http://schemas.microsoft.com/office/powerpoint/2010/main" val="359280601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Message.route.js</a:t>
            </a:r>
            <a:endParaRPr lang="en-IN" dirty="0"/>
          </a:p>
        </p:txBody>
      </p:sp>
      <p:pic>
        <p:nvPicPr>
          <p:cNvPr id="3" name="Picture 2"/>
          <p:cNvPicPr>
            <a:picLocks noChangeAspect="1"/>
          </p:cNvPicPr>
          <p:nvPr/>
        </p:nvPicPr>
        <p:blipFill>
          <a:blip r:embed="rId2"/>
          <a:stretch>
            <a:fillRect/>
          </a:stretch>
        </p:blipFill>
        <p:spPr>
          <a:xfrm>
            <a:off x="613666" y="1677296"/>
            <a:ext cx="8393173" cy="3029946"/>
          </a:xfrm>
          <a:prstGeom prst="rect">
            <a:avLst/>
          </a:prstGeom>
        </p:spPr>
      </p:pic>
      <p:pic>
        <p:nvPicPr>
          <p:cNvPr id="4" name="Picture 3"/>
          <p:cNvPicPr>
            <a:picLocks noChangeAspect="1"/>
          </p:cNvPicPr>
          <p:nvPr/>
        </p:nvPicPr>
        <p:blipFill>
          <a:blip r:embed="rId3"/>
          <a:stretch>
            <a:fillRect/>
          </a:stretch>
        </p:blipFill>
        <p:spPr>
          <a:xfrm>
            <a:off x="5383853" y="745137"/>
            <a:ext cx="5364962" cy="565537"/>
          </a:xfrm>
          <a:prstGeom prst="rect">
            <a:avLst/>
          </a:prstGeom>
        </p:spPr>
      </p:pic>
    </p:spTree>
    <p:extLst>
      <p:ext uri="{BB962C8B-B14F-4D97-AF65-F5344CB8AC3E}">
        <p14:creationId xmlns:p14="http://schemas.microsoft.com/office/powerpoint/2010/main" val="78275280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448" y="29669"/>
            <a:ext cx="2907792" cy="629984"/>
          </a:xfrm>
          <a:solidFill>
            <a:srgbClr val="FFFF00"/>
          </a:solidFill>
        </p:spPr>
        <p:txBody>
          <a:bodyPr>
            <a:normAutofit fontScale="90000"/>
          </a:bodyPr>
          <a:lstStyle/>
          <a:p>
            <a:r>
              <a:rPr lang="en-US" dirty="0"/>
              <a:t>Post routes</a:t>
            </a:r>
            <a:endParaRPr lang="en-IN" dirty="0"/>
          </a:p>
        </p:txBody>
      </p:sp>
      <p:pic>
        <p:nvPicPr>
          <p:cNvPr id="4" name="Picture 3"/>
          <p:cNvPicPr>
            <a:picLocks noChangeAspect="1"/>
          </p:cNvPicPr>
          <p:nvPr/>
        </p:nvPicPr>
        <p:blipFill>
          <a:blip r:embed="rId2"/>
          <a:stretch>
            <a:fillRect/>
          </a:stretch>
        </p:blipFill>
        <p:spPr>
          <a:xfrm>
            <a:off x="0" y="633506"/>
            <a:ext cx="8461248" cy="6327462"/>
          </a:xfrm>
          <a:prstGeom prst="rect">
            <a:avLst/>
          </a:prstGeom>
        </p:spPr>
      </p:pic>
    </p:spTree>
    <p:extLst>
      <p:ext uri="{BB962C8B-B14F-4D97-AF65-F5344CB8AC3E}">
        <p14:creationId xmlns:p14="http://schemas.microsoft.com/office/powerpoint/2010/main" val="10091466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755392" cy="649859"/>
          </a:xfrm>
          <a:solidFill>
            <a:srgbClr val="FFFF00"/>
          </a:solidFill>
        </p:spPr>
        <p:txBody>
          <a:bodyPr>
            <a:normAutofit fontScale="90000"/>
          </a:bodyPr>
          <a:lstStyle/>
          <a:p>
            <a:r>
              <a:rPr lang="en-US" dirty="0"/>
              <a:t>User routes</a:t>
            </a:r>
            <a:endParaRPr lang="en-IN" dirty="0"/>
          </a:p>
        </p:txBody>
      </p:sp>
      <p:pic>
        <p:nvPicPr>
          <p:cNvPr id="3" name="Picture 2"/>
          <p:cNvPicPr>
            <a:picLocks noChangeAspect="1"/>
          </p:cNvPicPr>
          <p:nvPr/>
        </p:nvPicPr>
        <p:blipFill>
          <a:blip r:embed="rId2"/>
          <a:stretch>
            <a:fillRect/>
          </a:stretch>
        </p:blipFill>
        <p:spPr>
          <a:xfrm>
            <a:off x="0" y="649859"/>
            <a:ext cx="7383172" cy="6466154"/>
          </a:xfrm>
          <a:prstGeom prst="rect">
            <a:avLst/>
          </a:prstGeom>
        </p:spPr>
      </p:pic>
    </p:spTree>
    <p:extLst>
      <p:ext uri="{BB962C8B-B14F-4D97-AF65-F5344CB8AC3E}">
        <p14:creationId xmlns:p14="http://schemas.microsoft.com/office/powerpoint/2010/main" val="34549697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776" y="365125"/>
            <a:ext cx="10860024" cy="933323"/>
          </a:xfrm>
        </p:spPr>
        <p:txBody>
          <a:bodyPr/>
          <a:lstStyle/>
          <a:p>
            <a:r>
              <a:rPr lang="en-US" dirty="0"/>
              <a:t>Then we will populate to get the details of post</a:t>
            </a:r>
            <a:endParaRPr lang="en-IN" dirty="0"/>
          </a:p>
        </p:txBody>
      </p:sp>
      <p:pic>
        <p:nvPicPr>
          <p:cNvPr id="3" name="Picture 2"/>
          <p:cNvPicPr>
            <a:picLocks noChangeAspect="1"/>
          </p:cNvPicPr>
          <p:nvPr/>
        </p:nvPicPr>
        <p:blipFill>
          <a:blip r:embed="rId2"/>
          <a:stretch>
            <a:fillRect/>
          </a:stretch>
        </p:blipFill>
        <p:spPr>
          <a:xfrm>
            <a:off x="684934" y="1766910"/>
            <a:ext cx="9416989" cy="3692058"/>
          </a:xfrm>
          <a:prstGeom prst="rect">
            <a:avLst/>
          </a:prstGeom>
        </p:spPr>
      </p:pic>
    </p:spTree>
    <p:extLst>
      <p:ext uri="{BB962C8B-B14F-4D97-AF65-F5344CB8AC3E}">
        <p14:creationId xmlns:p14="http://schemas.microsoft.com/office/powerpoint/2010/main" val="31049007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Now till now we have developed the backend</a:t>
            </a:r>
            <a:endParaRPr lang="en-IN" dirty="0"/>
          </a:p>
        </p:txBody>
      </p:sp>
      <p:sp>
        <p:nvSpPr>
          <p:cNvPr id="3" name="Subtitle 2"/>
          <p:cNvSpPr>
            <a:spLocks noGrp="1"/>
          </p:cNvSpPr>
          <p:nvPr>
            <p:ph type="subTitle" idx="1"/>
          </p:nvPr>
        </p:nvSpPr>
        <p:spPr/>
        <p:txBody>
          <a:bodyPr/>
          <a:lstStyle/>
          <a:p>
            <a:endParaRPr lang="en-IN" dirty="0"/>
          </a:p>
        </p:txBody>
      </p:sp>
      <mc:AlternateContent xmlns:mc="http://schemas.openxmlformats.org/markup-compatibility/2006" xmlns:p14="http://schemas.microsoft.com/office/powerpoint/2010/main">
        <mc:Choice Requires="p14">
          <p:contentPart p14:bwMode="auto" r:id="rId2">
            <p14:nvContentPartPr>
              <p14:cNvPr id="18" name="Ink 17">
                <a:extLst>
                  <a:ext uri="{FF2B5EF4-FFF2-40B4-BE49-F238E27FC236}">
                    <a16:creationId xmlns:a16="http://schemas.microsoft.com/office/drawing/2014/main" id="{050D56E4-C363-FE7C-3FE9-EE151261479C}"/>
                  </a:ext>
                </a:extLst>
              </p14:cNvPr>
              <p14:cNvContentPartPr/>
              <p14:nvPr/>
            </p14:nvContentPartPr>
            <p14:xfrm>
              <a:off x="1922909" y="641434"/>
              <a:ext cx="20160" cy="6120"/>
            </p14:xfrm>
          </p:contentPart>
        </mc:Choice>
        <mc:Fallback xmlns="">
          <p:pic>
            <p:nvPicPr>
              <p:cNvPr id="18" name="Ink 17">
                <a:extLst>
                  <a:ext uri="{FF2B5EF4-FFF2-40B4-BE49-F238E27FC236}">
                    <a16:creationId xmlns:a16="http://schemas.microsoft.com/office/drawing/2014/main" id="{050D56E4-C363-FE7C-3FE9-EE151261479C}"/>
                  </a:ext>
                </a:extLst>
              </p:cNvPr>
              <p:cNvPicPr/>
              <p:nvPr/>
            </p:nvPicPr>
            <p:blipFill>
              <a:blip r:embed="rId3"/>
              <a:stretch>
                <a:fillRect/>
              </a:stretch>
            </p:blipFill>
            <p:spPr>
              <a:xfrm>
                <a:off x="1860269" y="578434"/>
                <a:ext cx="1458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911CFA29-34B1-D624-19B4-5351EAC153D8}"/>
                  </a:ext>
                </a:extLst>
              </p14:cNvPr>
              <p14:cNvContentPartPr/>
              <p14:nvPr/>
            </p14:nvContentPartPr>
            <p14:xfrm>
              <a:off x="754349" y="585274"/>
              <a:ext cx="554760" cy="951120"/>
            </p14:xfrm>
          </p:contentPart>
        </mc:Choice>
        <mc:Fallback xmlns="">
          <p:pic>
            <p:nvPicPr>
              <p:cNvPr id="19" name="Ink 18">
                <a:extLst>
                  <a:ext uri="{FF2B5EF4-FFF2-40B4-BE49-F238E27FC236}">
                    <a16:creationId xmlns:a16="http://schemas.microsoft.com/office/drawing/2014/main" id="{911CFA29-34B1-D624-19B4-5351EAC153D8}"/>
                  </a:ext>
                </a:extLst>
              </p:cNvPr>
              <p:cNvPicPr/>
              <p:nvPr/>
            </p:nvPicPr>
            <p:blipFill>
              <a:blip r:embed="rId5"/>
              <a:stretch>
                <a:fillRect/>
              </a:stretch>
            </p:blipFill>
            <p:spPr>
              <a:xfrm>
                <a:off x="691709" y="522274"/>
                <a:ext cx="680400" cy="1076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DB279D34-8287-408E-0184-53414603B09B}"/>
                  </a:ext>
                </a:extLst>
              </p14:cNvPr>
              <p14:cNvContentPartPr/>
              <p14:nvPr/>
            </p14:nvContentPartPr>
            <p14:xfrm>
              <a:off x="1410629" y="436594"/>
              <a:ext cx="1975320" cy="1059480"/>
            </p14:xfrm>
          </p:contentPart>
        </mc:Choice>
        <mc:Fallback xmlns="">
          <p:pic>
            <p:nvPicPr>
              <p:cNvPr id="20" name="Ink 19">
                <a:extLst>
                  <a:ext uri="{FF2B5EF4-FFF2-40B4-BE49-F238E27FC236}">
                    <a16:creationId xmlns:a16="http://schemas.microsoft.com/office/drawing/2014/main" id="{DB279D34-8287-408E-0184-53414603B09B}"/>
                  </a:ext>
                </a:extLst>
              </p:cNvPr>
              <p:cNvPicPr/>
              <p:nvPr/>
            </p:nvPicPr>
            <p:blipFill>
              <a:blip r:embed="rId7"/>
              <a:stretch>
                <a:fillRect/>
              </a:stretch>
            </p:blipFill>
            <p:spPr>
              <a:xfrm>
                <a:off x="1347629" y="373954"/>
                <a:ext cx="2100960" cy="11851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B29F72AB-8733-70CE-86C6-FA1A9BEBB312}"/>
                  </a:ext>
                </a:extLst>
              </p14:cNvPr>
              <p14:cNvContentPartPr/>
              <p14:nvPr/>
            </p14:nvContentPartPr>
            <p14:xfrm>
              <a:off x="3596189" y="705154"/>
              <a:ext cx="1560600" cy="737640"/>
            </p14:xfrm>
          </p:contentPart>
        </mc:Choice>
        <mc:Fallback xmlns="">
          <p:pic>
            <p:nvPicPr>
              <p:cNvPr id="21" name="Ink 20">
                <a:extLst>
                  <a:ext uri="{FF2B5EF4-FFF2-40B4-BE49-F238E27FC236}">
                    <a16:creationId xmlns:a16="http://schemas.microsoft.com/office/drawing/2014/main" id="{B29F72AB-8733-70CE-86C6-FA1A9BEBB312}"/>
                  </a:ext>
                </a:extLst>
              </p:cNvPr>
              <p:cNvPicPr/>
              <p:nvPr/>
            </p:nvPicPr>
            <p:blipFill>
              <a:blip r:embed="rId9"/>
              <a:stretch>
                <a:fillRect/>
              </a:stretch>
            </p:blipFill>
            <p:spPr>
              <a:xfrm>
                <a:off x="3533189" y="642154"/>
                <a:ext cx="1686240" cy="863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1F80EA31-CBD1-59D0-DB55-1BA5B8CA7CA5}"/>
                  </a:ext>
                </a:extLst>
              </p14:cNvPr>
              <p14:cNvContentPartPr/>
              <p14:nvPr/>
            </p14:nvContentPartPr>
            <p14:xfrm>
              <a:off x="5179829" y="481594"/>
              <a:ext cx="541440" cy="904320"/>
            </p14:xfrm>
          </p:contentPart>
        </mc:Choice>
        <mc:Fallback xmlns="">
          <p:pic>
            <p:nvPicPr>
              <p:cNvPr id="22" name="Ink 21">
                <a:extLst>
                  <a:ext uri="{FF2B5EF4-FFF2-40B4-BE49-F238E27FC236}">
                    <a16:creationId xmlns:a16="http://schemas.microsoft.com/office/drawing/2014/main" id="{1F80EA31-CBD1-59D0-DB55-1BA5B8CA7CA5}"/>
                  </a:ext>
                </a:extLst>
              </p:cNvPr>
              <p:cNvPicPr/>
              <p:nvPr/>
            </p:nvPicPr>
            <p:blipFill>
              <a:blip r:embed="rId11"/>
              <a:stretch>
                <a:fillRect/>
              </a:stretch>
            </p:blipFill>
            <p:spPr>
              <a:xfrm>
                <a:off x="5116829" y="418594"/>
                <a:ext cx="667080" cy="1029960"/>
              </a:xfrm>
              <a:prstGeom prst="rect">
                <a:avLst/>
              </a:prstGeom>
            </p:spPr>
          </p:pic>
        </mc:Fallback>
      </mc:AlternateContent>
      <p:grpSp>
        <p:nvGrpSpPr>
          <p:cNvPr id="27" name="Group 26">
            <a:extLst>
              <a:ext uri="{FF2B5EF4-FFF2-40B4-BE49-F238E27FC236}">
                <a16:creationId xmlns:a16="http://schemas.microsoft.com/office/drawing/2014/main" id="{9482A5D7-2D3D-1873-1156-FFB2674CDFBA}"/>
              </a:ext>
            </a:extLst>
          </p:cNvPr>
          <p:cNvGrpSpPr/>
          <p:nvPr/>
        </p:nvGrpSpPr>
        <p:grpSpPr>
          <a:xfrm>
            <a:off x="6474389" y="310594"/>
            <a:ext cx="4482360" cy="1143000"/>
            <a:chOff x="6474389" y="310594"/>
            <a:chExt cx="4482360" cy="1143000"/>
          </a:xfrm>
        </p:grpSpPr>
        <mc:AlternateContent xmlns:mc="http://schemas.openxmlformats.org/markup-compatibility/2006" xmlns:p14="http://schemas.microsoft.com/office/powerpoint/2010/main">
          <mc:Choice Requires="p14">
            <p:contentPart p14:bwMode="auto" r:id="rId12">
              <p14:nvContentPartPr>
                <p14:cNvPr id="25" name="Ink 24">
                  <a:extLst>
                    <a:ext uri="{FF2B5EF4-FFF2-40B4-BE49-F238E27FC236}">
                      <a16:creationId xmlns:a16="http://schemas.microsoft.com/office/drawing/2014/main" id="{EBA88786-4B17-9D44-2C05-EC7CAAA7813A}"/>
                    </a:ext>
                  </a:extLst>
                </p14:cNvPr>
                <p14:cNvContentPartPr/>
                <p14:nvPr/>
              </p14:nvContentPartPr>
              <p14:xfrm>
                <a:off x="6474389" y="390154"/>
                <a:ext cx="2424960" cy="1063440"/>
              </p14:xfrm>
            </p:contentPart>
          </mc:Choice>
          <mc:Fallback xmlns="">
            <p:pic>
              <p:nvPicPr>
                <p:cNvPr id="25" name="Ink 24">
                  <a:extLst>
                    <a:ext uri="{FF2B5EF4-FFF2-40B4-BE49-F238E27FC236}">
                      <a16:creationId xmlns:a16="http://schemas.microsoft.com/office/drawing/2014/main" id="{EBA88786-4B17-9D44-2C05-EC7CAAA7813A}"/>
                    </a:ext>
                  </a:extLst>
                </p:cNvPr>
                <p:cNvPicPr/>
                <p:nvPr/>
              </p:nvPicPr>
              <p:blipFill>
                <a:blip r:embed="rId13"/>
                <a:stretch>
                  <a:fillRect/>
                </a:stretch>
              </p:blipFill>
              <p:spPr>
                <a:xfrm>
                  <a:off x="6411749" y="327514"/>
                  <a:ext cx="2550600" cy="11890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88A925D5-DE1C-B768-3A3D-D64595C6BC8F}"/>
                    </a:ext>
                  </a:extLst>
                </p14:cNvPr>
                <p14:cNvContentPartPr/>
                <p14:nvPr/>
              </p14:nvContentPartPr>
              <p14:xfrm>
                <a:off x="9620429" y="310594"/>
                <a:ext cx="1336320" cy="1042920"/>
              </p14:xfrm>
            </p:contentPart>
          </mc:Choice>
          <mc:Fallback xmlns="">
            <p:pic>
              <p:nvPicPr>
                <p:cNvPr id="26" name="Ink 25">
                  <a:extLst>
                    <a:ext uri="{FF2B5EF4-FFF2-40B4-BE49-F238E27FC236}">
                      <a16:creationId xmlns:a16="http://schemas.microsoft.com/office/drawing/2014/main" id="{88A925D5-DE1C-B768-3A3D-D64595C6BC8F}"/>
                    </a:ext>
                  </a:extLst>
                </p:cNvPr>
                <p:cNvPicPr/>
                <p:nvPr/>
              </p:nvPicPr>
              <p:blipFill>
                <a:blip r:embed="rId15"/>
                <a:stretch>
                  <a:fillRect/>
                </a:stretch>
              </p:blipFill>
              <p:spPr>
                <a:xfrm>
                  <a:off x="9557789" y="247954"/>
                  <a:ext cx="1461960" cy="1168560"/>
                </a:xfrm>
                <a:prstGeom prst="rect">
                  <a:avLst/>
                </a:prstGeom>
              </p:spPr>
            </p:pic>
          </mc:Fallback>
        </mc:AlternateContent>
      </p:grpSp>
    </p:spTree>
    <p:extLst>
      <p:ext uri="{BB962C8B-B14F-4D97-AF65-F5344CB8AC3E}">
        <p14:creationId xmlns:p14="http://schemas.microsoft.com/office/powerpoint/2010/main" val="26890650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ShadCnui</a:t>
            </a:r>
            <a:endParaRPr lang="en-IN" dirty="0"/>
          </a:p>
        </p:txBody>
      </p:sp>
      <p:pic>
        <p:nvPicPr>
          <p:cNvPr id="4" name="Content Placeholder 3"/>
          <p:cNvPicPr>
            <a:picLocks noGrp="1" noChangeAspect="1"/>
          </p:cNvPicPr>
          <p:nvPr>
            <p:ph idx="1"/>
          </p:nvPr>
        </p:nvPicPr>
        <p:blipFill>
          <a:blip r:embed="rId2"/>
          <a:stretch>
            <a:fillRect/>
          </a:stretch>
        </p:blipFill>
        <p:spPr>
          <a:xfrm>
            <a:off x="1086304" y="1431741"/>
            <a:ext cx="9685328" cy="4802309"/>
          </a:xfrm>
          <a:prstGeom prst="rect">
            <a:avLst/>
          </a:prstGeom>
        </p:spPr>
      </p:pic>
    </p:spTree>
    <p:extLst>
      <p:ext uri="{BB962C8B-B14F-4D97-AF65-F5344CB8AC3E}">
        <p14:creationId xmlns:p14="http://schemas.microsoft.com/office/powerpoint/2010/main" val="30742236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028765" y="2336164"/>
            <a:ext cx="9150200" cy="1970660"/>
          </a:xfrm>
          <a:prstGeom prst="rect">
            <a:avLst/>
          </a:prstGeom>
        </p:spPr>
      </p:pic>
      <p:pic>
        <p:nvPicPr>
          <p:cNvPr id="4" name="Picture 3"/>
          <p:cNvPicPr>
            <a:picLocks noChangeAspect="1"/>
          </p:cNvPicPr>
          <p:nvPr/>
        </p:nvPicPr>
        <p:blipFill>
          <a:blip r:embed="rId3"/>
          <a:stretch>
            <a:fillRect/>
          </a:stretch>
        </p:blipFill>
        <p:spPr>
          <a:xfrm>
            <a:off x="1277347" y="336655"/>
            <a:ext cx="8653037" cy="1373334"/>
          </a:xfrm>
          <a:prstGeom prst="rect">
            <a:avLst/>
          </a:prstGeom>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CFEC702E-BB2A-68F5-C256-94964E86210C}"/>
                  </a:ext>
                </a:extLst>
              </p14:cNvPr>
              <p14:cNvContentPartPr/>
              <p14:nvPr/>
            </p14:nvContentPartPr>
            <p14:xfrm>
              <a:off x="2108669" y="1349914"/>
              <a:ext cx="1728360" cy="92160"/>
            </p14:xfrm>
          </p:contentPart>
        </mc:Choice>
        <mc:Fallback xmlns="">
          <p:pic>
            <p:nvPicPr>
              <p:cNvPr id="2" name="Ink 1">
                <a:extLst>
                  <a:ext uri="{FF2B5EF4-FFF2-40B4-BE49-F238E27FC236}">
                    <a16:creationId xmlns:a16="http://schemas.microsoft.com/office/drawing/2014/main" id="{CFEC702E-BB2A-68F5-C256-94964E86210C}"/>
                  </a:ext>
                </a:extLst>
              </p:cNvPr>
              <p:cNvPicPr/>
              <p:nvPr/>
            </p:nvPicPr>
            <p:blipFill>
              <a:blip r:embed="rId5"/>
              <a:stretch>
                <a:fillRect/>
              </a:stretch>
            </p:blipFill>
            <p:spPr>
              <a:xfrm>
                <a:off x="2073029" y="1313914"/>
                <a:ext cx="1800000" cy="163800"/>
              </a:xfrm>
              <a:prstGeom prst="rect">
                <a:avLst/>
              </a:prstGeom>
            </p:spPr>
          </p:pic>
        </mc:Fallback>
      </mc:AlternateContent>
    </p:spTree>
    <p:extLst>
      <p:ext uri="{BB962C8B-B14F-4D97-AF65-F5344CB8AC3E}">
        <p14:creationId xmlns:p14="http://schemas.microsoft.com/office/powerpoint/2010/main" val="246364498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3856" y="826738"/>
            <a:ext cx="10646690" cy="4833398"/>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ACB67D3-0916-CAAD-AE37-FD5A31CDDAC8}"/>
                  </a:ext>
                </a:extLst>
              </p14:cNvPr>
              <p14:cNvContentPartPr/>
              <p14:nvPr/>
            </p14:nvContentPartPr>
            <p14:xfrm>
              <a:off x="813749" y="2905474"/>
              <a:ext cx="1315800" cy="257040"/>
            </p14:xfrm>
          </p:contentPart>
        </mc:Choice>
        <mc:Fallback xmlns="">
          <p:pic>
            <p:nvPicPr>
              <p:cNvPr id="2" name="Ink 1">
                <a:extLst>
                  <a:ext uri="{FF2B5EF4-FFF2-40B4-BE49-F238E27FC236}">
                    <a16:creationId xmlns:a16="http://schemas.microsoft.com/office/drawing/2014/main" id="{FACB67D3-0916-CAAD-AE37-FD5A31CDDAC8}"/>
                  </a:ext>
                </a:extLst>
              </p:cNvPr>
              <p:cNvPicPr/>
              <p:nvPr/>
            </p:nvPicPr>
            <p:blipFill>
              <a:blip r:embed="rId4"/>
              <a:stretch>
                <a:fillRect/>
              </a:stretch>
            </p:blipFill>
            <p:spPr>
              <a:xfrm>
                <a:off x="778109" y="2869474"/>
                <a:ext cx="1387440" cy="328680"/>
              </a:xfrm>
              <a:prstGeom prst="rect">
                <a:avLst/>
              </a:prstGeom>
            </p:spPr>
          </p:pic>
        </mc:Fallback>
      </mc:AlternateContent>
    </p:spTree>
    <p:extLst>
      <p:ext uri="{BB962C8B-B14F-4D97-AF65-F5344CB8AC3E}">
        <p14:creationId xmlns:p14="http://schemas.microsoft.com/office/powerpoint/2010/main" val="18041475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4" name="Content Placeholder 3"/>
          <p:cNvPicPr>
            <a:picLocks noGrp="1" noChangeAspect="1"/>
          </p:cNvPicPr>
          <p:nvPr>
            <p:ph idx="1"/>
          </p:nvPr>
        </p:nvPicPr>
        <p:blipFill>
          <a:blip r:embed="rId2"/>
          <a:stretch>
            <a:fillRect/>
          </a:stretch>
        </p:blipFill>
        <p:spPr>
          <a:xfrm>
            <a:off x="838200" y="1261872"/>
            <a:ext cx="10950861" cy="4702166"/>
          </a:xfrm>
          <a:prstGeom prst="rect">
            <a:avLst/>
          </a:prstGeom>
        </p:spPr>
      </p:pic>
    </p:spTree>
    <p:extLst>
      <p:ext uri="{BB962C8B-B14F-4D97-AF65-F5344CB8AC3E}">
        <p14:creationId xmlns:p14="http://schemas.microsoft.com/office/powerpoint/2010/main" val="13227893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82804" y="857839"/>
            <a:ext cx="10739915" cy="4383464"/>
          </a:xfrm>
          <a:prstGeom prst="rect">
            <a:avLst/>
          </a:prstGeom>
        </p:spPr>
      </p:pic>
    </p:spTree>
    <p:extLst>
      <p:ext uri="{BB962C8B-B14F-4D97-AF65-F5344CB8AC3E}">
        <p14:creationId xmlns:p14="http://schemas.microsoft.com/office/powerpoint/2010/main" val="37961851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554736" y="1690688"/>
            <a:ext cx="11238429" cy="4258159"/>
          </a:xfrm>
          <a:prstGeom prst="rect">
            <a:avLst/>
          </a:prstGeom>
        </p:spPr>
      </p:pic>
    </p:spTree>
    <p:extLst>
      <p:ext uri="{BB962C8B-B14F-4D97-AF65-F5344CB8AC3E}">
        <p14:creationId xmlns:p14="http://schemas.microsoft.com/office/powerpoint/2010/main" val="161711936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75692" y="2567380"/>
            <a:ext cx="11640615" cy="3110747"/>
          </a:xfrm>
          <a:prstGeom prst="rect">
            <a:avLst/>
          </a:prstGeom>
        </p:spPr>
      </p:pic>
    </p:spTree>
    <p:extLst>
      <p:ext uri="{BB962C8B-B14F-4D97-AF65-F5344CB8AC3E}">
        <p14:creationId xmlns:p14="http://schemas.microsoft.com/office/powerpoint/2010/main" val="12904017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25288" y="1690688"/>
            <a:ext cx="9003564" cy="4262367"/>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CEC28F6F-95D2-18D8-DB15-A4AB0EEA73D0}"/>
                  </a:ext>
                </a:extLst>
              </p14:cNvPr>
              <p14:cNvContentPartPr/>
              <p14:nvPr/>
            </p14:nvContentPartPr>
            <p14:xfrm>
              <a:off x="422429" y="545674"/>
              <a:ext cx="310680" cy="370440"/>
            </p14:xfrm>
          </p:contentPart>
        </mc:Choice>
        <mc:Fallback xmlns="">
          <p:pic>
            <p:nvPicPr>
              <p:cNvPr id="12" name="Ink 11">
                <a:extLst>
                  <a:ext uri="{FF2B5EF4-FFF2-40B4-BE49-F238E27FC236}">
                    <a16:creationId xmlns:a16="http://schemas.microsoft.com/office/drawing/2014/main" id="{CEC28F6F-95D2-18D8-DB15-A4AB0EEA73D0}"/>
                  </a:ext>
                </a:extLst>
              </p:cNvPr>
              <p:cNvPicPr/>
              <p:nvPr/>
            </p:nvPicPr>
            <p:blipFill>
              <a:blip r:embed="rId4"/>
              <a:stretch>
                <a:fillRect/>
              </a:stretch>
            </p:blipFill>
            <p:spPr>
              <a:xfrm>
                <a:off x="404789" y="528034"/>
                <a:ext cx="346320" cy="406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519B232C-6D55-0CDA-FF65-E2756AD56D17}"/>
                  </a:ext>
                </a:extLst>
              </p14:cNvPr>
              <p14:cNvContentPartPr/>
              <p14:nvPr/>
            </p14:nvContentPartPr>
            <p14:xfrm>
              <a:off x="573989" y="358474"/>
              <a:ext cx="117000" cy="78120"/>
            </p14:xfrm>
          </p:contentPart>
        </mc:Choice>
        <mc:Fallback xmlns="">
          <p:pic>
            <p:nvPicPr>
              <p:cNvPr id="13" name="Ink 12">
                <a:extLst>
                  <a:ext uri="{FF2B5EF4-FFF2-40B4-BE49-F238E27FC236}">
                    <a16:creationId xmlns:a16="http://schemas.microsoft.com/office/drawing/2014/main" id="{519B232C-6D55-0CDA-FF65-E2756AD56D17}"/>
                  </a:ext>
                </a:extLst>
              </p:cNvPr>
              <p:cNvPicPr/>
              <p:nvPr/>
            </p:nvPicPr>
            <p:blipFill>
              <a:blip r:embed="rId6"/>
              <a:stretch>
                <a:fillRect/>
              </a:stretch>
            </p:blipFill>
            <p:spPr>
              <a:xfrm>
                <a:off x="555989" y="340834"/>
                <a:ext cx="15264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1A269218-222E-E2EA-77AF-B1640672ECF3}"/>
                  </a:ext>
                </a:extLst>
              </p14:cNvPr>
              <p14:cNvContentPartPr/>
              <p14:nvPr/>
            </p14:nvContentPartPr>
            <p14:xfrm>
              <a:off x="652109" y="480514"/>
              <a:ext cx="877680" cy="344160"/>
            </p14:xfrm>
          </p:contentPart>
        </mc:Choice>
        <mc:Fallback xmlns="">
          <p:pic>
            <p:nvPicPr>
              <p:cNvPr id="14" name="Ink 13">
                <a:extLst>
                  <a:ext uri="{FF2B5EF4-FFF2-40B4-BE49-F238E27FC236}">
                    <a16:creationId xmlns:a16="http://schemas.microsoft.com/office/drawing/2014/main" id="{1A269218-222E-E2EA-77AF-B1640672ECF3}"/>
                  </a:ext>
                </a:extLst>
              </p:cNvPr>
              <p:cNvPicPr/>
              <p:nvPr/>
            </p:nvPicPr>
            <p:blipFill>
              <a:blip r:embed="rId8"/>
              <a:stretch>
                <a:fillRect/>
              </a:stretch>
            </p:blipFill>
            <p:spPr>
              <a:xfrm>
                <a:off x="634469" y="462874"/>
                <a:ext cx="91332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9E002077-62FA-4A05-5E78-50C9DAA82F14}"/>
                  </a:ext>
                </a:extLst>
              </p14:cNvPr>
              <p14:cNvContentPartPr/>
              <p14:nvPr/>
            </p14:nvContentPartPr>
            <p14:xfrm>
              <a:off x="1718429" y="355954"/>
              <a:ext cx="34920" cy="547560"/>
            </p14:xfrm>
          </p:contentPart>
        </mc:Choice>
        <mc:Fallback xmlns="">
          <p:pic>
            <p:nvPicPr>
              <p:cNvPr id="15" name="Ink 14">
                <a:extLst>
                  <a:ext uri="{FF2B5EF4-FFF2-40B4-BE49-F238E27FC236}">
                    <a16:creationId xmlns:a16="http://schemas.microsoft.com/office/drawing/2014/main" id="{9E002077-62FA-4A05-5E78-50C9DAA82F14}"/>
                  </a:ext>
                </a:extLst>
              </p:cNvPr>
              <p:cNvPicPr/>
              <p:nvPr/>
            </p:nvPicPr>
            <p:blipFill>
              <a:blip r:embed="rId10"/>
              <a:stretch>
                <a:fillRect/>
              </a:stretch>
            </p:blipFill>
            <p:spPr>
              <a:xfrm>
                <a:off x="1700429" y="338314"/>
                <a:ext cx="70560" cy="583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5206EDCF-D4C7-E207-6BBC-C3C940E21403}"/>
                  </a:ext>
                </a:extLst>
              </p14:cNvPr>
              <p14:cNvContentPartPr/>
              <p14:nvPr/>
            </p14:nvContentPartPr>
            <p14:xfrm>
              <a:off x="1590629" y="188554"/>
              <a:ext cx="1581840" cy="695520"/>
            </p14:xfrm>
          </p:contentPart>
        </mc:Choice>
        <mc:Fallback xmlns="">
          <p:pic>
            <p:nvPicPr>
              <p:cNvPr id="16" name="Ink 15">
                <a:extLst>
                  <a:ext uri="{FF2B5EF4-FFF2-40B4-BE49-F238E27FC236}">
                    <a16:creationId xmlns:a16="http://schemas.microsoft.com/office/drawing/2014/main" id="{5206EDCF-D4C7-E207-6BBC-C3C940E21403}"/>
                  </a:ext>
                </a:extLst>
              </p:cNvPr>
              <p:cNvPicPr/>
              <p:nvPr/>
            </p:nvPicPr>
            <p:blipFill>
              <a:blip r:embed="rId12"/>
              <a:stretch>
                <a:fillRect/>
              </a:stretch>
            </p:blipFill>
            <p:spPr>
              <a:xfrm>
                <a:off x="1572629" y="170554"/>
                <a:ext cx="1617480" cy="731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FEC81B58-9B5A-59F1-73EA-94618C5D74F7}"/>
                  </a:ext>
                </a:extLst>
              </p14:cNvPr>
              <p14:cNvContentPartPr/>
              <p14:nvPr/>
            </p14:nvContentPartPr>
            <p14:xfrm>
              <a:off x="3116309" y="134194"/>
              <a:ext cx="126360" cy="153360"/>
            </p14:xfrm>
          </p:contentPart>
        </mc:Choice>
        <mc:Fallback xmlns="">
          <p:pic>
            <p:nvPicPr>
              <p:cNvPr id="17" name="Ink 16">
                <a:extLst>
                  <a:ext uri="{FF2B5EF4-FFF2-40B4-BE49-F238E27FC236}">
                    <a16:creationId xmlns:a16="http://schemas.microsoft.com/office/drawing/2014/main" id="{FEC81B58-9B5A-59F1-73EA-94618C5D74F7}"/>
                  </a:ext>
                </a:extLst>
              </p:cNvPr>
              <p:cNvPicPr/>
              <p:nvPr/>
            </p:nvPicPr>
            <p:blipFill>
              <a:blip r:embed="rId14"/>
              <a:stretch>
                <a:fillRect/>
              </a:stretch>
            </p:blipFill>
            <p:spPr>
              <a:xfrm>
                <a:off x="3098669" y="116554"/>
                <a:ext cx="16200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22B51DCD-9E9B-95AE-23C8-95C847B04092}"/>
                  </a:ext>
                </a:extLst>
              </p14:cNvPr>
              <p14:cNvContentPartPr/>
              <p14:nvPr/>
            </p14:nvContentPartPr>
            <p14:xfrm>
              <a:off x="3037469" y="428674"/>
              <a:ext cx="1045080" cy="777600"/>
            </p14:xfrm>
          </p:contentPart>
        </mc:Choice>
        <mc:Fallback xmlns="">
          <p:pic>
            <p:nvPicPr>
              <p:cNvPr id="18" name="Ink 17">
                <a:extLst>
                  <a:ext uri="{FF2B5EF4-FFF2-40B4-BE49-F238E27FC236}">
                    <a16:creationId xmlns:a16="http://schemas.microsoft.com/office/drawing/2014/main" id="{22B51DCD-9E9B-95AE-23C8-95C847B04092}"/>
                  </a:ext>
                </a:extLst>
              </p:cNvPr>
              <p:cNvPicPr/>
              <p:nvPr/>
            </p:nvPicPr>
            <p:blipFill>
              <a:blip r:embed="rId16"/>
              <a:stretch>
                <a:fillRect/>
              </a:stretch>
            </p:blipFill>
            <p:spPr>
              <a:xfrm>
                <a:off x="3019469" y="410674"/>
                <a:ext cx="1080720" cy="813240"/>
              </a:xfrm>
              <a:prstGeom prst="rect">
                <a:avLst/>
              </a:prstGeom>
            </p:spPr>
          </p:pic>
        </mc:Fallback>
      </mc:AlternateContent>
      <p:grpSp>
        <p:nvGrpSpPr>
          <p:cNvPr id="26" name="Group 25">
            <a:extLst>
              <a:ext uri="{FF2B5EF4-FFF2-40B4-BE49-F238E27FC236}">
                <a16:creationId xmlns:a16="http://schemas.microsoft.com/office/drawing/2014/main" id="{AB7A2FC0-558C-2FB8-1B2B-90DEF4A55BAC}"/>
              </a:ext>
            </a:extLst>
          </p:cNvPr>
          <p:cNvGrpSpPr/>
          <p:nvPr/>
        </p:nvGrpSpPr>
        <p:grpSpPr>
          <a:xfrm>
            <a:off x="4771589" y="227074"/>
            <a:ext cx="3910320" cy="921600"/>
            <a:chOff x="4771589" y="227074"/>
            <a:chExt cx="3910320" cy="921600"/>
          </a:xfrm>
        </p:grpSpPr>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C5B5DEE4-8647-DCA3-8DA8-01EDAE5BE6AB}"/>
                    </a:ext>
                  </a:extLst>
                </p14:cNvPr>
                <p14:cNvContentPartPr/>
                <p14:nvPr/>
              </p14:nvContentPartPr>
              <p14:xfrm>
                <a:off x="4771589" y="227074"/>
                <a:ext cx="474480" cy="737280"/>
              </p14:xfrm>
            </p:contentPart>
          </mc:Choice>
          <mc:Fallback xmlns="">
            <p:pic>
              <p:nvPicPr>
                <p:cNvPr id="19" name="Ink 18">
                  <a:extLst>
                    <a:ext uri="{FF2B5EF4-FFF2-40B4-BE49-F238E27FC236}">
                      <a16:creationId xmlns:a16="http://schemas.microsoft.com/office/drawing/2014/main" id="{C5B5DEE4-8647-DCA3-8DA8-01EDAE5BE6AB}"/>
                    </a:ext>
                  </a:extLst>
                </p:cNvPr>
                <p:cNvPicPr/>
                <p:nvPr/>
              </p:nvPicPr>
              <p:blipFill>
                <a:blip r:embed="rId18"/>
                <a:stretch>
                  <a:fillRect/>
                </a:stretch>
              </p:blipFill>
              <p:spPr>
                <a:xfrm>
                  <a:off x="4753949" y="209074"/>
                  <a:ext cx="510120" cy="772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0694B1D6-0E6E-6974-5681-C9D3DAE7F3B3}"/>
                    </a:ext>
                  </a:extLst>
                </p14:cNvPr>
                <p14:cNvContentPartPr/>
                <p14:nvPr/>
              </p14:nvContentPartPr>
              <p14:xfrm>
                <a:off x="5370629" y="330754"/>
                <a:ext cx="1411200" cy="789840"/>
              </p14:xfrm>
            </p:contentPart>
          </mc:Choice>
          <mc:Fallback xmlns="">
            <p:pic>
              <p:nvPicPr>
                <p:cNvPr id="20" name="Ink 19">
                  <a:extLst>
                    <a:ext uri="{FF2B5EF4-FFF2-40B4-BE49-F238E27FC236}">
                      <a16:creationId xmlns:a16="http://schemas.microsoft.com/office/drawing/2014/main" id="{0694B1D6-0E6E-6974-5681-C9D3DAE7F3B3}"/>
                    </a:ext>
                  </a:extLst>
                </p:cNvPr>
                <p:cNvPicPr/>
                <p:nvPr/>
              </p:nvPicPr>
              <p:blipFill>
                <a:blip r:embed="rId20"/>
                <a:stretch>
                  <a:fillRect/>
                </a:stretch>
              </p:blipFill>
              <p:spPr>
                <a:xfrm>
                  <a:off x="5352629" y="313114"/>
                  <a:ext cx="1446840" cy="825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Ink 21">
                  <a:extLst>
                    <a:ext uri="{FF2B5EF4-FFF2-40B4-BE49-F238E27FC236}">
                      <a16:creationId xmlns:a16="http://schemas.microsoft.com/office/drawing/2014/main" id="{2DD92D39-0F78-C3A7-4A25-D47CBF9FB322}"/>
                    </a:ext>
                  </a:extLst>
                </p14:cNvPr>
                <p14:cNvContentPartPr/>
                <p14:nvPr/>
              </p14:nvContentPartPr>
              <p14:xfrm>
                <a:off x="6861029" y="690394"/>
                <a:ext cx="889560" cy="458280"/>
              </p14:xfrm>
            </p:contentPart>
          </mc:Choice>
          <mc:Fallback xmlns="">
            <p:pic>
              <p:nvPicPr>
                <p:cNvPr id="22" name="Ink 21">
                  <a:extLst>
                    <a:ext uri="{FF2B5EF4-FFF2-40B4-BE49-F238E27FC236}">
                      <a16:creationId xmlns:a16="http://schemas.microsoft.com/office/drawing/2014/main" id="{2DD92D39-0F78-C3A7-4A25-D47CBF9FB322}"/>
                    </a:ext>
                  </a:extLst>
                </p:cNvPr>
                <p:cNvPicPr/>
                <p:nvPr/>
              </p:nvPicPr>
              <p:blipFill>
                <a:blip r:embed="rId22"/>
                <a:stretch>
                  <a:fillRect/>
                </a:stretch>
              </p:blipFill>
              <p:spPr>
                <a:xfrm>
                  <a:off x="6843029" y="672754"/>
                  <a:ext cx="925200" cy="493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 name="Ink 22">
                  <a:extLst>
                    <a:ext uri="{FF2B5EF4-FFF2-40B4-BE49-F238E27FC236}">
                      <a16:creationId xmlns:a16="http://schemas.microsoft.com/office/drawing/2014/main" id="{F3A6BBFD-1808-382F-988C-0D2F856BFBE6}"/>
                    </a:ext>
                  </a:extLst>
                </p14:cNvPr>
                <p14:cNvContentPartPr/>
                <p14:nvPr/>
              </p14:nvContentPartPr>
              <p14:xfrm>
                <a:off x="8049029" y="708034"/>
                <a:ext cx="504720" cy="395640"/>
              </p14:xfrm>
            </p:contentPart>
          </mc:Choice>
          <mc:Fallback xmlns="">
            <p:pic>
              <p:nvPicPr>
                <p:cNvPr id="23" name="Ink 22">
                  <a:extLst>
                    <a:ext uri="{FF2B5EF4-FFF2-40B4-BE49-F238E27FC236}">
                      <a16:creationId xmlns:a16="http://schemas.microsoft.com/office/drawing/2014/main" id="{F3A6BBFD-1808-382F-988C-0D2F856BFBE6}"/>
                    </a:ext>
                  </a:extLst>
                </p:cNvPr>
                <p:cNvPicPr/>
                <p:nvPr/>
              </p:nvPicPr>
              <p:blipFill>
                <a:blip r:embed="rId24"/>
                <a:stretch>
                  <a:fillRect/>
                </a:stretch>
              </p:blipFill>
              <p:spPr>
                <a:xfrm>
                  <a:off x="8031029" y="690394"/>
                  <a:ext cx="54036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 name="Ink 23">
                  <a:extLst>
                    <a:ext uri="{FF2B5EF4-FFF2-40B4-BE49-F238E27FC236}">
                      <a16:creationId xmlns:a16="http://schemas.microsoft.com/office/drawing/2014/main" id="{288C4EC7-65D0-A614-0554-FCB9EEE62F1D}"/>
                    </a:ext>
                  </a:extLst>
                </p14:cNvPr>
                <p14:cNvContentPartPr/>
                <p14:nvPr/>
              </p14:nvContentPartPr>
              <p14:xfrm>
                <a:off x="8539349" y="325714"/>
                <a:ext cx="142560" cy="180360"/>
              </p14:xfrm>
            </p:contentPart>
          </mc:Choice>
          <mc:Fallback xmlns="">
            <p:pic>
              <p:nvPicPr>
                <p:cNvPr id="24" name="Ink 23">
                  <a:extLst>
                    <a:ext uri="{FF2B5EF4-FFF2-40B4-BE49-F238E27FC236}">
                      <a16:creationId xmlns:a16="http://schemas.microsoft.com/office/drawing/2014/main" id="{288C4EC7-65D0-A614-0554-FCB9EEE62F1D}"/>
                    </a:ext>
                  </a:extLst>
                </p:cNvPr>
                <p:cNvPicPr/>
                <p:nvPr/>
              </p:nvPicPr>
              <p:blipFill>
                <a:blip r:embed="rId26"/>
                <a:stretch>
                  <a:fillRect/>
                </a:stretch>
              </p:blipFill>
              <p:spPr>
                <a:xfrm>
                  <a:off x="8521349" y="308074"/>
                  <a:ext cx="178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15AAA489-1AD1-E461-61B5-3F120F962D36}"/>
                    </a:ext>
                  </a:extLst>
                </p14:cNvPr>
                <p14:cNvContentPartPr/>
                <p14:nvPr/>
              </p14:nvContentPartPr>
              <p14:xfrm>
                <a:off x="8553029" y="748354"/>
                <a:ext cx="45720" cy="311400"/>
              </p14:xfrm>
            </p:contentPart>
          </mc:Choice>
          <mc:Fallback xmlns="">
            <p:pic>
              <p:nvPicPr>
                <p:cNvPr id="25" name="Ink 24">
                  <a:extLst>
                    <a:ext uri="{FF2B5EF4-FFF2-40B4-BE49-F238E27FC236}">
                      <a16:creationId xmlns:a16="http://schemas.microsoft.com/office/drawing/2014/main" id="{15AAA489-1AD1-E461-61B5-3F120F962D36}"/>
                    </a:ext>
                  </a:extLst>
                </p:cNvPr>
                <p:cNvPicPr/>
                <p:nvPr/>
              </p:nvPicPr>
              <p:blipFill>
                <a:blip r:embed="rId28"/>
                <a:stretch>
                  <a:fillRect/>
                </a:stretch>
              </p:blipFill>
              <p:spPr>
                <a:xfrm>
                  <a:off x="8535029" y="730354"/>
                  <a:ext cx="81360" cy="347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27" name="Ink 26">
                <a:extLst>
                  <a:ext uri="{FF2B5EF4-FFF2-40B4-BE49-F238E27FC236}">
                    <a16:creationId xmlns:a16="http://schemas.microsoft.com/office/drawing/2014/main" id="{35F86CD2-C6E9-52BA-7C53-CA587575DC14}"/>
                  </a:ext>
                </a:extLst>
              </p14:cNvPr>
              <p14:cNvContentPartPr/>
              <p14:nvPr/>
            </p14:nvContentPartPr>
            <p14:xfrm>
              <a:off x="4222589" y="2741674"/>
              <a:ext cx="1814760" cy="308160"/>
            </p14:xfrm>
          </p:contentPart>
        </mc:Choice>
        <mc:Fallback xmlns="">
          <p:pic>
            <p:nvPicPr>
              <p:cNvPr id="27" name="Ink 26">
                <a:extLst>
                  <a:ext uri="{FF2B5EF4-FFF2-40B4-BE49-F238E27FC236}">
                    <a16:creationId xmlns:a16="http://schemas.microsoft.com/office/drawing/2014/main" id="{35F86CD2-C6E9-52BA-7C53-CA587575DC14}"/>
                  </a:ext>
                </a:extLst>
              </p:cNvPr>
              <p:cNvPicPr/>
              <p:nvPr/>
            </p:nvPicPr>
            <p:blipFill>
              <a:blip r:embed="rId30"/>
              <a:stretch>
                <a:fillRect/>
              </a:stretch>
            </p:blipFill>
            <p:spPr>
              <a:xfrm>
                <a:off x="4204589" y="2723674"/>
                <a:ext cx="185040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1" name="Ink 30">
                <a:extLst>
                  <a:ext uri="{FF2B5EF4-FFF2-40B4-BE49-F238E27FC236}">
                    <a16:creationId xmlns:a16="http://schemas.microsoft.com/office/drawing/2014/main" id="{0A6977D0-7556-41C0-35A0-FBC7EF399E4C}"/>
                  </a:ext>
                </a:extLst>
              </p14:cNvPr>
              <p14:cNvContentPartPr/>
              <p14:nvPr/>
            </p14:nvContentPartPr>
            <p14:xfrm>
              <a:off x="4161389" y="2762914"/>
              <a:ext cx="1634400" cy="286200"/>
            </p14:xfrm>
          </p:contentPart>
        </mc:Choice>
        <mc:Fallback xmlns="">
          <p:pic>
            <p:nvPicPr>
              <p:cNvPr id="31" name="Ink 30">
                <a:extLst>
                  <a:ext uri="{FF2B5EF4-FFF2-40B4-BE49-F238E27FC236}">
                    <a16:creationId xmlns:a16="http://schemas.microsoft.com/office/drawing/2014/main" id="{0A6977D0-7556-41C0-35A0-FBC7EF399E4C}"/>
                  </a:ext>
                </a:extLst>
              </p:cNvPr>
              <p:cNvPicPr/>
              <p:nvPr/>
            </p:nvPicPr>
            <p:blipFill>
              <a:blip r:embed="rId32"/>
              <a:stretch>
                <a:fillRect/>
              </a:stretch>
            </p:blipFill>
            <p:spPr>
              <a:xfrm>
                <a:off x="4143749" y="2744914"/>
                <a:ext cx="1670040" cy="321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2" name="Ink 31">
                <a:extLst>
                  <a:ext uri="{FF2B5EF4-FFF2-40B4-BE49-F238E27FC236}">
                    <a16:creationId xmlns:a16="http://schemas.microsoft.com/office/drawing/2014/main" id="{5BC35C90-FEA6-33C3-C24F-99D645976FE6}"/>
                  </a:ext>
                </a:extLst>
              </p14:cNvPr>
              <p14:cNvContentPartPr/>
              <p14:nvPr/>
            </p14:nvContentPartPr>
            <p14:xfrm>
              <a:off x="4129349" y="1515514"/>
              <a:ext cx="3092040" cy="492840"/>
            </p14:xfrm>
          </p:contentPart>
        </mc:Choice>
        <mc:Fallback xmlns="">
          <p:pic>
            <p:nvPicPr>
              <p:cNvPr id="32" name="Ink 31">
                <a:extLst>
                  <a:ext uri="{FF2B5EF4-FFF2-40B4-BE49-F238E27FC236}">
                    <a16:creationId xmlns:a16="http://schemas.microsoft.com/office/drawing/2014/main" id="{5BC35C90-FEA6-33C3-C24F-99D645976FE6}"/>
                  </a:ext>
                </a:extLst>
              </p:cNvPr>
              <p:cNvPicPr/>
              <p:nvPr/>
            </p:nvPicPr>
            <p:blipFill>
              <a:blip r:embed="rId34"/>
              <a:stretch>
                <a:fillRect/>
              </a:stretch>
            </p:blipFill>
            <p:spPr>
              <a:xfrm>
                <a:off x="4111709" y="1497514"/>
                <a:ext cx="3127680" cy="528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4" name="Ink 33">
                <a:extLst>
                  <a:ext uri="{FF2B5EF4-FFF2-40B4-BE49-F238E27FC236}">
                    <a16:creationId xmlns:a16="http://schemas.microsoft.com/office/drawing/2014/main" id="{67E8F69D-E6F5-0CA3-D265-232FE8DA539F}"/>
                  </a:ext>
                </a:extLst>
              </p14:cNvPr>
              <p14:cNvContentPartPr/>
              <p14:nvPr/>
            </p14:nvContentPartPr>
            <p14:xfrm>
              <a:off x="5077949" y="4963234"/>
              <a:ext cx="934920" cy="743040"/>
            </p14:xfrm>
          </p:contentPart>
        </mc:Choice>
        <mc:Fallback xmlns="">
          <p:pic>
            <p:nvPicPr>
              <p:cNvPr id="34" name="Ink 33">
                <a:extLst>
                  <a:ext uri="{FF2B5EF4-FFF2-40B4-BE49-F238E27FC236}">
                    <a16:creationId xmlns:a16="http://schemas.microsoft.com/office/drawing/2014/main" id="{67E8F69D-E6F5-0CA3-D265-232FE8DA539F}"/>
                  </a:ext>
                </a:extLst>
              </p:cNvPr>
              <p:cNvPicPr/>
              <p:nvPr/>
            </p:nvPicPr>
            <p:blipFill>
              <a:blip r:embed="rId36"/>
              <a:stretch>
                <a:fillRect/>
              </a:stretch>
            </p:blipFill>
            <p:spPr>
              <a:xfrm>
                <a:off x="5060309" y="4945234"/>
                <a:ext cx="970560" cy="778680"/>
              </a:xfrm>
              <a:prstGeom prst="rect">
                <a:avLst/>
              </a:prstGeom>
            </p:spPr>
          </p:pic>
        </mc:Fallback>
      </mc:AlternateContent>
    </p:spTree>
    <p:extLst>
      <p:ext uri="{BB962C8B-B14F-4D97-AF65-F5344CB8AC3E}">
        <p14:creationId xmlns:p14="http://schemas.microsoft.com/office/powerpoint/2010/main" val="236936396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after adding all these…</a:t>
            </a:r>
            <a:endParaRPr lang="en-IN" dirty="0"/>
          </a:p>
        </p:txBody>
      </p:sp>
      <p:sp>
        <p:nvSpPr>
          <p:cNvPr id="3" name="Content Placeholder 2"/>
          <p:cNvSpPr>
            <a:spLocks noGrp="1"/>
          </p:cNvSpPr>
          <p:nvPr>
            <p:ph idx="1"/>
          </p:nvPr>
        </p:nvSpPr>
        <p:spPr/>
        <p:txBody>
          <a:bodyPr/>
          <a:lstStyle/>
          <a:p>
            <a:r>
              <a:rPr lang="en-US" dirty="0"/>
              <a:t>We can start adding components in our project and start using </a:t>
            </a:r>
            <a:r>
              <a:rPr lang="en-US" dirty="0" err="1"/>
              <a:t>shadcn</a:t>
            </a:r>
            <a:r>
              <a:rPr lang="en-US" dirty="0"/>
              <a:t> </a:t>
            </a:r>
            <a:r>
              <a:rPr lang="en-US" dirty="0" err="1"/>
              <a:t>ui</a:t>
            </a:r>
            <a:r>
              <a:rPr lang="en-US" dirty="0"/>
              <a:t> components</a:t>
            </a:r>
            <a:endParaRPr lang="en-IN" dirty="0"/>
          </a:p>
        </p:txBody>
      </p:sp>
    </p:spTree>
    <p:extLst>
      <p:ext uri="{BB962C8B-B14F-4D97-AF65-F5344CB8AC3E}">
        <p14:creationId xmlns:p14="http://schemas.microsoft.com/office/powerpoint/2010/main" val="36125756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Adding button</a:t>
            </a:r>
            <a:endParaRPr lang="en-IN" dirty="0"/>
          </a:p>
        </p:txBody>
      </p:sp>
      <p:pic>
        <p:nvPicPr>
          <p:cNvPr id="4" name="Content Placeholder 3"/>
          <p:cNvPicPr>
            <a:picLocks noGrp="1" noChangeAspect="1"/>
          </p:cNvPicPr>
          <p:nvPr>
            <p:ph idx="1"/>
          </p:nvPr>
        </p:nvPicPr>
        <p:blipFill rotWithShape="1">
          <a:blip r:embed="rId2"/>
          <a:srcRect l="8931" t="40314" r="12450" b="4808"/>
          <a:stretch/>
        </p:blipFill>
        <p:spPr>
          <a:xfrm>
            <a:off x="513872" y="1871088"/>
            <a:ext cx="8961120" cy="1356744"/>
          </a:xfrm>
          <a:prstGeom prst="rect">
            <a:avLst/>
          </a:prstGeom>
        </p:spPr>
      </p:pic>
      <p:pic>
        <p:nvPicPr>
          <p:cNvPr id="5" name="Picture 4"/>
          <p:cNvPicPr>
            <a:picLocks noChangeAspect="1"/>
          </p:cNvPicPr>
          <p:nvPr/>
        </p:nvPicPr>
        <p:blipFill>
          <a:blip r:embed="rId3"/>
          <a:stretch>
            <a:fillRect/>
          </a:stretch>
        </p:blipFill>
        <p:spPr>
          <a:xfrm>
            <a:off x="8355134" y="365125"/>
            <a:ext cx="3559497" cy="6381877"/>
          </a:xfrm>
          <a:prstGeom prst="rect">
            <a:avLst/>
          </a:prstGeom>
        </p:spPr>
      </p:pic>
      <p:cxnSp>
        <p:nvCxnSpPr>
          <p:cNvPr id="7" name="Straight Arrow Connector 6"/>
          <p:cNvCxnSpPr/>
          <p:nvPr/>
        </p:nvCxnSpPr>
        <p:spPr>
          <a:xfrm>
            <a:off x="4261104" y="1027906"/>
            <a:ext cx="4809744" cy="1642142"/>
          </a:xfrm>
          <a:prstGeom prst="straightConnector1">
            <a:avLst/>
          </a:prstGeom>
          <a:ln w="76200">
            <a:tailEnd type="triangle"/>
          </a:ln>
          <a:effectLst>
            <a:glow rad="228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52629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0184" y="265176"/>
            <a:ext cx="10515600" cy="876872"/>
          </a:xfrm>
        </p:spPr>
        <p:txBody>
          <a:bodyPr/>
          <a:lstStyle/>
          <a:p>
            <a:r>
              <a:rPr lang="en-US" dirty="0"/>
              <a:t>Sample running of localhost:5173</a:t>
            </a:r>
            <a:endParaRPr lang="en-IN" dirty="0"/>
          </a:p>
        </p:txBody>
      </p:sp>
      <p:pic>
        <p:nvPicPr>
          <p:cNvPr id="4" name="Content Placeholder 3"/>
          <p:cNvPicPr>
            <a:picLocks noGrp="1" noChangeAspect="1"/>
          </p:cNvPicPr>
          <p:nvPr>
            <p:ph idx="1"/>
          </p:nvPr>
        </p:nvPicPr>
        <p:blipFill>
          <a:blip r:embed="rId2"/>
          <a:stretch>
            <a:fillRect/>
          </a:stretch>
        </p:blipFill>
        <p:spPr>
          <a:xfrm>
            <a:off x="1202285" y="1234440"/>
            <a:ext cx="8541152" cy="5317427"/>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0618C36-FDB1-09FC-E64C-E2931F0BFCB3}"/>
                  </a:ext>
                </a:extLst>
              </p14:cNvPr>
              <p14:cNvContentPartPr/>
              <p14:nvPr/>
            </p14:nvContentPartPr>
            <p14:xfrm>
              <a:off x="909869" y="1267114"/>
              <a:ext cx="312840" cy="4678200"/>
            </p14:xfrm>
          </p:contentPart>
        </mc:Choice>
        <mc:Fallback xmlns="">
          <p:pic>
            <p:nvPicPr>
              <p:cNvPr id="3" name="Ink 2">
                <a:extLst>
                  <a:ext uri="{FF2B5EF4-FFF2-40B4-BE49-F238E27FC236}">
                    <a16:creationId xmlns:a16="http://schemas.microsoft.com/office/drawing/2014/main" id="{40618C36-FDB1-09FC-E64C-E2931F0BFCB3}"/>
                  </a:ext>
                </a:extLst>
              </p:cNvPr>
              <p:cNvPicPr/>
              <p:nvPr/>
            </p:nvPicPr>
            <p:blipFill>
              <a:blip r:embed="rId4"/>
              <a:stretch>
                <a:fillRect/>
              </a:stretch>
            </p:blipFill>
            <p:spPr>
              <a:xfrm>
                <a:off x="891869" y="1249474"/>
                <a:ext cx="348480" cy="47138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7C60009-2A00-D5EE-5479-ED31DEA05732}"/>
                  </a:ext>
                </a:extLst>
              </p14:cNvPr>
              <p14:cNvContentPartPr/>
              <p14:nvPr/>
            </p14:nvContentPartPr>
            <p14:xfrm>
              <a:off x="886109" y="1017994"/>
              <a:ext cx="9374400" cy="5103720"/>
            </p14:xfrm>
          </p:contentPart>
        </mc:Choice>
        <mc:Fallback xmlns="">
          <p:pic>
            <p:nvPicPr>
              <p:cNvPr id="5" name="Ink 4">
                <a:extLst>
                  <a:ext uri="{FF2B5EF4-FFF2-40B4-BE49-F238E27FC236}">
                    <a16:creationId xmlns:a16="http://schemas.microsoft.com/office/drawing/2014/main" id="{87C60009-2A00-D5EE-5479-ED31DEA05732}"/>
                  </a:ext>
                </a:extLst>
              </p:cNvPr>
              <p:cNvPicPr/>
              <p:nvPr/>
            </p:nvPicPr>
            <p:blipFill>
              <a:blip r:embed="rId6"/>
              <a:stretch>
                <a:fillRect/>
              </a:stretch>
            </p:blipFill>
            <p:spPr>
              <a:xfrm>
                <a:off x="868469" y="1000354"/>
                <a:ext cx="9410040" cy="5139360"/>
              </a:xfrm>
              <a:prstGeom prst="rect">
                <a:avLst/>
              </a:prstGeom>
            </p:spPr>
          </p:pic>
        </mc:Fallback>
      </mc:AlternateContent>
    </p:spTree>
    <p:extLst>
      <p:ext uri="{BB962C8B-B14F-4D97-AF65-F5344CB8AC3E}">
        <p14:creationId xmlns:p14="http://schemas.microsoft.com/office/powerpoint/2010/main" val="92041914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949166" y="283464"/>
            <a:ext cx="6289834" cy="739712"/>
          </a:xfrm>
        </p:spPr>
        <p:txBody>
          <a:bodyPr/>
          <a:lstStyle/>
          <a:p>
            <a:r>
              <a:rPr lang="en-US" dirty="0"/>
              <a:t>Testing the button working</a:t>
            </a:r>
            <a:endParaRPr lang="en-IN" dirty="0"/>
          </a:p>
        </p:txBody>
      </p:sp>
      <p:pic>
        <p:nvPicPr>
          <p:cNvPr id="4" name="Content Placeholder 3"/>
          <p:cNvPicPr>
            <a:picLocks noGrp="1" noChangeAspect="1"/>
          </p:cNvPicPr>
          <p:nvPr>
            <p:ph idx="4294967295"/>
          </p:nvPr>
        </p:nvPicPr>
        <p:blipFill rotWithShape="1">
          <a:blip r:embed="rId2"/>
          <a:srcRect b="48034"/>
          <a:stretch/>
        </p:blipFill>
        <p:spPr>
          <a:xfrm>
            <a:off x="7815580" y="1196594"/>
            <a:ext cx="3644900" cy="825500"/>
          </a:xfrm>
          <a:prstGeom prst="rect">
            <a:avLst/>
          </a:prstGeom>
          <a:effectLst>
            <a:glow rad="228600">
              <a:schemeClr val="accent4">
                <a:satMod val="175000"/>
                <a:alpha val="40000"/>
              </a:schemeClr>
            </a:glow>
          </a:effectLst>
        </p:spPr>
      </p:pic>
      <p:pic>
        <p:nvPicPr>
          <p:cNvPr id="7" name="Picture 6"/>
          <p:cNvPicPr>
            <a:picLocks noChangeAspect="1"/>
          </p:cNvPicPr>
          <p:nvPr/>
        </p:nvPicPr>
        <p:blipFill>
          <a:blip r:embed="rId3"/>
          <a:stretch>
            <a:fillRect/>
          </a:stretch>
        </p:blipFill>
        <p:spPr>
          <a:xfrm>
            <a:off x="587638" y="1123442"/>
            <a:ext cx="6651362" cy="5521366"/>
          </a:xfrm>
          <a:prstGeom prst="rect">
            <a:avLst/>
          </a:prstGeom>
        </p:spPr>
      </p:pic>
      <p:sp>
        <p:nvSpPr>
          <p:cNvPr id="8" name="Oval 7"/>
          <p:cNvSpPr/>
          <p:nvPr/>
        </p:nvSpPr>
        <p:spPr>
          <a:xfrm>
            <a:off x="3447288" y="3337560"/>
            <a:ext cx="3054096" cy="502920"/>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p:cNvCxnSpPr/>
          <p:nvPr/>
        </p:nvCxnSpPr>
        <p:spPr>
          <a:xfrm flipV="1">
            <a:off x="6419088" y="2022094"/>
            <a:ext cx="1700784" cy="1566926"/>
          </a:xfrm>
          <a:prstGeom prst="straightConnector1">
            <a:avLst/>
          </a:prstGeom>
          <a:ln w="76200">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65C14380-0826-C7F2-1CF0-C31F88E5EA00}"/>
                  </a:ext>
                </a:extLst>
              </p14:cNvPr>
              <p14:cNvContentPartPr/>
              <p14:nvPr/>
            </p14:nvContentPartPr>
            <p14:xfrm>
              <a:off x="7714949" y="1132834"/>
              <a:ext cx="3762000" cy="1042200"/>
            </p14:xfrm>
          </p:contentPart>
        </mc:Choice>
        <mc:Fallback xmlns="">
          <p:pic>
            <p:nvPicPr>
              <p:cNvPr id="2" name="Ink 1">
                <a:extLst>
                  <a:ext uri="{FF2B5EF4-FFF2-40B4-BE49-F238E27FC236}">
                    <a16:creationId xmlns:a16="http://schemas.microsoft.com/office/drawing/2014/main" id="{65C14380-0826-C7F2-1CF0-C31F88E5EA00}"/>
                  </a:ext>
                </a:extLst>
              </p:cNvPr>
              <p:cNvPicPr/>
              <p:nvPr/>
            </p:nvPicPr>
            <p:blipFill>
              <a:blip r:embed="rId5"/>
              <a:stretch>
                <a:fillRect/>
              </a:stretch>
            </p:blipFill>
            <p:spPr>
              <a:xfrm>
                <a:off x="7696949" y="1115194"/>
                <a:ext cx="3797640" cy="1077840"/>
              </a:xfrm>
              <a:prstGeom prst="rect">
                <a:avLst/>
              </a:prstGeom>
            </p:spPr>
          </p:pic>
        </mc:Fallback>
      </mc:AlternateContent>
    </p:spTree>
    <p:extLst>
      <p:ext uri="{BB962C8B-B14F-4D97-AF65-F5344CB8AC3E}">
        <p14:creationId xmlns:p14="http://schemas.microsoft.com/office/powerpoint/2010/main" val="141668433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287997" y="4044184"/>
            <a:ext cx="7969099" cy="2246887"/>
          </a:xfrm>
          <a:prstGeom prst="rect">
            <a:avLst/>
          </a:prstGeom>
        </p:spPr>
      </p:pic>
      <p:pic>
        <p:nvPicPr>
          <p:cNvPr id="5" name="Picture 4"/>
          <p:cNvPicPr>
            <a:picLocks noChangeAspect="1"/>
          </p:cNvPicPr>
          <p:nvPr/>
        </p:nvPicPr>
        <p:blipFill>
          <a:blip r:embed="rId3"/>
          <a:stretch>
            <a:fillRect/>
          </a:stretch>
        </p:blipFill>
        <p:spPr>
          <a:xfrm>
            <a:off x="3395331" y="416095"/>
            <a:ext cx="4284781" cy="2664484"/>
          </a:xfrm>
          <a:prstGeom prst="rect">
            <a:avLst/>
          </a:prstGeom>
        </p:spPr>
      </p:pic>
      <p:cxnSp>
        <p:nvCxnSpPr>
          <p:cNvPr id="6" name="Straight Arrow Connector 5"/>
          <p:cNvCxnSpPr/>
          <p:nvPr/>
        </p:nvCxnSpPr>
        <p:spPr>
          <a:xfrm flipH="1" flipV="1">
            <a:off x="5614416" y="2286000"/>
            <a:ext cx="2765246" cy="187452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flipV="1">
            <a:off x="5537721" y="2706624"/>
            <a:ext cx="2238827" cy="1524000"/>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BA502EBF-DDF9-863A-B7E1-BB2B011973C3}"/>
              </a:ext>
            </a:extLst>
          </p:cNvPr>
          <p:cNvGrpSpPr/>
          <p:nvPr/>
        </p:nvGrpSpPr>
        <p:grpSpPr>
          <a:xfrm>
            <a:off x="7513349" y="4378594"/>
            <a:ext cx="1190520" cy="150480"/>
            <a:chOff x="7513349" y="4378594"/>
            <a:chExt cx="1190520" cy="150480"/>
          </a:xfrm>
        </p:grpSpPr>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2C6C23FF-233D-F5D7-B1DC-2E37A7FBD343}"/>
                    </a:ext>
                  </a:extLst>
                </p14:cNvPr>
                <p14:cNvContentPartPr/>
                <p14:nvPr/>
              </p14:nvContentPartPr>
              <p14:xfrm>
                <a:off x="7513349" y="4419274"/>
                <a:ext cx="515880" cy="109800"/>
              </p14:xfrm>
            </p:contentPart>
          </mc:Choice>
          <mc:Fallback xmlns="">
            <p:pic>
              <p:nvPicPr>
                <p:cNvPr id="3" name="Ink 2">
                  <a:extLst>
                    <a:ext uri="{FF2B5EF4-FFF2-40B4-BE49-F238E27FC236}">
                      <a16:creationId xmlns:a16="http://schemas.microsoft.com/office/drawing/2014/main" id="{2C6C23FF-233D-F5D7-B1DC-2E37A7FBD343}"/>
                    </a:ext>
                  </a:extLst>
                </p:cNvPr>
                <p:cNvPicPr/>
                <p:nvPr/>
              </p:nvPicPr>
              <p:blipFill>
                <a:blip r:embed="rId5"/>
                <a:stretch>
                  <a:fillRect/>
                </a:stretch>
              </p:blipFill>
              <p:spPr>
                <a:xfrm>
                  <a:off x="7495709" y="4401274"/>
                  <a:ext cx="55152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C994552-194C-A044-2A6E-8CA298CC658A}"/>
                    </a:ext>
                  </a:extLst>
                </p14:cNvPr>
                <p14:cNvContentPartPr/>
                <p14:nvPr/>
              </p14:nvContentPartPr>
              <p14:xfrm>
                <a:off x="8193029" y="4378594"/>
                <a:ext cx="510840" cy="54360"/>
              </p14:xfrm>
            </p:contentPart>
          </mc:Choice>
          <mc:Fallback xmlns="">
            <p:pic>
              <p:nvPicPr>
                <p:cNvPr id="8" name="Ink 7">
                  <a:extLst>
                    <a:ext uri="{FF2B5EF4-FFF2-40B4-BE49-F238E27FC236}">
                      <a16:creationId xmlns:a16="http://schemas.microsoft.com/office/drawing/2014/main" id="{7C994552-194C-A044-2A6E-8CA298CC658A}"/>
                    </a:ext>
                  </a:extLst>
                </p:cNvPr>
                <p:cNvPicPr/>
                <p:nvPr/>
              </p:nvPicPr>
              <p:blipFill>
                <a:blip r:embed="rId7"/>
                <a:stretch>
                  <a:fillRect/>
                </a:stretch>
              </p:blipFill>
              <p:spPr>
                <a:xfrm>
                  <a:off x="8175029" y="4360954"/>
                  <a:ext cx="546480" cy="90000"/>
                </a:xfrm>
                <a:prstGeom prst="rect">
                  <a:avLst/>
                </a:prstGeom>
              </p:spPr>
            </p:pic>
          </mc:Fallback>
        </mc:AlternateContent>
      </p:grpSp>
    </p:spTree>
    <p:extLst>
      <p:ext uri="{BB962C8B-B14F-4D97-AF65-F5344CB8AC3E}">
        <p14:creationId xmlns:p14="http://schemas.microsoft.com/office/powerpoint/2010/main" val="198804098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44262" y="145245"/>
            <a:ext cx="11524650" cy="5896781"/>
          </a:xfrm>
          <a:prstGeom prst="rect">
            <a:avLst/>
          </a:prstGeom>
        </p:spPr>
      </p:pic>
      <p:pic>
        <p:nvPicPr>
          <p:cNvPr id="5" name="Picture 4"/>
          <p:cNvPicPr>
            <a:picLocks noChangeAspect="1"/>
          </p:cNvPicPr>
          <p:nvPr/>
        </p:nvPicPr>
        <p:blipFill rotWithShape="1">
          <a:blip r:embed="rId3"/>
          <a:srcRect l="34076" r="8069"/>
          <a:stretch/>
        </p:blipFill>
        <p:spPr>
          <a:xfrm>
            <a:off x="8312057" y="1215200"/>
            <a:ext cx="3111847" cy="3168813"/>
          </a:xfrm>
          <a:prstGeom prst="rect">
            <a:avLst/>
          </a:prstGeom>
        </p:spPr>
      </p:pic>
      <p:grpSp>
        <p:nvGrpSpPr>
          <p:cNvPr id="9" name="Group 8">
            <a:extLst>
              <a:ext uri="{FF2B5EF4-FFF2-40B4-BE49-F238E27FC236}">
                <a16:creationId xmlns:a16="http://schemas.microsoft.com/office/drawing/2014/main" id="{45B31775-B349-6B62-9AC9-B7AA7141D71E}"/>
              </a:ext>
            </a:extLst>
          </p:cNvPr>
          <p:cNvGrpSpPr/>
          <p:nvPr/>
        </p:nvGrpSpPr>
        <p:grpSpPr>
          <a:xfrm>
            <a:off x="4926029" y="2330194"/>
            <a:ext cx="3569040" cy="221040"/>
            <a:chOff x="4926029" y="2330194"/>
            <a:chExt cx="3569040" cy="221040"/>
          </a:xfrm>
        </p:grpSpPr>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06CF82F-51EE-2EB3-06C5-BF50D99C1667}"/>
                    </a:ext>
                  </a:extLst>
                </p14:cNvPr>
                <p14:cNvContentPartPr/>
                <p14:nvPr/>
              </p14:nvContentPartPr>
              <p14:xfrm>
                <a:off x="4926029" y="2330194"/>
                <a:ext cx="546120" cy="87480"/>
              </p14:xfrm>
            </p:contentPart>
          </mc:Choice>
          <mc:Fallback xmlns="">
            <p:pic>
              <p:nvPicPr>
                <p:cNvPr id="2" name="Ink 1">
                  <a:extLst>
                    <a:ext uri="{FF2B5EF4-FFF2-40B4-BE49-F238E27FC236}">
                      <a16:creationId xmlns:a16="http://schemas.microsoft.com/office/drawing/2014/main" id="{106CF82F-51EE-2EB3-06C5-BF50D99C1667}"/>
                    </a:ext>
                  </a:extLst>
                </p:cNvPr>
                <p:cNvPicPr/>
                <p:nvPr/>
              </p:nvPicPr>
              <p:blipFill>
                <a:blip r:embed="rId5"/>
                <a:stretch>
                  <a:fillRect/>
                </a:stretch>
              </p:blipFill>
              <p:spPr>
                <a:xfrm>
                  <a:off x="4908389" y="2312194"/>
                  <a:ext cx="58176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1E578636-736C-0F0A-FB42-AD675FBD67DB}"/>
                    </a:ext>
                  </a:extLst>
                </p14:cNvPr>
                <p14:cNvContentPartPr/>
                <p14:nvPr/>
              </p14:nvContentPartPr>
              <p14:xfrm>
                <a:off x="5328869" y="2354674"/>
                <a:ext cx="3166200" cy="196560"/>
              </p14:xfrm>
            </p:contentPart>
          </mc:Choice>
          <mc:Fallback xmlns="">
            <p:pic>
              <p:nvPicPr>
                <p:cNvPr id="3" name="Ink 2">
                  <a:extLst>
                    <a:ext uri="{FF2B5EF4-FFF2-40B4-BE49-F238E27FC236}">
                      <a16:creationId xmlns:a16="http://schemas.microsoft.com/office/drawing/2014/main" id="{1E578636-736C-0F0A-FB42-AD675FBD67DB}"/>
                    </a:ext>
                  </a:extLst>
                </p:cNvPr>
                <p:cNvPicPr/>
                <p:nvPr/>
              </p:nvPicPr>
              <p:blipFill>
                <a:blip r:embed="rId7"/>
                <a:stretch>
                  <a:fillRect/>
                </a:stretch>
              </p:blipFill>
              <p:spPr>
                <a:xfrm>
                  <a:off x="5311229" y="2337034"/>
                  <a:ext cx="3201840" cy="232200"/>
                </a:xfrm>
                <a:prstGeom prst="rect">
                  <a:avLst/>
                </a:prstGeom>
              </p:spPr>
            </p:pic>
          </mc:Fallback>
        </mc:AlternateContent>
      </p:grpSp>
      <p:grpSp>
        <p:nvGrpSpPr>
          <p:cNvPr id="8" name="Group 7">
            <a:extLst>
              <a:ext uri="{FF2B5EF4-FFF2-40B4-BE49-F238E27FC236}">
                <a16:creationId xmlns:a16="http://schemas.microsoft.com/office/drawing/2014/main" id="{E73BDA3E-90DE-11BC-FC7E-45D62AF96442}"/>
              </a:ext>
            </a:extLst>
          </p:cNvPr>
          <p:cNvGrpSpPr/>
          <p:nvPr/>
        </p:nvGrpSpPr>
        <p:grpSpPr>
          <a:xfrm>
            <a:off x="4855829" y="3251074"/>
            <a:ext cx="3751920" cy="415800"/>
            <a:chOff x="4855829" y="3251074"/>
            <a:chExt cx="3751920" cy="415800"/>
          </a:xfrm>
        </p:grpSpPr>
        <mc:AlternateContent xmlns:mc="http://schemas.openxmlformats.org/markup-compatibility/2006" xmlns:p14="http://schemas.microsoft.com/office/powerpoint/2010/main">
          <mc:Choice Requires="p14">
            <p:contentPart p14:bwMode="auto" r:id="rId8">
              <p14:nvContentPartPr>
                <p14:cNvPr id="6" name="Ink 5">
                  <a:extLst>
                    <a:ext uri="{FF2B5EF4-FFF2-40B4-BE49-F238E27FC236}">
                      <a16:creationId xmlns:a16="http://schemas.microsoft.com/office/drawing/2014/main" id="{D0F5D04E-B6EF-9D09-0F1B-BE8D65A6022A}"/>
                    </a:ext>
                  </a:extLst>
                </p14:cNvPr>
                <p14:cNvContentPartPr/>
                <p14:nvPr/>
              </p14:nvContentPartPr>
              <p14:xfrm>
                <a:off x="4855829" y="3607114"/>
                <a:ext cx="336960" cy="34920"/>
              </p14:xfrm>
            </p:contentPart>
          </mc:Choice>
          <mc:Fallback xmlns="">
            <p:pic>
              <p:nvPicPr>
                <p:cNvPr id="6" name="Ink 5">
                  <a:extLst>
                    <a:ext uri="{FF2B5EF4-FFF2-40B4-BE49-F238E27FC236}">
                      <a16:creationId xmlns:a16="http://schemas.microsoft.com/office/drawing/2014/main" id="{D0F5D04E-B6EF-9D09-0F1B-BE8D65A6022A}"/>
                    </a:ext>
                  </a:extLst>
                </p:cNvPr>
                <p:cNvPicPr/>
                <p:nvPr/>
              </p:nvPicPr>
              <p:blipFill>
                <a:blip r:embed="rId9"/>
                <a:stretch>
                  <a:fillRect/>
                </a:stretch>
              </p:blipFill>
              <p:spPr>
                <a:xfrm>
                  <a:off x="4838189" y="3589474"/>
                  <a:ext cx="37260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Ink 6">
                  <a:extLst>
                    <a:ext uri="{FF2B5EF4-FFF2-40B4-BE49-F238E27FC236}">
                      <a16:creationId xmlns:a16="http://schemas.microsoft.com/office/drawing/2014/main" id="{4940B99E-96BA-2C4F-9EFC-6024D53F79A3}"/>
                    </a:ext>
                  </a:extLst>
                </p14:cNvPr>
                <p14:cNvContentPartPr/>
                <p14:nvPr/>
              </p14:nvContentPartPr>
              <p14:xfrm>
                <a:off x="5148149" y="3251074"/>
                <a:ext cx="3459600" cy="415800"/>
              </p14:xfrm>
            </p:contentPart>
          </mc:Choice>
          <mc:Fallback xmlns="">
            <p:pic>
              <p:nvPicPr>
                <p:cNvPr id="7" name="Ink 6">
                  <a:extLst>
                    <a:ext uri="{FF2B5EF4-FFF2-40B4-BE49-F238E27FC236}">
                      <a16:creationId xmlns:a16="http://schemas.microsoft.com/office/drawing/2014/main" id="{4940B99E-96BA-2C4F-9EFC-6024D53F79A3}"/>
                    </a:ext>
                  </a:extLst>
                </p:cNvPr>
                <p:cNvPicPr/>
                <p:nvPr/>
              </p:nvPicPr>
              <p:blipFill>
                <a:blip r:embed="rId11"/>
                <a:stretch>
                  <a:fillRect/>
                </a:stretch>
              </p:blipFill>
              <p:spPr>
                <a:xfrm>
                  <a:off x="5130149" y="3233074"/>
                  <a:ext cx="3495240" cy="451440"/>
                </a:xfrm>
                <a:prstGeom prst="rect">
                  <a:avLst/>
                </a:prstGeom>
              </p:spPr>
            </p:pic>
          </mc:Fallback>
        </mc:AlternateContent>
      </p:grpSp>
    </p:spTree>
    <p:extLst>
      <p:ext uri="{BB962C8B-B14F-4D97-AF65-F5344CB8AC3E}">
        <p14:creationId xmlns:p14="http://schemas.microsoft.com/office/powerpoint/2010/main" val="288627695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634472" cy="2003171"/>
          </a:xfrm>
        </p:spPr>
        <p:txBody>
          <a:bodyPr>
            <a:noAutofit/>
          </a:bodyPr>
          <a:lstStyle/>
          <a:p>
            <a:r>
              <a:rPr lang="en-US" sz="3600" dirty="0"/>
              <a:t>Supports GET, POST, PUT, DELETE, etc.</a:t>
            </a:r>
            <a:br>
              <a:rPr lang="en-US" sz="3600" dirty="0"/>
            </a:br>
            <a:r>
              <a:rPr lang="en-US" sz="3600" dirty="0"/>
              <a:t>Handles JSON automatically.</a:t>
            </a:r>
            <a:br>
              <a:rPr lang="en-US" sz="3600" dirty="0"/>
            </a:br>
            <a:r>
              <a:rPr lang="en-US" sz="3600" dirty="0"/>
              <a:t>Allows setting custom headers and interceptors.</a:t>
            </a:r>
            <a:br>
              <a:rPr lang="en-US" sz="3600" dirty="0"/>
            </a:br>
            <a:r>
              <a:rPr lang="en-US" sz="3600" dirty="0"/>
              <a:t>Works with </a:t>
            </a:r>
            <a:r>
              <a:rPr lang="en-US" sz="3600" dirty="0" err="1"/>
              <a:t>async</a:t>
            </a:r>
            <a:r>
              <a:rPr lang="en-US" sz="3600" dirty="0"/>
              <a:t>/await for cleaner code.</a:t>
            </a:r>
            <a:br>
              <a:rPr lang="en-US" sz="3600" dirty="0"/>
            </a:br>
            <a:endParaRPr lang="en-IN" sz="3600" dirty="0"/>
          </a:p>
        </p:txBody>
      </p:sp>
      <p:pic>
        <p:nvPicPr>
          <p:cNvPr id="4" name="Content Placeholder 3"/>
          <p:cNvPicPr>
            <a:picLocks noGrp="1" noChangeAspect="1"/>
          </p:cNvPicPr>
          <p:nvPr>
            <p:ph idx="1"/>
          </p:nvPr>
        </p:nvPicPr>
        <p:blipFill>
          <a:blip r:embed="rId2"/>
          <a:stretch>
            <a:fillRect/>
          </a:stretch>
        </p:blipFill>
        <p:spPr>
          <a:xfrm>
            <a:off x="1056787" y="2368296"/>
            <a:ext cx="9276410" cy="2822639"/>
          </a:xfrm>
          <a:prstGeom prst="rect">
            <a:avLst/>
          </a:prstGeom>
        </p:spPr>
      </p:pic>
      <p:sp>
        <p:nvSpPr>
          <p:cNvPr id="3" name="TextBox 2"/>
          <p:cNvSpPr txBox="1"/>
          <p:nvPr/>
        </p:nvSpPr>
        <p:spPr>
          <a:xfrm>
            <a:off x="411103" y="5797295"/>
            <a:ext cx="11061569" cy="646331"/>
          </a:xfrm>
          <a:prstGeom prst="rect">
            <a:avLst/>
          </a:prstGeom>
          <a:solidFill>
            <a:srgbClr val="00B0F0"/>
          </a:solidFill>
        </p:spPr>
        <p:txBody>
          <a:bodyPr wrap="square" rtlCol="0">
            <a:spAutoFit/>
          </a:bodyPr>
          <a:lstStyle/>
          <a:p>
            <a:r>
              <a:rPr lang="en-US" dirty="0" err="1">
                <a:solidFill>
                  <a:srgbClr val="FFFF00"/>
                </a:solidFill>
              </a:rPr>
              <a:t>Axios</a:t>
            </a:r>
            <a:r>
              <a:rPr lang="en-US" dirty="0">
                <a:solidFill>
                  <a:srgbClr val="FFFF00"/>
                </a:solidFill>
              </a:rPr>
              <a:t> is a popular JavaScript library used to make HTTP requests from the browser or Node.js.  It supports promises and </a:t>
            </a:r>
            <a:r>
              <a:rPr lang="en-US" dirty="0" err="1">
                <a:solidFill>
                  <a:srgbClr val="FFFF00"/>
                </a:solidFill>
              </a:rPr>
              <a:t>async</a:t>
            </a:r>
            <a:r>
              <a:rPr lang="en-US" dirty="0">
                <a:solidFill>
                  <a:srgbClr val="FFFF00"/>
                </a:solidFill>
              </a:rPr>
              <a:t>/await, making it easy to fetch data from APIs,  send data to servers, and handle responses and errors.</a:t>
            </a:r>
            <a:endParaRPr lang="en-IN" dirty="0">
              <a:solidFill>
                <a:srgbClr val="FFFF00"/>
              </a:solidFill>
            </a:endParaRPr>
          </a:p>
        </p:txBody>
      </p:sp>
      <p:cxnSp>
        <p:nvCxnSpPr>
          <p:cNvPr id="6" name="Straight Arrow Connector 5"/>
          <p:cNvCxnSpPr/>
          <p:nvPr/>
        </p:nvCxnSpPr>
        <p:spPr>
          <a:xfrm>
            <a:off x="8375904" y="2962656"/>
            <a:ext cx="137160" cy="2834639"/>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7351776" y="2606040"/>
            <a:ext cx="1490472" cy="356616"/>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DD985455-F1B5-656D-0CF7-58F6E3F61D39}"/>
                  </a:ext>
                </a:extLst>
              </p14:cNvPr>
              <p14:cNvContentPartPr/>
              <p14:nvPr/>
            </p14:nvContentPartPr>
            <p14:xfrm>
              <a:off x="3081749" y="6099427"/>
              <a:ext cx="599040" cy="60120"/>
            </p14:xfrm>
          </p:contentPart>
        </mc:Choice>
        <mc:Fallback xmlns="">
          <p:pic>
            <p:nvPicPr>
              <p:cNvPr id="5" name="Ink 4">
                <a:extLst>
                  <a:ext uri="{FF2B5EF4-FFF2-40B4-BE49-F238E27FC236}">
                    <a16:creationId xmlns:a16="http://schemas.microsoft.com/office/drawing/2014/main" id="{DD985455-F1B5-656D-0CF7-58F6E3F61D39}"/>
                  </a:ext>
                </a:extLst>
              </p:cNvPr>
              <p:cNvPicPr/>
              <p:nvPr/>
            </p:nvPicPr>
            <p:blipFill>
              <a:blip r:embed="rId4"/>
              <a:stretch>
                <a:fillRect/>
              </a:stretch>
            </p:blipFill>
            <p:spPr>
              <a:xfrm>
                <a:off x="3063749" y="6081787"/>
                <a:ext cx="63468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1E8F1336-3C78-899C-BEE3-D0B555BDD05C}"/>
                  </a:ext>
                </a:extLst>
              </p14:cNvPr>
              <p14:cNvContentPartPr/>
              <p14:nvPr/>
            </p14:nvContentPartPr>
            <p14:xfrm>
              <a:off x="5094509" y="6075307"/>
              <a:ext cx="1227240" cy="51480"/>
            </p14:xfrm>
          </p:contentPart>
        </mc:Choice>
        <mc:Fallback xmlns="">
          <p:pic>
            <p:nvPicPr>
              <p:cNvPr id="8" name="Ink 7">
                <a:extLst>
                  <a:ext uri="{FF2B5EF4-FFF2-40B4-BE49-F238E27FC236}">
                    <a16:creationId xmlns:a16="http://schemas.microsoft.com/office/drawing/2014/main" id="{1E8F1336-3C78-899C-BEE3-D0B555BDD05C}"/>
                  </a:ext>
                </a:extLst>
              </p:cNvPr>
              <p:cNvPicPr/>
              <p:nvPr/>
            </p:nvPicPr>
            <p:blipFill>
              <a:blip r:embed="rId6"/>
              <a:stretch>
                <a:fillRect/>
              </a:stretch>
            </p:blipFill>
            <p:spPr>
              <a:xfrm>
                <a:off x="5076509" y="6057667"/>
                <a:ext cx="126288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14A2D706-9621-4EAC-F0F3-B8EB3B52F1FC}"/>
                  </a:ext>
                </a:extLst>
              </p14:cNvPr>
              <p14:cNvContentPartPr/>
              <p14:nvPr/>
            </p14:nvContentPartPr>
            <p14:xfrm>
              <a:off x="3790589" y="6392827"/>
              <a:ext cx="966240" cy="42120"/>
            </p14:xfrm>
          </p:contentPart>
        </mc:Choice>
        <mc:Fallback xmlns="">
          <p:pic>
            <p:nvPicPr>
              <p:cNvPr id="9" name="Ink 8">
                <a:extLst>
                  <a:ext uri="{FF2B5EF4-FFF2-40B4-BE49-F238E27FC236}">
                    <a16:creationId xmlns:a16="http://schemas.microsoft.com/office/drawing/2014/main" id="{14A2D706-9621-4EAC-F0F3-B8EB3B52F1FC}"/>
                  </a:ext>
                </a:extLst>
              </p:cNvPr>
              <p:cNvPicPr/>
              <p:nvPr/>
            </p:nvPicPr>
            <p:blipFill>
              <a:blip r:embed="rId8"/>
              <a:stretch>
                <a:fillRect/>
              </a:stretch>
            </p:blipFill>
            <p:spPr>
              <a:xfrm>
                <a:off x="3772589" y="6375187"/>
                <a:ext cx="1001880" cy="77760"/>
              </a:xfrm>
              <a:prstGeom prst="rect">
                <a:avLst/>
              </a:prstGeom>
            </p:spPr>
          </p:pic>
        </mc:Fallback>
      </mc:AlternateContent>
    </p:spTree>
    <p:extLst>
      <p:ext uri="{BB962C8B-B14F-4D97-AF65-F5344CB8AC3E}">
        <p14:creationId xmlns:p14="http://schemas.microsoft.com/office/powerpoint/2010/main" val="197163995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288" y="719025"/>
            <a:ext cx="2124456" cy="787019"/>
          </a:xfrm>
          <a:solidFill>
            <a:srgbClr val="FFFF00"/>
          </a:solidFill>
          <a:effectLst>
            <a:glow rad="228600">
              <a:schemeClr val="accent1">
                <a:satMod val="175000"/>
                <a:alpha val="40000"/>
              </a:schemeClr>
            </a:glow>
          </a:effectLst>
        </p:spPr>
        <p:txBody>
          <a:bodyPr/>
          <a:lstStyle/>
          <a:p>
            <a:r>
              <a:rPr lang="en-US" dirty="0">
                <a:solidFill>
                  <a:srgbClr val="FF0000"/>
                </a:solidFill>
                <a:effectLst>
                  <a:glow rad="228600">
                    <a:schemeClr val="accent2">
                      <a:satMod val="175000"/>
                      <a:alpha val="40000"/>
                    </a:schemeClr>
                  </a:glow>
                </a:effectLst>
              </a:rPr>
              <a:t>Sonner</a:t>
            </a:r>
            <a:endParaRPr lang="en-IN" dirty="0">
              <a:solidFill>
                <a:srgbClr val="FF0000"/>
              </a:solidFill>
              <a:effectLst>
                <a:glow rad="228600">
                  <a:schemeClr val="accent2">
                    <a:satMod val="175000"/>
                    <a:alpha val="40000"/>
                  </a:schemeClr>
                </a:glow>
              </a:effectLst>
            </a:endParaRPr>
          </a:p>
        </p:txBody>
      </p:sp>
      <p:pic>
        <p:nvPicPr>
          <p:cNvPr id="4" name="Picture 3"/>
          <p:cNvPicPr>
            <a:picLocks noChangeAspect="1"/>
          </p:cNvPicPr>
          <p:nvPr/>
        </p:nvPicPr>
        <p:blipFill>
          <a:blip r:embed="rId2"/>
          <a:stretch>
            <a:fillRect/>
          </a:stretch>
        </p:blipFill>
        <p:spPr>
          <a:xfrm>
            <a:off x="2785872" y="170729"/>
            <a:ext cx="9223997" cy="1883613"/>
          </a:xfrm>
          <a:prstGeom prst="rect">
            <a:avLst/>
          </a:prstGeom>
        </p:spPr>
      </p:pic>
      <p:pic>
        <p:nvPicPr>
          <p:cNvPr id="5" name="Picture 4"/>
          <p:cNvPicPr>
            <a:picLocks noChangeAspect="1"/>
          </p:cNvPicPr>
          <p:nvPr/>
        </p:nvPicPr>
        <p:blipFill>
          <a:blip r:embed="rId3"/>
          <a:stretch>
            <a:fillRect/>
          </a:stretch>
        </p:blipFill>
        <p:spPr>
          <a:xfrm>
            <a:off x="198120" y="2154660"/>
            <a:ext cx="7400544" cy="6239145"/>
          </a:xfrm>
          <a:prstGeom prst="rect">
            <a:avLst/>
          </a:prstGeom>
        </p:spPr>
      </p:pic>
      <p:sp>
        <p:nvSpPr>
          <p:cNvPr id="3" name="TextBox 2"/>
          <p:cNvSpPr txBox="1"/>
          <p:nvPr/>
        </p:nvSpPr>
        <p:spPr>
          <a:xfrm>
            <a:off x="8442343" y="5111516"/>
            <a:ext cx="3294876" cy="923330"/>
          </a:xfrm>
          <a:prstGeom prst="rect">
            <a:avLst/>
          </a:prstGeom>
          <a:noFill/>
        </p:spPr>
        <p:txBody>
          <a:bodyPr wrap="none" rtlCol="0">
            <a:spAutoFit/>
          </a:bodyPr>
          <a:lstStyle/>
          <a:p>
            <a:r>
              <a:rPr lang="en-US" dirty="0">
                <a:ln>
                  <a:solidFill>
                    <a:srgbClr val="92D050"/>
                  </a:solidFill>
                </a:ln>
              </a:rPr>
              <a:t>To make </a:t>
            </a:r>
            <a:r>
              <a:rPr lang="en-US" dirty="0" err="1">
                <a:ln>
                  <a:solidFill>
                    <a:srgbClr val="92D050"/>
                  </a:solidFill>
                </a:ln>
              </a:rPr>
              <a:t>sonner</a:t>
            </a:r>
            <a:r>
              <a:rPr lang="en-US" dirty="0">
                <a:ln>
                  <a:solidFill>
                    <a:srgbClr val="92D050"/>
                  </a:solidFill>
                </a:ln>
              </a:rPr>
              <a:t> work..</a:t>
            </a:r>
          </a:p>
          <a:p>
            <a:r>
              <a:rPr lang="en-US" dirty="0">
                <a:ln>
                  <a:solidFill>
                    <a:srgbClr val="92D050"/>
                  </a:solidFill>
                </a:ln>
              </a:rPr>
              <a:t>We need to attach Toaster in the </a:t>
            </a:r>
          </a:p>
          <a:p>
            <a:r>
              <a:rPr lang="en-US" dirty="0" err="1">
                <a:ln>
                  <a:solidFill>
                    <a:srgbClr val="92D050"/>
                  </a:solidFill>
                </a:ln>
              </a:rPr>
              <a:t>Main.jsx</a:t>
            </a:r>
            <a:endParaRPr lang="en-IN" dirty="0">
              <a:ln>
                <a:solidFill>
                  <a:srgbClr val="92D050"/>
                </a:solidFill>
              </a:ln>
            </a:endParaRPr>
          </a:p>
        </p:txBody>
      </p:sp>
      <p:sp>
        <p:nvSpPr>
          <p:cNvPr id="6" name="Oval 5"/>
          <p:cNvSpPr/>
          <p:nvPr/>
        </p:nvSpPr>
        <p:spPr>
          <a:xfrm>
            <a:off x="3118104" y="4315968"/>
            <a:ext cx="1371600" cy="228600"/>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a:stCxn id="6" idx="6"/>
            <a:endCxn id="9" idx="1"/>
          </p:cNvCxnSpPr>
          <p:nvPr/>
        </p:nvCxnSpPr>
        <p:spPr>
          <a:xfrm flipV="1">
            <a:off x="4489704" y="2728038"/>
            <a:ext cx="3794760" cy="170223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8284464" y="2404872"/>
            <a:ext cx="2341475" cy="646331"/>
          </a:xfrm>
          <a:prstGeom prst="rect">
            <a:avLst/>
          </a:prstGeom>
          <a:solidFill>
            <a:srgbClr val="FFFF00"/>
          </a:solidFill>
          <a:effectLst>
            <a:glow rad="228600">
              <a:schemeClr val="accent6">
                <a:satMod val="175000"/>
                <a:alpha val="40000"/>
              </a:schemeClr>
            </a:glow>
          </a:effectLst>
        </p:spPr>
        <p:txBody>
          <a:bodyPr wrap="none" rtlCol="0">
            <a:spAutoFit/>
          </a:bodyPr>
          <a:lstStyle/>
          <a:p>
            <a:r>
              <a:rPr lang="en-US" dirty="0"/>
              <a:t>Sonner has a comment</a:t>
            </a:r>
          </a:p>
          <a:p>
            <a:r>
              <a:rPr lang="en-US" dirty="0"/>
              <a:t> called </a:t>
            </a:r>
            <a:r>
              <a:rPr lang="en-US" dirty="0">
                <a:solidFill>
                  <a:srgbClr val="FF0000"/>
                </a:solidFill>
              </a:rPr>
              <a:t>Toaster</a:t>
            </a:r>
            <a:endParaRPr lang="en-IN" dirty="0">
              <a:solidFill>
                <a:srgbClr val="FF0000"/>
              </a:solidFill>
            </a:endParaRPr>
          </a:p>
        </p:txBody>
      </p:sp>
      <p:pic>
        <p:nvPicPr>
          <p:cNvPr id="12" name="Picture 11"/>
          <p:cNvPicPr>
            <a:picLocks noChangeAspect="1"/>
          </p:cNvPicPr>
          <p:nvPr/>
        </p:nvPicPr>
        <p:blipFill rotWithShape="1">
          <a:blip r:embed="rId4"/>
          <a:srcRect l="64425" t="89492" r="1386" b="869"/>
          <a:stretch/>
        </p:blipFill>
        <p:spPr>
          <a:xfrm>
            <a:off x="7786120" y="3649022"/>
            <a:ext cx="4317477" cy="895546"/>
          </a:xfrm>
          <a:prstGeom prst="rect">
            <a:avLst/>
          </a:prstGeom>
          <a:effectLst>
            <a:glow rad="139700">
              <a:schemeClr val="accent2">
                <a:satMod val="175000"/>
                <a:alpha val="40000"/>
              </a:schemeClr>
            </a:glow>
          </a:effectLst>
        </p:spPr>
      </p:pic>
      <p:cxnSp>
        <p:nvCxnSpPr>
          <p:cNvPr id="14" name="Straight Arrow Connector 13"/>
          <p:cNvCxnSpPr/>
          <p:nvPr/>
        </p:nvCxnSpPr>
        <p:spPr>
          <a:xfrm flipH="1">
            <a:off x="9494514" y="2944368"/>
            <a:ext cx="79254" cy="704654"/>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416552" y="4544568"/>
            <a:ext cx="4025791" cy="86868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A733EF5F-D998-72A3-8157-C7F3157A33A6}"/>
                  </a:ext>
                </a:extLst>
              </p14:cNvPr>
              <p14:cNvContentPartPr/>
              <p14:nvPr/>
            </p14:nvContentPartPr>
            <p14:xfrm>
              <a:off x="8322629" y="4964499"/>
              <a:ext cx="3510720" cy="1268640"/>
            </p14:xfrm>
          </p:contentPart>
        </mc:Choice>
        <mc:Fallback xmlns="">
          <p:pic>
            <p:nvPicPr>
              <p:cNvPr id="10" name="Ink 9">
                <a:extLst>
                  <a:ext uri="{FF2B5EF4-FFF2-40B4-BE49-F238E27FC236}">
                    <a16:creationId xmlns:a16="http://schemas.microsoft.com/office/drawing/2014/main" id="{A733EF5F-D998-72A3-8157-C7F3157A33A6}"/>
                  </a:ext>
                </a:extLst>
              </p:cNvPr>
              <p:cNvPicPr/>
              <p:nvPr/>
            </p:nvPicPr>
            <p:blipFill>
              <a:blip r:embed="rId6"/>
              <a:stretch>
                <a:fillRect/>
              </a:stretch>
            </p:blipFill>
            <p:spPr>
              <a:xfrm>
                <a:off x="8304989" y="4946499"/>
                <a:ext cx="3546360" cy="1304280"/>
              </a:xfrm>
              <a:prstGeom prst="rect">
                <a:avLst/>
              </a:prstGeom>
            </p:spPr>
          </p:pic>
        </mc:Fallback>
      </mc:AlternateContent>
    </p:spTree>
    <p:extLst>
      <p:ext uri="{BB962C8B-B14F-4D97-AF65-F5344CB8AC3E}">
        <p14:creationId xmlns:p14="http://schemas.microsoft.com/office/powerpoint/2010/main" val="62188250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Content Placeholder 4"/>
          <p:cNvPicPr>
            <a:picLocks noGrp="1" noChangeAspect="1"/>
          </p:cNvPicPr>
          <p:nvPr>
            <p:ph idx="1"/>
          </p:nvPr>
        </p:nvPicPr>
        <p:blipFill>
          <a:blip r:embed="rId2"/>
          <a:stretch>
            <a:fillRect/>
          </a:stretch>
        </p:blipFill>
        <p:spPr>
          <a:xfrm>
            <a:off x="2551255" y="591184"/>
            <a:ext cx="4200366" cy="5755047"/>
          </a:xfrm>
          <a:prstGeom prst="rect">
            <a:avLst/>
          </a:prstGeom>
        </p:spPr>
      </p:pic>
      <p:pic>
        <p:nvPicPr>
          <p:cNvPr id="4" name="Picture 3"/>
          <p:cNvPicPr>
            <a:picLocks noChangeAspect="1"/>
          </p:cNvPicPr>
          <p:nvPr/>
        </p:nvPicPr>
        <p:blipFill>
          <a:blip r:embed="rId3"/>
          <a:stretch>
            <a:fillRect/>
          </a:stretch>
        </p:blipFill>
        <p:spPr>
          <a:xfrm>
            <a:off x="7667394" y="821102"/>
            <a:ext cx="4026107" cy="5264421"/>
          </a:xfrm>
          <a:prstGeom prst="rect">
            <a:avLst/>
          </a:prstGeom>
        </p:spPr>
      </p:pic>
    </p:spTree>
    <p:extLst>
      <p:ext uri="{BB962C8B-B14F-4D97-AF65-F5344CB8AC3E}">
        <p14:creationId xmlns:p14="http://schemas.microsoft.com/office/powerpoint/2010/main" val="397436006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5234" y="301117"/>
            <a:ext cx="8323278" cy="6123931"/>
          </a:xfrm>
          <a:prstGeom prst="rect">
            <a:avLst/>
          </a:prstGeom>
        </p:spPr>
      </p:pic>
      <p:pic>
        <p:nvPicPr>
          <p:cNvPr id="5" name="Picture 4"/>
          <p:cNvPicPr>
            <a:picLocks noChangeAspect="1"/>
          </p:cNvPicPr>
          <p:nvPr/>
        </p:nvPicPr>
        <p:blipFill>
          <a:blip r:embed="rId3"/>
          <a:stretch>
            <a:fillRect/>
          </a:stretch>
        </p:blipFill>
        <p:spPr>
          <a:xfrm>
            <a:off x="4310008" y="1209496"/>
            <a:ext cx="6580515" cy="2896160"/>
          </a:xfrm>
          <a:prstGeom prst="rect">
            <a:avLst/>
          </a:prstGeom>
        </p:spPr>
      </p:pic>
      <p:sp>
        <p:nvSpPr>
          <p:cNvPr id="6" name="Oval 5"/>
          <p:cNvSpPr/>
          <p:nvPr/>
        </p:nvSpPr>
        <p:spPr>
          <a:xfrm>
            <a:off x="5358384" y="5733288"/>
            <a:ext cx="3310128" cy="627752"/>
          </a:xfrm>
          <a:prstGeom prst="ellipse">
            <a:avLst/>
          </a:prstGeom>
          <a:noFill/>
          <a:ln>
            <a:solidFill>
              <a:srgbClr val="FFFF00"/>
            </a:solidFill>
          </a:ln>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p:nvPr/>
        </p:nvCxnSpPr>
        <p:spPr>
          <a:xfrm flipH="1" flipV="1">
            <a:off x="7360920" y="4105656"/>
            <a:ext cx="109728" cy="1755648"/>
          </a:xfrm>
          <a:prstGeom prst="straightConnector1">
            <a:avLst/>
          </a:prstGeom>
          <a:ln w="76200">
            <a:solidFill>
              <a:srgbClr val="FF0000"/>
            </a:solidFill>
            <a:tailEnd type="triangle"/>
          </a:ln>
          <a:effectLst>
            <a:glow rad="1397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4310008" y="1209496"/>
            <a:ext cx="6580515" cy="2896160"/>
          </a:xfrm>
          <a:prstGeom prst="rect">
            <a:avLst/>
          </a:prstGeom>
          <a:noFill/>
          <a:effectLst>
            <a:glow rad="228600">
              <a:schemeClr val="accent4">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8FD1C289-6468-C09F-CEC0-DEE4314F6A33}"/>
                  </a:ext>
                </a:extLst>
              </p14:cNvPr>
              <p14:cNvContentPartPr/>
              <p14:nvPr/>
            </p14:nvContentPartPr>
            <p14:xfrm>
              <a:off x="10174469" y="5069434"/>
              <a:ext cx="1824120" cy="1175400"/>
            </p14:xfrm>
          </p:contentPart>
        </mc:Choice>
        <mc:Fallback xmlns="">
          <p:pic>
            <p:nvPicPr>
              <p:cNvPr id="3" name="Ink 2">
                <a:extLst>
                  <a:ext uri="{FF2B5EF4-FFF2-40B4-BE49-F238E27FC236}">
                    <a16:creationId xmlns:a16="http://schemas.microsoft.com/office/drawing/2014/main" id="{8FD1C289-6468-C09F-CEC0-DEE4314F6A33}"/>
                  </a:ext>
                </a:extLst>
              </p:cNvPr>
              <p:cNvPicPr/>
              <p:nvPr/>
            </p:nvPicPr>
            <p:blipFill>
              <a:blip r:embed="rId5"/>
              <a:stretch>
                <a:fillRect/>
              </a:stretch>
            </p:blipFill>
            <p:spPr>
              <a:xfrm>
                <a:off x="10156469" y="5051794"/>
                <a:ext cx="1859760" cy="1211040"/>
              </a:xfrm>
              <a:prstGeom prst="rect">
                <a:avLst/>
              </a:prstGeom>
            </p:spPr>
          </p:pic>
        </mc:Fallback>
      </mc:AlternateContent>
    </p:spTree>
    <p:extLst>
      <p:ext uri="{BB962C8B-B14F-4D97-AF65-F5344CB8AC3E}">
        <p14:creationId xmlns:p14="http://schemas.microsoft.com/office/powerpoint/2010/main" val="8471165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we are implementing </a:t>
            </a:r>
            <a:r>
              <a:rPr lang="en-US" dirty="0">
                <a:solidFill>
                  <a:srgbClr val="FF0000"/>
                </a:solidFill>
              </a:rPr>
              <a:t>react router </a:t>
            </a:r>
            <a:r>
              <a:rPr lang="en-US" dirty="0" err="1">
                <a:solidFill>
                  <a:srgbClr val="FF0000"/>
                </a:solidFill>
              </a:rPr>
              <a:t>dom</a:t>
            </a:r>
            <a:endParaRPr lang="en-IN" dirty="0">
              <a:solidFill>
                <a:srgbClr val="FF0000"/>
              </a:solidFill>
            </a:endParaRPr>
          </a:p>
        </p:txBody>
      </p:sp>
      <p:sp>
        <p:nvSpPr>
          <p:cNvPr id="3" name="Content Placeholder 2"/>
          <p:cNvSpPr>
            <a:spLocks noGrp="1"/>
          </p:cNvSpPr>
          <p:nvPr>
            <p:ph idx="1"/>
          </p:nvPr>
        </p:nvSpPr>
        <p:spPr/>
        <p:txBody>
          <a:bodyPr/>
          <a:lstStyle/>
          <a:p>
            <a:r>
              <a:rPr lang="en-US" dirty="0"/>
              <a:t>React router </a:t>
            </a:r>
            <a:r>
              <a:rPr lang="en-US" dirty="0" err="1"/>
              <a:t>dom</a:t>
            </a:r>
            <a:r>
              <a:rPr lang="en-US" dirty="0"/>
              <a:t> is simply used when we are implementing</a:t>
            </a:r>
          </a:p>
          <a:p>
            <a:r>
              <a:rPr lang="en-US" dirty="0"/>
              <a:t>Going from one page to anther in our project </a:t>
            </a:r>
            <a:endParaRPr lang="en-IN" dirty="0"/>
          </a:p>
        </p:txBody>
      </p:sp>
      <p:pic>
        <p:nvPicPr>
          <p:cNvPr id="4" name="Picture 3"/>
          <p:cNvPicPr>
            <a:picLocks noChangeAspect="1"/>
          </p:cNvPicPr>
          <p:nvPr/>
        </p:nvPicPr>
        <p:blipFill>
          <a:blip r:embed="rId2"/>
          <a:stretch>
            <a:fillRect/>
          </a:stretch>
        </p:blipFill>
        <p:spPr>
          <a:xfrm>
            <a:off x="4561856" y="3264107"/>
            <a:ext cx="7235846" cy="3047793"/>
          </a:xfrm>
          <a:prstGeom prst="rect">
            <a:avLst/>
          </a:prstGeom>
        </p:spPr>
      </p:pic>
      <p:sp>
        <p:nvSpPr>
          <p:cNvPr id="5" name="Oval 4"/>
          <p:cNvSpPr/>
          <p:nvPr/>
        </p:nvSpPr>
        <p:spPr>
          <a:xfrm>
            <a:off x="9079992" y="3426777"/>
            <a:ext cx="2377440" cy="466344"/>
          </a:xfrm>
          <a:prstGeom prst="ellipse">
            <a:avLst/>
          </a:prstGeom>
          <a:noFill/>
          <a:ln>
            <a:solidFill>
              <a:srgbClr val="FFFF00"/>
            </a:solidFill>
          </a:ln>
          <a:effectLst>
            <a:glow rad="228600">
              <a:schemeClr val="accent3">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Arrow Connector 6"/>
          <p:cNvCxnSpPr/>
          <p:nvPr/>
        </p:nvCxnSpPr>
        <p:spPr>
          <a:xfrm flipH="1" flipV="1">
            <a:off x="9939528" y="1298448"/>
            <a:ext cx="712680" cy="21283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40EE15C7-B2B6-7102-4F4B-034733222E69}"/>
              </a:ext>
            </a:extLst>
          </p:cNvPr>
          <p:cNvGrpSpPr/>
          <p:nvPr/>
        </p:nvGrpSpPr>
        <p:grpSpPr>
          <a:xfrm>
            <a:off x="343949" y="3260794"/>
            <a:ext cx="4011120" cy="2492640"/>
            <a:chOff x="343949" y="3260794"/>
            <a:chExt cx="4011120" cy="24926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8F21C289-98E5-7D27-D89D-7017C55EBE9D}"/>
                    </a:ext>
                  </a:extLst>
                </p14:cNvPr>
                <p14:cNvContentPartPr/>
                <p14:nvPr/>
              </p14:nvContentPartPr>
              <p14:xfrm>
                <a:off x="435029" y="3387514"/>
                <a:ext cx="392400" cy="1041120"/>
              </p14:xfrm>
            </p:contentPart>
          </mc:Choice>
          <mc:Fallback xmlns="">
            <p:pic>
              <p:nvPicPr>
                <p:cNvPr id="6" name="Ink 5">
                  <a:extLst>
                    <a:ext uri="{FF2B5EF4-FFF2-40B4-BE49-F238E27FC236}">
                      <a16:creationId xmlns:a16="http://schemas.microsoft.com/office/drawing/2014/main" id="{8F21C289-98E5-7D27-D89D-7017C55EBE9D}"/>
                    </a:ext>
                  </a:extLst>
                </p:cNvPr>
                <p:cNvPicPr/>
                <p:nvPr/>
              </p:nvPicPr>
              <p:blipFill>
                <a:blip r:embed="rId4"/>
                <a:stretch>
                  <a:fillRect/>
                </a:stretch>
              </p:blipFill>
              <p:spPr>
                <a:xfrm>
                  <a:off x="417029" y="3369514"/>
                  <a:ext cx="428040" cy="10767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E3A1955C-8828-1194-172C-94C72DE8ABA8}"/>
                    </a:ext>
                  </a:extLst>
                </p14:cNvPr>
                <p14:cNvContentPartPr/>
                <p14:nvPr/>
              </p14:nvContentPartPr>
              <p14:xfrm>
                <a:off x="1091669" y="3260794"/>
                <a:ext cx="1479600" cy="893520"/>
              </p14:xfrm>
            </p:contentPart>
          </mc:Choice>
          <mc:Fallback xmlns="">
            <p:pic>
              <p:nvPicPr>
                <p:cNvPr id="8" name="Ink 7">
                  <a:extLst>
                    <a:ext uri="{FF2B5EF4-FFF2-40B4-BE49-F238E27FC236}">
                      <a16:creationId xmlns:a16="http://schemas.microsoft.com/office/drawing/2014/main" id="{E3A1955C-8828-1194-172C-94C72DE8ABA8}"/>
                    </a:ext>
                  </a:extLst>
                </p:cNvPr>
                <p:cNvPicPr/>
                <p:nvPr/>
              </p:nvPicPr>
              <p:blipFill>
                <a:blip r:embed="rId6"/>
                <a:stretch>
                  <a:fillRect/>
                </a:stretch>
              </p:blipFill>
              <p:spPr>
                <a:xfrm>
                  <a:off x="1074029" y="3243154"/>
                  <a:ext cx="1515240" cy="929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46DD6349-A335-458A-81CB-7C2DE5B905CF}"/>
                    </a:ext>
                  </a:extLst>
                </p14:cNvPr>
                <p14:cNvContentPartPr/>
                <p14:nvPr/>
              </p14:nvContentPartPr>
              <p14:xfrm>
                <a:off x="343949" y="4777114"/>
                <a:ext cx="739800" cy="490320"/>
              </p14:xfrm>
            </p:contentPart>
          </mc:Choice>
          <mc:Fallback xmlns="">
            <p:pic>
              <p:nvPicPr>
                <p:cNvPr id="9" name="Ink 8">
                  <a:extLst>
                    <a:ext uri="{FF2B5EF4-FFF2-40B4-BE49-F238E27FC236}">
                      <a16:creationId xmlns:a16="http://schemas.microsoft.com/office/drawing/2014/main" id="{46DD6349-A335-458A-81CB-7C2DE5B905CF}"/>
                    </a:ext>
                  </a:extLst>
                </p:cNvPr>
                <p:cNvPicPr/>
                <p:nvPr/>
              </p:nvPicPr>
              <p:blipFill>
                <a:blip r:embed="rId8"/>
                <a:stretch>
                  <a:fillRect/>
                </a:stretch>
              </p:blipFill>
              <p:spPr>
                <a:xfrm>
                  <a:off x="325949" y="4759114"/>
                  <a:ext cx="775440" cy="525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4CA9BC58-0EFC-548A-A304-5C6A72BD02C5}"/>
                    </a:ext>
                  </a:extLst>
                </p14:cNvPr>
                <p14:cNvContentPartPr/>
                <p14:nvPr/>
              </p14:nvContentPartPr>
              <p14:xfrm>
                <a:off x="1212989" y="4698994"/>
                <a:ext cx="357840" cy="448920"/>
              </p14:xfrm>
            </p:contentPart>
          </mc:Choice>
          <mc:Fallback xmlns="">
            <p:pic>
              <p:nvPicPr>
                <p:cNvPr id="10" name="Ink 9">
                  <a:extLst>
                    <a:ext uri="{FF2B5EF4-FFF2-40B4-BE49-F238E27FC236}">
                      <a16:creationId xmlns:a16="http://schemas.microsoft.com/office/drawing/2014/main" id="{4CA9BC58-0EFC-548A-A304-5C6A72BD02C5}"/>
                    </a:ext>
                  </a:extLst>
                </p:cNvPr>
                <p:cNvPicPr/>
                <p:nvPr/>
              </p:nvPicPr>
              <p:blipFill>
                <a:blip r:embed="rId10"/>
                <a:stretch>
                  <a:fillRect/>
                </a:stretch>
              </p:blipFill>
              <p:spPr>
                <a:xfrm>
                  <a:off x="1195349" y="4680994"/>
                  <a:ext cx="393480" cy="484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799FA465-4CE2-EC50-26EC-43D260DFAB40}"/>
                    </a:ext>
                  </a:extLst>
                </p14:cNvPr>
                <p14:cNvContentPartPr/>
                <p14:nvPr/>
              </p14:nvContentPartPr>
              <p14:xfrm>
                <a:off x="1612229" y="4756594"/>
                <a:ext cx="310680" cy="471240"/>
              </p14:xfrm>
            </p:contentPart>
          </mc:Choice>
          <mc:Fallback xmlns="">
            <p:pic>
              <p:nvPicPr>
                <p:cNvPr id="11" name="Ink 10">
                  <a:extLst>
                    <a:ext uri="{FF2B5EF4-FFF2-40B4-BE49-F238E27FC236}">
                      <a16:creationId xmlns:a16="http://schemas.microsoft.com/office/drawing/2014/main" id="{799FA465-4CE2-EC50-26EC-43D260DFAB40}"/>
                    </a:ext>
                  </a:extLst>
                </p:cNvPr>
                <p:cNvPicPr/>
                <p:nvPr/>
              </p:nvPicPr>
              <p:blipFill>
                <a:blip r:embed="rId12"/>
                <a:stretch>
                  <a:fillRect/>
                </a:stretch>
              </p:blipFill>
              <p:spPr>
                <a:xfrm>
                  <a:off x="1594229" y="4738594"/>
                  <a:ext cx="346320" cy="506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26C1C8E9-2723-74AF-D164-3EEC200012FB}"/>
                    </a:ext>
                  </a:extLst>
                </p14:cNvPr>
                <p14:cNvContentPartPr/>
                <p14:nvPr/>
              </p14:nvContentPartPr>
              <p14:xfrm>
                <a:off x="2051429" y="4207594"/>
                <a:ext cx="242280" cy="318600"/>
              </p14:xfrm>
            </p:contentPart>
          </mc:Choice>
          <mc:Fallback xmlns="">
            <p:pic>
              <p:nvPicPr>
                <p:cNvPr id="12" name="Ink 11">
                  <a:extLst>
                    <a:ext uri="{FF2B5EF4-FFF2-40B4-BE49-F238E27FC236}">
                      <a16:creationId xmlns:a16="http://schemas.microsoft.com/office/drawing/2014/main" id="{26C1C8E9-2723-74AF-D164-3EEC200012FB}"/>
                    </a:ext>
                  </a:extLst>
                </p:cNvPr>
                <p:cNvPicPr/>
                <p:nvPr/>
              </p:nvPicPr>
              <p:blipFill>
                <a:blip r:embed="rId14"/>
                <a:stretch>
                  <a:fillRect/>
                </a:stretch>
              </p:blipFill>
              <p:spPr>
                <a:xfrm>
                  <a:off x="2033429" y="4189954"/>
                  <a:ext cx="277920" cy="354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3E8D6976-6448-5F5F-7AE7-4B59EC3224DC}"/>
                    </a:ext>
                  </a:extLst>
                </p14:cNvPr>
                <p14:cNvContentPartPr/>
                <p14:nvPr/>
              </p14:nvContentPartPr>
              <p14:xfrm>
                <a:off x="2153669" y="4774594"/>
                <a:ext cx="99720" cy="366480"/>
              </p14:xfrm>
            </p:contentPart>
          </mc:Choice>
          <mc:Fallback xmlns="">
            <p:pic>
              <p:nvPicPr>
                <p:cNvPr id="13" name="Ink 12">
                  <a:extLst>
                    <a:ext uri="{FF2B5EF4-FFF2-40B4-BE49-F238E27FC236}">
                      <a16:creationId xmlns:a16="http://schemas.microsoft.com/office/drawing/2014/main" id="{3E8D6976-6448-5F5F-7AE7-4B59EC3224DC}"/>
                    </a:ext>
                  </a:extLst>
                </p:cNvPr>
                <p:cNvPicPr/>
                <p:nvPr/>
              </p:nvPicPr>
              <p:blipFill>
                <a:blip r:embed="rId16"/>
                <a:stretch>
                  <a:fillRect/>
                </a:stretch>
              </p:blipFill>
              <p:spPr>
                <a:xfrm>
                  <a:off x="2136029" y="4756594"/>
                  <a:ext cx="13536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1BF78BCD-0F76-AFFE-85EC-B95723B1A6ED}"/>
                    </a:ext>
                  </a:extLst>
                </p14:cNvPr>
                <p14:cNvContentPartPr/>
                <p14:nvPr/>
              </p14:nvContentPartPr>
              <p14:xfrm>
                <a:off x="2304149" y="4629514"/>
                <a:ext cx="474120" cy="1123920"/>
              </p14:xfrm>
            </p:contentPart>
          </mc:Choice>
          <mc:Fallback xmlns="">
            <p:pic>
              <p:nvPicPr>
                <p:cNvPr id="14" name="Ink 13">
                  <a:extLst>
                    <a:ext uri="{FF2B5EF4-FFF2-40B4-BE49-F238E27FC236}">
                      <a16:creationId xmlns:a16="http://schemas.microsoft.com/office/drawing/2014/main" id="{1BF78BCD-0F76-AFFE-85EC-B95723B1A6ED}"/>
                    </a:ext>
                  </a:extLst>
                </p:cNvPr>
                <p:cNvPicPr/>
                <p:nvPr/>
              </p:nvPicPr>
              <p:blipFill>
                <a:blip r:embed="rId18"/>
                <a:stretch>
                  <a:fillRect/>
                </a:stretch>
              </p:blipFill>
              <p:spPr>
                <a:xfrm>
                  <a:off x="2286509" y="4611514"/>
                  <a:ext cx="509760" cy="1159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22209C9D-B25F-4739-BD67-27F616349BBB}"/>
                    </a:ext>
                  </a:extLst>
                </p14:cNvPr>
                <p14:cNvContentPartPr/>
                <p14:nvPr/>
              </p14:nvContentPartPr>
              <p14:xfrm>
                <a:off x="2851349" y="4331074"/>
                <a:ext cx="500040" cy="782280"/>
              </p14:xfrm>
            </p:contentPart>
          </mc:Choice>
          <mc:Fallback xmlns="">
            <p:pic>
              <p:nvPicPr>
                <p:cNvPr id="15" name="Ink 14">
                  <a:extLst>
                    <a:ext uri="{FF2B5EF4-FFF2-40B4-BE49-F238E27FC236}">
                      <a16:creationId xmlns:a16="http://schemas.microsoft.com/office/drawing/2014/main" id="{22209C9D-B25F-4739-BD67-27F616349BBB}"/>
                    </a:ext>
                  </a:extLst>
                </p:cNvPr>
                <p:cNvPicPr/>
                <p:nvPr/>
              </p:nvPicPr>
              <p:blipFill>
                <a:blip r:embed="rId20"/>
                <a:stretch>
                  <a:fillRect/>
                </a:stretch>
              </p:blipFill>
              <p:spPr>
                <a:xfrm>
                  <a:off x="2833349" y="4313434"/>
                  <a:ext cx="535680" cy="817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0E7CE315-17CC-DC50-05A9-DB87EC5EBA7C}"/>
                    </a:ext>
                  </a:extLst>
                </p14:cNvPr>
                <p14:cNvContentPartPr/>
                <p14:nvPr/>
              </p14:nvContentPartPr>
              <p14:xfrm>
                <a:off x="3036029" y="4170514"/>
                <a:ext cx="479880" cy="404640"/>
              </p14:xfrm>
            </p:contentPart>
          </mc:Choice>
          <mc:Fallback xmlns="">
            <p:pic>
              <p:nvPicPr>
                <p:cNvPr id="16" name="Ink 15">
                  <a:extLst>
                    <a:ext uri="{FF2B5EF4-FFF2-40B4-BE49-F238E27FC236}">
                      <a16:creationId xmlns:a16="http://schemas.microsoft.com/office/drawing/2014/main" id="{0E7CE315-17CC-DC50-05A9-DB87EC5EBA7C}"/>
                    </a:ext>
                  </a:extLst>
                </p:cNvPr>
                <p:cNvPicPr/>
                <p:nvPr/>
              </p:nvPicPr>
              <p:blipFill>
                <a:blip r:embed="rId22"/>
                <a:stretch>
                  <a:fillRect/>
                </a:stretch>
              </p:blipFill>
              <p:spPr>
                <a:xfrm>
                  <a:off x="3018029" y="4152874"/>
                  <a:ext cx="515520" cy="4402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7E9253A2-E709-38CB-C75A-FC67F46AFE0D}"/>
                    </a:ext>
                  </a:extLst>
                </p14:cNvPr>
                <p14:cNvContentPartPr/>
                <p14:nvPr/>
              </p14:nvContentPartPr>
              <p14:xfrm>
                <a:off x="3370469" y="4639954"/>
                <a:ext cx="91800" cy="343080"/>
              </p14:xfrm>
            </p:contentPart>
          </mc:Choice>
          <mc:Fallback xmlns="">
            <p:pic>
              <p:nvPicPr>
                <p:cNvPr id="17" name="Ink 16">
                  <a:extLst>
                    <a:ext uri="{FF2B5EF4-FFF2-40B4-BE49-F238E27FC236}">
                      <a16:creationId xmlns:a16="http://schemas.microsoft.com/office/drawing/2014/main" id="{7E9253A2-E709-38CB-C75A-FC67F46AFE0D}"/>
                    </a:ext>
                  </a:extLst>
                </p:cNvPr>
                <p:cNvPicPr/>
                <p:nvPr/>
              </p:nvPicPr>
              <p:blipFill>
                <a:blip r:embed="rId24"/>
                <a:stretch>
                  <a:fillRect/>
                </a:stretch>
              </p:blipFill>
              <p:spPr>
                <a:xfrm>
                  <a:off x="3352829" y="4621954"/>
                  <a:ext cx="12744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E40C1503-7F60-162C-FE93-C9884B593AC5}"/>
                    </a:ext>
                  </a:extLst>
                </p14:cNvPr>
                <p14:cNvContentPartPr/>
                <p14:nvPr/>
              </p14:nvContentPartPr>
              <p14:xfrm>
                <a:off x="3488909" y="4488394"/>
                <a:ext cx="866160" cy="512640"/>
              </p14:xfrm>
            </p:contentPart>
          </mc:Choice>
          <mc:Fallback xmlns="">
            <p:pic>
              <p:nvPicPr>
                <p:cNvPr id="18" name="Ink 17">
                  <a:extLst>
                    <a:ext uri="{FF2B5EF4-FFF2-40B4-BE49-F238E27FC236}">
                      <a16:creationId xmlns:a16="http://schemas.microsoft.com/office/drawing/2014/main" id="{E40C1503-7F60-162C-FE93-C9884B593AC5}"/>
                    </a:ext>
                  </a:extLst>
                </p:cNvPr>
                <p:cNvPicPr/>
                <p:nvPr/>
              </p:nvPicPr>
              <p:blipFill>
                <a:blip r:embed="rId26"/>
                <a:stretch>
                  <a:fillRect/>
                </a:stretch>
              </p:blipFill>
              <p:spPr>
                <a:xfrm>
                  <a:off x="3471269" y="4470754"/>
                  <a:ext cx="901800" cy="548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20" name="Ink 19">
                <a:extLst>
                  <a:ext uri="{FF2B5EF4-FFF2-40B4-BE49-F238E27FC236}">
                    <a16:creationId xmlns:a16="http://schemas.microsoft.com/office/drawing/2014/main" id="{92053AFD-56EE-4382-401F-1481B6B7DC09}"/>
                  </a:ext>
                </a:extLst>
              </p14:cNvPr>
              <p14:cNvContentPartPr/>
              <p14:nvPr/>
            </p14:nvContentPartPr>
            <p14:xfrm>
              <a:off x="7051829" y="1361074"/>
              <a:ext cx="4038480" cy="137880"/>
            </p14:xfrm>
          </p:contentPart>
        </mc:Choice>
        <mc:Fallback xmlns="">
          <p:pic>
            <p:nvPicPr>
              <p:cNvPr id="20" name="Ink 19">
                <a:extLst>
                  <a:ext uri="{FF2B5EF4-FFF2-40B4-BE49-F238E27FC236}">
                    <a16:creationId xmlns:a16="http://schemas.microsoft.com/office/drawing/2014/main" id="{92053AFD-56EE-4382-401F-1481B6B7DC09}"/>
                  </a:ext>
                </a:extLst>
              </p:cNvPr>
              <p:cNvPicPr/>
              <p:nvPr/>
            </p:nvPicPr>
            <p:blipFill>
              <a:blip r:embed="rId28"/>
              <a:stretch>
                <a:fillRect/>
              </a:stretch>
            </p:blipFill>
            <p:spPr>
              <a:xfrm>
                <a:off x="7033829" y="1343074"/>
                <a:ext cx="4074120" cy="173520"/>
              </a:xfrm>
              <a:prstGeom prst="rect">
                <a:avLst/>
              </a:prstGeom>
            </p:spPr>
          </p:pic>
        </mc:Fallback>
      </mc:AlternateContent>
    </p:spTree>
    <p:extLst>
      <p:ext uri="{BB962C8B-B14F-4D97-AF65-F5344CB8AC3E}">
        <p14:creationId xmlns:p14="http://schemas.microsoft.com/office/powerpoint/2010/main" val="157937814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Dialog – </a:t>
            </a:r>
            <a:r>
              <a:rPr lang="en-US" dirty="0" err="1"/>
              <a:t>shadcn</a:t>
            </a:r>
            <a:r>
              <a:rPr lang="en-US" dirty="0"/>
              <a:t> </a:t>
            </a:r>
            <a:r>
              <a:rPr lang="en-US" dirty="0" err="1"/>
              <a:t>ui</a:t>
            </a:r>
            <a:r>
              <a:rPr lang="en-US" dirty="0"/>
              <a:t> component</a:t>
            </a:r>
            <a:endParaRPr lang="en-IN" dirty="0"/>
          </a:p>
        </p:txBody>
      </p:sp>
      <p:pic>
        <p:nvPicPr>
          <p:cNvPr id="4" name="Content Placeholder 3"/>
          <p:cNvPicPr>
            <a:picLocks noGrp="1" noChangeAspect="1"/>
          </p:cNvPicPr>
          <p:nvPr>
            <p:ph idx="1"/>
          </p:nvPr>
        </p:nvPicPr>
        <p:blipFill>
          <a:blip r:embed="rId2"/>
          <a:stretch>
            <a:fillRect/>
          </a:stretch>
        </p:blipFill>
        <p:spPr>
          <a:xfrm>
            <a:off x="653136" y="1755648"/>
            <a:ext cx="9150570" cy="2435551"/>
          </a:xfrm>
          <a:prstGeom prst="rect">
            <a:avLst/>
          </a:prstGeom>
        </p:spPr>
      </p:pic>
      <p:pic>
        <p:nvPicPr>
          <p:cNvPr id="5" name="Picture 4"/>
          <p:cNvPicPr>
            <a:picLocks noChangeAspect="1"/>
          </p:cNvPicPr>
          <p:nvPr/>
        </p:nvPicPr>
        <p:blipFill>
          <a:blip r:embed="rId3"/>
          <a:stretch>
            <a:fillRect/>
          </a:stretch>
        </p:blipFill>
        <p:spPr>
          <a:xfrm>
            <a:off x="1457808" y="4481287"/>
            <a:ext cx="6424320" cy="1810883"/>
          </a:xfrm>
          <a:prstGeom prst="rect">
            <a:avLst/>
          </a:prstGeom>
        </p:spPr>
      </p:pic>
    </p:spTree>
    <p:extLst>
      <p:ext uri="{BB962C8B-B14F-4D97-AF65-F5344CB8AC3E}">
        <p14:creationId xmlns:p14="http://schemas.microsoft.com/office/powerpoint/2010/main" val="232469510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29182" y="1690688"/>
            <a:ext cx="9969043" cy="5015675"/>
          </a:xfrm>
          <a:prstGeom prst="rect">
            <a:avLst/>
          </a:prstGeom>
        </p:spPr>
      </p:pic>
      <p:sp>
        <p:nvSpPr>
          <p:cNvPr id="5" name="Rectangle 1"/>
          <p:cNvSpPr>
            <a:spLocks noGrp="1" noChangeArrowheads="1"/>
          </p:cNvSpPr>
          <p:nvPr>
            <p:ph type="title"/>
          </p:nvPr>
        </p:nvSpPr>
        <p:spPr bwMode="auto">
          <a:prstGeom prst="rect">
            <a:avLst/>
          </a:prstGeom>
          <a:solidFill>
            <a:srgbClr val="24292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E1E4E8"/>
                </a:solidFill>
                <a:effectLst/>
                <a:latin typeface="Arial Unicode MS"/>
              </a:rPr>
              <a:t>import { FaHeart } from "react-icons/fa";</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006BD96-CAB2-F7AF-DBC1-F97A81EE7608}"/>
                  </a:ext>
                </a:extLst>
              </p14:cNvPr>
              <p14:cNvContentPartPr/>
              <p14:nvPr/>
            </p14:nvContentPartPr>
            <p14:xfrm>
              <a:off x="6195029" y="2931754"/>
              <a:ext cx="996480" cy="780120"/>
            </p14:xfrm>
          </p:contentPart>
        </mc:Choice>
        <mc:Fallback xmlns="">
          <p:pic>
            <p:nvPicPr>
              <p:cNvPr id="2" name="Ink 1">
                <a:extLst>
                  <a:ext uri="{FF2B5EF4-FFF2-40B4-BE49-F238E27FC236}">
                    <a16:creationId xmlns:a16="http://schemas.microsoft.com/office/drawing/2014/main" id="{1006BD96-CAB2-F7AF-DBC1-F97A81EE7608}"/>
                  </a:ext>
                </a:extLst>
              </p:cNvPr>
              <p:cNvPicPr/>
              <p:nvPr/>
            </p:nvPicPr>
            <p:blipFill>
              <a:blip r:embed="rId4"/>
              <a:stretch>
                <a:fillRect/>
              </a:stretch>
            </p:blipFill>
            <p:spPr>
              <a:xfrm>
                <a:off x="6177389" y="2913754"/>
                <a:ext cx="1032120" cy="815760"/>
              </a:xfrm>
              <a:prstGeom prst="rect">
                <a:avLst/>
              </a:prstGeom>
            </p:spPr>
          </p:pic>
        </mc:Fallback>
      </mc:AlternateContent>
    </p:spTree>
    <p:extLst>
      <p:ext uri="{BB962C8B-B14F-4D97-AF65-F5344CB8AC3E}">
        <p14:creationId xmlns:p14="http://schemas.microsoft.com/office/powerpoint/2010/main" val="89241657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React has a problem of state management</a:t>
            </a:r>
            <a:endParaRPr lang="en-IN" dirty="0"/>
          </a:p>
        </p:txBody>
      </p:sp>
      <p:sp>
        <p:nvSpPr>
          <p:cNvPr id="3" name="Content Placeholder 2"/>
          <p:cNvSpPr>
            <a:spLocks noGrp="1"/>
          </p:cNvSpPr>
          <p:nvPr>
            <p:ph idx="1"/>
          </p:nvPr>
        </p:nvSpPr>
        <p:spPr/>
        <p:txBody>
          <a:bodyPr/>
          <a:lstStyle/>
          <a:p>
            <a:r>
              <a:rPr lang="en-US" dirty="0"/>
              <a:t>So for that ..we are using </a:t>
            </a:r>
            <a:r>
              <a:rPr lang="en-US" dirty="0" err="1"/>
              <a:t>redux</a:t>
            </a:r>
            <a:r>
              <a:rPr lang="en-US" dirty="0"/>
              <a:t>– </a:t>
            </a:r>
            <a:r>
              <a:rPr lang="en-US" dirty="0" err="1"/>
              <a:t>redux</a:t>
            </a:r>
            <a:r>
              <a:rPr lang="en-US" dirty="0"/>
              <a:t> is used for global storage </a:t>
            </a:r>
            <a:endParaRPr lang="en-IN" dirty="0"/>
          </a:p>
        </p:txBody>
      </p:sp>
      <p:pic>
        <p:nvPicPr>
          <p:cNvPr id="4" name="Picture 3"/>
          <p:cNvPicPr>
            <a:picLocks noChangeAspect="1"/>
          </p:cNvPicPr>
          <p:nvPr/>
        </p:nvPicPr>
        <p:blipFill>
          <a:blip r:embed="rId2"/>
          <a:stretch>
            <a:fillRect/>
          </a:stretch>
        </p:blipFill>
        <p:spPr>
          <a:xfrm>
            <a:off x="667251" y="3119471"/>
            <a:ext cx="10106034" cy="2238913"/>
          </a:xfrm>
          <a:prstGeom prst="rect">
            <a:avLst/>
          </a:prstGeom>
        </p:spPr>
      </p:pic>
      <p:grpSp>
        <p:nvGrpSpPr>
          <p:cNvPr id="7" name="Group 6">
            <a:extLst>
              <a:ext uri="{FF2B5EF4-FFF2-40B4-BE49-F238E27FC236}">
                <a16:creationId xmlns:a16="http://schemas.microsoft.com/office/drawing/2014/main" id="{6D77B92D-96B4-C876-AAAF-7C00CC2264E4}"/>
              </a:ext>
            </a:extLst>
          </p:cNvPr>
          <p:cNvGrpSpPr/>
          <p:nvPr/>
        </p:nvGrpSpPr>
        <p:grpSpPr>
          <a:xfrm>
            <a:off x="5795789" y="2901874"/>
            <a:ext cx="4836960" cy="633960"/>
            <a:chOff x="5795789" y="2901874"/>
            <a:chExt cx="4836960" cy="633960"/>
          </a:xfrm>
        </p:grpSpPr>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BFEC878C-A7F6-C3FB-86D0-6CDB2C5CC558}"/>
                    </a:ext>
                  </a:extLst>
                </p14:cNvPr>
                <p14:cNvContentPartPr/>
                <p14:nvPr/>
              </p14:nvContentPartPr>
              <p14:xfrm>
                <a:off x="5795789" y="2976754"/>
                <a:ext cx="4836960" cy="559080"/>
              </p14:xfrm>
            </p:contentPart>
          </mc:Choice>
          <mc:Fallback xmlns="">
            <p:pic>
              <p:nvPicPr>
                <p:cNvPr id="5" name="Ink 4">
                  <a:extLst>
                    <a:ext uri="{FF2B5EF4-FFF2-40B4-BE49-F238E27FC236}">
                      <a16:creationId xmlns:a16="http://schemas.microsoft.com/office/drawing/2014/main" id="{BFEC878C-A7F6-C3FB-86D0-6CDB2C5CC558}"/>
                    </a:ext>
                  </a:extLst>
                </p:cNvPr>
                <p:cNvPicPr/>
                <p:nvPr/>
              </p:nvPicPr>
              <p:blipFill>
                <a:blip r:embed="rId4"/>
                <a:stretch>
                  <a:fillRect/>
                </a:stretch>
              </p:blipFill>
              <p:spPr>
                <a:xfrm>
                  <a:off x="5778149" y="2958754"/>
                  <a:ext cx="4872600" cy="594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CD9D9DE7-7E6E-7946-8CE5-1471DD164916}"/>
                    </a:ext>
                  </a:extLst>
                </p14:cNvPr>
                <p14:cNvContentPartPr/>
                <p14:nvPr/>
              </p14:nvContentPartPr>
              <p14:xfrm>
                <a:off x="5818469" y="2901874"/>
                <a:ext cx="4502160" cy="595080"/>
              </p14:xfrm>
            </p:contentPart>
          </mc:Choice>
          <mc:Fallback xmlns="">
            <p:pic>
              <p:nvPicPr>
                <p:cNvPr id="6" name="Ink 5">
                  <a:extLst>
                    <a:ext uri="{FF2B5EF4-FFF2-40B4-BE49-F238E27FC236}">
                      <a16:creationId xmlns:a16="http://schemas.microsoft.com/office/drawing/2014/main" id="{CD9D9DE7-7E6E-7946-8CE5-1471DD164916}"/>
                    </a:ext>
                  </a:extLst>
                </p:cNvPr>
                <p:cNvPicPr/>
                <p:nvPr/>
              </p:nvPicPr>
              <p:blipFill>
                <a:blip r:embed="rId6"/>
                <a:stretch>
                  <a:fillRect/>
                </a:stretch>
              </p:blipFill>
              <p:spPr>
                <a:xfrm>
                  <a:off x="5800829" y="2884234"/>
                  <a:ext cx="4537800" cy="630720"/>
                </a:xfrm>
                <a:prstGeom prst="rect">
                  <a:avLst/>
                </a:prstGeom>
              </p:spPr>
            </p:pic>
          </mc:Fallback>
        </mc:AlternateContent>
      </p:grpSp>
    </p:spTree>
    <p:extLst>
      <p:ext uri="{BB962C8B-B14F-4D97-AF65-F5344CB8AC3E}">
        <p14:creationId xmlns:p14="http://schemas.microsoft.com/office/powerpoint/2010/main" val="49672292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stretch>
            <a:fillRect/>
          </a:stretch>
        </p:blipFill>
        <p:spPr>
          <a:xfrm>
            <a:off x="2122438" y="1672400"/>
            <a:ext cx="6354049" cy="3634849"/>
          </a:xfrm>
          <a:prstGeom prst="rect">
            <a:avLst/>
          </a:prstGeom>
        </p:spPr>
      </p:pic>
    </p:spTree>
    <p:extLst>
      <p:ext uri="{BB962C8B-B14F-4D97-AF65-F5344CB8AC3E}">
        <p14:creationId xmlns:p14="http://schemas.microsoft.com/office/powerpoint/2010/main" val="412028161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Redux</a:t>
            </a:r>
            <a:r>
              <a:rPr lang="en-US" dirty="0"/>
              <a:t> persist</a:t>
            </a:r>
            <a:endParaRPr lang="en-IN" dirty="0"/>
          </a:p>
        </p:txBody>
      </p:sp>
      <p:pic>
        <p:nvPicPr>
          <p:cNvPr id="4" name="Content Placeholder 3"/>
          <p:cNvPicPr>
            <a:picLocks noGrp="1" noChangeAspect="1"/>
          </p:cNvPicPr>
          <p:nvPr>
            <p:ph idx="1"/>
          </p:nvPr>
        </p:nvPicPr>
        <p:blipFill>
          <a:blip r:embed="rId2"/>
          <a:stretch>
            <a:fillRect/>
          </a:stretch>
        </p:blipFill>
        <p:spPr>
          <a:xfrm>
            <a:off x="1020661" y="2468880"/>
            <a:ext cx="8974986" cy="2464497"/>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FCC8838-A424-E3A7-8643-2CE4D2593CD1}"/>
                  </a:ext>
                </a:extLst>
              </p14:cNvPr>
              <p14:cNvContentPartPr/>
              <p14:nvPr/>
            </p14:nvContentPartPr>
            <p14:xfrm>
              <a:off x="6424349" y="2350714"/>
              <a:ext cx="2689560" cy="569880"/>
            </p14:xfrm>
          </p:contentPart>
        </mc:Choice>
        <mc:Fallback xmlns="">
          <p:pic>
            <p:nvPicPr>
              <p:cNvPr id="3" name="Ink 2">
                <a:extLst>
                  <a:ext uri="{FF2B5EF4-FFF2-40B4-BE49-F238E27FC236}">
                    <a16:creationId xmlns:a16="http://schemas.microsoft.com/office/drawing/2014/main" id="{8FCC8838-A424-E3A7-8643-2CE4D2593CD1}"/>
                  </a:ext>
                </a:extLst>
              </p:cNvPr>
              <p:cNvPicPr/>
              <p:nvPr/>
            </p:nvPicPr>
            <p:blipFill>
              <a:blip r:embed="rId4"/>
              <a:stretch>
                <a:fillRect/>
              </a:stretch>
            </p:blipFill>
            <p:spPr>
              <a:xfrm>
                <a:off x="6406349" y="2333074"/>
                <a:ext cx="2725200" cy="605520"/>
              </a:xfrm>
              <a:prstGeom prst="rect">
                <a:avLst/>
              </a:prstGeom>
            </p:spPr>
          </p:pic>
        </mc:Fallback>
      </mc:AlternateContent>
    </p:spTree>
    <p:extLst>
      <p:ext uri="{BB962C8B-B14F-4D97-AF65-F5344CB8AC3E}">
        <p14:creationId xmlns:p14="http://schemas.microsoft.com/office/powerpoint/2010/main" val="408294977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TextArea</a:t>
            </a:r>
            <a:r>
              <a:rPr lang="en-US" dirty="0"/>
              <a:t> -- </a:t>
            </a:r>
            <a:r>
              <a:rPr lang="en-US" dirty="0" err="1"/>
              <a:t>ShadCnui</a:t>
            </a:r>
            <a:endParaRPr lang="en-IN" dirty="0"/>
          </a:p>
        </p:txBody>
      </p:sp>
      <p:pic>
        <p:nvPicPr>
          <p:cNvPr id="4" name="Content Placeholder 3"/>
          <p:cNvPicPr>
            <a:picLocks noGrp="1" noChangeAspect="1"/>
          </p:cNvPicPr>
          <p:nvPr>
            <p:ph idx="1"/>
          </p:nvPr>
        </p:nvPicPr>
        <p:blipFill>
          <a:blip r:embed="rId2"/>
          <a:stretch>
            <a:fillRect/>
          </a:stretch>
        </p:blipFill>
        <p:spPr>
          <a:xfrm>
            <a:off x="1137140" y="1818337"/>
            <a:ext cx="7970284" cy="4430938"/>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2C5459AA-76EE-B700-AA6F-8057E6C61736}"/>
                  </a:ext>
                </a:extLst>
              </p14:cNvPr>
              <p14:cNvContentPartPr/>
              <p14:nvPr/>
            </p14:nvContentPartPr>
            <p14:xfrm>
              <a:off x="1742549" y="5200834"/>
              <a:ext cx="4267440" cy="81360"/>
            </p14:xfrm>
          </p:contentPart>
        </mc:Choice>
        <mc:Fallback xmlns="">
          <p:pic>
            <p:nvPicPr>
              <p:cNvPr id="3" name="Ink 2">
                <a:extLst>
                  <a:ext uri="{FF2B5EF4-FFF2-40B4-BE49-F238E27FC236}">
                    <a16:creationId xmlns:a16="http://schemas.microsoft.com/office/drawing/2014/main" id="{2C5459AA-76EE-B700-AA6F-8057E6C61736}"/>
                  </a:ext>
                </a:extLst>
              </p:cNvPr>
              <p:cNvPicPr/>
              <p:nvPr/>
            </p:nvPicPr>
            <p:blipFill>
              <a:blip r:embed="rId4"/>
              <a:stretch>
                <a:fillRect/>
              </a:stretch>
            </p:blipFill>
            <p:spPr>
              <a:xfrm>
                <a:off x="1724909" y="5183194"/>
                <a:ext cx="4303080" cy="117000"/>
              </a:xfrm>
              <a:prstGeom prst="rect">
                <a:avLst/>
              </a:prstGeom>
            </p:spPr>
          </p:pic>
        </mc:Fallback>
      </mc:AlternateContent>
    </p:spTree>
    <p:extLst>
      <p:ext uri="{BB962C8B-B14F-4D97-AF65-F5344CB8AC3E}">
        <p14:creationId xmlns:p14="http://schemas.microsoft.com/office/powerpoint/2010/main" val="119084682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36" y="163957"/>
            <a:ext cx="2599944" cy="649859"/>
          </a:xfrm>
        </p:spPr>
        <p:txBody>
          <a:bodyPr>
            <a:normAutofit fontScale="90000"/>
          </a:bodyPr>
          <a:lstStyle/>
          <a:p>
            <a:r>
              <a:rPr lang="en-US" dirty="0" err="1">
                <a:solidFill>
                  <a:srgbClr val="FF0000"/>
                </a:solidFill>
              </a:rPr>
              <a:t>Signup.jsx</a:t>
            </a:r>
            <a:endParaRPr lang="en-IN" dirty="0">
              <a:solidFill>
                <a:srgbClr val="FF0000"/>
              </a:solidFill>
            </a:endParaRPr>
          </a:p>
        </p:txBody>
      </p:sp>
      <p:pic>
        <p:nvPicPr>
          <p:cNvPr id="4" name="Picture 3"/>
          <p:cNvPicPr>
            <a:picLocks noChangeAspect="1"/>
          </p:cNvPicPr>
          <p:nvPr/>
        </p:nvPicPr>
        <p:blipFill>
          <a:blip r:embed="rId2"/>
          <a:stretch>
            <a:fillRect/>
          </a:stretch>
        </p:blipFill>
        <p:spPr>
          <a:xfrm>
            <a:off x="1247567" y="1191507"/>
            <a:ext cx="3149762" cy="5188217"/>
          </a:xfrm>
          <a:prstGeom prst="rect">
            <a:avLst/>
          </a:prstGeom>
          <a:ln>
            <a:solidFill>
              <a:srgbClr val="FFFF00"/>
            </a:solidFill>
          </a:ln>
          <a:effectLst>
            <a:glow rad="228600">
              <a:schemeClr val="accent2">
                <a:satMod val="175000"/>
                <a:alpha val="40000"/>
              </a:schemeClr>
            </a:glow>
          </a:effectLst>
        </p:spPr>
      </p:pic>
      <p:cxnSp>
        <p:nvCxnSpPr>
          <p:cNvPr id="6" name="Straight Arrow Connector 5"/>
          <p:cNvCxnSpPr/>
          <p:nvPr/>
        </p:nvCxnSpPr>
        <p:spPr>
          <a:xfrm flipV="1">
            <a:off x="3584448" y="2816352"/>
            <a:ext cx="4370832" cy="3008376"/>
          </a:xfrm>
          <a:prstGeom prst="straightConnector1">
            <a:avLst/>
          </a:prstGeom>
          <a:ln w="76200">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3"/>
          <a:srcRect l="6966" r="15050"/>
          <a:stretch/>
        </p:blipFill>
        <p:spPr>
          <a:xfrm>
            <a:off x="7607808" y="1040636"/>
            <a:ext cx="3127248" cy="5339088"/>
          </a:xfrm>
          <a:prstGeom prst="rect">
            <a:avLst/>
          </a:prstGeom>
          <a:effectLst>
            <a:glow rad="228600">
              <a:schemeClr val="accent3">
                <a:satMod val="175000"/>
                <a:alpha val="40000"/>
              </a:schemeClr>
            </a:glow>
          </a:effectLst>
        </p:spPr>
      </p:pic>
      <p:cxnSp>
        <p:nvCxnSpPr>
          <p:cNvPr id="10" name="Straight Arrow Connector 9"/>
          <p:cNvCxnSpPr/>
          <p:nvPr/>
        </p:nvCxnSpPr>
        <p:spPr>
          <a:xfrm flipH="1" flipV="1">
            <a:off x="3813048" y="2816352"/>
            <a:ext cx="6099048" cy="2889504"/>
          </a:xfrm>
          <a:prstGeom prst="straightConnector1">
            <a:avLst/>
          </a:prstGeom>
          <a:ln w="762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2BC56E3A-441E-C74C-C42F-3CD57387B95F}"/>
                  </a:ext>
                </a:extLst>
              </p14:cNvPr>
              <p14:cNvContentPartPr/>
              <p14:nvPr/>
            </p14:nvContentPartPr>
            <p14:xfrm>
              <a:off x="9640229" y="5571994"/>
              <a:ext cx="864360" cy="358200"/>
            </p14:xfrm>
          </p:contentPart>
        </mc:Choice>
        <mc:Fallback xmlns="">
          <p:pic>
            <p:nvPicPr>
              <p:cNvPr id="14" name="Ink 13">
                <a:extLst>
                  <a:ext uri="{FF2B5EF4-FFF2-40B4-BE49-F238E27FC236}">
                    <a16:creationId xmlns:a16="http://schemas.microsoft.com/office/drawing/2014/main" id="{2BC56E3A-441E-C74C-C42F-3CD57387B95F}"/>
                  </a:ext>
                </a:extLst>
              </p:cNvPr>
              <p:cNvPicPr/>
              <p:nvPr/>
            </p:nvPicPr>
            <p:blipFill>
              <a:blip r:embed="rId5"/>
              <a:stretch>
                <a:fillRect/>
              </a:stretch>
            </p:blipFill>
            <p:spPr>
              <a:xfrm>
                <a:off x="9622589" y="5553994"/>
                <a:ext cx="90000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7E298ECE-64A8-C4D6-4FB1-7F8DAD0E6846}"/>
                  </a:ext>
                </a:extLst>
              </p14:cNvPr>
              <p14:cNvContentPartPr/>
              <p14:nvPr/>
            </p14:nvContentPartPr>
            <p14:xfrm>
              <a:off x="3163829" y="5570554"/>
              <a:ext cx="522360" cy="346320"/>
            </p14:xfrm>
          </p:contentPart>
        </mc:Choice>
        <mc:Fallback xmlns="">
          <p:pic>
            <p:nvPicPr>
              <p:cNvPr id="15" name="Ink 14">
                <a:extLst>
                  <a:ext uri="{FF2B5EF4-FFF2-40B4-BE49-F238E27FC236}">
                    <a16:creationId xmlns:a16="http://schemas.microsoft.com/office/drawing/2014/main" id="{7E298ECE-64A8-C4D6-4FB1-7F8DAD0E6846}"/>
                  </a:ext>
                </a:extLst>
              </p:cNvPr>
              <p:cNvPicPr/>
              <p:nvPr/>
            </p:nvPicPr>
            <p:blipFill>
              <a:blip r:embed="rId7"/>
              <a:stretch>
                <a:fillRect/>
              </a:stretch>
            </p:blipFill>
            <p:spPr>
              <a:xfrm>
                <a:off x="3145829" y="5552914"/>
                <a:ext cx="558000" cy="381960"/>
              </a:xfrm>
              <a:prstGeom prst="rect">
                <a:avLst/>
              </a:prstGeom>
            </p:spPr>
          </p:pic>
        </mc:Fallback>
      </mc:AlternateContent>
    </p:spTree>
    <p:extLst>
      <p:ext uri="{BB962C8B-B14F-4D97-AF65-F5344CB8AC3E}">
        <p14:creationId xmlns:p14="http://schemas.microsoft.com/office/powerpoint/2010/main" val="106140697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Now implementing socket </a:t>
            </a:r>
            <a:r>
              <a:rPr lang="en-US" dirty="0" err="1"/>
              <a:t>io</a:t>
            </a:r>
            <a:r>
              <a:rPr lang="en-US" dirty="0"/>
              <a:t> </a:t>
            </a:r>
            <a:endParaRPr lang="en-IN" dirty="0"/>
          </a:p>
        </p:txBody>
      </p:sp>
      <p:pic>
        <p:nvPicPr>
          <p:cNvPr id="4" name="Content Placeholder 3"/>
          <p:cNvPicPr>
            <a:picLocks noGrp="1" noChangeAspect="1"/>
          </p:cNvPicPr>
          <p:nvPr>
            <p:ph idx="1"/>
          </p:nvPr>
        </p:nvPicPr>
        <p:blipFill rotWithShape="1">
          <a:blip r:embed="rId2"/>
          <a:srcRect t="19199" r="39830"/>
          <a:stretch/>
        </p:blipFill>
        <p:spPr>
          <a:xfrm>
            <a:off x="1297401" y="2843783"/>
            <a:ext cx="7051071" cy="1905123"/>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259AB3A-7A7A-BDE0-CD88-FE42625BEF3E}"/>
                  </a:ext>
                </a:extLst>
              </p14:cNvPr>
              <p14:cNvContentPartPr/>
              <p14:nvPr/>
            </p14:nvContentPartPr>
            <p14:xfrm>
              <a:off x="1817069" y="3534394"/>
              <a:ext cx="3394080" cy="906840"/>
            </p14:xfrm>
          </p:contentPart>
        </mc:Choice>
        <mc:Fallback xmlns="">
          <p:pic>
            <p:nvPicPr>
              <p:cNvPr id="3" name="Ink 2">
                <a:extLst>
                  <a:ext uri="{FF2B5EF4-FFF2-40B4-BE49-F238E27FC236}">
                    <a16:creationId xmlns:a16="http://schemas.microsoft.com/office/drawing/2014/main" id="{8259AB3A-7A7A-BDE0-CD88-FE42625BEF3E}"/>
                  </a:ext>
                </a:extLst>
              </p:cNvPr>
              <p:cNvPicPr/>
              <p:nvPr/>
            </p:nvPicPr>
            <p:blipFill>
              <a:blip r:embed="rId4"/>
              <a:stretch>
                <a:fillRect/>
              </a:stretch>
            </p:blipFill>
            <p:spPr>
              <a:xfrm>
                <a:off x="1799429" y="3516754"/>
                <a:ext cx="3429720" cy="942480"/>
              </a:xfrm>
              <a:prstGeom prst="rect">
                <a:avLst/>
              </a:prstGeom>
            </p:spPr>
          </p:pic>
        </mc:Fallback>
      </mc:AlternateContent>
      <p:grpSp>
        <p:nvGrpSpPr>
          <p:cNvPr id="7" name="Group 6">
            <a:extLst>
              <a:ext uri="{FF2B5EF4-FFF2-40B4-BE49-F238E27FC236}">
                <a16:creationId xmlns:a16="http://schemas.microsoft.com/office/drawing/2014/main" id="{5ACB6A38-BFB6-A3B4-4F51-329763276A08}"/>
              </a:ext>
            </a:extLst>
          </p:cNvPr>
          <p:cNvGrpSpPr/>
          <p:nvPr/>
        </p:nvGrpSpPr>
        <p:grpSpPr>
          <a:xfrm>
            <a:off x="2552549" y="1332634"/>
            <a:ext cx="4772160" cy="292680"/>
            <a:chOff x="2552549" y="1332634"/>
            <a:chExt cx="4772160" cy="29268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EFBC6961-5CB6-475E-4911-3159C20B49CA}"/>
                    </a:ext>
                  </a:extLst>
                </p14:cNvPr>
                <p14:cNvContentPartPr/>
                <p14:nvPr/>
              </p14:nvContentPartPr>
              <p14:xfrm>
                <a:off x="2552549" y="1332634"/>
                <a:ext cx="4772160" cy="255600"/>
              </p14:xfrm>
            </p:contentPart>
          </mc:Choice>
          <mc:Fallback xmlns="">
            <p:pic>
              <p:nvPicPr>
                <p:cNvPr id="5" name="Ink 4">
                  <a:extLst>
                    <a:ext uri="{FF2B5EF4-FFF2-40B4-BE49-F238E27FC236}">
                      <a16:creationId xmlns:a16="http://schemas.microsoft.com/office/drawing/2014/main" id="{EFBC6961-5CB6-475E-4911-3159C20B49CA}"/>
                    </a:ext>
                  </a:extLst>
                </p:cNvPr>
                <p:cNvPicPr/>
                <p:nvPr/>
              </p:nvPicPr>
              <p:blipFill>
                <a:blip r:embed="rId6"/>
                <a:stretch>
                  <a:fillRect/>
                </a:stretch>
              </p:blipFill>
              <p:spPr>
                <a:xfrm>
                  <a:off x="2534909" y="1314994"/>
                  <a:ext cx="480780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81D32DAA-C360-D98C-F477-60CE532BC3A7}"/>
                    </a:ext>
                  </a:extLst>
                </p14:cNvPr>
                <p14:cNvContentPartPr/>
                <p14:nvPr/>
              </p14:nvContentPartPr>
              <p14:xfrm>
                <a:off x="2940989" y="1502914"/>
                <a:ext cx="4226040" cy="122400"/>
              </p14:xfrm>
            </p:contentPart>
          </mc:Choice>
          <mc:Fallback xmlns="">
            <p:pic>
              <p:nvPicPr>
                <p:cNvPr id="6" name="Ink 5">
                  <a:extLst>
                    <a:ext uri="{FF2B5EF4-FFF2-40B4-BE49-F238E27FC236}">
                      <a16:creationId xmlns:a16="http://schemas.microsoft.com/office/drawing/2014/main" id="{81D32DAA-C360-D98C-F477-60CE532BC3A7}"/>
                    </a:ext>
                  </a:extLst>
                </p:cNvPr>
                <p:cNvPicPr/>
                <p:nvPr/>
              </p:nvPicPr>
              <p:blipFill>
                <a:blip r:embed="rId8"/>
                <a:stretch>
                  <a:fillRect/>
                </a:stretch>
              </p:blipFill>
              <p:spPr>
                <a:xfrm>
                  <a:off x="2923349" y="1485274"/>
                  <a:ext cx="4261680" cy="158040"/>
                </a:xfrm>
                <a:prstGeom prst="rect">
                  <a:avLst/>
                </a:prstGeom>
              </p:spPr>
            </p:pic>
          </mc:Fallback>
        </mc:AlternateContent>
      </p:grpSp>
    </p:spTree>
    <p:extLst>
      <p:ext uri="{BB962C8B-B14F-4D97-AF65-F5344CB8AC3E}">
        <p14:creationId xmlns:p14="http://schemas.microsoft.com/office/powerpoint/2010/main" val="2931930464"/>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2" y="59806"/>
            <a:ext cx="10515600" cy="1325563"/>
          </a:xfrm>
        </p:spPr>
        <p:txBody>
          <a:bodyPr/>
          <a:lstStyle/>
          <a:p>
            <a:r>
              <a:rPr lang="en-IN" dirty="0"/>
              <a:t>Now we have installed the socket io for the good work….</a:t>
            </a:r>
          </a:p>
        </p:txBody>
      </p:sp>
      <p:pic>
        <p:nvPicPr>
          <p:cNvPr id="4" name="Content Placeholder 3"/>
          <p:cNvPicPr>
            <a:picLocks noGrp="1" noChangeAspect="1"/>
          </p:cNvPicPr>
          <p:nvPr>
            <p:ph idx="1"/>
          </p:nvPr>
        </p:nvPicPr>
        <p:blipFill>
          <a:blip r:embed="rId2"/>
          <a:stretch>
            <a:fillRect/>
          </a:stretch>
        </p:blipFill>
        <p:spPr>
          <a:xfrm>
            <a:off x="1637475" y="1441019"/>
            <a:ext cx="7977412" cy="2390582"/>
          </a:xfrm>
          <a:prstGeom prst="rect">
            <a:avLst/>
          </a:prstGeom>
        </p:spPr>
      </p:pic>
      <p:pic>
        <p:nvPicPr>
          <p:cNvPr id="5" name="Picture 4"/>
          <p:cNvPicPr>
            <a:picLocks noChangeAspect="1"/>
          </p:cNvPicPr>
          <p:nvPr/>
        </p:nvPicPr>
        <p:blipFill>
          <a:blip r:embed="rId3"/>
          <a:stretch>
            <a:fillRect/>
          </a:stretch>
        </p:blipFill>
        <p:spPr>
          <a:xfrm>
            <a:off x="206072" y="3942901"/>
            <a:ext cx="11779855" cy="2648086"/>
          </a:xfrm>
          <a:prstGeom prst="rect">
            <a:avLst/>
          </a:prstGeom>
          <a:effectLst>
            <a:glow rad="228600">
              <a:schemeClr val="accent6">
                <a:satMod val="175000"/>
                <a:alpha val="40000"/>
              </a:schemeClr>
            </a:glow>
          </a:effectLst>
        </p:spPr>
      </p:pic>
    </p:spTree>
    <p:extLst>
      <p:ext uri="{BB962C8B-B14F-4D97-AF65-F5344CB8AC3E}">
        <p14:creationId xmlns:p14="http://schemas.microsoft.com/office/powerpoint/2010/main" val="184823850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79506" y="310896"/>
            <a:ext cx="7113242" cy="2464128"/>
          </a:xfrm>
          <a:prstGeom prst="rect">
            <a:avLst/>
          </a:prstGeom>
        </p:spPr>
      </p:pic>
      <p:pic>
        <p:nvPicPr>
          <p:cNvPr id="5" name="Picture 4"/>
          <p:cNvPicPr>
            <a:picLocks noChangeAspect="1"/>
          </p:cNvPicPr>
          <p:nvPr/>
        </p:nvPicPr>
        <p:blipFill>
          <a:blip r:embed="rId3"/>
          <a:stretch>
            <a:fillRect/>
          </a:stretch>
        </p:blipFill>
        <p:spPr>
          <a:xfrm>
            <a:off x="1625487" y="3389607"/>
            <a:ext cx="7915082" cy="2553993"/>
          </a:xfrm>
          <a:prstGeom prst="rect">
            <a:avLst/>
          </a:prstGeom>
        </p:spPr>
      </p:pic>
    </p:spTree>
    <p:extLst>
      <p:ext uri="{BB962C8B-B14F-4D97-AF65-F5344CB8AC3E}">
        <p14:creationId xmlns:p14="http://schemas.microsoft.com/office/powerpoint/2010/main" val="130372351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2526792" cy="503555"/>
          </a:xfrm>
          <a:solidFill>
            <a:srgbClr val="FFFF00"/>
          </a:solidFill>
        </p:spPr>
        <p:txBody>
          <a:bodyPr>
            <a:normAutofit fontScale="90000"/>
          </a:bodyPr>
          <a:lstStyle/>
          <a:p>
            <a:r>
              <a:rPr lang="en-US" dirty="0"/>
              <a:t>Login page</a:t>
            </a:r>
            <a:endParaRPr lang="en-IN" dirty="0"/>
          </a:p>
        </p:txBody>
      </p:sp>
      <p:pic>
        <p:nvPicPr>
          <p:cNvPr id="4" name="Picture 3"/>
          <p:cNvPicPr>
            <a:picLocks noChangeAspect="1"/>
          </p:cNvPicPr>
          <p:nvPr/>
        </p:nvPicPr>
        <p:blipFill>
          <a:blip r:embed="rId2"/>
          <a:srcRect b="29830"/>
          <a:stretch>
            <a:fillRect/>
          </a:stretch>
        </p:blipFill>
        <p:spPr>
          <a:xfrm>
            <a:off x="0" y="717522"/>
            <a:ext cx="5104737" cy="1525305"/>
          </a:xfrm>
          <a:prstGeom prst="rect">
            <a:avLst/>
          </a:prstGeom>
        </p:spPr>
      </p:pic>
      <p:sp>
        <p:nvSpPr>
          <p:cNvPr id="22" name="Oval 21">
            <a:extLst>
              <a:ext uri="{FF2B5EF4-FFF2-40B4-BE49-F238E27FC236}">
                <a16:creationId xmlns:a16="http://schemas.microsoft.com/office/drawing/2014/main" id="{30C3DE28-C4F9-BD97-FF7D-2E731E3CA58E}"/>
              </a:ext>
            </a:extLst>
          </p:cNvPr>
          <p:cNvSpPr/>
          <p:nvPr/>
        </p:nvSpPr>
        <p:spPr>
          <a:xfrm>
            <a:off x="1" y="717522"/>
            <a:ext cx="5374158" cy="227894"/>
          </a:xfrm>
          <a:prstGeom prst="ellipse">
            <a:avLst/>
          </a:prstGeom>
          <a:noFill/>
          <a:ln>
            <a:solidFill>
              <a:srgbClr val="FFFF00"/>
            </a:solidFill>
          </a:ln>
          <a:effectLst>
            <a:glow rad="1397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40E04F52-C62C-1927-5015-FF3B6AC02C8E}"/>
              </a:ext>
            </a:extLst>
          </p:cNvPr>
          <p:cNvPicPr>
            <a:picLocks noChangeAspect="1"/>
          </p:cNvPicPr>
          <p:nvPr/>
        </p:nvPicPr>
        <p:blipFill>
          <a:blip r:embed="rId3"/>
          <a:srcRect l="12061" r="17653"/>
          <a:stretch>
            <a:fillRect/>
          </a:stretch>
        </p:blipFill>
        <p:spPr>
          <a:xfrm>
            <a:off x="9304867" y="1143995"/>
            <a:ext cx="2776258" cy="4953255"/>
          </a:xfrm>
          <a:prstGeom prst="rect">
            <a:avLst/>
          </a:prstGeom>
          <a:effectLst>
            <a:glow rad="228600">
              <a:schemeClr val="accent5">
                <a:satMod val="175000"/>
                <a:alpha val="40000"/>
              </a:schemeClr>
            </a:glow>
          </a:effectLst>
        </p:spPr>
      </p:pic>
      <p:sp>
        <p:nvSpPr>
          <p:cNvPr id="28" name="TextBox 27">
            <a:extLst>
              <a:ext uri="{FF2B5EF4-FFF2-40B4-BE49-F238E27FC236}">
                <a16:creationId xmlns:a16="http://schemas.microsoft.com/office/drawing/2014/main" id="{BE2BABB0-4459-5791-E792-1B0E25DCF638}"/>
              </a:ext>
            </a:extLst>
          </p:cNvPr>
          <p:cNvSpPr txBox="1"/>
          <p:nvPr/>
        </p:nvSpPr>
        <p:spPr>
          <a:xfrm>
            <a:off x="6824467" y="55379"/>
            <a:ext cx="5321606" cy="646331"/>
          </a:xfrm>
          <a:prstGeom prst="rect">
            <a:avLst/>
          </a:prstGeom>
          <a:noFill/>
          <a:ln>
            <a:solidFill>
              <a:schemeClr val="accent6"/>
            </a:solidFill>
          </a:ln>
          <a:effectLst>
            <a:glow rad="139700">
              <a:schemeClr val="accent1">
                <a:satMod val="175000"/>
                <a:alpha val="40000"/>
              </a:schemeClr>
            </a:glow>
          </a:effectLst>
        </p:spPr>
        <p:txBody>
          <a:bodyPr wrap="square">
            <a:spAutoFit/>
          </a:bodyPr>
          <a:lstStyle/>
          <a:p>
            <a:r>
              <a:rPr lang="en-US" dirty="0"/>
              <a:t>Import React and the `</a:t>
            </a:r>
            <a:r>
              <a:rPr lang="en-US" dirty="0" err="1"/>
              <a:t>useState</a:t>
            </a:r>
            <a:r>
              <a:rPr lang="en-US" dirty="0"/>
              <a:t>` hook for local component state</a:t>
            </a:r>
          </a:p>
        </p:txBody>
      </p:sp>
      <mc:AlternateContent xmlns:mc="http://schemas.openxmlformats.org/markup-compatibility/2006" xmlns:p14="http://schemas.microsoft.com/office/powerpoint/2010/main">
        <mc:Choice Requires="p14">
          <p:contentPart p14:bwMode="auto" r:id="rId4">
            <p14:nvContentPartPr>
              <p14:cNvPr id="29" name="Ink 28">
                <a:extLst>
                  <a:ext uri="{FF2B5EF4-FFF2-40B4-BE49-F238E27FC236}">
                    <a16:creationId xmlns:a16="http://schemas.microsoft.com/office/drawing/2014/main" id="{B423F118-5CC4-5817-2067-472D820911A5}"/>
                  </a:ext>
                </a:extLst>
              </p14:cNvPr>
              <p14:cNvContentPartPr/>
              <p14:nvPr/>
            </p14:nvContentPartPr>
            <p14:xfrm>
              <a:off x="5359267" y="375867"/>
              <a:ext cx="1552680" cy="428760"/>
            </p14:xfrm>
          </p:contentPart>
        </mc:Choice>
        <mc:Fallback xmlns="">
          <p:pic>
            <p:nvPicPr>
              <p:cNvPr id="29" name="Ink 28">
                <a:extLst>
                  <a:ext uri="{FF2B5EF4-FFF2-40B4-BE49-F238E27FC236}">
                    <a16:creationId xmlns:a16="http://schemas.microsoft.com/office/drawing/2014/main" id="{B423F118-5CC4-5817-2067-472D820911A5}"/>
                  </a:ext>
                </a:extLst>
              </p:cNvPr>
              <p:cNvPicPr/>
              <p:nvPr/>
            </p:nvPicPr>
            <p:blipFill>
              <a:blip r:embed="rId5"/>
              <a:stretch>
                <a:fillRect/>
              </a:stretch>
            </p:blipFill>
            <p:spPr>
              <a:xfrm>
                <a:off x="5305627" y="267867"/>
                <a:ext cx="1660320" cy="644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31" name="Ink 30">
                <a:extLst>
                  <a:ext uri="{FF2B5EF4-FFF2-40B4-BE49-F238E27FC236}">
                    <a16:creationId xmlns:a16="http://schemas.microsoft.com/office/drawing/2014/main" id="{03BF8E30-DF85-F1A8-136E-C73FEA5967ED}"/>
                  </a:ext>
                </a:extLst>
              </p14:cNvPr>
              <p14:cNvContentPartPr/>
              <p14:nvPr/>
            </p14:nvContentPartPr>
            <p14:xfrm>
              <a:off x="5291587" y="397827"/>
              <a:ext cx="1465200" cy="465840"/>
            </p14:xfrm>
          </p:contentPart>
        </mc:Choice>
        <mc:Fallback xmlns="">
          <p:pic>
            <p:nvPicPr>
              <p:cNvPr id="31" name="Ink 30">
                <a:extLst>
                  <a:ext uri="{FF2B5EF4-FFF2-40B4-BE49-F238E27FC236}">
                    <a16:creationId xmlns:a16="http://schemas.microsoft.com/office/drawing/2014/main" id="{03BF8E30-DF85-F1A8-136E-C73FEA5967ED}"/>
                  </a:ext>
                </a:extLst>
              </p:cNvPr>
              <p:cNvPicPr/>
              <p:nvPr/>
            </p:nvPicPr>
            <p:blipFill>
              <a:blip r:embed="rId7"/>
              <a:stretch>
                <a:fillRect/>
              </a:stretch>
            </p:blipFill>
            <p:spPr>
              <a:xfrm>
                <a:off x="5285467" y="391707"/>
                <a:ext cx="1477440" cy="4780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32" name="Ink 31">
                <a:extLst>
                  <a:ext uri="{FF2B5EF4-FFF2-40B4-BE49-F238E27FC236}">
                    <a16:creationId xmlns:a16="http://schemas.microsoft.com/office/drawing/2014/main" id="{6A4FC78E-CA9A-D0A0-01C7-31D2D01A24B2}"/>
                  </a:ext>
                </a:extLst>
              </p14:cNvPr>
              <p14:cNvContentPartPr/>
              <p14:nvPr/>
            </p14:nvContentPartPr>
            <p14:xfrm>
              <a:off x="6409027" y="330147"/>
              <a:ext cx="416880" cy="363960"/>
            </p14:xfrm>
          </p:contentPart>
        </mc:Choice>
        <mc:Fallback xmlns="">
          <p:pic>
            <p:nvPicPr>
              <p:cNvPr id="32" name="Ink 31">
                <a:extLst>
                  <a:ext uri="{FF2B5EF4-FFF2-40B4-BE49-F238E27FC236}">
                    <a16:creationId xmlns:a16="http://schemas.microsoft.com/office/drawing/2014/main" id="{6A4FC78E-CA9A-D0A0-01C7-31D2D01A24B2}"/>
                  </a:ext>
                </a:extLst>
              </p:cNvPr>
              <p:cNvPicPr/>
              <p:nvPr/>
            </p:nvPicPr>
            <p:blipFill>
              <a:blip r:embed="rId9"/>
              <a:stretch>
                <a:fillRect/>
              </a:stretch>
            </p:blipFill>
            <p:spPr>
              <a:xfrm>
                <a:off x="6402907" y="324027"/>
                <a:ext cx="429120" cy="376200"/>
              </a:xfrm>
              <a:prstGeom prst="rect">
                <a:avLst/>
              </a:prstGeom>
            </p:spPr>
          </p:pic>
        </mc:Fallback>
      </mc:AlternateContent>
      <p:cxnSp>
        <p:nvCxnSpPr>
          <p:cNvPr id="40" name="Straight Arrow Connector 39">
            <a:extLst>
              <a:ext uri="{FF2B5EF4-FFF2-40B4-BE49-F238E27FC236}">
                <a16:creationId xmlns:a16="http://schemas.microsoft.com/office/drawing/2014/main" id="{B235ED8E-8BF4-81DF-27A4-EC2793C42033}"/>
              </a:ext>
            </a:extLst>
          </p:cNvPr>
          <p:cNvCxnSpPr>
            <a:cxnSpLocks/>
          </p:cNvCxnSpPr>
          <p:nvPr/>
        </p:nvCxnSpPr>
        <p:spPr>
          <a:xfrm flipV="1">
            <a:off x="3064271" y="863667"/>
            <a:ext cx="3937662" cy="213967"/>
          </a:xfrm>
          <a:prstGeom prst="straightConnector1">
            <a:avLst/>
          </a:prstGeom>
          <a:ln w="762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4CA6B87A-E529-6C42-3A87-9644CE4B5E90}"/>
              </a:ext>
            </a:extLst>
          </p:cNvPr>
          <p:cNvSpPr txBox="1"/>
          <p:nvPr/>
        </p:nvSpPr>
        <p:spPr>
          <a:xfrm>
            <a:off x="6911947" y="760750"/>
            <a:ext cx="6574366" cy="369332"/>
          </a:xfrm>
          <a:prstGeom prst="rect">
            <a:avLst/>
          </a:prstGeom>
          <a:noFill/>
        </p:spPr>
        <p:txBody>
          <a:bodyPr wrap="square">
            <a:spAutoFit/>
          </a:bodyPr>
          <a:lstStyle/>
          <a:p>
            <a:r>
              <a:rPr lang="en-US" dirty="0"/>
              <a:t> Input UI primitive used for email/password fields.</a:t>
            </a:r>
          </a:p>
        </p:txBody>
      </p:sp>
      <mc:AlternateContent xmlns:mc="http://schemas.openxmlformats.org/markup-compatibility/2006" xmlns:p14="http://schemas.microsoft.com/office/powerpoint/2010/main">
        <mc:Choice Requires="p14">
          <p:contentPart p14:bwMode="auto" r:id="rId10">
            <p14:nvContentPartPr>
              <p14:cNvPr id="51" name="Ink 50">
                <a:extLst>
                  <a:ext uri="{FF2B5EF4-FFF2-40B4-BE49-F238E27FC236}">
                    <a16:creationId xmlns:a16="http://schemas.microsoft.com/office/drawing/2014/main" id="{EB215AC9-835F-1055-60D5-A48A693502FA}"/>
                  </a:ext>
                </a:extLst>
              </p14:cNvPr>
              <p14:cNvContentPartPr/>
              <p14:nvPr/>
            </p14:nvContentPartPr>
            <p14:xfrm>
              <a:off x="7103320" y="863307"/>
              <a:ext cx="4428360" cy="102240"/>
            </p14:xfrm>
          </p:contentPart>
        </mc:Choice>
        <mc:Fallback xmlns="">
          <p:pic>
            <p:nvPicPr>
              <p:cNvPr id="51" name="Ink 50">
                <a:extLst>
                  <a:ext uri="{FF2B5EF4-FFF2-40B4-BE49-F238E27FC236}">
                    <a16:creationId xmlns:a16="http://schemas.microsoft.com/office/drawing/2014/main" id="{EB215AC9-835F-1055-60D5-A48A693502FA}"/>
                  </a:ext>
                </a:extLst>
              </p:cNvPr>
              <p:cNvPicPr/>
              <p:nvPr/>
            </p:nvPicPr>
            <p:blipFill>
              <a:blip r:embed="rId21"/>
              <a:stretch>
                <a:fillRect/>
              </a:stretch>
            </p:blipFill>
            <p:spPr>
              <a:xfrm>
                <a:off x="7049320" y="755307"/>
                <a:ext cx="4536000" cy="317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6" name="Ink 55">
                <a:extLst>
                  <a:ext uri="{FF2B5EF4-FFF2-40B4-BE49-F238E27FC236}">
                    <a16:creationId xmlns:a16="http://schemas.microsoft.com/office/drawing/2014/main" id="{9892B357-4929-A877-B897-5F3C197B3397}"/>
                  </a:ext>
                </a:extLst>
              </p14:cNvPr>
              <p14:cNvContentPartPr/>
              <p14:nvPr/>
            </p14:nvContentPartPr>
            <p14:xfrm>
              <a:off x="3242733" y="1278027"/>
              <a:ext cx="5461546" cy="720"/>
            </p14:xfrm>
          </p:contentPart>
        </mc:Choice>
        <mc:Fallback xmlns="">
          <p:pic>
            <p:nvPicPr>
              <p:cNvPr id="56" name="Ink 55">
                <a:extLst>
                  <a:ext uri="{FF2B5EF4-FFF2-40B4-BE49-F238E27FC236}">
                    <a16:creationId xmlns:a16="http://schemas.microsoft.com/office/drawing/2014/main" id="{9892B357-4929-A877-B897-5F3C197B3397}"/>
                  </a:ext>
                </a:extLst>
              </p:cNvPr>
              <p:cNvPicPr/>
              <p:nvPr/>
            </p:nvPicPr>
            <p:blipFill>
              <a:blip r:embed="rId23"/>
              <a:stretch>
                <a:fillRect/>
              </a:stretch>
            </p:blipFill>
            <p:spPr>
              <a:xfrm>
                <a:off x="3224733" y="1242027"/>
                <a:ext cx="5497186"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58" name="Ink 57">
                <a:extLst>
                  <a:ext uri="{FF2B5EF4-FFF2-40B4-BE49-F238E27FC236}">
                    <a16:creationId xmlns:a16="http://schemas.microsoft.com/office/drawing/2014/main" id="{9A97843C-7C9D-5986-8DB4-CE2A640532CF}"/>
                  </a:ext>
                </a:extLst>
              </p14:cNvPr>
              <p14:cNvContentPartPr/>
              <p14:nvPr/>
            </p14:nvContentPartPr>
            <p14:xfrm>
              <a:off x="8737399" y="1286667"/>
              <a:ext cx="228960" cy="3920760"/>
            </p14:xfrm>
          </p:contentPart>
        </mc:Choice>
        <mc:Fallback xmlns="">
          <p:pic>
            <p:nvPicPr>
              <p:cNvPr id="58" name="Ink 57">
                <a:extLst>
                  <a:ext uri="{FF2B5EF4-FFF2-40B4-BE49-F238E27FC236}">
                    <a16:creationId xmlns:a16="http://schemas.microsoft.com/office/drawing/2014/main" id="{9A97843C-7C9D-5986-8DB4-CE2A640532CF}"/>
                  </a:ext>
                </a:extLst>
              </p:cNvPr>
              <p:cNvPicPr/>
              <p:nvPr/>
            </p:nvPicPr>
            <p:blipFill>
              <a:blip r:embed="rId25"/>
              <a:stretch>
                <a:fillRect/>
              </a:stretch>
            </p:blipFill>
            <p:spPr>
              <a:xfrm>
                <a:off x="8719399" y="1268667"/>
                <a:ext cx="264600" cy="3956400"/>
              </a:xfrm>
              <a:prstGeom prst="rect">
                <a:avLst/>
              </a:prstGeom>
            </p:spPr>
          </p:pic>
        </mc:Fallback>
      </mc:AlternateContent>
      <p:grpSp>
        <p:nvGrpSpPr>
          <p:cNvPr id="62" name="Group 61">
            <a:extLst>
              <a:ext uri="{FF2B5EF4-FFF2-40B4-BE49-F238E27FC236}">
                <a16:creationId xmlns:a16="http://schemas.microsoft.com/office/drawing/2014/main" id="{BAD0E280-C761-3403-3F6F-32C5ED4BF883}"/>
              </a:ext>
            </a:extLst>
          </p:cNvPr>
          <p:cNvGrpSpPr/>
          <p:nvPr/>
        </p:nvGrpSpPr>
        <p:grpSpPr>
          <a:xfrm>
            <a:off x="8932159" y="5003307"/>
            <a:ext cx="880200" cy="383040"/>
            <a:chOff x="7509760" y="5003307"/>
            <a:chExt cx="880200" cy="383040"/>
          </a:xfrm>
        </p:grpSpPr>
        <mc:AlternateContent xmlns:mc="http://schemas.openxmlformats.org/markup-compatibility/2006" xmlns:p14="http://schemas.microsoft.com/office/powerpoint/2010/main">
          <mc:Choice Requires="p14">
            <p:contentPart p14:bwMode="auto" r:id="rId26">
              <p14:nvContentPartPr>
                <p14:cNvPr id="59" name="Ink 58">
                  <a:extLst>
                    <a:ext uri="{FF2B5EF4-FFF2-40B4-BE49-F238E27FC236}">
                      <a16:creationId xmlns:a16="http://schemas.microsoft.com/office/drawing/2014/main" id="{E6283B2E-5BD4-8374-D97C-3086BA967031}"/>
                    </a:ext>
                  </a:extLst>
                </p14:cNvPr>
                <p14:cNvContentPartPr/>
                <p14:nvPr/>
              </p14:nvContentPartPr>
              <p14:xfrm>
                <a:off x="7509760" y="5120667"/>
                <a:ext cx="832320" cy="87120"/>
              </p14:xfrm>
            </p:contentPart>
          </mc:Choice>
          <mc:Fallback xmlns="">
            <p:pic>
              <p:nvPicPr>
                <p:cNvPr id="59" name="Ink 58">
                  <a:extLst>
                    <a:ext uri="{FF2B5EF4-FFF2-40B4-BE49-F238E27FC236}">
                      <a16:creationId xmlns:a16="http://schemas.microsoft.com/office/drawing/2014/main" id="{E6283B2E-5BD4-8374-D97C-3086BA967031}"/>
                    </a:ext>
                  </a:extLst>
                </p:cNvPr>
                <p:cNvPicPr/>
                <p:nvPr/>
              </p:nvPicPr>
              <p:blipFill>
                <a:blip r:embed="rId27"/>
                <a:stretch>
                  <a:fillRect/>
                </a:stretch>
              </p:blipFill>
              <p:spPr>
                <a:xfrm>
                  <a:off x="7492120" y="5103027"/>
                  <a:ext cx="867960" cy="122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60" name="Ink 59">
                  <a:extLst>
                    <a:ext uri="{FF2B5EF4-FFF2-40B4-BE49-F238E27FC236}">
                      <a16:creationId xmlns:a16="http://schemas.microsoft.com/office/drawing/2014/main" id="{0A329397-1729-E611-4F23-47AAEA3816AC}"/>
                    </a:ext>
                  </a:extLst>
                </p14:cNvPr>
                <p14:cNvContentPartPr/>
                <p14:nvPr/>
              </p14:nvContentPartPr>
              <p14:xfrm>
                <a:off x="8170360" y="5003307"/>
                <a:ext cx="219600" cy="383040"/>
              </p14:xfrm>
            </p:contentPart>
          </mc:Choice>
          <mc:Fallback xmlns="">
            <p:pic>
              <p:nvPicPr>
                <p:cNvPr id="60" name="Ink 59">
                  <a:extLst>
                    <a:ext uri="{FF2B5EF4-FFF2-40B4-BE49-F238E27FC236}">
                      <a16:creationId xmlns:a16="http://schemas.microsoft.com/office/drawing/2014/main" id="{0A329397-1729-E611-4F23-47AAEA3816AC}"/>
                    </a:ext>
                  </a:extLst>
                </p:cNvPr>
                <p:cNvPicPr/>
                <p:nvPr/>
              </p:nvPicPr>
              <p:blipFill>
                <a:blip r:embed="rId29"/>
                <a:stretch>
                  <a:fillRect/>
                </a:stretch>
              </p:blipFill>
              <p:spPr>
                <a:xfrm>
                  <a:off x="8152360" y="4985667"/>
                  <a:ext cx="255240" cy="41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64" name="Ink 63">
                <a:extLst>
                  <a:ext uri="{FF2B5EF4-FFF2-40B4-BE49-F238E27FC236}">
                    <a16:creationId xmlns:a16="http://schemas.microsoft.com/office/drawing/2014/main" id="{767AAD04-7D56-0CEA-A3B8-A6363E6ECF79}"/>
                  </a:ext>
                </a:extLst>
              </p14:cNvPr>
              <p14:cNvContentPartPr/>
              <p14:nvPr/>
            </p14:nvContentPartPr>
            <p14:xfrm rot="-11161144">
              <a:off x="10817169" y="4981191"/>
              <a:ext cx="1115180" cy="65832"/>
            </p14:xfrm>
          </p:contentPart>
        </mc:Choice>
        <mc:Fallback xmlns="">
          <p:pic>
            <p:nvPicPr>
              <p:cNvPr id="64" name="Ink 63">
                <a:extLst>
                  <a:ext uri="{FF2B5EF4-FFF2-40B4-BE49-F238E27FC236}">
                    <a16:creationId xmlns:a16="http://schemas.microsoft.com/office/drawing/2014/main" id="{767AAD04-7D56-0CEA-A3B8-A6363E6ECF79}"/>
                  </a:ext>
                </a:extLst>
              </p:cNvPr>
              <p:cNvPicPr/>
              <p:nvPr/>
            </p:nvPicPr>
            <p:blipFill>
              <a:blip r:embed="rId31"/>
              <a:stretch>
                <a:fillRect/>
              </a:stretch>
            </p:blipFill>
            <p:spPr>
              <a:xfrm rot="-11161144">
                <a:off x="10763191" y="4873270"/>
                <a:ext cx="1222776" cy="281315"/>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65" name="Ink 64">
                <a:extLst>
                  <a:ext uri="{FF2B5EF4-FFF2-40B4-BE49-F238E27FC236}">
                    <a16:creationId xmlns:a16="http://schemas.microsoft.com/office/drawing/2014/main" id="{98075BD3-4804-8470-1F7E-D808D6465658}"/>
                  </a:ext>
                </a:extLst>
              </p14:cNvPr>
              <p14:cNvContentPartPr/>
              <p14:nvPr/>
            </p14:nvContentPartPr>
            <p14:xfrm>
              <a:off x="9566119" y="4918707"/>
              <a:ext cx="2440080" cy="458640"/>
            </p14:xfrm>
          </p:contentPart>
        </mc:Choice>
        <mc:Fallback xmlns="">
          <p:pic>
            <p:nvPicPr>
              <p:cNvPr id="65" name="Ink 64">
                <a:extLst>
                  <a:ext uri="{FF2B5EF4-FFF2-40B4-BE49-F238E27FC236}">
                    <a16:creationId xmlns:a16="http://schemas.microsoft.com/office/drawing/2014/main" id="{98075BD3-4804-8470-1F7E-D808D6465658}"/>
                  </a:ext>
                </a:extLst>
              </p:cNvPr>
              <p:cNvPicPr/>
              <p:nvPr/>
            </p:nvPicPr>
            <p:blipFill>
              <a:blip r:embed="rId33"/>
              <a:stretch>
                <a:fillRect/>
              </a:stretch>
            </p:blipFill>
            <p:spPr>
              <a:xfrm>
                <a:off x="9512119" y="4810707"/>
                <a:ext cx="2547720" cy="674280"/>
              </a:xfrm>
              <a:prstGeom prst="rect">
                <a:avLst/>
              </a:prstGeom>
            </p:spPr>
          </p:pic>
        </mc:Fallback>
      </mc:AlternateContent>
      <p:sp>
        <p:nvSpPr>
          <p:cNvPr id="69" name="TextBox 68">
            <a:extLst>
              <a:ext uri="{FF2B5EF4-FFF2-40B4-BE49-F238E27FC236}">
                <a16:creationId xmlns:a16="http://schemas.microsoft.com/office/drawing/2014/main" id="{196D2A5F-F53C-0B11-2C55-7A309A89912F}"/>
              </a:ext>
            </a:extLst>
          </p:cNvPr>
          <p:cNvSpPr txBox="1"/>
          <p:nvPr/>
        </p:nvSpPr>
        <p:spPr>
          <a:xfrm>
            <a:off x="5274269" y="1394176"/>
            <a:ext cx="3209331" cy="646331"/>
          </a:xfrm>
          <a:prstGeom prst="rect">
            <a:avLst/>
          </a:prstGeom>
          <a:noFill/>
          <a:ln>
            <a:solidFill>
              <a:schemeClr val="accent4">
                <a:lumMod val="75000"/>
              </a:schemeClr>
            </a:solidFill>
          </a:ln>
          <a:effectLst>
            <a:glow rad="228600">
              <a:schemeClr val="accent6">
                <a:satMod val="175000"/>
                <a:alpha val="40000"/>
              </a:schemeClr>
            </a:glow>
          </a:effectLst>
        </p:spPr>
        <p:txBody>
          <a:bodyPr wrap="square">
            <a:spAutoFit/>
          </a:bodyPr>
          <a:lstStyle/>
          <a:p>
            <a:r>
              <a:rPr lang="en-US" dirty="0"/>
              <a:t>HTTP client for sending the login request to the backend.</a:t>
            </a:r>
          </a:p>
        </p:txBody>
      </p:sp>
      <mc:AlternateContent xmlns:mc="http://schemas.openxmlformats.org/markup-compatibility/2006" xmlns:p14="http://schemas.microsoft.com/office/powerpoint/2010/main">
        <mc:Choice Requires="p14">
          <p:contentPart p14:bwMode="auto" r:id="rId34">
            <p14:nvContentPartPr>
              <p14:cNvPr id="70" name="Ink 69">
                <a:extLst>
                  <a:ext uri="{FF2B5EF4-FFF2-40B4-BE49-F238E27FC236}">
                    <a16:creationId xmlns:a16="http://schemas.microsoft.com/office/drawing/2014/main" id="{84AD6297-2914-1D81-3CB1-22947071B3BD}"/>
                  </a:ext>
                </a:extLst>
              </p14:cNvPr>
              <p14:cNvContentPartPr/>
              <p14:nvPr/>
            </p14:nvContentPartPr>
            <p14:xfrm>
              <a:off x="4216120" y="1659267"/>
              <a:ext cx="360" cy="360"/>
            </p14:xfrm>
          </p:contentPart>
        </mc:Choice>
        <mc:Fallback xmlns="">
          <p:pic>
            <p:nvPicPr>
              <p:cNvPr id="70" name="Ink 69">
                <a:extLst>
                  <a:ext uri="{FF2B5EF4-FFF2-40B4-BE49-F238E27FC236}">
                    <a16:creationId xmlns:a16="http://schemas.microsoft.com/office/drawing/2014/main" id="{84AD6297-2914-1D81-3CB1-22947071B3BD}"/>
                  </a:ext>
                </a:extLst>
              </p:cNvPr>
              <p:cNvPicPr/>
              <p:nvPr/>
            </p:nvPicPr>
            <p:blipFill>
              <a:blip r:embed="rId35"/>
              <a:stretch>
                <a:fillRect/>
              </a:stretch>
            </p:blipFill>
            <p:spPr>
              <a:xfrm>
                <a:off x="4210000" y="16531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2" name="Ink 71">
                <a:extLst>
                  <a:ext uri="{FF2B5EF4-FFF2-40B4-BE49-F238E27FC236}">
                    <a16:creationId xmlns:a16="http://schemas.microsoft.com/office/drawing/2014/main" id="{26840DD7-5C4B-F536-5FEF-5E0CC04FF09D}"/>
                  </a:ext>
                </a:extLst>
              </p14:cNvPr>
              <p14:cNvContentPartPr/>
              <p14:nvPr/>
            </p14:nvContentPartPr>
            <p14:xfrm>
              <a:off x="2327920" y="1540467"/>
              <a:ext cx="2836800" cy="178560"/>
            </p14:xfrm>
          </p:contentPart>
        </mc:Choice>
        <mc:Fallback xmlns="">
          <p:pic>
            <p:nvPicPr>
              <p:cNvPr id="72" name="Ink 71">
                <a:extLst>
                  <a:ext uri="{FF2B5EF4-FFF2-40B4-BE49-F238E27FC236}">
                    <a16:creationId xmlns:a16="http://schemas.microsoft.com/office/drawing/2014/main" id="{26840DD7-5C4B-F536-5FEF-5E0CC04FF09D}"/>
                  </a:ext>
                </a:extLst>
              </p:cNvPr>
              <p:cNvPicPr/>
              <p:nvPr/>
            </p:nvPicPr>
            <p:blipFill>
              <a:blip r:embed="rId37"/>
              <a:stretch>
                <a:fillRect/>
              </a:stretch>
            </p:blipFill>
            <p:spPr>
              <a:xfrm>
                <a:off x="2321800" y="1534347"/>
                <a:ext cx="28490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3" name="Ink 72">
                <a:extLst>
                  <a:ext uri="{FF2B5EF4-FFF2-40B4-BE49-F238E27FC236}">
                    <a16:creationId xmlns:a16="http://schemas.microsoft.com/office/drawing/2014/main" id="{77A11591-3DA1-B97F-8F04-D419FCD0EA09}"/>
                  </a:ext>
                </a:extLst>
              </p14:cNvPr>
              <p14:cNvContentPartPr/>
              <p14:nvPr/>
            </p14:nvContentPartPr>
            <p14:xfrm>
              <a:off x="6019360" y="2514627"/>
              <a:ext cx="360" cy="360"/>
            </p14:xfrm>
          </p:contentPart>
        </mc:Choice>
        <mc:Fallback xmlns="">
          <p:pic>
            <p:nvPicPr>
              <p:cNvPr id="73" name="Ink 72">
                <a:extLst>
                  <a:ext uri="{FF2B5EF4-FFF2-40B4-BE49-F238E27FC236}">
                    <a16:creationId xmlns:a16="http://schemas.microsoft.com/office/drawing/2014/main" id="{77A11591-3DA1-B97F-8F04-D419FCD0EA09}"/>
                  </a:ext>
                </a:extLst>
              </p:cNvPr>
              <p:cNvPicPr/>
              <p:nvPr/>
            </p:nvPicPr>
            <p:blipFill>
              <a:blip r:embed="rId35"/>
              <a:stretch>
                <a:fillRect/>
              </a:stretch>
            </p:blipFill>
            <p:spPr>
              <a:xfrm>
                <a:off x="6013240" y="2508507"/>
                <a:ext cx="12600" cy="12600"/>
              </a:xfrm>
              <a:prstGeom prst="rect">
                <a:avLst/>
              </a:prstGeom>
            </p:spPr>
          </p:pic>
        </mc:Fallback>
      </mc:AlternateContent>
      <p:grpSp>
        <p:nvGrpSpPr>
          <p:cNvPr id="78" name="Group 77">
            <a:extLst>
              <a:ext uri="{FF2B5EF4-FFF2-40B4-BE49-F238E27FC236}">
                <a16:creationId xmlns:a16="http://schemas.microsoft.com/office/drawing/2014/main" id="{B8CDC5C4-EBD0-84E5-B2EC-A0DCAF0034BF}"/>
              </a:ext>
            </a:extLst>
          </p:cNvPr>
          <p:cNvGrpSpPr/>
          <p:nvPr/>
        </p:nvGrpSpPr>
        <p:grpSpPr>
          <a:xfrm>
            <a:off x="4983640" y="1523907"/>
            <a:ext cx="197640" cy="357120"/>
            <a:chOff x="4983640" y="1523907"/>
            <a:chExt cx="197640" cy="357120"/>
          </a:xfrm>
        </p:grpSpPr>
        <mc:AlternateContent xmlns:mc="http://schemas.openxmlformats.org/markup-compatibility/2006" xmlns:p14="http://schemas.microsoft.com/office/powerpoint/2010/main">
          <mc:Choice Requires="p14">
            <p:contentPart p14:bwMode="auto" r:id="rId39">
              <p14:nvContentPartPr>
                <p14:cNvPr id="76" name="Ink 75">
                  <a:extLst>
                    <a:ext uri="{FF2B5EF4-FFF2-40B4-BE49-F238E27FC236}">
                      <a16:creationId xmlns:a16="http://schemas.microsoft.com/office/drawing/2014/main" id="{4FAF9700-72AC-93C9-7E27-EF92D09CF7CC}"/>
                    </a:ext>
                  </a:extLst>
                </p14:cNvPr>
                <p14:cNvContentPartPr/>
                <p14:nvPr/>
              </p14:nvContentPartPr>
              <p14:xfrm>
                <a:off x="5096680" y="1523907"/>
                <a:ext cx="360" cy="360"/>
              </p14:xfrm>
            </p:contentPart>
          </mc:Choice>
          <mc:Fallback xmlns="">
            <p:pic>
              <p:nvPicPr>
                <p:cNvPr id="76" name="Ink 75">
                  <a:extLst>
                    <a:ext uri="{FF2B5EF4-FFF2-40B4-BE49-F238E27FC236}">
                      <a16:creationId xmlns:a16="http://schemas.microsoft.com/office/drawing/2014/main" id="{4FAF9700-72AC-93C9-7E27-EF92D09CF7CC}"/>
                    </a:ext>
                  </a:extLst>
                </p:cNvPr>
                <p:cNvPicPr/>
                <p:nvPr/>
              </p:nvPicPr>
              <p:blipFill>
                <a:blip r:embed="rId35"/>
                <a:stretch>
                  <a:fillRect/>
                </a:stretch>
              </p:blipFill>
              <p:spPr>
                <a:xfrm>
                  <a:off x="5090560" y="151778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7" name="Ink 76">
                  <a:extLst>
                    <a:ext uri="{FF2B5EF4-FFF2-40B4-BE49-F238E27FC236}">
                      <a16:creationId xmlns:a16="http://schemas.microsoft.com/office/drawing/2014/main" id="{D2F32340-FC81-8BE0-1B14-B1712D148F17}"/>
                    </a:ext>
                  </a:extLst>
                </p14:cNvPr>
                <p14:cNvContentPartPr/>
                <p14:nvPr/>
              </p14:nvContentPartPr>
              <p14:xfrm>
                <a:off x="4983640" y="1523907"/>
                <a:ext cx="197640" cy="357120"/>
              </p14:xfrm>
            </p:contentPart>
          </mc:Choice>
          <mc:Fallback xmlns="">
            <p:pic>
              <p:nvPicPr>
                <p:cNvPr id="77" name="Ink 76">
                  <a:extLst>
                    <a:ext uri="{FF2B5EF4-FFF2-40B4-BE49-F238E27FC236}">
                      <a16:creationId xmlns:a16="http://schemas.microsoft.com/office/drawing/2014/main" id="{D2F32340-FC81-8BE0-1B14-B1712D148F17}"/>
                    </a:ext>
                  </a:extLst>
                </p:cNvPr>
                <p:cNvPicPr/>
                <p:nvPr/>
              </p:nvPicPr>
              <p:blipFill>
                <a:blip r:embed="rId41"/>
                <a:stretch>
                  <a:fillRect/>
                </a:stretch>
              </p:blipFill>
              <p:spPr>
                <a:xfrm>
                  <a:off x="4977520" y="1517787"/>
                  <a:ext cx="209880" cy="369360"/>
                </a:xfrm>
                <a:prstGeom prst="rect">
                  <a:avLst/>
                </a:prstGeom>
              </p:spPr>
            </p:pic>
          </mc:Fallback>
        </mc:AlternateContent>
      </p:grpSp>
      <p:pic>
        <p:nvPicPr>
          <p:cNvPr id="80" name="Picture 79">
            <a:extLst>
              <a:ext uri="{FF2B5EF4-FFF2-40B4-BE49-F238E27FC236}">
                <a16:creationId xmlns:a16="http://schemas.microsoft.com/office/drawing/2014/main" id="{B9680F8E-31E5-2CE3-EDC6-26BE0D222FC3}"/>
              </a:ext>
            </a:extLst>
          </p:cNvPr>
          <p:cNvPicPr>
            <a:picLocks noChangeAspect="1"/>
          </p:cNvPicPr>
          <p:nvPr/>
        </p:nvPicPr>
        <p:blipFill>
          <a:blip r:embed="rId42"/>
          <a:srcRect l="4742" t="12441" r="8365"/>
          <a:stretch>
            <a:fillRect/>
          </a:stretch>
        </p:blipFill>
        <p:spPr>
          <a:xfrm>
            <a:off x="5274269" y="2189789"/>
            <a:ext cx="3234520" cy="541866"/>
          </a:xfrm>
          <a:prstGeom prst="rect">
            <a:avLst/>
          </a:prstGeom>
        </p:spPr>
      </p:pic>
      <mc:AlternateContent xmlns:mc="http://schemas.openxmlformats.org/markup-compatibility/2006" xmlns:p14="http://schemas.microsoft.com/office/powerpoint/2010/main">
        <mc:Choice Requires="p14">
          <p:contentPart p14:bwMode="auto" r:id="rId43">
            <p14:nvContentPartPr>
              <p14:cNvPr id="86" name="Ink 85">
                <a:extLst>
                  <a:ext uri="{FF2B5EF4-FFF2-40B4-BE49-F238E27FC236}">
                    <a16:creationId xmlns:a16="http://schemas.microsoft.com/office/drawing/2014/main" id="{EEE34310-2A27-C684-155D-CA03BF6AAE71}"/>
                  </a:ext>
                </a:extLst>
              </p14:cNvPr>
              <p14:cNvContentPartPr/>
              <p14:nvPr/>
            </p14:nvContentPartPr>
            <p14:xfrm>
              <a:off x="5167387" y="2243547"/>
              <a:ext cx="196560" cy="332640"/>
            </p14:xfrm>
          </p:contentPart>
        </mc:Choice>
        <mc:Fallback xmlns="">
          <p:pic>
            <p:nvPicPr>
              <p:cNvPr id="86" name="Ink 85">
                <a:extLst>
                  <a:ext uri="{FF2B5EF4-FFF2-40B4-BE49-F238E27FC236}">
                    <a16:creationId xmlns:a16="http://schemas.microsoft.com/office/drawing/2014/main" id="{EEE34310-2A27-C684-155D-CA03BF6AAE71}"/>
                  </a:ext>
                </a:extLst>
              </p:cNvPr>
              <p:cNvPicPr/>
              <p:nvPr/>
            </p:nvPicPr>
            <p:blipFill>
              <a:blip r:embed="rId44"/>
              <a:stretch>
                <a:fillRect/>
              </a:stretch>
            </p:blipFill>
            <p:spPr>
              <a:xfrm>
                <a:off x="5161267" y="2237427"/>
                <a:ext cx="20880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93" name="Ink 92">
                <a:extLst>
                  <a:ext uri="{FF2B5EF4-FFF2-40B4-BE49-F238E27FC236}">
                    <a16:creationId xmlns:a16="http://schemas.microsoft.com/office/drawing/2014/main" id="{9C31C292-0EDB-85EF-3033-DEE2D70BB55F}"/>
                  </a:ext>
                </a:extLst>
              </p14:cNvPr>
              <p14:cNvContentPartPr/>
              <p14:nvPr/>
            </p14:nvContentPartPr>
            <p14:xfrm>
              <a:off x="6209227" y="2327787"/>
              <a:ext cx="378360" cy="311760"/>
            </p14:xfrm>
          </p:contentPart>
        </mc:Choice>
        <mc:Fallback xmlns="">
          <p:pic>
            <p:nvPicPr>
              <p:cNvPr id="93" name="Ink 92">
                <a:extLst>
                  <a:ext uri="{FF2B5EF4-FFF2-40B4-BE49-F238E27FC236}">
                    <a16:creationId xmlns:a16="http://schemas.microsoft.com/office/drawing/2014/main" id="{9C31C292-0EDB-85EF-3033-DEE2D70BB55F}"/>
                  </a:ext>
                </a:extLst>
              </p:cNvPr>
              <p:cNvPicPr/>
              <p:nvPr/>
            </p:nvPicPr>
            <p:blipFill>
              <a:blip r:embed="rId46"/>
              <a:stretch>
                <a:fillRect/>
              </a:stretch>
            </p:blipFill>
            <p:spPr>
              <a:xfrm>
                <a:off x="6203107" y="2321667"/>
                <a:ext cx="390600" cy="324000"/>
              </a:xfrm>
              <a:prstGeom prst="rect">
                <a:avLst/>
              </a:prstGeom>
            </p:spPr>
          </p:pic>
        </mc:Fallback>
      </mc:AlternateContent>
      <p:pic>
        <p:nvPicPr>
          <p:cNvPr id="96" name="Picture 95">
            <a:extLst>
              <a:ext uri="{FF2B5EF4-FFF2-40B4-BE49-F238E27FC236}">
                <a16:creationId xmlns:a16="http://schemas.microsoft.com/office/drawing/2014/main" id="{B92E9808-0C7F-0D71-798C-C0CDDB1FD9CC}"/>
              </a:ext>
            </a:extLst>
          </p:cNvPr>
          <p:cNvPicPr>
            <a:picLocks noChangeAspect="1"/>
          </p:cNvPicPr>
          <p:nvPr/>
        </p:nvPicPr>
        <p:blipFill>
          <a:blip r:embed="rId47"/>
          <a:srcRect t="30048" r="4832" b="19385"/>
          <a:stretch>
            <a:fillRect/>
          </a:stretch>
        </p:blipFill>
        <p:spPr>
          <a:xfrm>
            <a:off x="1176027" y="6070124"/>
            <a:ext cx="2509483" cy="496154"/>
          </a:xfrm>
          <a:prstGeom prst="rect">
            <a:avLst/>
          </a:prstGeom>
          <a:effectLst>
            <a:glow rad="139700">
              <a:schemeClr val="accent2">
                <a:satMod val="175000"/>
                <a:alpha val="40000"/>
              </a:schemeClr>
            </a:glow>
          </a:effectLst>
        </p:spPr>
      </p:pic>
      <mc:AlternateContent xmlns:mc="http://schemas.openxmlformats.org/markup-compatibility/2006" xmlns:p14="http://schemas.microsoft.com/office/powerpoint/2010/main">
        <mc:Choice Requires="p14">
          <p:contentPart p14:bwMode="auto" r:id="rId48">
            <p14:nvContentPartPr>
              <p14:cNvPr id="97" name="Ink 96">
                <a:extLst>
                  <a:ext uri="{FF2B5EF4-FFF2-40B4-BE49-F238E27FC236}">
                    <a16:creationId xmlns:a16="http://schemas.microsoft.com/office/drawing/2014/main" id="{D488CC03-87D1-D209-94B6-79AE80D254F2}"/>
                  </a:ext>
                </a:extLst>
              </p14:cNvPr>
              <p14:cNvContentPartPr/>
              <p14:nvPr/>
            </p14:nvContentPartPr>
            <p14:xfrm>
              <a:off x="2742787" y="1819827"/>
              <a:ext cx="360" cy="360"/>
            </p14:xfrm>
          </p:contentPart>
        </mc:Choice>
        <mc:Fallback xmlns="">
          <p:pic>
            <p:nvPicPr>
              <p:cNvPr id="97" name="Ink 96">
                <a:extLst>
                  <a:ext uri="{FF2B5EF4-FFF2-40B4-BE49-F238E27FC236}">
                    <a16:creationId xmlns:a16="http://schemas.microsoft.com/office/drawing/2014/main" id="{D488CC03-87D1-D209-94B6-79AE80D254F2}"/>
                  </a:ext>
                </a:extLst>
              </p:cNvPr>
              <p:cNvPicPr/>
              <p:nvPr/>
            </p:nvPicPr>
            <p:blipFill>
              <a:blip r:embed="rId35"/>
              <a:stretch>
                <a:fillRect/>
              </a:stretch>
            </p:blipFill>
            <p:spPr>
              <a:xfrm>
                <a:off x="2736667" y="1813707"/>
                <a:ext cx="12600" cy="126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9">
            <p14:nvContentPartPr>
              <p14:cNvPr id="100" name="Ink 99">
                <a:extLst>
                  <a:ext uri="{FF2B5EF4-FFF2-40B4-BE49-F238E27FC236}">
                    <a16:creationId xmlns:a16="http://schemas.microsoft.com/office/drawing/2014/main" id="{A5134ED6-20D9-4E06-E6F8-CA28B49F6D4B}"/>
                  </a:ext>
                </a:extLst>
              </p14:cNvPr>
              <p14:cNvContentPartPr/>
              <p14:nvPr/>
            </p14:nvContentPartPr>
            <p14:xfrm>
              <a:off x="685387" y="1625427"/>
              <a:ext cx="360" cy="360"/>
            </p14:xfrm>
          </p:contentPart>
        </mc:Choice>
        <mc:Fallback xmlns="">
          <p:pic>
            <p:nvPicPr>
              <p:cNvPr id="100" name="Ink 99">
                <a:extLst>
                  <a:ext uri="{FF2B5EF4-FFF2-40B4-BE49-F238E27FC236}">
                    <a16:creationId xmlns:a16="http://schemas.microsoft.com/office/drawing/2014/main" id="{A5134ED6-20D9-4E06-E6F8-CA28B49F6D4B}"/>
                  </a:ext>
                </a:extLst>
              </p:cNvPr>
              <p:cNvPicPr/>
              <p:nvPr/>
            </p:nvPicPr>
            <p:blipFill>
              <a:blip r:embed="rId50"/>
              <a:stretch>
                <a:fillRect/>
              </a:stretch>
            </p:blipFill>
            <p:spPr>
              <a:xfrm>
                <a:off x="667747" y="1607787"/>
                <a:ext cx="36000" cy="3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1">
            <p14:nvContentPartPr>
              <p14:cNvPr id="108" name="Ink 107">
                <a:extLst>
                  <a:ext uri="{FF2B5EF4-FFF2-40B4-BE49-F238E27FC236}">
                    <a16:creationId xmlns:a16="http://schemas.microsoft.com/office/drawing/2014/main" id="{13548EC5-1C88-8FA4-EB40-CE3BECE32F32}"/>
                  </a:ext>
                </a:extLst>
              </p14:cNvPr>
              <p14:cNvContentPartPr/>
              <p14:nvPr/>
            </p14:nvContentPartPr>
            <p14:xfrm>
              <a:off x="41707" y="1616787"/>
              <a:ext cx="610200" cy="720"/>
            </p14:xfrm>
          </p:contentPart>
        </mc:Choice>
        <mc:Fallback xmlns="">
          <p:pic>
            <p:nvPicPr>
              <p:cNvPr id="108" name="Ink 107">
                <a:extLst>
                  <a:ext uri="{FF2B5EF4-FFF2-40B4-BE49-F238E27FC236}">
                    <a16:creationId xmlns:a16="http://schemas.microsoft.com/office/drawing/2014/main" id="{13548EC5-1C88-8FA4-EB40-CE3BECE32F32}"/>
                  </a:ext>
                </a:extLst>
              </p:cNvPr>
              <p:cNvPicPr/>
              <p:nvPr/>
            </p:nvPicPr>
            <p:blipFill>
              <a:blip r:embed="rId54"/>
              <a:stretch>
                <a:fillRect/>
              </a:stretch>
            </p:blipFill>
            <p:spPr>
              <a:xfrm>
                <a:off x="24067" y="1580787"/>
                <a:ext cx="645840" cy="72000"/>
              </a:xfrm>
              <a:prstGeom prst="rect">
                <a:avLst/>
              </a:prstGeom>
            </p:spPr>
          </p:pic>
        </mc:Fallback>
      </mc:AlternateContent>
      <p:pic>
        <p:nvPicPr>
          <p:cNvPr id="128" name="Picture 127">
            <a:extLst>
              <a:ext uri="{FF2B5EF4-FFF2-40B4-BE49-F238E27FC236}">
                <a16:creationId xmlns:a16="http://schemas.microsoft.com/office/drawing/2014/main" id="{6DC5D2FD-5EA8-7FB9-CD37-FC09817C5EEC}"/>
              </a:ext>
            </a:extLst>
          </p:cNvPr>
          <p:cNvPicPr>
            <a:picLocks noChangeAspect="1"/>
          </p:cNvPicPr>
          <p:nvPr/>
        </p:nvPicPr>
        <p:blipFill>
          <a:blip r:embed="rId2"/>
          <a:srcRect t="50180" b="39121"/>
          <a:stretch>
            <a:fillRect/>
          </a:stretch>
        </p:blipFill>
        <p:spPr>
          <a:xfrm>
            <a:off x="84907" y="2918818"/>
            <a:ext cx="5104737" cy="232550"/>
          </a:xfrm>
          <a:prstGeom prst="rect">
            <a:avLst/>
          </a:prstGeom>
        </p:spPr>
      </p:pic>
      <p:pic>
        <p:nvPicPr>
          <p:cNvPr id="129" name="Picture 128">
            <a:extLst>
              <a:ext uri="{FF2B5EF4-FFF2-40B4-BE49-F238E27FC236}">
                <a16:creationId xmlns:a16="http://schemas.microsoft.com/office/drawing/2014/main" id="{7B76FF18-A481-4C3E-79F4-C3009DE89E3D}"/>
              </a:ext>
            </a:extLst>
          </p:cNvPr>
          <p:cNvPicPr>
            <a:picLocks noChangeAspect="1"/>
          </p:cNvPicPr>
          <p:nvPr/>
        </p:nvPicPr>
        <p:blipFill>
          <a:blip r:embed="rId2"/>
          <a:srcRect t="58555" b="29830"/>
          <a:stretch>
            <a:fillRect/>
          </a:stretch>
        </p:blipFill>
        <p:spPr>
          <a:xfrm>
            <a:off x="160898" y="2461688"/>
            <a:ext cx="5104737" cy="252480"/>
          </a:xfrm>
          <a:prstGeom prst="rect">
            <a:avLst/>
          </a:prstGeom>
        </p:spPr>
      </p:pic>
      <mc:AlternateContent xmlns:mc="http://schemas.openxmlformats.org/markup-compatibility/2006" xmlns:p14="http://schemas.microsoft.com/office/powerpoint/2010/main">
        <mc:Choice Requires="p14">
          <p:contentPart p14:bwMode="auto" r:id="rId55">
            <p14:nvContentPartPr>
              <p14:cNvPr id="130" name="Ink 129">
                <a:extLst>
                  <a:ext uri="{FF2B5EF4-FFF2-40B4-BE49-F238E27FC236}">
                    <a16:creationId xmlns:a16="http://schemas.microsoft.com/office/drawing/2014/main" id="{FA6AD56D-29DA-CA7A-FA04-BD12029A679A}"/>
                  </a:ext>
                </a:extLst>
              </p14:cNvPr>
              <p14:cNvContentPartPr/>
              <p14:nvPr/>
            </p14:nvContentPartPr>
            <p14:xfrm>
              <a:off x="2506267" y="2455227"/>
              <a:ext cx="360" cy="360"/>
            </p14:xfrm>
          </p:contentPart>
        </mc:Choice>
        <mc:Fallback xmlns="">
          <p:pic>
            <p:nvPicPr>
              <p:cNvPr id="130" name="Ink 129">
                <a:extLst>
                  <a:ext uri="{FF2B5EF4-FFF2-40B4-BE49-F238E27FC236}">
                    <a16:creationId xmlns:a16="http://schemas.microsoft.com/office/drawing/2014/main" id="{FA6AD56D-29DA-CA7A-FA04-BD12029A679A}"/>
                  </a:ext>
                </a:extLst>
              </p:cNvPr>
              <p:cNvPicPr/>
              <p:nvPr/>
            </p:nvPicPr>
            <p:blipFill>
              <a:blip r:embed="rId62"/>
              <a:stretch>
                <a:fillRect/>
              </a:stretch>
            </p:blipFill>
            <p:spPr>
              <a:xfrm>
                <a:off x="2500147" y="244910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32" name="Ink 131">
                <a:extLst>
                  <a:ext uri="{FF2B5EF4-FFF2-40B4-BE49-F238E27FC236}">
                    <a16:creationId xmlns:a16="http://schemas.microsoft.com/office/drawing/2014/main" id="{27C02FE6-3365-8FDC-3E1D-B581FEB3187D}"/>
                  </a:ext>
                </a:extLst>
              </p14:cNvPr>
              <p14:cNvContentPartPr/>
              <p14:nvPr/>
            </p14:nvContentPartPr>
            <p14:xfrm>
              <a:off x="795907" y="2352987"/>
              <a:ext cx="1092600" cy="474840"/>
            </p14:xfrm>
          </p:contentPart>
        </mc:Choice>
        <mc:Fallback xmlns="">
          <p:pic>
            <p:nvPicPr>
              <p:cNvPr id="132" name="Ink 131">
                <a:extLst>
                  <a:ext uri="{FF2B5EF4-FFF2-40B4-BE49-F238E27FC236}">
                    <a16:creationId xmlns:a16="http://schemas.microsoft.com/office/drawing/2014/main" id="{27C02FE6-3365-8FDC-3E1D-B581FEB3187D}"/>
                  </a:ext>
                </a:extLst>
              </p:cNvPr>
              <p:cNvPicPr/>
              <p:nvPr/>
            </p:nvPicPr>
            <p:blipFill>
              <a:blip r:embed="rId64"/>
              <a:stretch>
                <a:fillRect/>
              </a:stretch>
            </p:blipFill>
            <p:spPr>
              <a:xfrm>
                <a:off x="789787" y="2346867"/>
                <a:ext cx="110484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33" name="Ink 132">
                <a:extLst>
                  <a:ext uri="{FF2B5EF4-FFF2-40B4-BE49-F238E27FC236}">
                    <a16:creationId xmlns:a16="http://schemas.microsoft.com/office/drawing/2014/main" id="{DCA0DB84-88FB-A446-C6FA-E6A5EC6C8960}"/>
                  </a:ext>
                </a:extLst>
              </p14:cNvPr>
              <p14:cNvContentPartPr/>
              <p14:nvPr/>
            </p14:nvContentPartPr>
            <p14:xfrm>
              <a:off x="1871227" y="2237787"/>
              <a:ext cx="3546360" cy="479520"/>
            </p14:xfrm>
          </p:contentPart>
        </mc:Choice>
        <mc:Fallback xmlns="">
          <p:pic>
            <p:nvPicPr>
              <p:cNvPr id="133" name="Ink 132">
                <a:extLst>
                  <a:ext uri="{FF2B5EF4-FFF2-40B4-BE49-F238E27FC236}">
                    <a16:creationId xmlns:a16="http://schemas.microsoft.com/office/drawing/2014/main" id="{DCA0DB84-88FB-A446-C6FA-E6A5EC6C8960}"/>
                  </a:ext>
                </a:extLst>
              </p:cNvPr>
              <p:cNvPicPr/>
              <p:nvPr/>
            </p:nvPicPr>
            <p:blipFill>
              <a:blip r:embed="rId66"/>
              <a:stretch>
                <a:fillRect/>
              </a:stretch>
            </p:blipFill>
            <p:spPr>
              <a:xfrm>
                <a:off x="1865107" y="2231667"/>
                <a:ext cx="3558600" cy="4917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35" name="Ink 134">
                <a:extLst>
                  <a:ext uri="{FF2B5EF4-FFF2-40B4-BE49-F238E27FC236}">
                    <a16:creationId xmlns:a16="http://schemas.microsoft.com/office/drawing/2014/main" id="{72B7D7D1-BE56-373B-D4E2-77EC8BB7C042}"/>
                  </a:ext>
                </a:extLst>
              </p14:cNvPr>
              <p14:cNvContentPartPr/>
              <p14:nvPr/>
            </p14:nvContentPartPr>
            <p14:xfrm>
              <a:off x="973387" y="3013133"/>
              <a:ext cx="531720" cy="34920"/>
            </p14:xfrm>
          </p:contentPart>
        </mc:Choice>
        <mc:Fallback xmlns="">
          <p:pic>
            <p:nvPicPr>
              <p:cNvPr id="135" name="Ink 134">
                <a:extLst>
                  <a:ext uri="{FF2B5EF4-FFF2-40B4-BE49-F238E27FC236}">
                    <a16:creationId xmlns:a16="http://schemas.microsoft.com/office/drawing/2014/main" id="{72B7D7D1-BE56-373B-D4E2-77EC8BB7C042}"/>
                  </a:ext>
                </a:extLst>
              </p:cNvPr>
              <p:cNvPicPr/>
              <p:nvPr/>
            </p:nvPicPr>
            <p:blipFill>
              <a:blip r:embed="rId68"/>
              <a:stretch>
                <a:fillRect/>
              </a:stretch>
            </p:blipFill>
            <p:spPr>
              <a:xfrm>
                <a:off x="919747" y="2905493"/>
                <a:ext cx="639360" cy="250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9">
            <p14:nvContentPartPr>
              <p14:cNvPr id="139" name="Ink 138">
                <a:extLst>
                  <a:ext uri="{FF2B5EF4-FFF2-40B4-BE49-F238E27FC236}">
                    <a16:creationId xmlns:a16="http://schemas.microsoft.com/office/drawing/2014/main" id="{1EE9F463-3095-9768-A415-178415E79273}"/>
                  </a:ext>
                </a:extLst>
              </p14:cNvPr>
              <p14:cNvContentPartPr/>
              <p14:nvPr/>
            </p14:nvContentPartPr>
            <p14:xfrm>
              <a:off x="5816107" y="3107093"/>
              <a:ext cx="360" cy="360"/>
            </p14:xfrm>
          </p:contentPart>
        </mc:Choice>
        <mc:Fallback xmlns="">
          <p:pic>
            <p:nvPicPr>
              <p:cNvPr id="139" name="Ink 138">
                <a:extLst>
                  <a:ext uri="{FF2B5EF4-FFF2-40B4-BE49-F238E27FC236}">
                    <a16:creationId xmlns:a16="http://schemas.microsoft.com/office/drawing/2014/main" id="{1EE9F463-3095-9768-A415-178415E79273}"/>
                  </a:ext>
                </a:extLst>
              </p:cNvPr>
              <p:cNvPicPr/>
              <p:nvPr/>
            </p:nvPicPr>
            <p:blipFill>
              <a:blip r:embed="rId76"/>
              <a:stretch>
                <a:fillRect/>
              </a:stretch>
            </p:blipFill>
            <p:spPr>
              <a:xfrm>
                <a:off x="5798467" y="3089453"/>
                <a:ext cx="36000" cy="36000"/>
              </a:xfrm>
              <a:prstGeom prst="rect">
                <a:avLst/>
              </a:prstGeom>
            </p:spPr>
          </p:pic>
        </mc:Fallback>
      </mc:AlternateContent>
      <p:sp>
        <p:nvSpPr>
          <p:cNvPr id="141" name="TextBox 140">
            <a:extLst>
              <a:ext uri="{FF2B5EF4-FFF2-40B4-BE49-F238E27FC236}">
                <a16:creationId xmlns:a16="http://schemas.microsoft.com/office/drawing/2014/main" id="{DF300433-7A55-B1D4-369A-A2C07EC4B559}"/>
              </a:ext>
            </a:extLst>
          </p:cNvPr>
          <p:cNvSpPr txBox="1"/>
          <p:nvPr/>
        </p:nvSpPr>
        <p:spPr>
          <a:xfrm>
            <a:off x="5477751" y="2836790"/>
            <a:ext cx="2789515" cy="923330"/>
          </a:xfrm>
          <a:prstGeom prst="rect">
            <a:avLst/>
          </a:prstGeom>
          <a:noFill/>
          <a:ln>
            <a:solidFill>
              <a:schemeClr val="accent4">
                <a:lumMod val="40000"/>
                <a:lumOff val="60000"/>
              </a:schemeClr>
            </a:solidFill>
          </a:ln>
          <a:effectLst>
            <a:glow rad="228600">
              <a:schemeClr val="accent1">
                <a:satMod val="175000"/>
                <a:alpha val="40000"/>
              </a:schemeClr>
            </a:glow>
          </a:effectLst>
        </p:spPr>
        <p:txBody>
          <a:bodyPr wrap="square">
            <a:spAutoFit/>
          </a:bodyPr>
          <a:lstStyle/>
          <a:p>
            <a:r>
              <a:rPr lang="en-US" dirty="0"/>
              <a:t>for client-side navigation, </a:t>
            </a:r>
            <a:r>
              <a:rPr lang="en-US" dirty="0" err="1">
                <a:latin typeface="Courier New" panose="02070309020205020404" pitchFamily="49" charset="0"/>
              </a:rPr>
              <a:t>useNavigate</a:t>
            </a:r>
            <a:r>
              <a:rPr lang="en-US" dirty="0"/>
              <a:t> to programmatically navigate.</a:t>
            </a:r>
          </a:p>
        </p:txBody>
      </p:sp>
      <mc:AlternateContent xmlns:mc="http://schemas.openxmlformats.org/markup-compatibility/2006" xmlns:p14="http://schemas.microsoft.com/office/powerpoint/2010/main" xmlns:aink="http://schemas.microsoft.com/office/drawing/2016/ink">
        <mc:Choice Requires="p14 aink">
          <p:contentPart p14:bwMode="auto" r:id="rId77">
            <p14:nvContentPartPr>
              <p14:cNvPr id="157" name="Ink 156">
                <a:extLst>
                  <a:ext uri="{FF2B5EF4-FFF2-40B4-BE49-F238E27FC236}">
                    <a16:creationId xmlns:a16="http://schemas.microsoft.com/office/drawing/2014/main" id="{993A6DDB-5E13-7217-7F12-0646EB52FD77}"/>
                  </a:ext>
                </a:extLst>
              </p14:cNvPr>
              <p14:cNvContentPartPr/>
              <p14:nvPr/>
            </p14:nvContentPartPr>
            <p14:xfrm>
              <a:off x="3801187" y="736493"/>
              <a:ext cx="360" cy="360"/>
            </p14:xfrm>
          </p:contentPart>
        </mc:Choice>
        <mc:Fallback xmlns="">
          <p:pic>
            <p:nvPicPr>
              <p:cNvPr id="157" name="Ink 156">
                <a:extLst>
                  <a:ext uri="{FF2B5EF4-FFF2-40B4-BE49-F238E27FC236}">
                    <a16:creationId xmlns:a16="http://schemas.microsoft.com/office/drawing/2014/main" id="{993A6DDB-5E13-7217-7F12-0646EB52FD77}"/>
                  </a:ext>
                </a:extLst>
              </p:cNvPr>
              <p:cNvPicPr/>
              <p:nvPr/>
            </p:nvPicPr>
            <p:blipFill>
              <a:blip r:embed="rId78"/>
              <a:stretch>
                <a:fillRect/>
              </a:stretch>
            </p:blipFill>
            <p:spPr>
              <a:xfrm>
                <a:off x="3792547" y="682493"/>
                <a:ext cx="18000" cy="108000"/>
              </a:xfrm>
              <a:prstGeom prst="rect">
                <a:avLst/>
              </a:prstGeom>
            </p:spPr>
          </p:pic>
        </mc:Fallback>
      </mc:AlternateContent>
      <p:cxnSp>
        <p:nvCxnSpPr>
          <p:cNvPr id="160" name="Straight Connector 159">
            <a:extLst>
              <a:ext uri="{FF2B5EF4-FFF2-40B4-BE49-F238E27FC236}">
                <a16:creationId xmlns:a16="http://schemas.microsoft.com/office/drawing/2014/main" id="{7C2B49C1-6254-0792-B445-1C538F200F6E}"/>
              </a:ext>
            </a:extLst>
          </p:cNvPr>
          <p:cNvCxnSpPr>
            <a:cxnSpLocks/>
            <a:endCxn id="141" idx="1"/>
          </p:cNvCxnSpPr>
          <p:nvPr/>
        </p:nvCxnSpPr>
        <p:spPr>
          <a:xfrm>
            <a:off x="4759160" y="3122383"/>
            <a:ext cx="718591" cy="176072"/>
          </a:xfrm>
          <a:prstGeom prst="line">
            <a:avLst/>
          </a:prstGeom>
          <a:gradFill>
            <a:gsLst>
              <a:gs pos="0">
                <a:srgbClr val="360704">
                  <a:alpha val="5000"/>
                </a:srgbClr>
              </a:gs>
              <a:gs pos="21000">
                <a:srgbClr val="DA0100">
                  <a:alpha val="5000"/>
                </a:srgbClr>
              </a:gs>
              <a:gs pos="41000">
                <a:srgbClr val="360704">
                  <a:alpha val="5000"/>
                </a:srgbClr>
              </a:gs>
              <a:gs pos="62000">
                <a:srgbClr val="DA0100">
                  <a:alpha val="5000"/>
                </a:srgbClr>
              </a:gs>
              <a:gs pos="82000">
                <a:srgbClr val="360704">
                  <a:alpha val="5000"/>
                </a:srgbClr>
              </a:gs>
              <a:gs pos="100000">
                <a:srgbClr val="DA0100">
                  <a:alpha val="5000"/>
                </a:srgbClr>
              </a:gs>
            </a:gsLst>
          </a:gradFill>
          <a:ln w="57150">
            <a:gradFill>
              <a:gsLst>
                <a:gs pos="0">
                  <a:srgbClr val="360704"/>
                </a:gs>
                <a:gs pos="21000">
                  <a:srgbClr val="DA0100"/>
                </a:gs>
                <a:gs pos="41000">
                  <a:srgbClr val="360704"/>
                </a:gs>
                <a:gs pos="62000">
                  <a:srgbClr val="DA0100"/>
                </a:gs>
                <a:gs pos="82000">
                  <a:srgbClr val="360704"/>
                </a:gs>
                <a:gs pos="100000">
                  <a:srgbClr val="DA0100"/>
                </a:gs>
              </a:gsLst>
            </a:gradFill>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xmlns:aink="http://schemas.microsoft.com/office/drawing/2016/ink">
        <mc:Choice Requires="p14 aink">
          <p:contentPart p14:bwMode="auto" r:id="rId79">
            <p14:nvContentPartPr>
              <p14:cNvPr id="161" name="Ink 160">
                <a:extLst>
                  <a:ext uri="{FF2B5EF4-FFF2-40B4-BE49-F238E27FC236}">
                    <a16:creationId xmlns:a16="http://schemas.microsoft.com/office/drawing/2014/main" id="{A79A5F6C-388C-1D51-049C-2C6C888AB97B}"/>
                  </a:ext>
                </a:extLst>
              </p14:cNvPr>
              <p14:cNvContentPartPr/>
              <p14:nvPr/>
            </p14:nvContentPartPr>
            <p14:xfrm>
              <a:off x="6951187" y="4343333"/>
              <a:ext cx="360" cy="360"/>
            </p14:xfrm>
          </p:contentPart>
        </mc:Choice>
        <mc:Fallback xmlns="">
          <p:pic>
            <p:nvPicPr>
              <p:cNvPr id="161" name="Ink 160">
                <a:extLst>
                  <a:ext uri="{FF2B5EF4-FFF2-40B4-BE49-F238E27FC236}">
                    <a16:creationId xmlns:a16="http://schemas.microsoft.com/office/drawing/2014/main" id="{A79A5F6C-388C-1D51-049C-2C6C888AB97B}"/>
                  </a:ext>
                </a:extLst>
              </p:cNvPr>
              <p:cNvPicPr/>
              <p:nvPr/>
            </p:nvPicPr>
            <p:blipFill>
              <a:blip r:embed="rId80"/>
              <a:stretch>
                <a:fillRect/>
              </a:stretch>
            </p:blipFill>
            <p:spPr>
              <a:xfrm>
                <a:off x="6945067" y="4337213"/>
                <a:ext cx="12600" cy="12600"/>
              </a:xfrm>
              <a:prstGeom prst="rect">
                <a:avLst/>
              </a:prstGeom>
            </p:spPr>
          </p:pic>
        </mc:Fallback>
      </mc:AlternateContent>
      <p:pic>
        <p:nvPicPr>
          <p:cNvPr id="168" name="Picture 167">
            <a:extLst>
              <a:ext uri="{FF2B5EF4-FFF2-40B4-BE49-F238E27FC236}">
                <a16:creationId xmlns:a16="http://schemas.microsoft.com/office/drawing/2014/main" id="{317C5F24-A737-FF4F-DCD5-6CA78BBE9976}"/>
              </a:ext>
            </a:extLst>
          </p:cNvPr>
          <p:cNvPicPr>
            <a:picLocks noChangeAspect="1"/>
          </p:cNvPicPr>
          <p:nvPr/>
        </p:nvPicPr>
        <p:blipFill>
          <a:blip r:embed="rId2"/>
          <a:srcRect t="12174" r="37771" b="78633"/>
          <a:stretch>
            <a:fillRect/>
          </a:stretch>
        </p:blipFill>
        <p:spPr>
          <a:xfrm>
            <a:off x="202253" y="5453012"/>
            <a:ext cx="3176613" cy="199834"/>
          </a:xfrm>
          <a:prstGeom prst="rect">
            <a:avLst/>
          </a:prstGeom>
          <a:effectLst>
            <a:glow rad="228600">
              <a:schemeClr val="accent2">
                <a:satMod val="175000"/>
                <a:alpha val="40000"/>
              </a:schemeClr>
            </a:glow>
          </a:effectLst>
        </p:spPr>
      </p:pic>
      <p:pic>
        <p:nvPicPr>
          <p:cNvPr id="172" name="Picture 171">
            <a:extLst>
              <a:ext uri="{FF2B5EF4-FFF2-40B4-BE49-F238E27FC236}">
                <a16:creationId xmlns:a16="http://schemas.microsoft.com/office/drawing/2014/main" id="{6AA0004C-6781-4FC5-43D8-6F7D1E00DBA7}"/>
              </a:ext>
            </a:extLst>
          </p:cNvPr>
          <p:cNvPicPr>
            <a:picLocks noChangeAspect="1"/>
          </p:cNvPicPr>
          <p:nvPr/>
        </p:nvPicPr>
        <p:blipFill>
          <a:blip r:embed="rId81"/>
          <a:stretch>
            <a:fillRect/>
          </a:stretch>
        </p:blipFill>
        <p:spPr>
          <a:xfrm>
            <a:off x="5810762" y="4155248"/>
            <a:ext cx="2585115" cy="2291352"/>
          </a:xfrm>
          <a:prstGeom prst="rect">
            <a:avLst/>
          </a:prstGeom>
        </p:spPr>
      </p:pic>
      <p:pic>
        <p:nvPicPr>
          <p:cNvPr id="173" name="Picture 172">
            <a:extLst>
              <a:ext uri="{FF2B5EF4-FFF2-40B4-BE49-F238E27FC236}">
                <a16:creationId xmlns:a16="http://schemas.microsoft.com/office/drawing/2014/main" id="{CA167372-9D34-2712-6823-3D3CCA291A24}"/>
              </a:ext>
            </a:extLst>
          </p:cNvPr>
          <p:cNvPicPr>
            <a:picLocks noChangeAspect="1"/>
          </p:cNvPicPr>
          <p:nvPr/>
        </p:nvPicPr>
        <p:blipFill>
          <a:blip r:embed="rId2"/>
          <a:srcRect t="21795" r="33459" b="69012"/>
          <a:stretch>
            <a:fillRect/>
          </a:stretch>
        </p:blipFill>
        <p:spPr>
          <a:xfrm>
            <a:off x="202253" y="3560082"/>
            <a:ext cx="3396757" cy="199834"/>
          </a:xfrm>
          <a:prstGeom prst="rect">
            <a:avLst/>
          </a:prstGeom>
          <a:effectLst>
            <a:glow rad="228600">
              <a:schemeClr val="accent3">
                <a:satMod val="175000"/>
                <a:alpha val="40000"/>
              </a:schemeClr>
            </a:glow>
          </a:effectLst>
        </p:spPr>
      </p:pic>
      <mc:AlternateContent xmlns:mc="http://schemas.openxmlformats.org/markup-compatibility/2006" xmlns:p14="http://schemas.microsoft.com/office/powerpoint/2010/main">
        <mc:Choice Requires="p14">
          <p:contentPart p14:bwMode="auto" r:id="rId82">
            <p14:nvContentPartPr>
              <p14:cNvPr id="8" name="Ink 7">
                <a:extLst>
                  <a:ext uri="{FF2B5EF4-FFF2-40B4-BE49-F238E27FC236}">
                    <a16:creationId xmlns:a16="http://schemas.microsoft.com/office/drawing/2014/main" id="{19B1181E-5886-8CCF-0B42-BD607DB842D6}"/>
                  </a:ext>
                </a:extLst>
              </p14:cNvPr>
              <p14:cNvContentPartPr/>
              <p14:nvPr/>
            </p14:nvContentPartPr>
            <p14:xfrm>
              <a:off x="3363531" y="3714197"/>
              <a:ext cx="2955960" cy="1478520"/>
            </p14:xfrm>
          </p:contentPart>
        </mc:Choice>
        <mc:Fallback xmlns="">
          <p:pic>
            <p:nvPicPr>
              <p:cNvPr id="8" name="Ink 7">
                <a:extLst>
                  <a:ext uri="{FF2B5EF4-FFF2-40B4-BE49-F238E27FC236}">
                    <a16:creationId xmlns:a16="http://schemas.microsoft.com/office/drawing/2014/main" id="{19B1181E-5886-8CCF-0B42-BD607DB842D6}"/>
                  </a:ext>
                </a:extLst>
              </p:cNvPr>
              <p:cNvPicPr/>
              <p:nvPr/>
            </p:nvPicPr>
            <p:blipFill>
              <a:blip r:embed="rId83"/>
              <a:stretch>
                <a:fillRect/>
              </a:stretch>
            </p:blipFill>
            <p:spPr>
              <a:xfrm>
                <a:off x="3357411" y="3708077"/>
                <a:ext cx="2968200" cy="14907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9" name="Ink 8">
                <a:extLst>
                  <a:ext uri="{FF2B5EF4-FFF2-40B4-BE49-F238E27FC236}">
                    <a16:creationId xmlns:a16="http://schemas.microsoft.com/office/drawing/2014/main" id="{5B6FEE99-B9BC-1149-0688-7FB0FDAC09A8}"/>
                  </a:ext>
                </a:extLst>
              </p14:cNvPr>
              <p14:cNvContentPartPr/>
              <p14:nvPr/>
            </p14:nvContentPartPr>
            <p14:xfrm>
              <a:off x="6416691" y="5086157"/>
              <a:ext cx="360" cy="360"/>
            </p14:xfrm>
          </p:contentPart>
        </mc:Choice>
        <mc:Fallback xmlns="">
          <p:pic>
            <p:nvPicPr>
              <p:cNvPr id="9" name="Ink 8">
                <a:extLst>
                  <a:ext uri="{FF2B5EF4-FFF2-40B4-BE49-F238E27FC236}">
                    <a16:creationId xmlns:a16="http://schemas.microsoft.com/office/drawing/2014/main" id="{5B6FEE99-B9BC-1149-0688-7FB0FDAC09A8}"/>
                  </a:ext>
                </a:extLst>
              </p:cNvPr>
              <p:cNvPicPr/>
              <p:nvPr/>
            </p:nvPicPr>
            <p:blipFill>
              <a:blip r:embed="rId85"/>
              <a:stretch>
                <a:fillRect/>
              </a:stretch>
            </p:blipFill>
            <p:spPr>
              <a:xfrm>
                <a:off x="6410571" y="508003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 name="Ink 9">
                <a:extLst>
                  <a:ext uri="{FF2B5EF4-FFF2-40B4-BE49-F238E27FC236}">
                    <a16:creationId xmlns:a16="http://schemas.microsoft.com/office/drawing/2014/main" id="{F21BC99A-BE9D-B22E-E9CA-0E9FE3A9914B}"/>
                  </a:ext>
                </a:extLst>
              </p14:cNvPr>
              <p14:cNvContentPartPr/>
              <p14:nvPr/>
            </p14:nvContentPartPr>
            <p14:xfrm>
              <a:off x="6178011" y="5085797"/>
              <a:ext cx="1146240" cy="246960"/>
            </p14:xfrm>
          </p:contentPart>
        </mc:Choice>
        <mc:Fallback xmlns="">
          <p:pic>
            <p:nvPicPr>
              <p:cNvPr id="10" name="Ink 9">
                <a:extLst>
                  <a:ext uri="{FF2B5EF4-FFF2-40B4-BE49-F238E27FC236}">
                    <a16:creationId xmlns:a16="http://schemas.microsoft.com/office/drawing/2014/main" id="{F21BC99A-BE9D-B22E-E9CA-0E9FE3A9914B}"/>
                  </a:ext>
                </a:extLst>
              </p:cNvPr>
              <p:cNvPicPr/>
              <p:nvPr/>
            </p:nvPicPr>
            <p:blipFill>
              <a:blip r:embed="rId87"/>
              <a:stretch>
                <a:fillRect/>
              </a:stretch>
            </p:blipFill>
            <p:spPr>
              <a:xfrm>
                <a:off x="6171891" y="5079677"/>
                <a:ext cx="115848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1" name="Ink 10">
                <a:extLst>
                  <a:ext uri="{FF2B5EF4-FFF2-40B4-BE49-F238E27FC236}">
                    <a16:creationId xmlns:a16="http://schemas.microsoft.com/office/drawing/2014/main" id="{14E3675A-CC56-6808-C48D-1C5F9F5C6A10}"/>
                  </a:ext>
                </a:extLst>
              </p14:cNvPr>
              <p14:cNvContentPartPr/>
              <p14:nvPr/>
            </p14:nvContentPartPr>
            <p14:xfrm>
              <a:off x="6219051" y="5584757"/>
              <a:ext cx="1032120" cy="288000"/>
            </p14:xfrm>
          </p:contentPart>
        </mc:Choice>
        <mc:Fallback xmlns="">
          <p:pic>
            <p:nvPicPr>
              <p:cNvPr id="11" name="Ink 10">
                <a:extLst>
                  <a:ext uri="{FF2B5EF4-FFF2-40B4-BE49-F238E27FC236}">
                    <a16:creationId xmlns:a16="http://schemas.microsoft.com/office/drawing/2014/main" id="{14E3675A-CC56-6808-C48D-1C5F9F5C6A10}"/>
                  </a:ext>
                </a:extLst>
              </p:cNvPr>
              <p:cNvPicPr/>
              <p:nvPr/>
            </p:nvPicPr>
            <p:blipFill>
              <a:blip r:embed="rId89"/>
              <a:stretch>
                <a:fillRect/>
              </a:stretch>
            </p:blipFill>
            <p:spPr>
              <a:xfrm>
                <a:off x="6212931" y="5578637"/>
                <a:ext cx="1044360" cy="30024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3" name="Ink 12">
                <a:extLst>
                  <a:ext uri="{FF2B5EF4-FFF2-40B4-BE49-F238E27FC236}">
                    <a16:creationId xmlns:a16="http://schemas.microsoft.com/office/drawing/2014/main" id="{9A6A16C3-4554-1EB6-BEC6-D4929E795FFC}"/>
                  </a:ext>
                </a:extLst>
              </p14:cNvPr>
              <p14:cNvContentPartPr/>
              <p14:nvPr/>
            </p14:nvContentPartPr>
            <p14:xfrm>
              <a:off x="3330771" y="5575757"/>
              <a:ext cx="2885400" cy="720"/>
            </p14:xfrm>
          </p:contentPart>
        </mc:Choice>
        <mc:Fallback xmlns="">
          <p:pic>
            <p:nvPicPr>
              <p:cNvPr id="13" name="Ink 12">
                <a:extLst>
                  <a:ext uri="{FF2B5EF4-FFF2-40B4-BE49-F238E27FC236}">
                    <a16:creationId xmlns:a16="http://schemas.microsoft.com/office/drawing/2014/main" id="{9A6A16C3-4554-1EB6-BEC6-D4929E795FFC}"/>
                  </a:ext>
                </a:extLst>
              </p:cNvPr>
              <p:cNvPicPr/>
              <p:nvPr/>
            </p:nvPicPr>
            <p:blipFill>
              <a:blip r:embed="rId91"/>
              <a:stretch>
                <a:fillRect/>
              </a:stretch>
            </p:blipFill>
            <p:spPr>
              <a:xfrm>
                <a:off x="3316731" y="5546957"/>
                <a:ext cx="2913480" cy="568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4" name="Ink 13">
                <a:extLst>
                  <a:ext uri="{FF2B5EF4-FFF2-40B4-BE49-F238E27FC236}">
                    <a16:creationId xmlns:a16="http://schemas.microsoft.com/office/drawing/2014/main" id="{A301B354-5A0C-02E8-6D20-159E36C7560E}"/>
                  </a:ext>
                </a:extLst>
              </p14:cNvPr>
              <p14:cNvContentPartPr/>
              <p14:nvPr/>
            </p14:nvContentPartPr>
            <p14:xfrm>
              <a:off x="6139491" y="5453357"/>
              <a:ext cx="111600" cy="335160"/>
            </p14:xfrm>
          </p:contentPart>
        </mc:Choice>
        <mc:Fallback xmlns="">
          <p:pic>
            <p:nvPicPr>
              <p:cNvPr id="14" name="Ink 13">
                <a:extLst>
                  <a:ext uri="{FF2B5EF4-FFF2-40B4-BE49-F238E27FC236}">
                    <a16:creationId xmlns:a16="http://schemas.microsoft.com/office/drawing/2014/main" id="{A301B354-5A0C-02E8-6D20-159E36C7560E}"/>
                  </a:ext>
                </a:extLst>
              </p:cNvPr>
              <p:cNvPicPr/>
              <p:nvPr/>
            </p:nvPicPr>
            <p:blipFill>
              <a:blip r:embed="rId93"/>
              <a:stretch>
                <a:fillRect/>
              </a:stretch>
            </p:blipFill>
            <p:spPr>
              <a:xfrm>
                <a:off x="6125451" y="5439317"/>
                <a:ext cx="140040" cy="363240"/>
              </a:xfrm>
              <a:prstGeom prst="rect">
                <a:avLst/>
              </a:prstGeom>
            </p:spPr>
          </p:pic>
        </mc:Fallback>
      </mc:AlternateContent>
      <p:sp>
        <p:nvSpPr>
          <p:cNvPr id="15" name="TextBox 14">
            <a:extLst>
              <a:ext uri="{FF2B5EF4-FFF2-40B4-BE49-F238E27FC236}">
                <a16:creationId xmlns:a16="http://schemas.microsoft.com/office/drawing/2014/main" id="{655DB2C2-0AC0-DFB9-ACA6-1228FE36696A}"/>
              </a:ext>
            </a:extLst>
          </p:cNvPr>
          <p:cNvSpPr txBox="1"/>
          <p:nvPr/>
        </p:nvSpPr>
        <p:spPr>
          <a:xfrm>
            <a:off x="118694" y="4369100"/>
            <a:ext cx="4624151" cy="646331"/>
          </a:xfrm>
          <a:prstGeom prst="rect">
            <a:avLst/>
          </a:prstGeom>
          <a:noFill/>
        </p:spPr>
        <p:txBody>
          <a:bodyPr wrap="none" rtlCol="0">
            <a:spAutoFit/>
          </a:bodyPr>
          <a:lstStyle/>
          <a:p>
            <a:r>
              <a:rPr lang="en-US" dirty="0"/>
              <a:t>INPUT AND BUTTON ARE COMPONENTS FROM </a:t>
            </a:r>
          </a:p>
          <a:p>
            <a:r>
              <a:rPr lang="en-US" dirty="0"/>
              <a:t>SHADCNUI</a:t>
            </a:r>
          </a:p>
        </p:txBody>
      </p:sp>
      <p:grpSp>
        <p:nvGrpSpPr>
          <p:cNvPr id="18" name="Group 17">
            <a:extLst>
              <a:ext uri="{FF2B5EF4-FFF2-40B4-BE49-F238E27FC236}">
                <a16:creationId xmlns:a16="http://schemas.microsoft.com/office/drawing/2014/main" id="{A8E322D6-5910-E762-222D-DD949DF77C1E}"/>
              </a:ext>
            </a:extLst>
          </p:cNvPr>
          <p:cNvGrpSpPr/>
          <p:nvPr/>
        </p:nvGrpSpPr>
        <p:grpSpPr>
          <a:xfrm>
            <a:off x="9020665" y="1051649"/>
            <a:ext cx="1672200" cy="3748680"/>
            <a:chOff x="9020665" y="1051649"/>
            <a:chExt cx="1672200" cy="3748680"/>
          </a:xfrm>
        </p:grpSpPr>
        <mc:AlternateContent xmlns:mc="http://schemas.openxmlformats.org/markup-compatibility/2006" xmlns:p14="http://schemas.microsoft.com/office/powerpoint/2010/main">
          <mc:Choice Requires="p14">
            <p:contentPart p14:bwMode="auto" r:id="rId94">
              <p14:nvContentPartPr>
                <p14:cNvPr id="3" name="Ink 2">
                  <a:extLst>
                    <a:ext uri="{FF2B5EF4-FFF2-40B4-BE49-F238E27FC236}">
                      <a16:creationId xmlns:a16="http://schemas.microsoft.com/office/drawing/2014/main" id="{0BE42233-4696-761E-3826-821EBF12CA64}"/>
                    </a:ext>
                  </a:extLst>
                </p14:cNvPr>
                <p14:cNvContentPartPr/>
                <p14:nvPr/>
              </p14:nvContentPartPr>
              <p14:xfrm>
                <a:off x="9618985" y="3743369"/>
                <a:ext cx="65160" cy="385920"/>
              </p14:xfrm>
            </p:contentPart>
          </mc:Choice>
          <mc:Fallback xmlns="">
            <p:pic>
              <p:nvPicPr>
                <p:cNvPr id="3" name="Ink 2">
                  <a:extLst>
                    <a:ext uri="{FF2B5EF4-FFF2-40B4-BE49-F238E27FC236}">
                      <a16:creationId xmlns:a16="http://schemas.microsoft.com/office/drawing/2014/main" id="{0BE42233-4696-761E-3826-821EBF12CA64}"/>
                    </a:ext>
                  </a:extLst>
                </p:cNvPr>
                <p:cNvPicPr/>
                <p:nvPr/>
              </p:nvPicPr>
              <p:blipFill>
                <a:blip r:embed="rId95"/>
                <a:stretch>
                  <a:fillRect/>
                </a:stretch>
              </p:blipFill>
              <p:spPr>
                <a:xfrm>
                  <a:off x="9600985" y="3725369"/>
                  <a:ext cx="100800" cy="4215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 name="Ink 4">
                  <a:extLst>
                    <a:ext uri="{FF2B5EF4-FFF2-40B4-BE49-F238E27FC236}">
                      <a16:creationId xmlns:a16="http://schemas.microsoft.com/office/drawing/2014/main" id="{E827155B-0D4C-8200-A3A9-3B73166AE304}"/>
                    </a:ext>
                  </a:extLst>
                </p14:cNvPr>
                <p14:cNvContentPartPr/>
                <p14:nvPr/>
              </p14:nvContentPartPr>
              <p14:xfrm>
                <a:off x="9622225" y="3669209"/>
                <a:ext cx="1070640" cy="436320"/>
              </p14:xfrm>
            </p:contentPart>
          </mc:Choice>
          <mc:Fallback xmlns="">
            <p:pic>
              <p:nvPicPr>
                <p:cNvPr id="5" name="Ink 4">
                  <a:extLst>
                    <a:ext uri="{FF2B5EF4-FFF2-40B4-BE49-F238E27FC236}">
                      <a16:creationId xmlns:a16="http://schemas.microsoft.com/office/drawing/2014/main" id="{E827155B-0D4C-8200-A3A9-3B73166AE304}"/>
                    </a:ext>
                  </a:extLst>
                </p:cNvPr>
                <p:cNvPicPr/>
                <p:nvPr/>
              </p:nvPicPr>
              <p:blipFill>
                <a:blip r:embed="rId97"/>
                <a:stretch>
                  <a:fillRect/>
                </a:stretch>
              </p:blipFill>
              <p:spPr>
                <a:xfrm>
                  <a:off x="9604585" y="3651209"/>
                  <a:ext cx="110628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 name="Ink 5">
                  <a:extLst>
                    <a:ext uri="{FF2B5EF4-FFF2-40B4-BE49-F238E27FC236}">
                      <a16:creationId xmlns:a16="http://schemas.microsoft.com/office/drawing/2014/main" id="{F3E5A176-B37A-51DE-EA16-0933A744E6BE}"/>
                    </a:ext>
                  </a:extLst>
                </p14:cNvPr>
                <p14:cNvContentPartPr/>
                <p14:nvPr/>
              </p14:nvContentPartPr>
              <p14:xfrm>
                <a:off x="9530785" y="4463009"/>
                <a:ext cx="676800" cy="337320"/>
              </p14:xfrm>
            </p:contentPart>
          </mc:Choice>
          <mc:Fallback xmlns="">
            <p:pic>
              <p:nvPicPr>
                <p:cNvPr id="6" name="Ink 5">
                  <a:extLst>
                    <a:ext uri="{FF2B5EF4-FFF2-40B4-BE49-F238E27FC236}">
                      <a16:creationId xmlns:a16="http://schemas.microsoft.com/office/drawing/2014/main" id="{F3E5A176-B37A-51DE-EA16-0933A744E6BE}"/>
                    </a:ext>
                  </a:extLst>
                </p:cNvPr>
                <p:cNvPicPr/>
                <p:nvPr/>
              </p:nvPicPr>
              <p:blipFill>
                <a:blip r:embed="rId99"/>
                <a:stretch>
                  <a:fillRect/>
                </a:stretch>
              </p:blipFill>
              <p:spPr>
                <a:xfrm>
                  <a:off x="9512785" y="4445369"/>
                  <a:ext cx="712440" cy="372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7" name="Ink 6">
                  <a:extLst>
                    <a:ext uri="{FF2B5EF4-FFF2-40B4-BE49-F238E27FC236}">
                      <a16:creationId xmlns:a16="http://schemas.microsoft.com/office/drawing/2014/main" id="{8CD61BFB-3938-C951-4150-700C69A8CD99}"/>
                    </a:ext>
                  </a:extLst>
                </p14:cNvPr>
                <p14:cNvContentPartPr/>
                <p14:nvPr/>
              </p14:nvContentPartPr>
              <p14:xfrm>
                <a:off x="9020665" y="1051649"/>
                <a:ext cx="617040" cy="2953800"/>
              </p14:xfrm>
            </p:contentPart>
          </mc:Choice>
          <mc:Fallback xmlns="">
            <p:pic>
              <p:nvPicPr>
                <p:cNvPr id="7" name="Ink 6">
                  <a:extLst>
                    <a:ext uri="{FF2B5EF4-FFF2-40B4-BE49-F238E27FC236}">
                      <a16:creationId xmlns:a16="http://schemas.microsoft.com/office/drawing/2014/main" id="{8CD61BFB-3938-C951-4150-700C69A8CD99}"/>
                    </a:ext>
                  </a:extLst>
                </p:cNvPr>
                <p:cNvPicPr/>
                <p:nvPr/>
              </p:nvPicPr>
              <p:blipFill>
                <a:blip r:embed="rId101"/>
                <a:stretch>
                  <a:fillRect/>
                </a:stretch>
              </p:blipFill>
              <p:spPr>
                <a:xfrm>
                  <a:off x="9002665" y="1033649"/>
                  <a:ext cx="652680" cy="2989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2" name="Ink 11">
                  <a:extLst>
                    <a:ext uri="{FF2B5EF4-FFF2-40B4-BE49-F238E27FC236}">
                      <a16:creationId xmlns:a16="http://schemas.microsoft.com/office/drawing/2014/main" id="{46145C9C-04B5-5650-90D8-4F91FEBC7697}"/>
                    </a:ext>
                  </a:extLst>
                </p14:cNvPr>
                <p14:cNvContentPartPr/>
                <p14:nvPr/>
              </p14:nvContentPartPr>
              <p14:xfrm>
                <a:off x="9293905" y="3960809"/>
                <a:ext cx="284040" cy="700560"/>
              </p14:xfrm>
            </p:contentPart>
          </mc:Choice>
          <mc:Fallback xmlns="">
            <p:pic>
              <p:nvPicPr>
                <p:cNvPr id="12" name="Ink 11">
                  <a:extLst>
                    <a:ext uri="{FF2B5EF4-FFF2-40B4-BE49-F238E27FC236}">
                      <a16:creationId xmlns:a16="http://schemas.microsoft.com/office/drawing/2014/main" id="{46145C9C-04B5-5650-90D8-4F91FEBC7697}"/>
                    </a:ext>
                  </a:extLst>
                </p:cNvPr>
                <p:cNvPicPr/>
                <p:nvPr/>
              </p:nvPicPr>
              <p:blipFill>
                <a:blip r:embed="rId103"/>
                <a:stretch>
                  <a:fillRect/>
                </a:stretch>
              </p:blipFill>
              <p:spPr>
                <a:xfrm>
                  <a:off x="9275905" y="3943169"/>
                  <a:ext cx="319680" cy="7362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6" name="Ink 15">
                  <a:extLst>
                    <a:ext uri="{FF2B5EF4-FFF2-40B4-BE49-F238E27FC236}">
                      <a16:creationId xmlns:a16="http://schemas.microsoft.com/office/drawing/2014/main" id="{5B1714DC-51DF-3E7E-20E9-EE9F173F00CF}"/>
                    </a:ext>
                  </a:extLst>
                </p14:cNvPr>
                <p14:cNvContentPartPr/>
                <p14:nvPr/>
              </p14:nvContentPartPr>
              <p14:xfrm>
                <a:off x="9535825" y="3843809"/>
                <a:ext cx="131760" cy="206280"/>
              </p14:xfrm>
            </p:contentPart>
          </mc:Choice>
          <mc:Fallback xmlns="">
            <p:pic>
              <p:nvPicPr>
                <p:cNvPr id="16" name="Ink 15">
                  <a:extLst>
                    <a:ext uri="{FF2B5EF4-FFF2-40B4-BE49-F238E27FC236}">
                      <a16:creationId xmlns:a16="http://schemas.microsoft.com/office/drawing/2014/main" id="{5B1714DC-51DF-3E7E-20E9-EE9F173F00CF}"/>
                    </a:ext>
                  </a:extLst>
                </p:cNvPr>
                <p:cNvPicPr/>
                <p:nvPr/>
              </p:nvPicPr>
              <p:blipFill>
                <a:blip r:embed="rId105"/>
                <a:stretch>
                  <a:fillRect/>
                </a:stretch>
              </p:blipFill>
              <p:spPr>
                <a:xfrm>
                  <a:off x="9518185" y="3825809"/>
                  <a:ext cx="16740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7" name="Ink 16">
                  <a:extLst>
                    <a:ext uri="{FF2B5EF4-FFF2-40B4-BE49-F238E27FC236}">
                      <a16:creationId xmlns:a16="http://schemas.microsoft.com/office/drawing/2014/main" id="{B2DB1899-2D59-5776-7178-7305A9054949}"/>
                    </a:ext>
                  </a:extLst>
                </p14:cNvPr>
                <p14:cNvContentPartPr/>
                <p14:nvPr/>
              </p14:nvContentPartPr>
              <p14:xfrm>
                <a:off x="9491905" y="4441049"/>
                <a:ext cx="118800" cy="197280"/>
              </p14:xfrm>
            </p:contentPart>
          </mc:Choice>
          <mc:Fallback xmlns="">
            <p:pic>
              <p:nvPicPr>
                <p:cNvPr id="17" name="Ink 16">
                  <a:extLst>
                    <a:ext uri="{FF2B5EF4-FFF2-40B4-BE49-F238E27FC236}">
                      <a16:creationId xmlns:a16="http://schemas.microsoft.com/office/drawing/2014/main" id="{B2DB1899-2D59-5776-7178-7305A9054949}"/>
                    </a:ext>
                  </a:extLst>
                </p:cNvPr>
                <p:cNvPicPr/>
                <p:nvPr/>
              </p:nvPicPr>
              <p:blipFill>
                <a:blip r:embed="rId107"/>
                <a:stretch>
                  <a:fillRect/>
                </a:stretch>
              </p:blipFill>
              <p:spPr>
                <a:xfrm>
                  <a:off x="9474265" y="4423409"/>
                  <a:ext cx="154440" cy="232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8">
            <p14:nvContentPartPr>
              <p14:cNvPr id="19" name="Ink 18">
                <a:extLst>
                  <a:ext uri="{FF2B5EF4-FFF2-40B4-BE49-F238E27FC236}">
                    <a16:creationId xmlns:a16="http://schemas.microsoft.com/office/drawing/2014/main" id="{41B897DF-38CB-3033-4446-46D67EA9CA65}"/>
                  </a:ext>
                </a:extLst>
              </p14:cNvPr>
              <p14:cNvContentPartPr/>
              <p14:nvPr/>
            </p14:nvContentPartPr>
            <p14:xfrm>
              <a:off x="798625" y="1586249"/>
              <a:ext cx="556560" cy="245880"/>
            </p14:xfrm>
          </p:contentPart>
        </mc:Choice>
        <mc:Fallback xmlns="">
          <p:pic>
            <p:nvPicPr>
              <p:cNvPr id="19" name="Ink 18">
                <a:extLst>
                  <a:ext uri="{FF2B5EF4-FFF2-40B4-BE49-F238E27FC236}">
                    <a16:creationId xmlns:a16="http://schemas.microsoft.com/office/drawing/2014/main" id="{41B897DF-38CB-3033-4446-46D67EA9CA65}"/>
                  </a:ext>
                </a:extLst>
              </p:cNvPr>
              <p:cNvPicPr/>
              <p:nvPr/>
            </p:nvPicPr>
            <p:blipFill>
              <a:blip r:embed="rId109"/>
              <a:stretch>
                <a:fillRect/>
              </a:stretch>
            </p:blipFill>
            <p:spPr>
              <a:xfrm>
                <a:off x="780625" y="1568249"/>
                <a:ext cx="592200" cy="281520"/>
              </a:xfrm>
              <a:prstGeom prst="rect">
                <a:avLst/>
              </a:prstGeom>
            </p:spPr>
          </p:pic>
        </mc:Fallback>
      </mc:AlternateContent>
      <p:grpSp>
        <p:nvGrpSpPr>
          <p:cNvPr id="24" name="Group 23">
            <a:extLst>
              <a:ext uri="{FF2B5EF4-FFF2-40B4-BE49-F238E27FC236}">
                <a16:creationId xmlns:a16="http://schemas.microsoft.com/office/drawing/2014/main" id="{D9A16F71-8848-2413-E74A-C8F0AD83DDF2}"/>
              </a:ext>
            </a:extLst>
          </p:cNvPr>
          <p:cNvGrpSpPr/>
          <p:nvPr/>
        </p:nvGrpSpPr>
        <p:grpSpPr>
          <a:xfrm>
            <a:off x="-3095" y="1606769"/>
            <a:ext cx="799560" cy="2167200"/>
            <a:chOff x="-3095" y="1606769"/>
            <a:chExt cx="799560" cy="2167200"/>
          </a:xfrm>
        </p:grpSpPr>
        <mc:AlternateContent xmlns:mc="http://schemas.openxmlformats.org/markup-compatibility/2006" xmlns:p14="http://schemas.microsoft.com/office/powerpoint/2010/main">
          <mc:Choice Requires="p14">
            <p:contentPart p14:bwMode="auto" r:id="rId110">
              <p14:nvContentPartPr>
                <p14:cNvPr id="20" name="Ink 19">
                  <a:extLst>
                    <a:ext uri="{FF2B5EF4-FFF2-40B4-BE49-F238E27FC236}">
                      <a16:creationId xmlns:a16="http://schemas.microsoft.com/office/drawing/2014/main" id="{346B6EDC-18B9-797C-725E-BE54D5ED169C}"/>
                    </a:ext>
                  </a:extLst>
                </p14:cNvPr>
                <p14:cNvContentPartPr/>
                <p14:nvPr/>
              </p14:nvContentPartPr>
              <p14:xfrm>
                <a:off x="-3095" y="1606769"/>
                <a:ext cx="799560" cy="928440"/>
              </p14:xfrm>
            </p:contentPart>
          </mc:Choice>
          <mc:Fallback xmlns="">
            <p:pic>
              <p:nvPicPr>
                <p:cNvPr id="20" name="Ink 19">
                  <a:extLst>
                    <a:ext uri="{FF2B5EF4-FFF2-40B4-BE49-F238E27FC236}">
                      <a16:creationId xmlns:a16="http://schemas.microsoft.com/office/drawing/2014/main" id="{346B6EDC-18B9-797C-725E-BE54D5ED169C}"/>
                    </a:ext>
                  </a:extLst>
                </p:cNvPr>
                <p:cNvPicPr/>
                <p:nvPr/>
              </p:nvPicPr>
              <p:blipFill>
                <a:blip r:embed="rId111"/>
                <a:stretch>
                  <a:fillRect/>
                </a:stretch>
              </p:blipFill>
              <p:spPr>
                <a:xfrm>
                  <a:off x="-21095" y="1589129"/>
                  <a:ext cx="835200" cy="9640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1" name="Ink 20">
                  <a:extLst>
                    <a:ext uri="{FF2B5EF4-FFF2-40B4-BE49-F238E27FC236}">
                      <a16:creationId xmlns:a16="http://schemas.microsoft.com/office/drawing/2014/main" id="{620753C5-532D-FCBE-7388-AC6DCA214260}"/>
                    </a:ext>
                  </a:extLst>
                </p14:cNvPr>
                <p14:cNvContentPartPr/>
                <p14:nvPr/>
              </p14:nvContentPartPr>
              <p14:xfrm>
                <a:off x="74305" y="2495969"/>
                <a:ext cx="19440" cy="13680"/>
              </p14:xfrm>
            </p:contentPart>
          </mc:Choice>
          <mc:Fallback xmlns="">
            <p:pic>
              <p:nvPicPr>
                <p:cNvPr id="21" name="Ink 20">
                  <a:extLst>
                    <a:ext uri="{FF2B5EF4-FFF2-40B4-BE49-F238E27FC236}">
                      <a16:creationId xmlns:a16="http://schemas.microsoft.com/office/drawing/2014/main" id="{620753C5-532D-FCBE-7388-AC6DCA214260}"/>
                    </a:ext>
                  </a:extLst>
                </p:cNvPr>
                <p:cNvPicPr/>
                <p:nvPr/>
              </p:nvPicPr>
              <p:blipFill>
                <a:blip r:embed="rId113"/>
                <a:stretch>
                  <a:fillRect/>
                </a:stretch>
              </p:blipFill>
              <p:spPr>
                <a:xfrm>
                  <a:off x="56665" y="2478329"/>
                  <a:ext cx="5508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3" name="Ink 22">
                  <a:extLst>
                    <a:ext uri="{FF2B5EF4-FFF2-40B4-BE49-F238E27FC236}">
                      <a16:creationId xmlns:a16="http://schemas.microsoft.com/office/drawing/2014/main" id="{32A97457-49EC-72E6-5770-FBC7D7651D71}"/>
                    </a:ext>
                  </a:extLst>
                </p14:cNvPr>
                <p14:cNvContentPartPr/>
                <p14:nvPr/>
              </p14:nvContentPartPr>
              <p14:xfrm>
                <a:off x="40105" y="2472209"/>
                <a:ext cx="46080" cy="1301760"/>
              </p14:xfrm>
            </p:contentPart>
          </mc:Choice>
          <mc:Fallback xmlns="">
            <p:pic>
              <p:nvPicPr>
                <p:cNvPr id="23" name="Ink 22">
                  <a:extLst>
                    <a:ext uri="{FF2B5EF4-FFF2-40B4-BE49-F238E27FC236}">
                      <a16:creationId xmlns:a16="http://schemas.microsoft.com/office/drawing/2014/main" id="{32A97457-49EC-72E6-5770-FBC7D7651D71}"/>
                    </a:ext>
                  </a:extLst>
                </p:cNvPr>
                <p:cNvPicPr/>
                <p:nvPr/>
              </p:nvPicPr>
              <p:blipFill>
                <a:blip r:embed="rId115"/>
                <a:stretch>
                  <a:fillRect/>
                </a:stretch>
              </p:blipFill>
              <p:spPr>
                <a:xfrm>
                  <a:off x="22105" y="2454569"/>
                  <a:ext cx="81720" cy="1337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6">
            <p14:nvContentPartPr>
              <p14:cNvPr id="25" name="Ink 24">
                <a:extLst>
                  <a:ext uri="{FF2B5EF4-FFF2-40B4-BE49-F238E27FC236}">
                    <a16:creationId xmlns:a16="http://schemas.microsoft.com/office/drawing/2014/main" id="{1A0B718D-E61A-2C6E-B577-AB4DD729F6D8}"/>
                  </a:ext>
                </a:extLst>
              </p14:cNvPr>
              <p14:cNvContentPartPr/>
              <p14:nvPr/>
            </p14:nvContentPartPr>
            <p14:xfrm>
              <a:off x="11665" y="3759209"/>
              <a:ext cx="1035720" cy="2648520"/>
            </p14:xfrm>
          </p:contentPart>
        </mc:Choice>
        <mc:Fallback xmlns="">
          <p:pic>
            <p:nvPicPr>
              <p:cNvPr id="25" name="Ink 24">
                <a:extLst>
                  <a:ext uri="{FF2B5EF4-FFF2-40B4-BE49-F238E27FC236}">
                    <a16:creationId xmlns:a16="http://schemas.microsoft.com/office/drawing/2014/main" id="{1A0B718D-E61A-2C6E-B577-AB4DD729F6D8}"/>
                  </a:ext>
                </a:extLst>
              </p:cNvPr>
              <p:cNvPicPr/>
              <p:nvPr/>
            </p:nvPicPr>
            <p:blipFill>
              <a:blip r:embed="rId117"/>
              <a:stretch>
                <a:fillRect/>
              </a:stretch>
            </p:blipFill>
            <p:spPr>
              <a:xfrm>
                <a:off x="-5975" y="3741569"/>
                <a:ext cx="1071360" cy="268416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54" name="Ink 53">
                <a:extLst>
                  <a:ext uri="{FF2B5EF4-FFF2-40B4-BE49-F238E27FC236}">
                    <a16:creationId xmlns:a16="http://schemas.microsoft.com/office/drawing/2014/main" id="{6EF534E0-7A98-A8F4-AE1E-CC63271B8CB9}"/>
                  </a:ext>
                </a:extLst>
              </p14:cNvPr>
              <p14:cNvContentPartPr/>
              <p14:nvPr/>
            </p14:nvContentPartPr>
            <p14:xfrm>
              <a:off x="3057985" y="2890889"/>
              <a:ext cx="1543680" cy="303480"/>
            </p14:xfrm>
          </p:contentPart>
        </mc:Choice>
        <mc:Fallback xmlns="">
          <p:pic>
            <p:nvPicPr>
              <p:cNvPr id="54" name="Ink 53">
                <a:extLst>
                  <a:ext uri="{FF2B5EF4-FFF2-40B4-BE49-F238E27FC236}">
                    <a16:creationId xmlns:a16="http://schemas.microsoft.com/office/drawing/2014/main" id="{6EF534E0-7A98-A8F4-AE1E-CC63271B8CB9}"/>
                  </a:ext>
                </a:extLst>
              </p:cNvPr>
              <p:cNvPicPr/>
              <p:nvPr/>
            </p:nvPicPr>
            <p:blipFill>
              <a:blip r:embed="rId119"/>
              <a:stretch>
                <a:fillRect/>
              </a:stretch>
            </p:blipFill>
            <p:spPr>
              <a:xfrm>
                <a:off x="3039985" y="2872889"/>
                <a:ext cx="1579320" cy="339120"/>
              </a:xfrm>
              <a:prstGeom prst="rect">
                <a:avLst/>
              </a:prstGeom>
            </p:spPr>
          </p:pic>
        </mc:Fallback>
      </mc:AlternateContent>
      <p:grpSp>
        <p:nvGrpSpPr>
          <p:cNvPr id="66" name="Group 65">
            <a:extLst>
              <a:ext uri="{FF2B5EF4-FFF2-40B4-BE49-F238E27FC236}">
                <a16:creationId xmlns:a16="http://schemas.microsoft.com/office/drawing/2014/main" id="{59FE95F1-96EB-10CD-3F1E-4CDD819EC0CC}"/>
              </a:ext>
            </a:extLst>
          </p:cNvPr>
          <p:cNvGrpSpPr/>
          <p:nvPr/>
        </p:nvGrpSpPr>
        <p:grpSpPr>
          <a:xfrm>
            <a:off x="856945" y="2862809"/>
            <a:ext cx="4630680" cy="559440"/>
            <a:chOff x="856945" y="2862809"/>
            <a:chExt cx="4630680" cy="559440"/>
          </a:xfrm>
        </p:grpSpPr>
        <mc:AlternateContent xmlns:mc="http://schemas.openxmlformats.org/markup-compatibility/2006" xmlns:p14="http://schemas.microsoft.com/office/powerpoint/2010/main">
          <mc:Choice Requires="p14">
            <p:contentPart p14:bwMode="auto" r:id="rId120">
              <p14:nvContentPartPr>
                <p14:cNvPr id="38" name="Ink 37">
                  <a:extLst>
                    <a:ext uri="{FF2B5EF4-FFF2-40B4-BE49-F238E27FC236}">
                      <a16:creationId xmlns:a16="http://schemas.microsoft.com/office/drawing/2014/main" id="{CE7E0F4C-8507-A6A3-C9CD-BD4502398FE9}"/>
                    </a:ext>
                  </a:extLst>
                </p14:cNvPr>
                <p14:cNvContentPartPr/>
                <p14:nvPr/>
              </p14:nvContentPartPr>
              <p14:xfrm>
                <a:off x="886465" y="2882969"/>
                <a:ext cx="11880" cy="348840"/>
              </p14:xfrm>
            </p:contentPart>
          </mc:Choice>
          <mc:Fallback xmlns="">
            <p:pic>
              <p:nvPicPr>
                <p:cNvPr id="38" name="Ink 37">
                  <a:extLst>
                    <a:ext uri="{FF2B5EF4-FFF2-40B4-BE49-F238E27FC236}">
                      <a16:creationId xmlns:a16="http://schemas.microsoft.com/office/drawing/2014/main" id="{CE7E0F4C-8507-A6A3-C9CD-BD4502398FE9}"/>
                    </a:ext>
                  </a:extLst>
                </p:cNvPr>
                <p:cNvPicPr/>
                <p:nvPr/>
              </p:nvPicPr>
              <p:blipFill>
                <a:blip r:embed="rId121"/>
                <a:stretch>
                  <a:fillRect/>
                </a:stretch>
              </p:blipFill>
              <p:spPr>
                <a:xfrm>
                  <a:off x="868465" y="2864969"/>
                  <a:ext cx="4752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39" name="Ink 38">
                  <a:extLst>
                    <a:ext uri="{FF2B5EF4-FFF2-40B4-BE49-F238E27FC236}">
                      <a16:creationId xmlns:a16="http://schemas.microsoft.com/office/drawing/2014/main" id="{078D3D58-51B9-2CA3-D8B2-281DF65EE8A7}"/>
                    </a:ext>
                  </a:extLst>
                </p14:cNvPr>
                <p14:cNvContentPartPr/>
                <p14:nvPr/>
              </p14:nvContentPartPr>
              <p14:xfrm>
                <a:off x="856945" y="2884049"/>
                <a:ext cx="554400" cy="340560"/>
              </p14:xfrm>
            </p:contentPart>
          </mc:Choice>
          <mc:Fallback xmlns="">
            <p:pic>
              <p:nvPicPr>
                <p:cNvPr id="39" name="Ink 38">
                  <a:extLst>
                    <a:ext uri="{FF2B5EF4-FFF2-40B4-BE49-F238E27FC236}">
                      <a16:creationId xmlns:a16="http://schemas.microsoft.com/office/drawing/2014/main" id="{078D3D58-51B9-2CA3-D8B2-281DF65EE8A7}"/>
                    </a:ext>
                  </a:extLst>
                </p:cNvPr>
                <p:cNvPicPr/>
                <p:nvPr/>
              </p:nvPicPr>
              <p:blipFill>
                <a:blip r:embed="rId123"/>
                <a:stretch>
                  <a:fillRect/>
                </a:stretch>
              </p:blipFill>
              <p:spPr>
                <a:xfrm>
                  <a:off x="838945" y="2866049"/>
                  <a:ext cx="590040" cy="3762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46" name="Ink 45">
                  <a:extLst>
                    <a:ext uri="{FF2B5EF4-FFF2-40B4-BE49-F238E27FC236}">
                      <a16:creationId xmlns:a16="http://schemas.microsoft.com/office/drawing/2014/main" id="{AD55B796-6171-6F2A-4A45-93C3C9F32C16}"/>
                    </a:ext>
                  </a:extLst>
                </p14:cNvPr>
                <p14:cNvContentPartPr/>
                <p14:nvPr/>
              </p14:nvContentPartPr>
              <p14:xfrm>
                <a:off x="1314505" y="2881169"/>
                <a:ext cx="1135440" cy="53280"/>
              </p14:xfrm>
            </p:contentPart>
          </mc:Choice>
          <mc:Fallback xmlns="">
            <p:pic>
              <p:nvPicPr>
                <p:cNvPr id="46" name="Ink 45">
                  <a:extLst>
                    <a:ext uri="{FF2B5EF4-FFF2-40B4-BE49-F238E27FC236}">
                      <a16:creationId xmlns:a16="http://schemas.microsoft.com/office/drawing/2014/main" id="{AD55B796-6171-6F2A-4A45-93C3C9F32C16}"/>
                    </a:ext>
                  </a:extLst>
                </p:cNvPr>
                <p:cNvPicPr/>
                <p:nvPr/>
              </p:nvPicPr>
              <p:blipFill>
                <a:blip r:embed="rId125"/>
                <a:stretch>
                  <a:fillRect/>
                </a:stretch>
              </p:blipFill>
              <p:spPr>
                <a:xfrm>
                  <a:off x="1296865" y="2863529"/>
                  <a:ext cx="117108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52" name="Ink 51">
                  <a:extLst>
                    <a:ext uri="{FF2B5EF4-FFF2-40B4-BE49-F238E27FC236}">
                      <a16:creationId xmlns:a16="http://schemas.microsoft.com/office/drawing/2014/main" id="{0BAD9855-0F2E-F3D2-E9F2-1690DBB59442}"/>
                    </a:ext>
                  </a:extLst>
                </p14:cNvPr>
                <p14:cNvContentPartPr/>
                <p14:nvPr/>
              </p14:nvContentPartPr>
              <p14:xfrm>
                <a:off x="1382545" y="2862809"/>
                <a:ext cx="1054800" cy="339840"/>
              </p14:xfrm>
            </p:contentPart>
          </mc:Choice>
          <mc:Fallback xmlns="">
            <p:pic>
              <p:nvPicPr>
                <p:cNvPr id="52" name="Ink 51">
                  <a:extLst>
                    <a:ext uri="{FF2B5EF4-FFF2-40B4-BE49-F238E27FC236}">
                      <a16:creationId xmlns:a16="http://schemas.microsoft.com/office/drawing/2014/main" id="{0BAD9855-0F2E-F3D2-E9F2-1690DBB59442}"/>
                    </a:ext>
                  </a:extLst>
                </p:cNvPr>
                <p:cNvPicPr/>
                <p:nvPr/>
              </p:nvPicPr>
              <p:blipFill>
                <a:blip r:embed="rId127"/>
                <a:stretch>
                  <a:fillRect/>
                </a:stretch>
              </p:blipFill>
              <p:spPr>
                <a:xfrm>
                  <a:off x="1364905" y="2844809"/>
                  <a:ext cx="109044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7" name="Ink 56">
                  <a:extLst>
                    <a:ext uri="{FF2B5EF4-FFF2-40B4-BE49-F238E27FC236}">
                      <a16:creationId xmlns:a16="http://schemas.microsoft.com/office/drawing/2014/main" id="{088C268B-0DE0-E757-2DEA-2FE4501DA922}"/>
                    </a:ext>
                  </a:extLst>
                </p14:cNvPr>
                <p14:cNvContentPartPr/>
                <p14:nvPr/>
              </p14:nvContentPartPr>
              <p14:xfrm>
                <a:off x="2343745" y="3183929"/>
                <a:ext cx="2368800" cy="96840"/>
              </p14:xfrm>
            </p:contentPart>
          </mc:Choice>
          <mc:Fallback xmlns="">
            <p:pic>
              <p:nvPicPr>
                <p:cNvPr id="57" name="Ink 56">
                  <a:extLst>
                    <a:ext uri="{FF2B5EF4-FFF2-40B4-BE49-F238E27FC236}">
                      <a16:creationId xmlns:a16="http://schemas.microsoft.com/office/drawing/2014/main" id="{088C268B-0DE0-E757-2DEA-2FE4501DA922}"/>
                    </a:ext>
                  </a:extLst>
                </p:cNvPr>
                <p:cNvPicPr/>
                <p:nvPr/>
              </p:nvPicPr>
              <p:blipFill>
                <a:blip r:embed="rId129"/>
                <a:stretch>
                  <a:fillRect/>
                </a:stretch>
              </p:blipFill>
              <p:spPr>
                <a:xfrm>
                  <a:off x="2326105" y="3166289"/>
                  <a:ext cx="24044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63" name="Ink 62">
                  <a:extLst>
                    <a:ext uri="{FF2B5EF4-FFF2-40B4-BE49-F238E27FC236}">
                      <a16:creationId xmlns:a16="http://schemas.microsoft.com/office/drawing/2014/main" id="{8DA6CC5A-AA52-3565-5FDA-DEE6696710DF}"/>
                    </a:ext>
                  </a:extLst>
                </p14:cNvPr>
                <p14:cNvContentPartPr/>
                <p14:nvPr/>
              </p14:nvContentPartPr>
              <p14:xfrm>
                <a:off x="4593025" y="3252689"/>
                <a:ext cx="894600" cy="169560"/>
              </p14:xfrm>
            </p:contentPart>
          </mc:Choice>
          <mc:Fallback xmlns="">
            <p:pic>
              <p:nvPicPr>
                <p:cNvPr id="63" name="Ink 62">
                  <a:extLst>
                    <a:ext uri="{FF2B5EF4-FFF2-40B4-BE49-F238E27FC236}">
                      <a16:creationId xmlns:a16="http://schemas.microsoft.com/office/drawing/2014/main" id="{8DA6CC5A-AA52-3565-5FDA-DEE6696710DF}"/>
                    </a:ext>
                  </a:extLst>
                </p:cNvPr>
                <p:cNvPicPr/>
                <p:nvPr/>
              </p:nvPicPr>
              <p:blipFill>
                <a:blip r:embed="rId131"/>
                <a:stretch>
                  <a:fillRect/>
                </a:stretch>
              </p:blipFill>
              <p:spPr>
                <a:xfrm>
                  <a:off x="4575385" y="3234689"/>
                  <a:ext cx="930240" cy="205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2">
            <p14:nvContentPartPr>
              <p14:cNvPr id="67" name="Ink 66">
                <a:extLst>
                  <a:ext uri="{FF2B5EF4-FFF2-40B4-BE49-F238E27FC236}">
                    <a16:creationId xmlns:a16="http://schemas.microsoft.com/office/drawing/2014/main" id="{85D97E8E-3922-58C6-0FA7-90EBAAA3F5C9}"/>
                  </a:ext>
                </a:extLst>
              </p14:cNvPr>
              <p14:cNvContentPartPr/>
              <p14:nvPr/>
            </p14:nvContentPartPr>
            <p14:xfrm>
              <a:off x="5646385" y="3375809"/>
              <a:ext cx="1417320" cy="68760"/>
            </p14:xfrm>
          </p:contentPart>
        </mc:Choice>
        <mc:Fallback xmlns="">
          <p:pic>
            <p:nvPicPr>
              <p:cNvPr id="67" name="Ink 66">
                <a:extLst>
                  <a:ext uri="{FF2B5EF4-FFF2-40B4-BE49-F238E27FC236}">
                    <a16:creationId xmlns:a16="http://schemas.microsoft.com/office/drawing/2014/main" id="{85D97E8E-3922-58C6-0FA7-90EBAAA3F5C9}"/>
                  </a:ext>
                </a:extLst>
              </p:cNvPr>
              <p:cNvPicPr/>
              <p:nvPr/>
            </p:nvPicPr>
            <p:blipFill>
              <a:blip r:embed="rId133"/>
              <a:stretch>
                <a:fillRect/>
              </a:stretch>
            </p:blipFill>
            <p:spPr>
              <a:xfrm>
                <a:off x="5628385" y="3357809"/>
                <a:ext cx="14529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68" name="Ink 67">
                <a:extLst>
                  <a:ext uri="{FF2B5EF4-FFF2-40B4-BE49-F238E27FC236}">
                    <a16:creationId xmlns:a16="http://schemas.microsoft.com/office/drawing/2014/main" id="{2DC037F9-8DB4-67F5-F294-0FD714E38711}"/>
                  </a:ext>
                </a:extLst>
              </p14:cNvPr>
              <p14:cNvContentPartPr/>
              <p14:nvPr/>
            </p14:nvContentPartPr>
            <p14:xfrm>
              <a:off x="9058105" y="347849"/>
              <a:ext cx="705240" cy="64800"/>
            </p14:xfrm>
          </p:contentPart>
        </mc:Choice>
        <mc:Fallback xmlns="">
          <p:pic>
            <p:nvPicPr>
              <p:cNvPr id="68" name="Ink 67">
                <a:extLst>
                  <a:ext uri="{FF2B5EF4-FFF2-40B4-BE49-F238E27FC236}">
                    <a16:creationId xmlns:a16="http://schemas.microsoft.com/office/drawing/2014/main" id="{2DC037F9-8DB4-67F5-F294-0FD714E38711}"/>
                  </a:ext>
                </a:extLst>
              </p:cNvPr>
              <p:cNvPicPr/>
              <p:nvPr/>
            </p:nvPicPr>
            <p:blipFill>
              <a:blip r:embed="rId135"/>
              <a:stretch>
                <a:fillRect/>
              </a:stretch>
            </p:blipFill>
            <p:spPr>
              <a:xfrm>
                <a:off x="9040105" y="330209"/>
                <a:ext cx="740880" cy="100440"/>
              </a:xfrm>
              <a:prstGeom prst="rect">
                <a:avLst/>
              </a:prstGeom>
            </p:spPr>
          </p:pic>
        </mc:Fallback>
      </mc:AlternateContent>
    </p:spTree>
    <p:extLst>
      <p:ext uri="{BB962C8B-B14F-4D97-AF65-F5344CB8AC3E}">
        <p14:creationId xmlns:p14="http://schemas.microsoft.com/office/powerpoint/2010/main" val="40448520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4AFAC-E1EE-4105-3E2D-41CE3458D8D3}"/>
              </a:ext>
            </a:extLst>
          </p:cNvPr>
          <p:cNvSpPr>
            <a:spLocks noGrp="1"/>
          </p:cNvSpPr>
          <p:nvPr>
            <p:ph type="title"/>
          </p:nvPr>
        </p:nvSpPr>
        <p:spPr>
          <a:xfrm>
            <a:off x="691243" y="333384"/>
            <a:ext cx="10515600" cy="597719"/>
          </a:xfrm>
          <a:ln>
            <a:solidFill>
              <a:schemeClr val="accent3">
                <a:lumMod val="60000"/>
                <a:lumOff val="40000"/>
              </a:schemeClr>
            </a:solidFill>
          </a:ln>
          <a:effectLst>
            <a:glow rad="228600">
              <a:schemeClr val="accent3">
                <a:satMod val="175000"/>
                <a:alpha val="40000"/>
              </a:schemeClr>
            </a:glow>
          </a:effectLst>
        </p:spPr>
        <p:txBody>
          <a:bodyPr>
            <a:normAutofit fontScale="90000"/>
          </a:bodyPr>
          <a:lstStyle/>
          <a:p>
            <a:r>
              <a:rPr lang="en-US" dirty="0"/>
              <a:t>REDUX – BIG STORAGE BOX FOR THE APP</a:t>
            </a:r>
          </a:p>
        </p:txBody>
      </p:sp>
      <p:sp>
        <p:nvSpPr>
          <p:cNvPr id="3" name="Content Placeholder 2">
            <a:extLst>
              <a:ext uri="{FF2B5EF4-FFF2-40B4-BE49-F238E27FC236}">
                <a16:creationId xmlns:a16="http://schemas.microsoft.com/office/drawing/2014/main" id="{7ED817BD-2180-4F4C-0F43-E5EE79DD3133}"/>
              </a:ext>
            </a:extLst>
          </p:cNvPr>
          <p:cNvSpPr>
            <a:spLocks noGrp="1"/>
          </p:cNvSpPr>
          <p:nvPr>
            <p:ph idx="1"/>
          </p:nvPr>
        </p:nvSpPr>
        <p:spPr>
          <a:xfrm>
            <a:off x="576942" y="1049597"/>
            <a:ext cx="10515600" cy="1648811"/>
          </a:xfrm>
        </p:spPr>
        <p:txBody>
          <a:bodyPr/>
          <a:lstStyle/>
          <a:p>
            <a:pPr marL="0" indent="0">
              <a:buNone/>
            </a:pPr>
            <a:r>
              <a:rPr lang="en-US" dirty="0"/>
              <a:t>APP STORES DATA IN BOX – EXAMPLE THE USER LOGIN INFORMATION</a:t>
            </a:r>
          </a:p>
          <a:p>
            <a:pPr marL="0" indent="0">
              <a:buNone/>
            </a:pPr>
            <a:r>
              <a:rPr lang="en-US" dirty="0"/>
              <a:t>ANY COMPONENT CAN TAKE THE DATA OUT</a:t>
            </a:r>
          </a:p>
          <a:p>
            <a:pPr marL="0" indent="0">
              <a:buNone/>
            </a:pPr>
            <a:r>
              <a:rPr lang="en-US" dirty="0"/>
              <a:t>ANY COMPONENT CAN UPDATE THE DATA</a:t>
            </a:r>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4" name="Ink 3">
                <a:extLst>
                  <a:ext uri="{FF2B5EF4-FFF2-40B4-BE49-F238E27FC236}">
                    <a16:creationId xmlns:a16="http://schemas.microsoft.com/office/drawing/2014/main" id="{E2186493-E720-EC06-2CD5-611A542FC9E9}"/>
                  </a:ext>
                </a:extLst>
              </p14:cNvPr>
              <p14:cNvContentPartPr/>
              <p14:nvPr/>
            </p14:nvContentPartPr>
            <p14:xfrm>
              <a:off x="3521827" y="3743667"/>
              <a:ext cx="360" cy="7200"/>
            </p14:xfrm>
          </p:contentPart>
        </mc:Choice>
        <mc:Fallback xmlns="">
          <p:pic>
            <p:nvPicPr>
              <p:cNvPr id="4" name="Ink 3">
                <a:extLst>
                  <a:ext uri="{FF2B5EF4-FFF2-40B4-BE49-F238E27FC236}">
                    <a16:creationId xmlns:a16="http://schemas.microsoft.com/office/drawing/2014/main" id="{E2186493-E720-EC06-2CD5-611A542FC9E9}"/>
                  </a:ext>
                </a:extLst>
              </p:cNvPr>
              <p:cNvPicPr/>
              <p:nvPr/>
            </p:nvPicPr>
            <p:blipFill>
              <a:blip r:embed="rId3"/>
              <a:stretch>
                <a:fillRect/>
              </a:stretch>
            </p:blipFill>
            <p:spPr>
              <a:xfrm>
                <a:off x="3515707" y="3737547"/>
                <a:ext cx="1260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DF32796A-4F22-D438-E5D0-C2A5A8CAC911}"/>
                  </a:ext>
                </a:extLst>
              </p14:cNvPr>
              <p14:cNvContentPartPr/>
              <p14:nvPr/>
            </p14:nvContentPartPr>
            <p14:xfrm>
              <a:off x="2641627" y="5043898"/>
              <a:ext cx="360" cy="360"/>
            </p14:xfrm>
          </p:contentPart>
        </mc:Choice>
        <mc:Fallback xmlns="">
          <p:pic>
            <p:nvPicPr>
              <p:cNvPr id="5" name="Ink 4">
                <a:extLst>
                  <a:ext uri="{FF2B5EF4-FFF2-40B4-BE49-F238E27FC236}">
                    <a16:creationId xmlns:a16="http://schemas.microsoft.com/office/drawing/2014/main" id="{DF32796A-4F22-D438-E5D0-C2A5A8CAC911}"/>
                  </a:ext>
                </a:extLst>
              </p:cNvPr>
              <p:cNvPicPr/>
              <p:nvPr/>
            </p:nvPicPr>
            <p:blipFill>
              <a:blip r:embed="rId5"/>
              <a:stretch>
                <a:fillRect/>
              </a:stretch>
            </p:blipFill>
            <p:spPr>
              <a:xfrm>
                <a:off x="2635507" y="5037778"/>
                <a:ext cx="12600" cy="12600"/>
              </a:xfrm>
              <a:prstGeom prst="rect">
                <a:avLst/>
              </a:prstGeom>
            </p:spPr>
          </p:pic>
        </mc:Fallback>
      </mc:AlternateContent>
      <p:pic>
        <p:nvPicPr>
          <p:cNvPr id="6" name="Picture 5">
            <a:extLst>
              <a:ext uri="{FF2B5EF4-FFF2-40B4-BE49-F238E27FC236}">
                <a16:creationId xmlns:a16="http://schemas.microsoft.com/office/drawing/2014/main" id="{3A66DCD6-1A0C-1D24-2324-5F3CC483BFA9}"/>
              </a:ext>
            </a:extLst>
          </p:cNvPr>
          <p:cNvPicPr>
            <a:picLocks noChangeAspect="1"/>
          </p:cNvPicPr>
          <p:nvPr/>
        </p:nvPicPr>
        <p:blipFill>
          <a:blip r:embed="rId6"/>
          <a:srcRect t="79952" b="8635"/>
          <a:stretch>
            <a:fillRect/>
          </a:stretch>
        </p:blipFill>
        <p:spPr>
          <a:xfrm>
            <a:off x="576942" y="4650777"/>
            <a:ext cx="5104737" cy="268174"/>
          </a:xfrm>
          <a:prstGeom prst="rect">
            <a:avLst/>
          </a:prstGeom>
        </p:spPr>
      </p:pic>
      <p:pic>
        <p:nvPicPr>
          <p:cNvPr id="7" name="Picture 6">
            <a:extLst>
              <a:ext uri="{FF2B5EF4-FFF2-40B4-BE49-F238E27FC236}">
                <a16:creationId xmlns:a16="http://schemas.microsoft.com/office/drawing/2014/main" id="{EC8FE508-85B4-FA56-2110-EFD86A53844B}"/>
              </a:ext>
            </a:extLst>
          </p:cNvPr>
          <p:cNvPicPr>
            <a:picLocks noChangeAspect="1"/>
          </p:cNvPicPr>
          <p:nvPr/>
        </p:nvPicPr>
        <p:blipFill>
          <a:blip r:embed="rId6"/>
          <a:srcRect t="68931" b="20572"/>
          <a:stretch>
            <a:fillRect/>
          </a:stretch>
        </p:blipFill>
        <p:spPr>
          <a:xfrm>
            <a:off x="405492" y="2772274"/>
            <a:ext cx="5104737" cy="246635"/>
          </a:xfrm>
          <a:prstGeom prst="rect">
            <a:avLst/>
          </a:prstGeom>
        </p:spPr>
      </p:pic>
      <p:sp>
        <p:nvSpPr>
          <p:cNvPr id="8" name="Rectangle 7">
            <a:extLst>
              <a:ext uri="{FF2B5EF4-FFF2-40B4-BE49-F238E27FC236}">
                <a16:creationId xmlns:a16="http://schemas.microsoft.com/office/drawing/2014/main" id="{C5445B5E-0F66-60F3-E39E-BBB733FB319F}"/>
              </a:ext>
            </a:extLst>
          </p:cNvPr>
          <p:cNvSpPr/>
          <p:nvPr/>
        </p:nvSpPr>
        <p:spPr>
          <a:xfrm>
            <a:off x="1175657" y="2698408"/>
            <a:ext cx="1077686" cy="338319"/>
          </a:xfrm>
          <a:prstGeom prst="rect">
            <a:avLst/>
          </a:prstGeom>
          <a:noFill/>
          <a:ln>
            <a:solidFill>
              <a:srgbClr val="FFFF00"/>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85B07A3D-9CE1-8D7E-65D0-C0B96F58D224}"/>
              </a:ext>
            </a:extLst>
          </p:cNvPr>
          <p:cNvSpPr txBox="1"/>
          <p:nvPr/>
        </p:nvSpPr>
        <p:spPr>
          <a:xfrm>
            <a:off x="279210" y="3493384"/>
            <a:ext cx="4091441" cy="646331"/>
          </a:xfrm>
          <a:prstGeom prst="rect">
            <a:avLst/>
          </a:prstGeom>
          <a:noFill/>
          <a:ln>
            <a:solidFill>
              <a:srgbClr val="FFC000"/>
            </a:solidFill>
          </a:ln>
          <a:effectLst>
            <a:glow rad="228600">
              <a:schemeClr val="accent6">
                <a:satMod val="175000"/>
                <a:alpha val="40000"/>
              </a:schemeClr>
            </a:glow>
          </a:effectLst>
        </p:spPr>
        <p:txBody>
          <a:bodyPr wrap="none" rtlCol="0">
            <a:spAutoFit/>
          </a:bodyPr>
          <a:lstStyle/>
          <a:p>
            <a:r>
              <a:rPr lang="en-US" dirty="0" err="1"/>
              <a:t>useDispatch</a:t>
            </a:r>
            <a:r>
              <a:rPr lang="en-US" dirty="0"/>
              <a:t> – it is a function that lets you</a:t>
            </a:r>
          </a:p>
          <a:p>
            <a:r>
              <a:rPr lang="en-US" dirty="0"/>
              <a:t> send the data in redux</a:t>
            </a:r>
          </a:p>
        </p:txBody>
      </p:sp>
      <p:grpSp>
        <p:nvGrpSpPr>
          <p:cNvPr id="13" name="Group 12">
            <a:extLst>
              <a:ext uri="{FF2B5EF4-FFF2-40B4-BE49-F238E27FC236}">
                <a16:creationId xmlns:a16="http://schemas.microsoft.com/office/drawing/2014/main" id="{9C36E338-DCCE-EEE7-5108-4070E4B3EB57}"/>
              </a:ext>
            </a:extLst>
          </p:cNvPr>
          <p:cNvGrpSpPr/>
          <p:nvPr/>
        </p:nvGrpSpPr>
        <p:grpSpPr>
          <a:xfrm>
            <a:off x="1156011" y="2767092"/>
            <a:ext cx="1350360" cy="783653"/>
            <a:chOff x="1139811" y="2645524"/>
            <a:chExt cx="1350360" cy="150768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49B8C7A1-4D34-E941-55E3-39BAA5B80882}"/>
                    </a:ext>
                  </a:extLst>
                </p14:cNvPr>
                <p14:cNvContentPartPr/>
                <p14:nvPr/>
              </p14:nvContentPartPr>
              <p14:xfrm>
                <a:off x="2489811" y="3045124"/>
                <a:ext cx="360" cy="360"/>
              </p14:xfrm>
            </p:contentPart>
          </mc:Choice>
          <mc:Fallback xmlns="">
            <p:pic>
              <p:nvPicPr>
                <p:cNvPr id="10" name="Ink 9">
                  <a:extLst>
                    <a:ext uri="{FF2B5EF4-FFF2-40B4-BE49-F238E27FC236}">
                      <a16:creationId xmlns:a16="http://schemas.microsoft.com/office/drawing/2014/main" id="{49B8C7A1-4D34-E941-55E3-39BAA5B80882}"/>
                    </a:ext>
                  </a:extLst>
                </p:cNvPr>
                <p:cNvPicPr/>
                <p:nvPr/>
              </p:nvPicPr>
              <p:blipFill>
                <a:blip r:embed="rId8"/>
                <a:stretch>
                  <a:fillRect/>
                </a:stretch>
              </p:blipFill>
              <p:spPr>
                <a:xfrm>
                  <a:off x="2483691" y="303900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F0A9CA87-A79D-CE34-5536-AFFD840C5882}"/>
                    </a:ext>
                  </a:extLst>
                </p14:cNvPr>
                <p14:cNvContentPartPr/>
                <p14:nvPr/>
              </p14:nvContentPartPr>
              <p14:xfrm>
                <a:off x="1206411" y="3028924"/>
                <a:ext cx="578880" cy="1124280"/>
              </p14:xfrm>
            </p:contentPart>
          </mc:Choice>
          <mc:Fallback xmlns="">
            <p:pic>
              <p:nvPicPr>
                <p:cNvPr id="11" name="Ink 10">
                  <a:extLst>
                    <a:ext uri="{FF2B5EF4-FFF2-40B4-BE49-F238E27FC236}">
                      <a16:creationId xmlns:a16="http://schemas.microsoft.com/office/drawing/2014/main" id="{F0A9CA87-A79D-CE34-5536-AFFD840C5882}"/>
                    </a:ext>
                  </a:extLst>
                </p:cNvPr>
                <p:cNvPicPr/>
                <p:nvPr/>
              </p:nvPicPr>
              <p:blipFill>
                <a:blip r:embed="rId10"/>
                <a:stretch>
                  <a:fillRect/>
                </a:stretch>
              </p:blipFill>
              <p:spPr>
                <a:xfrm>
                  <a:off x="1200291" y="3017155"/>
                  <a:ext cx="591120" cy="1147818"/>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44664128-A076-7AA3-1AFB-B7CF17F5061E}"/>
                    </a:ext>
                  </a:extLst>
                </p14:cNvPr>
                <p14:cNvContentPartPr/>
                <p14:nvPr/>
              </p14:nvContentPartPr>
              <p14:xfrm>
                <a:off x="1139811" y="2645524"/>
                <a:ext cx="1114560" cy="449280"/>
              </p14:xfrm>
            </p:contentPart>
          </mc:Choice>
          <mc:Fallback xmlns="">
            <p:pic>
              <p:nvPicPr>
                <p:cNvPr id="12" name="Ink 11">
                  <a:extLst>
                    <a:ext uri="{FF2B5EF4-FFF2-40B4-BE49-F238E27FC236}">
                      <a16:creationId xmlns:a16="http://schemas.microsoft.com/office/drawing/2014/main" id="{44664128-A076-7AA3-1AFB-B7CF17F5061E}"/>
                    </a:ext>
                  </a:extLst>
                </p:cNvPr>
                <p:cNvPicPr/>
                <p:nvPr/>
              </p:nvPicPr>
              <p:blipFill>
                <a:blip r:embed="rId12"/>
                <a:stretch>
                  <a:fillRect/>
                </a:stretch>
              </p:blipFill>
              <p:spPr>
                <a:xfrm>
                  <a:off x="1133691" y="2633755"/>
                  <a:ext cx="1126800" cy="47281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F5F1CAD2-D561-B1C6-55CE-F6EC7A1DDD20}"/>
                  </a:ext>
                </a:extLst>
              </p14:cNvPr>
              <p14:cNvContentPartPr/>
              <p14:nvPr/>
            </p14:nvContentPartPr>
            <p14:xfrm>
              <a:off x="3003891" y="3110284"/>
              <a:ext cx="360" cy="360"/>
            </p14:xfrm>
          </p:contentPart>
        </mc:Choice>
        <mc:Fallback xmlns="">
          <p:pic>
            <p:nvPicPr>
              <p:cNvPr id="14" name="Ink 13">
                <a:extLst>
                  <a:ext uri="{FF2B5EF4-FFF2-40B4-BE49-F238E27FC236}">
                    <a16:creationId xmlns:a16="http://schemas.microsoft.com/office/drawing/2014/main" id="{F5F1CAD2-D561-B1C6-55CE-F6EC7A1DDD20}"/>
                  </a:ext>
                </a:extLst>
              </p:cNvPr>
              <p:cNvPicPr/>
              <p:nvPr/>
            </p:nvPicPr>
            <p:blipFill>
              <a:blip r:embed="rId14"/>
              <a:stretch>
                <a:fillRect/>
              </a:stretch>
            </p:blipFill>
            <p:spPr>
              <a:xfrm>
                <a:off x="2997771" y="3104164"/>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FF14E8AD-BB7C-D251-B5DD-9C258F8DEF6F}"/>
                  </a:ext>
                </a:extLst>
              </p14:cNvPr>
              <p14:cNvContentPartPr/>
              <p14:nvPr/>
            </p14:nvContentPartPr>
            <p14:xfrm>
              <a:off x="2324931" y="2698407"/>
              <a:ext cx="1145880" cy="373291"/>
            </p14:xfrm>
          </p:contentPart>
        </mc:Choice>
        <mc:Fallback xmlns="">
          <p:pic>
            <p:nvPicPr>
              <p:cNvPr id="15" name="Ink 14">
                <a:extLst>
                  <a:ext uri="{FF2B5EF4-FFF2-40B4-BE49-F238E27FC236}">
                    <a16:creationId xmlns:a16="http://schemas.microsoft.com/office/drawing/2014/main" id="{FF14E8AD-BB7C-D251-B5DD-9C258F8DEF6F}"/>
                  </a:ext>
                </a:extLst>
              </p:cNvPr>
              <p:cNvPicPr/>
              <p:nvPr/>
            </p:nvPicPr>
            <p:blipFill>
              <a:blip r:embed="rId16"/>
              <a:stretch>
                <a:fillRect/>
              </a:stretch>
            </p:blipFill>
            <p:spPr>
              <a:xfrm>
                <a:off x="2305851" y="2679328"/>
                <a:ext cx="1183680" cy="411088"/>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F47D1332-2F2B-9773-560F-DC13C6A9464F}"/>
                  </a:ext>
                </a:extLst>
              </p14:cNvPr>
              <p14:cNvContentPartPr/>
              <p14:nvPr/>
            </p14:nvContentPartPr>
            <p14:xfrm>
              <a:off x="3397184" y="2924490"/>
              <a:ext cx="2299147" cy="371588"/>
            </p14:xfrm>
          </p:contentPart>
        </mc:Choice>
        <mc:Fallback xmlns="">
          <p:pic>
            <p:nvPicPr>
              <p:cNvPr id="16" name="Ink 15">
                <a:extLst>
                  <a:ext uri="{FF2B5EF4-FFF2-40B4-BE49-F238E27FC236}">
                    <a16:creationId xmlns:a16="http://schemas.microsoft.com/office/drawing/2014/main" id="{F47D1332-2F2B-9773-560F-DC13C6A9464F}"/>
                  </a:ext>
                </a:extLst>
              </p:cNvPr>
              <p:cNvPicPr/>
              <p:nvPr/>
            </p:nvPicPr>
            <p:blipFill>
              <a:blip r:embed="rId18"/>
              <a:stretch>
                <a:fillRect/>
              </a:stretch>
            </p:blipFill>
            <p:spPr>
              <a:xfrm>
                <a:off x="3391064" y="2918369"/>
                <a:ext cx="2311388" cy="383830"/>
              </a:xfrm>
              <a:prstGeom prst="rect">
                <a:avLst/>
              </a:prstGeom>
            </p:spPr>
          </p:pic>
        </mc:Fallback>
      </mc:AlternateContent>
      <p:sp>
        <p:nvSpPr>
          <p:cNvPr id="17" name="TextBox 16">
            <a:extLst>
              <a:ext uri="{FF2B5EF4-FFF2-40B4-BE49-F238E27FC236}">
                <a16:creationId xmlns:a16="http://schemas.microsoft.com/office/drawing/2014/main" id="{90F4D2DF-CE22-A589-79D2-88C0C137607A}"/>
              </a:ext>
            </a:extLst>
          </p:cNvPr>
          <p:cNvSpPr txBox="1"/>
          <p:nvPr/>
        </p:nvSpPr>
        <p:spPr>
          <a:xfrm>
            <a:off x="5709938" y="2844258"/>
            <a:ext cx="6366615" cy="369332"/>
          </a:xfrm>
          <a:prstGeom prst="rect">
            <a:avLst/>
          </a:prstGeom>
          <a:noFill/>
          <a:ln>
            <a:solidFill>
              <a:schemeClr val="accent1">
                <a:lumMod val="60000"/>
                <a:lumOff val="40000"/>
              </a:schemeClr>
            </a:solidFill>
          </a:ln>
          <a:effectLst>
            <a:glow rad="139700">
              <a:schemeClr val="accent3">
                <a:satMod val="175000"/>
                <a:alpha val="40000"/>
              </a:schemeClr>
            </a:glow>
          </a:effectLst>
        </p:spPr>
        <p:txBody>
          <a:bodyPr wrap="none" rtlCol="0">
            <a:spAutoFit/>
          </a:bodyPr>
          <a:lstStyle/>
          <a:p>
            <a:r>
              <a:rPr lang="en-US" dirty="0" err="1"/>
              <a:t>useSelector</a:t>
            </a:r>
            <a:r>
              <a:rPr lang="en-US" dirty="0"/>
              <a:t> = a function that lets you READ data from Redux store</a:t>
            </a:r>
          </a:p>
        </p:txBody>
      </p:sp>
      <mc:AlternateContent xmlns:mc="http://schemas.openxmlformats.org/markup-compatibility/2006" xmlns:p14="http://schemas.microsoft.com/office/powerpoint/2010/main">
        <mc:Choice Requires="p14">
          <p:contentPart p14:bwMode="auto" r:id="rId19">
            <p14:nvContentPartPr>
              <p14:cNvPr id="23" name="Ink 22">
                <a:extLst>
                  <a:ext uri="{FF2B5EF4-FFF2-40B4-BE49-F238E27FC236}">
                    <a16:creationId xmlns:a16="http://schemas.microsoft.com/office/drawing/2014/main" id="{D4E839CE-ED6A-39A0-3555-414FEB09E168}"/>
                  </a:ext>
                </a:extLst>
              </p14:cNvPr>
              <p14:cNvContentPartPr/>
              <p14:nvPr/>
            </p14:nvContentPartPr>
            <p14:xfrm>
              <a:off x="1461291" y="4914875"/>
              <a:ext cx="1102680" cy="720"/>
            </p14:xfrm>
          </p:contentPart>
        </mc:Choice>
        <mc:Fallback xmlns="">
          <p:pic>
            <p:nvPicPr>
              <p:cNvPr id="23" name="Ink 22">
                <a:extLst>
                  <a:ext uri="{FF2B5EF4-FFF2-40B4-BE49-F238E27FC236}">
                    <a16:creationId xmlns:a16="http://schemas.microsoft.com/office/drawing/2014/main" id="{D4E839CE-ED6A-39A0-3555-414FEB09E168}"/>
                  </a:ext>
                </a:extLst>
              </p:cNvPr>
              <p:cNvPicPr/>
              <p:nvPr/>
            </p:nvPicPr>
            <p:blipFill>
              <a:blip r:embed="rId20"/>
              <a:stretch>
                <a:fillRect/>
              </a:stretch>
            </p:blipFill>
            <p:spPr>
              <a:xfrm>
                <a:off x="1425291" y="4842875"/>
                <a:ext cx="11743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4" name="Ink 23">
                <a:extLst>
                  <a:ext uri="{FF2B5EF4-FFF2-40B4-BE49-F238E27FC236}">
                    <a16:creationId xmlns:a16="http://schemas.microsoft.com/office/drawing/2014/main" id="{9C49E660-4D74-E612-7BA4-D1B9E7D49B78}"/>
                  </a:ext>
                </a:extLst>
              </p14:cNvPr>
              <p14:cNvContentPartPr/>
              <p14:nvPr/>
            </p14:nvContentPartPr>
            <p14:xfrm>
              <a:off x="1420611" y="4597355"/>
              <a:ext cx="1021680" cy="41040"/>
            </p14:xfrm>
          </p:contentPart>
        </mc:Choice>
        <mc:Fallback xmlns="">
          <p:pic>
            <p:nvPicPr>
              <p:cNvPr id="24" name="Ink 23">
                <a:extLst>
                  <a:ext uri="{FF2B5EF4-FFF2-40B4-BE49-F238E27FC236}">
                    <a16:creationId xmlns:a16="http://schemas.microsoft.com/office/drawing/2014/main" id="{9C49E660-4D74-E612-7BA4-D1B9E7D49B78}"/>
                  </a:ext>
                </a:extLst>
              </p:cNvPr>
              <p:cNvPicPr/>
              <p:nvPr/>
            </p:nvPicPr>
            <p:blipFill>
              <a:blip r:embed="rId22"/>
              <a:stretch>
                <a:fillRect/>
              </a:stretch>
            </p:blipFill>
            <p:spPr>
              <a:xfrm>
                <a:off x="1384611" y="4561355"/>
                <a:ext cx="1093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7" name="Ink 26">
                <a:extLst>
                  <a:ext uri="{FF2B5EF4-FFF2-40B4-BE49-F238E27FC236}">
                    <a16:creationId xmlns:a16="http://schemas.microsoft.com/office/drawing/2014/main" id="{7204E0DF-56AB-E6B9-3AE0-94433C75B4A1}"/>
                  </a:ext>
                </a:extLst>
              </p14:cNvPr>
              <p14:cNvContentPartPr/>
              <p14:nvPr/>
            </p14:nvContentPartPr>
            <p14:xfrm>
              <a:off x="2506371" y="3959435"/>
              <a:ext cx="3388680" cy="686160"/>
            </p14:xfrm>
          </p:contentPart>
        </mc:Choice>
        <mc:Fallback xmlns="">
          <p:pic>
            <p:nvPicPr>
              <p:cNvPr id="27" name="Ink 26">
                <a:extLst>
                  <a:ext uri="{FF2B5EF4-FFF2-40B4-BE49-F238E27FC236}">
                    <a16:creationId xmlns:a16="http://schemas.microsoft.com/office/drawing/2014/main" id="{7204E0DF-56AB-E6B9-3AE0-94433C75B4A1}"/>
                  </a:ext>
                </a:extLst>
              </p:cNvPr>
              <p:cNvPicPr/>
              <p:nvPr/>
            </p:nvPicPr>
            <p:blipFill>
              <a:blip r:embed="rId24"/>
              <a:stretch>
                <a:fillRect/>
              </a:stretch>
            </p:blipFill>
            <p:spPr>
              <a:xfrm>
                <a:off x="2470371" y="3923795"/>
                <a:ext cx="3460320" cy="7578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8" name="Ink 27">
                <a:extLst>
                  <a:ext uri="{FF2B5EF4-FFF2-40B4-BE49-F238E27FC236}">
                    <a16:creationId xmlns:a16="http://schemas.microsoft.com/office/drawing/2014/main" id="{BC06B276-6687-A300-8201-A63CFF526DA2}"/>
                  </a:ext>
                </a:extLst>
              </p14:cNvPr>
              <p14:cNvContentPartPr/>
              <p14:nvPr/>
            </p14:nvContentPartPr>
            <p14:xfrm>
              <a:off x="5755731" y="3837035"/>
              <a:ext cx="189360" cy="349560"/>
            </p14:xfrm>
          </p:contentPart>
        </mc:Choice>
        <mc:Fallback xmlns="">
          <p:pic>
            <p:nvPicPr>
              <p:cNvPr id="28" name="Ink 27">
                <a:extLst>
                  <a:ext uri="{FF2B5EF4-FFF2-40B4-BE49-F238E27FC236}">
                    <a16:creationId xmlns:a16="http://schemas.microsoft.com/office/drawing/2014/main" id="{BC06B276-6687-A300-8201-A63CFF526DA2}"/>
                  </a:ext>
                </a:extLst>
              </p:cNvPr>
              <p:cNvPicPr/>
              <p:nvPr/>
            </p:nvPicPr>
            <p:blipFill>
              <a:blip r:embed="rId26"/>
              <a:stretch>
                <a:fillRect/>
              </a:stretch>
            </p:blipFill>
            <p:spPr>
              <a:xfrm>
                <a:off x="5720091" y="3801035"/>
                <a:ext cx="261000" cy="421200"/>
              </a:xfrm>
              <a:prstGeom prst="rect">
                <a:avLst/>
              </a:prstGeom>
            </p:spPr>
          </p:pic>
        </mc:Fallback>
      </mc:AlternateContent>
      <p:sp>
        <p:nvSpPr>
          <p:cNvPr id="31" name="TextBox 30">
            <a:extLst>
              <a:ext uri="{FF2B5EF4-FFF2-40B4-BE49-F238E27FC236}">
                <a16:creationId xmlns:a16="http://schemas.microsoft.com/office/drawing/2014/main" id="{7B840038-2759-0B32-B832-ACAEA74859B5}"/>
              </a:ext>
            </a:extLst>
          </p:cNvPr>
          <p:cNvSpPr txBox="1"/>
          <p:nvPr/>
        </p:nvSpPr>
        <p:spPr>
          <a:xfrm>
            <a:off x="5959131" y="3634560"/>
            <a:ext cx="2378529" cy="369332"/>
          </a:xfrm>
          <a:prstGeom prst="rect">
            <a:avLst/>
          </a:prstGeom>
          <a:noFill/>
          <a:ln>
            <a:solidFill>
              <a:srgbClr val="FFFF00"/>
            </a:solidFill>
          </a:ln>
          <a:effectLst>
            <a:glow rad="228600">
              <a:schemeClr val="accent5">
                <a:satMod val="175000"/>
                <a:alpha val="40000"/>
              </a:schemeClr>
            </a:glow>
          </a:effectLst>
        </p:spPr>
        <p:txBody>
          <a:bodyPr wrap="square">
            <a:spAutoFit/>
          </a:bodyPr>
          <a:lstStyle/>
          <a:p>
            <a:r>
              <a:rPr lang="en-US" dirty="0"/>
              <a:t>It is an </a:t>
            </a:r>
            <a:r>
              <a:rPr lang="en-US" i="1" dirty="0"/>
              <a:t>action creator</a:t>
            </a:r>
            <a:r>
              <a:rPr lang="en-US" dirty="0"/>
              <a:t>.</a:t>
            </a:r>
          </a:p>
        </p:txBody>
      </p:sp>
      <p:sp>
        <p:nvSpPr>
          <p:cNvPr id="33" name="TextBox 32">
            <a:extLst>
              <a:ext uri="{FF2B5EF4-FFF2-40B4-BE49-F238E27FC236}">
                <a16:creationId xmlns:a16="http://schemas.microsoft.com/office/drawing/2014/main" id="{B30A46E0-6CF9-00B3-0968-B2EAF6CFF296}"/>
              </a:ext>
            </a:extLst>
          </p:cNvPr>
          <p:cNvSpPr txBox="1"/>
          <p:nvPr/>
        </p:nvSpPr>
        <p:spPr>
          <a:xfrm>
            <a:off x="5795779" y="4274189"/>
            <a:ext cx="6094638" cy="646331"/>
          </a:xfrm>
          <a:prstGeom prst="rect">
            <a:avLst/>
          </a:prstGeom>
          <a:noFill/>
          <a:ln>
            <a:solidFill>
              <a:srgbClr val="FF0000"/>
            </a:solidFill>
          </a:ln>
          <a:effectLst>
            <a:glow rad="228600">
              <a:schemeClr val="accent2">
                <a:satMod val="175000"/>
                <a:alpha val="40000"/>
              </a:schemeClr>
            </a:glow>
          </a:effectLst>
        </p:spPr>
        <p:txBody>
          <a:bodyPr wrap="square">
            <a:spAutoFit/>
          </a:bodyPr>
          <a:lstStyle/>
          <a:p>
            <a:r>
              <a:rPr lang="en-US" dirty="0"/>
              <a:t>it creates an action → something that tells Redux </a:t>
            </a:r>
            <a:r>
              <a:rPr lang="en-US" b="1" dirty="0"/>
              <a:t>what to update</a:t>
            </a:r>
            <a:r>
              <a:rPr lang="en-US" dirty="0"/>
              <a:t>.</a:t>
            </a:r>
          </a:p>
        </p:txBody>
      </p:sp>
      <mc:AlternateContent xmlns:mc="http://schemas.openxmlformats.org/markup-compatibility/2006" xmlns:p14="http://schemas.microsoft.com/office/powerpoint/2010/main">
        <mc:Choice Requires="p14">
          <p:contentPart p14:bwMode="auto" r:id="rId27">
            <p14:nvContentPartPr>
              <p14:cNvPr id="34" name="Ink 33">
                <a:extLst>
                  <a:ext uri="{FF2B5EF4-FFF2-40B4-BE49-F238E27FC236}">
                    <a16:creationId xmlns:a16="http://schemas.microsoft.com/office/drawing/2014/main" id="{0E17145D-3528-9E05-72F3-EB13BDFBC49F}"/>
                  </a:ext>
                </a:extLst>
              </p14:cNvPr>
              <p14:cNvContentPartPr/>
              <p14:nvPr/>
            </p14:nvContentPartPr>
            <p14:xfrm>
              <a:off x="4008651" y="4294235"/>
              <a:ext cx="1687680" cy="327960"/>
            </p14:xfrm>
          </p:contentPart>
        </mc:Choice>
        <mc:Fallback xmlns="">
          <p:pic>
            <p:nvPicPr>
              <p:cNvPr id="34" name="Ink 33">
                <a:extLst>
                  <a:ext uri="{FF2B5EF4-FFF2-40B4-BE49-F238E27FC236}">
                    <a16:creationId xmlns:a16="http://schemas.microsoft.com/office/drawing/2014/main" id="{0E17145D-3528-9E05-72F3-EB13BDFBC49F}"/>
                  </a:ext>
                </a:extLst>
              </p:cNvPr>
              <p:cNvPicPr/>
              <p:nvPr/>
            </p:nvPicPr>
            <p:blipFill>
              <a:blip r:embed="rId28"/>
              <a:stretch>
                <a:fillRect/>
              </a:stretch>
            </p:blipFill>
            <p:spPr>
              <a:xfrm>
                <a:off x="3999651" y="4285235"/>
                <a:ext cx="17053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5" name="Ink 34">
                <a:extLst>
                  <a:ext uri="{FF2B5EF4-FFF2-40B4-BE49-F238E27FC236}">
                    <a16:creationId xmlns:a16="http://schemas.microsoft.com/office/drawing/2014/main" id="{A4F486D3-5E82-16A0-CEB0-BE21DD1C425D}"/>
                  </a:ext>
                </a:extLst>
              </p14:cNvPr>
              <p14:cNvContentPartPr/>
              <p14:nvPr/>
            </p14:nvContentPartPr>
            <p14:xfrm>
              <a:off x="4433091" y="6065884"/>
              <a:ext cx="360" cy="360"/>
            </p14:xfrm>
          </p:contentPart>
        </mc:Choice>
        <mc:Fallback xmlns="">
          <p:pic>
            <p:nvPicPr>
              <p:cNvPr id="35" name="Ink 34">
                <a:extLst>
                  <a:ext uri="{FF2B5EF4-FFF2-40B4-BE49-F238E27FC236}">
                    <a16:creationId xmlns:a16="http://schemas.microsoft.com/office/drawing/2014/main" id="{A4F486D3-5E82-16A0-CEB0-BE21DD1C425D}"/>
                  </a:ext>
                </a:extLst>
              </p:cNvPr>
              <p:cNvPicPr/>
              <p:nvPr/>
            </p:nvPicPr>
            <p:blipFill>
              <a:blip r:embed="rId30"/>
              <a:stretch>
                <a:fillRect/>
              </a:stretch>
            </p:blipFill>
            <p:spPr>
              <a:xfrm>
                <a:off x="4424091" y="6056884"/>
                <a:ext cx="18000" cy="18000"/>
              </a:xfrm>
              <a:prstGeom prst="rect">
                <a:avLst/>
              </a:prstGeom>
            </p:spPr>
          </p:pic>
        </mc:Fallback>
      </mc:AlternateContent>
      <p:sp>
        <p:nvSpPr>
          <p:cNvPr id="37" name="TextBox 36">
            <a:extLst>
              <a:ext uri="{FF2B5EF4-FFF2-40B4-BE49-F238E27FC236}">
                <a16:creationId xmlns:a16="http://schemas.microsoft.com/office/drawing/2014/main" id="{27B5BC45-7011-40A9-6961-AC7E121BD8E8}"/>
              </a:ext>
            </a:extLst>
          </p:cNvPr>
          <p:cNvSpPr txBox="1"/>
          <p:nvPr/>
        </p:nvSpPr>
        <p:spPr>
          <a:xfrm>
            <a:off x="2442291" y="5103674"/>
            <a:ext cx="6094638" cy="1754326"/>
          </a:xfrm>
          <a:prstGeom prst="rect">
            <a:avLst/>
          </a:prstGeom>
          <a:noFill/>
        </p:spPr>
        <p:txBody>
          <a:bodyPr wrap="square">
            <a:spAutoFit/>
          </a:bodyPr>
          <a:lstStyle/>
          <a:p>
            <a:pPr>
              <a:buNone/>
            </a:pPr>
            <a:r>
              <a:rPr lang="en-US" b="1" dirty="0"/>
              <a:t>🟦 1. </a:t>
            </a:r>
            <a:r>
              <a:rPr lang="en-US" b="1" dirty="0" err="1">
                <a:latin typeface="Courier New" panose="02070309020205020404" pitchFamily="49" charset="0"/>
              </a:rPr>
              <a:t>useDispatch</a:t>
            </a:r>
            <a:r>
              <a:rPr lang="en-US" b="1" dirty="0">
                <a:latin typeface="Courier New" panose="02070309020205020404" pitchFamily="49" charset="0"/>
              </a:rPr>
              <a:t>()</a:t>
            </a:r>
            <a:endParaRPr lang="en-US" b="1" dirty="0"/>
          </a:p>
          <a:p>
            <a:pPr>
              <a:buNone/>
            </a:pPr>
            <a:r>
              <a:rPr lang="en-US" dirty="0"/>
              <a:t>To </a:t>
            </a:r>
            <a:r>
              <a:rPr lang="en-US" b="1" dirty="0"/>
              <a:t>send actions</a:t>
            </a:r>
            <a:r>
              <a:rPr lang="en-US" dirty="0"/>
              <a:t> to Redux → update global state.</a:t>
            </a:r>
          </a:p>
          <a:p>
            <a:pPr>
              <a:buNone/>
            </a:pPr>
            <a:r>
              <a:rPr lang="en-US" b="1" dirty="0"/>
              <a:t>🟩 2. </a:t>
            </a:r>
            <a:r>
              <a:rPr lang="en-US" b="1" dirty="0" err="1">
                <a:latin typeface="Courier New" panose="02070309020205020404" pitchFamily="49" charset="0"/>
              </a:rPr>
              <a:t>useSelector</a:t>
            </a:r>
            <a:r>
              <a:rPr lang="en-US" b="1" dirty="0">
                <a:latin typeface="Courier New" panose="02070309020205020404" pitchFamily="49" charset="0"/>
              </a:rPr>
              <a:t>()</a:t>
            </a:r>
            <a:endParaRPr lang="en-US" b="1" dirty="0"/>
          </a:p>
          <a:p>
            <a:pPr>
              <a:buNone/>
            </a:pPr>
            <a:r>
              <a:rPr lang="en-US" dirty="0"/>
              <a:t>To </a:t>
            </a:r>
            <a:r>
              <a:rPr lang="en-US" b="1" dirty="0"/>
              <a:t>read data</a:t>
            </a:r>
            <a:r>
              <a:rPr lang="en-US" dirty="0"/>
              <a:t> from Redux → get global state.</a:t>
            </a:r>
          </a:p>
          <a:p>
            <a:pPr>
              <a:buNone/>
            </a:pPr>
            <a:r>
              <a:rPr lang="en-US" b="1" dirty="0"/>
              <a:t>🟧 3. </a:t>
            </a:r>
            <a:r>
              <a:rPr lang="en-US" b="1" dirty="0" err="1">
                <a:latin typeface="Courier New" panose="02070309020205020404" pitchFamily="49" charset="0"/>
              </a:rPr>
              <a:t>setAuthUser</a:t>
            </a:r>
            <a:r>
              <a:rPr lang="en-US" b="1" dirty="0"/>
              <a:t> (action)</a:t>
            </a:r>
          </a:p>
          <a:p>
            <a:pPr>
              <a:buNone/>
            </a:pPr>
            <a:r>
              <a:rPr lang="en-US" dirty="0"/>
              <a:t>Tells Redux </a:t>
            </a:r>
            <a:r>
              <a:rPr lang="en-US" b="1" dirty="0"/>
              <a:t>what to update</a:t>
            </a:r>
            <a:r>
              <a:rPr lang="en-US" dirty="0"/>
              <a:t> (here: update user).</a:t>
            </a:r>
          </a:p>
        </p:txBody>
      </p:sp>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8C7D88F9-294D-945C-082D-43EDA8183FE6}"/>
                  </a:ext>
                </a:extLst>
              </p14:cNvPr>
              <p14:cNvContentPartPr/>
              <p14:nvPr/>
            </p14:nvContentPartPr>
            <p14:xfrm>
              <a:off x="1322069" y="1426670"/>
              <a:ext cx="2023560" cy="104760"/>
            </p14:xfrm>
          </p:contentPart>
        </mc:Choice>
        <mc:Fallback xmlns="">
          <p:pic>
            <p:nvPicPr>
              <p:cNvPr id="18" name="Ink 17">
                <a:extLst>
                  <a:ext uri="{FF2B5EF4-FFF2-40B4-BE49-F238E27FC236}">
                    <a16:creationId xmlns:a16="http://schemas.microsoft.com/office/drawing/2014/main" id="{8C7D88F9-294D-945C-082D-43EDA8183FE6}"/>
                  </a:ext>
                </a:extLst>
              </p:cNvPr>
              <p:cNvPicPr/>
              <p:nvPr/>
            </p:nvPicPr>
            <p:blipFill>
              <a:blip r:embed="rId32"/>
              <a:stretch>
                <a:fillRect/>
              </a:stretch>
            </p:blipFill>
            <p:spPr>
              <a:xfrm>
                <a:off x="1304069" y="1409030"/>
                <a:ext cx="2059200" cy="140400"/>
              </a:xfrm>
              <a:prstGeom prst="rect">
                <a:avLst/>
              </a:prstGeom>
            </p:spPr>
          </p:pic>
        </mc:Fallback>
      </mc:AlternateContent>
    </p:spTree>
    <p:extLst>
      <p:ext uri="{BB962C8B-B14F-4D97-AF65-F5344CB8AC3E}">
        <p14:creationId xmlns:p14="http://schemas.microsoft.com/office/powerpoint/2010/main" val="23484681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F6D4A-DB4A-B818-45BF-6C3B4CE5E16B}"/>
              </a:ext>
            </a:extLst>
          </p:cNvPr>
          <p:cNvSpPr>
            <a:spLocks noGrp="1"/>
          </p:cNvSpPr>
          <p:nvPr>
            <p:ph type="title"/>
          </p:nvPr>
        </p:nvSpPr>
        <p:spPr>
          <a:xfrm>
            <a:off x="691242" y="122464"/>
            <a:ext cx="10515600" cy="768124"/>
          </a:xfrm>
          <a:ln>
            <a:solidFill>
              <a:srgbClr val="FFC000"/>
            </a:solidFill>
          </a:ln>
          <a:effectLst>
            <a:glow rad="139700">
              <a:schemeClr val="accent2">
                <a:satMod val="175000"/>
                <a:alpha val="40000"/>
              </a:schemeClr>
            </a:glow>
          </a:effectLst>
        </p:spPr>
        <p:txBody>
          <a:bodyPr/>
          <a:lstStyle/>
          <a:p>
            <a:r>
              <a:rPr lang="en-US" dirty="0"/>
              <a:t>Authslice.js ---- this is a redux file</a:t>
            </a:r>
          </a:p>
        </p:txBody>
      </p:sp>
      <p:sp>
        <p:nvSpPr>
          <p:cNvPr id="3" name="Content Placeholder 2">
            <a:extLst>
              <a:ext uri="{FF2B5EF4-FFF2-40B4-BE49-F238E27FC236}">
                <a16:creationId xmlns:a16="http://schemas.microsoft.com/office/drawing/2014/main" id="{5DC9D327-9CA5-5A40-8F0C-F6D65A0C993A}"/>
              </a:ext>
            </a:extLst>
          </p:cNvPr>
          <p:cNvSpPr>
            <a:spLocks noGrp="1"/>
          </p:cNvSpPr>
          <p:nvPr>
            <p:ph idx="1"/>
          </p:nvPr>
        </p:nvSpPr>
        <p:spPr>
          <a:xfrm>
            <a:off x="81643" y="936399"/>
            <a:ext cx="11748407" cy="2582112"/>
          </a:xfrm>
        </p:spPr>
        <p:txBody>
          <a:bodyPr>
            <a:normAutofit lnSpcReduction="10000"/>
          </a:bodyPr>
          <a:lstStyle/>
          <a:p>
            <a:pPr marL="0" indent="0">
              <a:buNone/>
            </a:pPr>
            <a:r>
              <a:rPr lang="en-US" dirty="0"/>
              <a:t>For example we have used certain variable states like the user profiles,  user suggestions and various other </a:t>
            </a:r>
            <a:r>
              <a:rPr lang="en-US" dirty="0" err="1"/>
              <a:t>things..like</a:t>
            </a:r>
            <a:r>
              <a:rPr lang="en-US" dirty="0"/>
              <a:t> we are using them as global </a:t>
            </a:r>
            <a:r>
              <a:rPr lang="en-US" dirty="0" err="1"/>
              <a:t>variable..so</a:t>
            </a:r>
            <a:r>
              <a:rPr lang="en-US" dirty="0"/>
              <a:t> for </a:t>
            </a:r>
            <a:r>
              <a:rPr lang="en-US" dirty="0" err="1"/>
              <a:t>that..we</a:t>
            </a:r>
            <a:r>
              <a:rPr lang="en-US" dirty="0"/>
              <a:t> have to use redux..</a:t>
            </a:r>
          </a:p>
          <a:p>
            <a:pPr marL="0" indent="0">
              <a:buNone/>
            </a:pPr>
            <a:r>
              <a:rPr lang="en-US" dirty="0"/>
              <a:t>This is the authslice.js file ---- basically for storing the authentication information of the user</a:t>
            </a:r>
          </a:p>
          <a:p>
            <a:pPr marL="0" indent="0">
              <a:buNone/>
            </a:pPr>
            <a:r>
              <a:rPr lang="en-US" dirty="0"/>
              <a:t>It manages </a:t>
            </a:r>
            <a:r>
              <a:rPr lang="en-US" b="1" dirty="0"/>
              <a:t>authentication-related state</a:t>
            </a:r>
            <a:r>
              <a:rPr lang="en-US" dirty="0"/>
              <a:t> (user, profile, suggestions).</a:t>
            </a:r>
          </a:p>
          <a:p>
            <a:pPr marL="0" indent="0">
              <a:buNone/>
            </a:pPr>
            <a:endParaRPr lang="en-US" dirty="0"/>
          </a:p>
        </p:txBody>
      </p:sp>
      <p:pic>
        <p:nvPicPr>
          <p:cNvPr id="5" name="Picture 4">
            <a:extLst>
              <a:ext uri="{FF2B5EF4-FFF2-40B4-BE49-F238E27FC236}">
                <a16:creationId xmlns:a16="http://schemas.microsoft.com/office/drawing/2014/main" id="{5B519794-4E49-B586-804C-C2466825EA2F}"/>
              </a:ext>
            </a:extLst>
          </p:cNvPr>
          <p:cNvPicPr>
            <a:picLocks noChangeAspect="1"/>
          </p:cNvPicPr>
          <p:nvPr/>
        </p:nvPicPr>
        <p:blipFill>
          <a:blip r:embed="rId2"/>
          <a:srcRect b="80744"/>
          <a:stretch>
            <a:fillRect/>
          </a:stretch>
        </p:blipFill>
        <p:spPr>
          <a:xfrm>
            <a:off x="361950" y="3466647"/>
            <a:ext cx="8690438" cy="868181"/>
          </a:xfrm>
          <a:prstGeom prst="rect">
            <a:avLst/>
          </a:prstGeom>
        </p:spPr>
      </p:pic>
      <p:sp>
        <p:nvSpPr>
          <p:cNvPr id="6" name="TextBox 5">
            <a:extLst>
              <a:ext uri="{FF2B5EF4-FFF2-40B4-BE49-F238E27FC236}">
                <a16:creationId xmlns:a16="http://schemas.microsoft.com/office/drawing/2014/main" id="{018937E6-067E-A5A3-7629-2A8F6298BFAB}"/>
              </a:ext>
            </a:extLst>
          </p:cNvPr>
          <p:cNvSpPr txBox="1"/>
          <p:nvPr/>
        </p:nvSpPr>
        <p:spPr>
          <a:xfrm>
            <a:off x="8303078" y="4523414"/>
            <a:ext cx="3816622" cy="369332"/>
          </a:xfrm>
          <a:prstGeom prst="rect">
            <a:avLst/>
          </a:prstGeom>
          <a:noFill/>
          <a:ln>
            <a:solidFill>
              <a:srgbClr val="00B0F0"/>
            </a:solidFill>
          </a:ln>
          <a:effectLst>
            <a:glow rad="228600">
              <a:schemeClr val="accent2">
                <a:satMod val="175000"/>
                <a:alpha val="40000"/>
              </a:schemeClr>
            </a:glow>
          </a:effectLst>
        </p:spPr>
        <p:txBody>
          <a:bodyPr wrap="none" rtlCol="0">
            <a:spAutoFit/>
          </a:bodyPr>
          <a:lstStyle/>
          <a:p>
            <a:r>
              <a:rPr lang="en-US" dirty="0"/>
              <a:t>This is importing redux toolkit function</a:t>
            </a: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4628D59F-393D-23A0-D66C-C5F6E3A60A09}"/>
                  </a:ext>
                </a:extLst>
              </p14:cNvPr>
              <p14:cNvContentPartPr/>
              <p14:nvPr/>
            </p14:nvContentPartPr>
            <p14:xfrm>
              <a:off x="1748571" y="3502311"/>
              <a:ext cx="104760" cy="747000"/>
            </p14:xfrm>
          </p:contentPart>
        </mc:Choice>
        <mc:Fallback xmlns="">
          <p:pic>
            <p:nvPicPr>
              <p:cNvPr id="8" name="Ink 7">
                <a:extLst>
                  <a:ext uri="{FF2B5EF4-FFF2-40B4-BE49-F238E27FC236}">
                    <a16:creationId xmlns:a16="http://schemas.microsoft.com/office/drawing/2014/main" id="{4628D59F-393D-23A0-D66C-C5F6E3A60A09}"/>
                  </a:ext>
                </a:extLst>
              </p:cNvPr>
              <p:cNvPicPr/>
              <p:nvPr/>
            </p:nvPicPr>
            <p:blipFill>
              <a:blip r:embed="rId4"/>
              <a:stretch>
                <a:fillRect/>
              </a:stretch>
            </p:blipFill>
            <p:spPr>
              <a:xfrm>
                <a:off x="1712571" y="3466311"/>
                <a:ext cx="176400" cy="818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D2F4C4A6-139E-AC62-07F5-7D33B1CE4A39}"/>
                  </a:ext>
                </a:extLst>
              </p14:cNvPr>
              <p14:cNvContentPartPr/>
              <p14:nvPr/>
            </p14:nvContentPartPr>
            <p14:xfrm>
              <a:off x="1614651" y="3518511"/>
              <a:ext cx="2983320" cy="694800"/>
            </p14:xfrm>
          </p:contentPart>
        </mc:Choice>
        <mc:Fallback xmlns="">
          <p:pic>
            <p:nvPicPr>
              <p:cNvPr id="9" name="Ink 8">
                <a:extLst>
                  <a:ext uri="{FF2B5EF4-FFF2-40B4-BE49-F238E27FC236}">
                    <a16:creationId xmlns:a16="http://schemas.microsoft.com/office/drawing/2014/main" id="{D2F4C4A6-139E-AC62-07F5-7D33B1CE4A39}"/>
                  </a:ext>
                </a:extLst>
              </p:cNvPr>
              <p:cNvPicPr/>
              <p:nvPr/>
            </p:nvPicPr>
            <p:blipFill>
              <a:blip r:embed="rId6"/>
              <a:stretch>
                <a:fillRect/>
              </a:stretch>
            </p:blipFill>
            <p:spPr>
              <a:xfrm>
                <a:off x="1579011" y="3482511"/>
                <a:ext cx="3054960" cy="766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8F32C511-2194-CFC1-02E9-D84E3B915A4B}"/>
                  </a:ext>
                </a:extLst>
              </p14:cNvPr>
              <p14:cNvContentPartPr/>
              <p14:nvPr/>
            </p14:nvContentPartPr>
            <p14:xfrm>
              <a:off x="9160251" y="3845031"/>
              <a:ext cx="1355760" cy="623520"/>
            </p14:xfrm>
          </p:contentPart>
        </mc:Choice>
        <mc:Fallback xmlns="">
          <p:pic>
            <p:nvPicPr>
              <p:cNvPr id="13" name="Ink 12">
                <a:extLst>
                  <a:ext uri="{FF2B5EF4-FFF2-40B4-BE49-F238E27FC236}">
                    <a16:creationId xmlns:a16="http://schemas.microsoft.com/office/drawing/2014/main" id="{8F32C511-2194-CFC1-02E9-D84E3B915A4B}"/>
                  </a:ext>
                </a:extLst>
              </p:cNvPr>
              <p:cNvPicPr/>
              <p:nvPr/>
            </p:nvPicPr>
            <p:blipFill>
              <a:blip r:embed="rId10"/>
              <a:stretch>
                <a:fillRect/>
              </a:stretch>
            </p:blipFill>
            <p:spPr>
              <a:xfrm>
                <a:off x="9124251" y="3809391"/>
                <a:ext cx="1427400" cy="695160"/>
              </a:xfrm>
              <a:prstGeom prst="rect">
                <a:avLst/>
              </a:prstGeom>
            </p:spPr>
          </p:pic>
        </mc:Fallback>
      </mc:AlternateContent>
      <p:sp>
        <p:nvSpPr>
          <p:cNvPr id="15" name="TextBox 14">
            <a:extLst>
              <a:ext uri="{FF2B5EF4-FFF2-40B4-BE49-F238E27FC236}">
                <a16:creationId xmlns:a16="http://schemas.microsoft.com/office/drawing/2014/main" id="{19FF52AE-F74B-19E6-086F-4333898719BD}"/>
              </a:ext>
            </a:extLst>
          </p:cNvPr>
          <p:cNvSpPr txBox="1"/>
          <p:nvPr/>
        </p:nvSpPr>
        <p:spPr>
          <a:xfrm>
            <a:off x="361950" y="4752014"/>
            <a:ext cx="3703864" cy="1477328"/>
          </a:xfrm>
          <a:prstGeom prst="rect">
            <a:avLst/>
          </a:prstGeom>
          <a:noFill/>
          <a:ln>
            <a:solidFill>
              <a:schemeClr val="accent1">
                <a:lumMod val="75000"/>
              </a:schemeClr>
            </a:solidFill>
          </a:ln>
          <a:effectLst>
            <a:glow rad="139700">
              <a:schemeClr val="accent3">
                <a:satMod val="175000"/>
                <a:alpha val="40000"/>
              </a:schemeClr>
            </a:glow>
          </a:effectLst>
        </p:spPr>
        <p:txBody>
          <a:bodyPr wrap="square">
            <a:spAutoFit/>
          </a:bodyPr>
          <a:lstStyle/>
          <a:p>
            <a:pPr>
              <a:buNone/>
            </a:pPr>
            <a:r>
              <a:rPr lang="en-US" dirty="0" err="1">
                <a:solidFill>
                  <a:srgbClr val="FF0000"/>
                </a:solidFill>
                <a:latin typeface="Courier New" panose="02070309020205020404" pitchFamily="49" charset="0"/>
              </a:rPr>
              <a:t>createSlice</a:t>
            </a:r>
            <a:r>
              <a:rPr lang="en-US" dirty="0"/>
              <a:t> → helps you create:</a:t>
            </a:r>
          </a:p>
          <a:p>
            <a:pPr>
              <a:buFont typeface="Arial" panose="020B0604020202020204" pitchFamily="34" charset="0"/>
              <a:buChar char="•"/>
            </a:pPr>
            <a:r>
              <a:rPr lang="en-US" dirty="0"/>
              <a:t>State</a:t>
            </a:r>
          </a:p>
          <a:p>
            <a:pPr>
              <a:buFont typeface="Arial" panose="020B0604020202020204" pitchFamily="34" charset="0"/>
              <a:buChar char="•"/>
            </a:pPr>
            <a:r>
              <a:rPr lang="en-US" dirty="0"/>
              <a:t>Reducers</a:t>
            </a:r>
          </a:p>
          <a:p>
            <a:pPr>
              <a:buFont typeface="Arial" panose="020B0604020202020204" pitchFamily="34" charset="0"/>
              <a:buChar char="•"/>
            </a:pPr>
            <a:r>
              <a:rPr lang="en-US" dirty="0"/>
              <a:t>Actions</a:t>
            </a:r>
          </a:p>
          <a:p>
            <a:pPr>
              <a:buNone/>
            </a:pPr>
            <a:r>
              <a:rPr lang="en-US" dirty="0"/>
              <a:t>All in one place.</a:t>
            </a:r>
          </a:p>
        </p:txBody>
      </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F310B4EB-E9F7-520F-4F80-CED9676E3BF8}"/>
                  </a:ext>
                </a:extLst>
              </p14:cNvPr>
              <p14:cNvContentPartPr/>
              <p14:nvPr/>
            </p14:nvContentPartPr>
            <p14:xfrm>
              <a:off x="2449041" y="4196031"/>
              <a:ext cx="384480" cy="536400"/>
            </p14:xfrm>
          </p:contentPart>
        </mc:Choice>
        <mc:Fallback xmlns="">
          <p:pic>
            <p:nvPicPr>
              <p:cNvPr id="16" name="Ink 15">
                <a:extLst>
                  <a:ext uri="{FF2B5EF4-FFF2-40B4-BE49-F238E27FC236}">
                    <a16:creationId xmlns:a16="http://schemas.microsoft.com/office/drawing/2014/main" id="{F310B4EB-E9F7-520F-4F80-CED9676E3BF8}"/>
                  </a:ext>
                </a:extLst>
              </p:cNvPr>
              <p:cNvPicPr/>
              <p:nvPr/>
            </p:nvPicPr>
            <p:blipFill>
              <a:blip r:embed="rId12"/>
              <a:stretch>
                <a:fillRect/>
              </a:stretch>
            </p:blipFill>
            <p:spPr>
              <a:xfrm>
                <a:off x="2413041" y="4160391"/>
                <a:ext cx="456120" cy="608040"/>
              </a:xfrm>
              <a:prstGeom prst="rect">
                <a:avLst/>
              </a:prstGeom>
            </p:spPr>
          </p:pic>
        </mc:Fallback>
      </mc:AlternateContent>
      <p:grpSp>
        <p:nvGrpSpPr>
          <p:cNvPr id="10" name="Group 9">
            <a:extLst>
              <a:ext uri="{FF2B5EF4-FFF2-40B4-BE49-F238E27FC236}">
                <a16:creationId xmlns:a16="http://schemas.microsoft.com/office/drawing/2014/main" id="{C5075303-0F0F-B996-91D7-58D44AF1C9EE}"/>
              </a:ext>
            </a:extLst>
          </p:cNvPr>
          <p:cNvGrpSpPr/>
          <p:nvPr/>
        </p:nvGrpSpPr>
        <p:grpSpPr>
          <a:xfrm>
            <a:off x="288509" y="4688194"/>
            <a:ext cx="4055040" cy="1628640"/>
            <a:chOff x="288509" y="4688194"/>
            <a:chExt cx="4055040" cy="1628640"/>
          </a:xfrm>
        </p:grpSpPr>
        <mc:AlternateContent xmlns:mc="http://schemas.openxmlformats.org/markup-compatibility/2006" xmlns:p14="http://schemas.microsoft.com/office/powerpoint/2010/main">
          <mc:Choice Requires="p14">
            <p:contentPart p14:bwMode="auto" r:id="rId13">
              <p14:nvContentPartPr>
                <p14:cNvPr id="4" name="Ink 3">
                  <a:extLst>
                    <a:ext uri="{FF2B5EF4-FFF2-40B4-BE49-F238E27FC236}">
                      <a16:creationId xmlns:a16="http://schemas.microsoft.com/office/drawing/2014/main" id="{312F1FFE-CA8A-F4EC-5188-3F5D102D2687}"/>
                    </a:ext>
                  </a:extLst>
                </p14:cNvPr>
                <p14:cNvContentPartPr/>
                <p14:nvPr/>
              </p14:nvContentPartPr>
              <p14:xfrm>
                <a:off x="288509" y="4688194"/>
                <a:ext cx="4055040" cy="1628640"/>
              </p14:xfrm>
            </p:contentPart>
          </mc:Choice>
          <mc:Fallback xmlns="">
            <p:pic>
              <p:nvPicPr>
                <p:cNvPr id="4" name="Ink 3">
                  <a:extLst>
                    <a:ext uri="{FF2B5EF4-FFF2-40B4-BE49-F238E27FC236}">
                      <a16:creationId xmlns:a16="http://schemas.microsoft.com/office/drawing/2014/main" id="{312F1FFE-CA8A-F4EC-5188-3F5D102D2687}"/>
                    </a:ext>
                  </a:extLst>
                </p:cNvPr>
                <p:cNvPicPr/>
                <p:nvPr/>
              </p:nvPicPr>
              <p:blipFill>
                <a:blip r:embed="rId14"/>
                <a:stretch>
                  <a:fillRect/>
                </a:stretch>
              </p:blipFill>
              <p:spPr>
                <a:xfrm>
                  <a:off x="270869" y="4670194"/>
                  <a:ext cx="4090680" cy="1664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 name="Ink 6">
                  <a:extLst>
                    <a:ext uri="{FF2B5EF4-FFF2-40B4-BE49-F238E27FC236}">
                      <a16:creationId xmlns:a16="http://schemas.microsoft.com/office/drawing/2014/main" id="{A283676F-1265-1E82-EA15-D2F1D0C2D3E7}"/>
                    </a:ext>
                  </a:extLst>
                </p14:cNvPr>
                <p14:cNvContentPartPr/>
                <p14:nvPr/>
              </p14:nvContentPartPr>
              <p14:xfrm>
                <a:off x="423149" y="4696474"/>
                <a:ext cx="3704400" cy="1482120"/>
              </p14:xfrm>
            </p:contentPart>
          </mc:Choice>
          <mc:Fallback xmlns="">
            <p:pic>
              <p:nvPicPr>
                <p:cNvPr id="7" name="Ink 6">
                  <a:extLst>
                    <a:ext uri="{FF2B5EF4-FFF2-40B4-BE49-F238E27FC236}">
                      <a16:creationId xmlns:a16="http://schemas.microsoft.com/office/drawing/2014/main" id="{A283676F-1265-1E82-EA15-D2F1D0C2D3E7}"/>
                    </a:ext>
                  </a:extLst>
                </p:cNvPr>
                <p:cNvPicPr/>
                <p:nvPr/>
              </p:nvPicPr>
              <p:blipFill>
                <a:blip r:embed="rId16"/>
                <a:stretch>
                  <a:fillRect/>
                </a:stretch>
              </p:blipFill>
              <p:spPr>
                <a:xfrm>
                  <a:off x="405149" y="4678474"/>
                  <a:ext cx="3740040" cy="1517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5FB97FBB-3270-D5BD-F862-8F3FBB82F922}"/>
                  </a:ext>
                </a:extLst>
              </p14:cNvPr>
              <p14:cNvContentPartPr/>
              <p14:nvPr/>
            </p14:nvContentPartPr>
            <p14:xfrm>
              <a:off x="742109" y="731434"/>
              <a:ext cx="2878560" cy="236520"/>
            </p14:xfrm>
          </p:contentPart>
        </mc:Choice>
        <mc:Fallback xmlns="">
          <p:pic>
            <p:nvPicPr>
              <p:cNvPr id="12" name="Ink 11">
                <a:extLst>
                  <a:ext uri="{FF2B5EF4-FFF2-40B4-BE49-F238E27FC236}">
                    <a16:creationId xmlns:a16="http://schemas.microsoft.com/office/drawing/2014/main" id="{5FB97FBB-3270-D5BD-F862-8F3FBB82F922}"/>
                  </a:ext>
                </a:extLst>
              </p:cNvPr>
              <p:cNvPicPr/>
              <p:nvPr/>
            </p:nvPicPr>
            <p:blipFill>
              <a:blip r:embed="rId18"/>
              <a:stretch>
                <a:fillRect/>
              </a:stretch>
            </p:blipFill>
            <p:spPr>
              <a:xfrm>
                <a:off x="724109" y="713434"/>
                <a:ext cx="291420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4" name="Ink 13">
                <a:extLst>
                  <a:ext uri="{FF2B5EF4-FFF2-40B4-BE49-F238E27FC236}">
                    <a16:creationId xmlns:a16="http://schemas.microsoft.com/office/drawing/2014/main" id="{F0872A64-B0B9-E6A6-F015-7564BB04571F}"/>
                  </a:ext>
                </a:extLst>
              </p14:cNvPr>
              <p14:cNvContentPartPr/>
              <p14:nvPr/>
            </p14:nvContentPartPr>
            <p14:xfrm>
              <a:off x="6198629" y="2479954"/>
              <a:ext cx="3738600" cy="108360"/>
            </p14:xfrm>
          </p:contentPart>
        </mc:Choice>
        <mc:Fallback xmlns="">
          <p:pic>
            <p:nvPicPr>
              <p:cNvPr id="14" name="Ink 13">
                <a:extLst>
                  <a:ext uri="{FF2B5EF4-FFF2-40B4-BE49-F238E27FC236}">
                    <a16:creationId xmlns:a16="http://schemas.microsoft.com/office/drawing/2014/main" id="{F0872A64-B0B9-E6A6-F015-7564BB04571F}"/>
                  </a:ext>
                </a:extLst>
              </p:cNvPr>
              <p:cNvPicPr/>
              <p:nvPr/>
            </p:nvPicPr>
            <p:blipFill>
              <a:blip r:embed="rId20"/>
              <a:stretch>
                <a:fillRect/>
              </a:stretch>
            </p:blipFill>
            <p:spPr>
              <a:xfrm>
                <a:off x="6180989" y="2461954"/>
                <a:ext cx="37742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3E0A9F5D-3CBD-ECAB-9310-4FDC94C2DAD5}"/>
                  </a:ext>
                </a:extLst>
              </p14:cNvPr>
              <p14:cNvContentPartPr/>
              <p14:nvPr/>
            </p14:nvContentPartPr>
            <p14:xfrm>
              <a:off x="5414909" y="3528274"/>
              <a:ext cx="3440880" cy="731520"/>
            </p14:xfrm>
          </p:contentPart>
        </mc:Choice>
        <mc:Fallback xmlns="">
          <p:pic>
            <p:nvPicPr>
              <p:cNvPr id="17" name="Ink 16">
                <a:extLst>
                  <a:ext uri="{FF2B5EF4-FFF2-40B4-BE49-F238E27FC236}">
                    <a16:creationId xmlns:a16="http://schemas.microsoft.com/office/drawing/2014/main" id="{3E0A9F5D-3CBD-ECAB-9310-4FDC94C2DAD5}"/>
                  </a:ext>
                </a:extLst>
              </p:cNvPr>
              <p:cNvPicPr/>
              <p:nvPr/>
            </p:nvPicPr>
            <p:blipFill>
              <a:blip r:embed="rId22"/>
              <a:stretch>
                <a:fillRect/>
              </a:stretch>
            </p:blipFill>
            <p:spPr>
              <a:xfrm>
                <a:off x="5397269" y="3510274"/>
                <a:ext cx="3476520" cy="7671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A1713884-620B-B21A-53D6-B31E1AAFB8B1}"/>
                  </a:ext>
                </a:extLst>
              </p14:cNvPr>
              <p14:cNvContentPartPr/>
              <p14:nvPr/>
            </p14:nvContentPartPr>
            <p14:xfrm>
              <a:off x="8771189" y="3752554"/>
              <a:ext cx="526320" cy="89280"/>
            </p14:xfrm>
          </p:contentPart>
        </mc:Choice>
        <mc:Fallback xmlns="">
          <p:pic>
            <p:nvPicPr>
              <p:cNvPr id="18" name="Ink 17">
                <a:extLst>
                  <a:ext uri="{FF2B5EF4-FFF2-40B4-BE49-F238E27FC236}">
                    <a16:creationId xmlns:a16="http://schemas.microsoft.com/office/drawing/2014/main" id="{A1713884-620B-B21A-53D6-B31E1AAFB8B1}"/>
                  </a:ext>
                </a:extLst>
              </p:cNvPr>
              <p:cNvPicPr/>
              <p:nvPr/>
            </p:nvPicPr>
            <p:blipFill>
              <a:blip r:embed="rId24"/>
              <a:stretch>
                <a:fillRect/>
              </a:stretch>
            </p:blipFill>
            <p:spPr>
              <a:xfrm>
                <a:off x="8753189" y="3734554"/>
                <a:ext cx="561960" cy="124920"/>
              </a:xfrm>
              <a:prstGeom prst="rect">
                <a:avLst/>
              </a:prstGeom>
            </p:spPr>
          </p:pic>
        </mc:Fallback>
      </mc:AlternateContent>
    </p:spTree>
    <p:extLst>
      <p:ext uri="{BB962C8B-B14F-4D97-AF65-F5344CB8AC3E}">
        <p14:creationId xmlns:p14="http://schemas.microsoft.com/office/powerpoint/2010/main" val="251966815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85414F-1F81-C592-39B3-AE50340972B0}"/>
              </a:ext>
            </a:extLst>
          </p:cNvPr>
          <p:cNvPicPr>
            <a:picLocks noChangeAspect="1"/>
          </p:cNvPicPr>
          <p:nvPr/>
        </p:nvPicPr>
        <p:blipFill>
          <a:blip r:embed="rId2"/>
          <a:srcRect b="74349"/>
          <a:stretch>
            <a:fillRect/>
          </a:stretch>
        </p:blipFill>
        <p:spPr>
          <a:xfrm>
            <a:off x="213566" y="434939"/>
            <a:ext cx="4696268" cy="663306"/>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BDAC1484-9073-921B-C746-D1ED86634AEF}"/>
                  </a:ext>
                </a:extLst>
              </p14:cNvPr>
              <p14:cNvContentPartPr/>
              <p14:nvPr/>
            </p14:nvContentPartPr>
            <p14:xfrm>
              <a:off x="643731" y="651484"/>
              <a:ext cx="1855440" cy="446760"/>
            </p14:xfrm>
          </p:contentPart>
        </mc:Choice>
        <mc:Fallback xmlns="">
          <p:pic>
            <p:nvPicPr>
              <p:cNvPr id="9" name="Ink 8">
                <a:extLst>
                  <a:ext uri="{FF2B5EF4-FFF2-40B4-BE49-F238E27FC236}">
                    <a16:creationId xmlns:a16="http://schemas.microsoft.com/office/drawing/2014/main" id="{BDAC1484-9073-921B-C746-D1ED86634AEF}"/>
                  </a:ext>
                </a:extLst>
              </p:cNvPr>
              <p:cNvPicPr/>
              <p:nvPr/>
            </p:nvPicPr>
            <p:blipFill>
              <a:blip r:embed="rId4"/>
              <a:stretch>
                <a:fillRect/>
              </a:stretch>
            </p:blipFill>
            <p:spPr>
              <a:xfrm>
                <a:off x="635091" y="642484"/>
                <a:ext cx="187308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CDF12B6-60AB-E2E2-11EA-04A1DC7D3510}"/>
                  </a:ext>
                </a:extLst>
              </p14:cNvPr>
              <p14:cNvContentPartPr/>
              <p14:nvPr/>
            </p14:nvContentPartPr>
            <p14:xfrm>
              <a:off x="2620491" y="251884"/>
              <a:ext cx="1822320" cy="488160"/>
            </p14:xfrm>
          </p:contentPart>
        </mc:Choice>
        <mc:Fallback xmlns="">
          <p:pic>
            <p:nvPicPr>
              <p:cNvPr id="10" name="Ink 9">
                <a:extLst>
                  <a:ext uri="{FF2B5EF4-FFF2-40B4-BE49-F238E27FC236}">
                    <a16:creationId xmlns:a16="http://schemas.microsoft.com/office/drawing/2014/main" id="{0CDF12B6-60AB-E2E2-11EA-04A1DC7D3510}"/>
                  </a:ext>
                </a:extLst>
              </p:cNvPr>
              <p:cNvPicPr/>
              <p:nvPr/>
            </p:nvPicPr>
            <p:blipFill>
              <a:blip r:embed="rId6"/>
              <a:stretch>
                <a:fillRect/>
              </a:stretch>
            </p:blipFill>
            <p:spPr>
              <a:xfrm>
                <a:off x="2611491" y="242884"/>
                <a:ext cx="183996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4D019EFD-D0C9-51EE-8DE0-EF39799359BA}"/>
                  </a:ext>
                </a:extLst>
              </p14:cNvPr>
              <p14:cNvContentPartPr/>
              <p14:nvPr/>
            </p14:nvContentPartPr>
            <p14:xfrm>
              <a:off x="4351371" y="315244"/>
              <a:ext cx="1410840" cy="402120"/>
            </p14:xfrm>
          </p:contentPart>
        </mc:Choice>
        <mc:Fallback xmlns="">
          <p:pic>
            <p:nvPicPr>
              <p:cNvPr id="11" name="Ink 10">
                <a:extLst>
                  <a:ext uri="{FF2B5EF4-FFF2-40B4-BE49-F238E27FC236}">
                    <a16:creationId xmlns:a16="http://schemas.microsoft.com/office/drawing/2014/main" id="{4D019EFD-D0C9-51EE-8DE0-EF39799359BA}"/>
                  </a:ext>
                </a:extLst>
              </p:cNvPr>
              <p:cNvPicPr/>
              <p:nvPr/>
            </p:nvPicPr>
            <p:blipFill>
              <a:blip r:embed="rId8"/>
              <a:stretch>
                <a:fillRect/>
              </a:stretch>
            </p:blipFill>
            <p:spPr>
              <a:xfrm>
                <a:off x="4342731" y="306604"/>
                <a:ext cx="1428480" cy="419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50967E51-1C88-EF56-931E-F57024253803}"/>
                  </a:ext>
                </a:extLst>
              </p14:cNvPr>
              <p14:cNvContentPartPr/>
              <p14:nvPr/>
            </p14:nvContentPartPr>
            <p14:xfrm flipV="1">
              <a:off x="2524049" y="877921"/>
              <a:ext cx="3837523" cy="211536"/>
            </p14:xfrm>
          </p:contentPart>
        </mc:Choice>
        <mc:Fallback xmlns="">
          <p:pic>
            <p:nvPicPr>
              <p:cNvPr id="13" name="Ink 12">
                <a:extLst>
                  <a:ext uri="{FF2B5EF4-FFF2-40B4-BE49-F238E27FC236}">
                    <a16:creationId xmlns:a16="http://schemas.microsoft.com/office/drawing/2014/main" id="{50967E51-1C88-EF56-931E-F57024253803}"/>
                  </a:ext>
                </a:extLst>
              </p:cNvPr>
              <p:cNvPicPr/>
              <p:nvPr/>
            </p:nvPicPr>
            <p:blipFill>
              <a:blip r:embed="rId10"/>
              <a:stretch>
                <a:fillRect/>
              </a:stretch>
            </p:blipFill>
            <p:spPr>
              <a:xfrm flipV="1">
                <a:off x="2515409" y="868927"/>
                <a:ext cx="3855163" cy="229164"/>
              </a:xfrm>
              <a:prstGeom prst="rect">
                <a:avLst/>
              </a:prstGeom>
            </p:spPr>
          </p:pic>
        </mc:Fallback>
      </mc:AlternateContent>
      <p:sp>
        <p:nvSpPr>
          <p:cNvPr id="14" name="TextBox 13">
            <a:extLst>
              <a:ext uri="{FF2B5EF4-FFF2-40B4-BE49-F238E27FC236}">
                <a16:creationId xmlns:a16="http://schemas.microsoft.com/office/drawing/2014/main" id="{191CC83F-FD71-0367-0BE9-34BA83E9CFAC}"/>
              </a:ext>
            </a:extLst>
          </p:cNvPr>
          <p:cNvSpPr txBox="1"/>
          <p:nvPr/>
        </p:nvSpPr>
        <p:spPr>
          <a:xfrm>
            <a:off x="5762211" y="10395"/>
            <a:ext cx="2483718" cy="461665"/>
          </a:xfrm>
          <a:prstGeom prst="rect">
            <a:avLst/>
          </a:prstGeom>
          <a:noFill/>
        </p:spPr>
        <p:txBody>
          <a:bodyPr wrap="square" rtlCol="0">
            <a:spAutoFit/>
          </a:bodyPr>
          <a:lstStyle/>
          <a:p>
            <a:r>
              <a:rPr lang="en-US" sz="2400" dirty="0">
                <a:solidFill>
                  <a:srgbClr val="FF0000"/>
                </a:solidFill>
              </a:rPr>
              <a:t>Creating the slice</a:t>
            </a:r>
          </a:p>
        </p:txBody>
      </p:sp>
      <p:sp>
        <p:nvSpPr>
          <p:cNvPr id="15" name="TextBox 14">
            <a:extLst>
              <a:ext uri="{FF2B5EF4-FFF2-40B4-BE49-F238E27FC236}">
                <a16:creationId xmlns:a16="http://schemas.microsoft.com/office/drawing/2014/main" id="{08718635-F26A-2EA7-EDE7-288DCE28F5A6}"/>
              </a:ext>
            </a:extLst>
          </p:cNvPr>
          <p:cNvSpPr txBox="1"/>
          <p:nvPr/>
        </p:nvSpPr>
        <p:spPr>
          <a:xfrm>
            <a:off x="6400221" y="900605"/>
            <a:ext cx="3463192" cy="369332"/>
          </a:xfrm>
          <a:prstGeom prst="rect">
            <a:avLst/>
          </a:prstGeom>
          <a:noFill/>
          <a:ln>
            <a:solidFill>
              <a:schemeClr val="accent2">
                <a:lumMod val="60000"/>
                <a:lumOff val="40000"/>
              </a:schemeClr>
            </a:solidFill>
          </a:ln>
          <a:effectLst>
            <a:glow rad="228600">
              <a:schemeClr val="accent5">
                <a:satMod val="175000"/>
                <a:alpha val="40000"/>
              </a:schemeClr>
            </a:glow>
          </a:effectLst>
        </p:spPr>
        <p:txBody>
          <a:bodyPr wrap="none" rtlCol="0">
            <a:spAutoFit/>
          </a:bodyPr>
          <a:lstStyle/>
          <a:p>
            <a:r>
              <a:rPr lang="en-US" dirty="0"/>
              <a:t>The slice will be store as </a:t>
            </a:r>
            <a:r>
              <a:rPr lang="en-US" dirty="0" err="1"/>
              <a:t>store.auth</a:t>
            </a:r>
            <a:endParaRPr lang="en-US" dirty="0"/>
          </a:p>
        </p:txBody>
      </p:sp>
      <p:sp>
        <p:nvSpPr>
          <p:cNvPr id="17" name="TextBox 16">
            <a:extLst>
              <a:ext uri="{FF2B5EF4-FFF2-40B4-BE49-F238E27FC236}">
                <a16:creationId xmlns:a16="http://schemas.microsoft.com/office/drawing/2014/main" id="{7B2428CB-396D-404B-0097-8DDD20C04358}"/>
              </a:ext>
            </a:extLst>
          </p:cNvPr>
          <p:cNvSpPr txBox="1"/>
          <p:nvPr/>
        </p:nvSpPr>
        <p:spPr>
          <a:xfrm>
            <a:off x="5762211" y="292564"/>
            <a:ext cx="6359139" cy="369332"/>
          </a:xfrm>
          <a:prstGeom prst="rect">
            <a:avLst/>
          </a:prstGeom>
          <a:noFill/>
        </p:spPr>
        <p:txBody>
          <a:bodyPr wrap="square">
            <a:spAutoFit/>
          </a:bodyPr>
          <a:lstStyle/>
          <a:p>
            <a:r>
              <a:rPr lang="en-US" dirty="0"/>
              <a:t>This slice will be stored under the key </a:t>
            </a:r>
            <a:r>
              <a:rPr lang="en-US" b="1" dirty="0"/>
              <a:t>auth</a:t>
            </a:r>
            <a:r>
              <a:rPr lang="en-US" dirty="0"/>
              <a:t> inside the Redux store.</a:t>
            </a:r>
          </a:p>
        </p:txBody>
      </p:sp>
      <p:sp>
        <p:nvSpPr>
          <p:cNvPr id="18" name="Rectangle 17">
            <a:extLst>
              <a:ext uri="{FF2B5EF4-FFF2-40B4-BE49-F238E27FC236}">
                <a16:creationId xmlns:a16="http://schemas.microsoft.com/office/drawing/2014/main" id="{2B682B6B-D38F-B23D-19BB-880FE8EB77E5}"/>
              </a:ext>
            </a:extLst>
          </p:cNvPr>
          <p:cNvSpPr/>
          <p:nvPr/>
        </p:nvSpPr>
        <p:spPr>
          <a:xfrm>
            <a:off x="5576207" y="141752"/>
            <a:ext cx="6482443" cy="598291"/>
          </a:xfrm>
          <a:prstGeom prst="rect">
            <a:avLst/>
          </a:prstGeom>
          <a:noFill/>
          <a:ln>
            <a:solidFill>
              <a:srgbClr val="FFC000"/>
            </a:solidFill>
          </a:ln>
          <a:effectLst>
            <a:glow rad="1397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D97C1DF9-ECAC-8A22-B7CB-691FF9F43AB4}"/>
              </a:ext>
            </a:extLst>
          </p:cNvPr>
          <p:cNvPicPr>
            <a:picLocks noChangeAspect="1"/>
          </p:cNvPicPr>
          <p:nvPr/>
        </p:nvPicPr>
        <p:blipFill>
          <a:blip r:embed="rId2"/>
          <a:srcRect t="23048"/>
          <a:stretch>
            <a:fillRect/>
          </a:stretch>
        </p:blipFill>
        <p:spPr>
          <a:xfrm>
            <a:off x="69394" y="1439147"/>
            <a:ext cx="4696268" cy="1989853"/>
          </a:xfrm>
          <a:prstGeom prst="rect">
            <a:avLst/>
          </a:prstGeom>
          <a:effectLst>
            <a:glow rad="228600">
              <a:schemeClr val="accent3">
                <a:satMod val="175000"/>
                <a:alpha val="40000"/>
              </a:schemeClr>
            </a:glow>
          </a:effectLst>
        </p:spPr>
      </p:pic>
      <p:sp>
        <p:nvSpPr>
          <p:cNvPr id="20" name="TextBox 19">
            <a:extLst>
              <a:ext uri="{FF2B5EF4-FFF2-40B4-BE49-F238E27FC236}">
                <a16:creationId xmlns:a16="http://schemas.microsoft.com/office/drawing/2014/main" id="{951A6C1D-B03C-F840-E934-F759A6C6C29C}"/>
              </a:ext>
            </a:extLst>
          </p:cNvPr>
          <p:cNvSpPr txBox="1"/>
          <p:nvPr/>
        </p:nvSpPr>
        <p:spPr>
          <a:xfrm>
            <a:off x="6457950" y="1951264"/>
            <a:ext cx="4126258" cy="646331"/>
          </a:xfrm>
          <a:prstGeom prst="rect">
            <a:avLst/>
          </a:prstGeom>
          <a:noFill/>
          <a:ln>
            <a:solidFill>
              <a:srgbClr val="FF0000"/>
            </a:solidFill>
          </a:ln>
          <a:effectLst>
            <a:glow rad="228600">
              <a:schemeClr val="accent4">
                <a:satMod val="175000"/>
                <a:alpha val="40000"/>
              </a:schemeClr>
            </a:glow>
          </a:effectLst>
        </p:spPr>
        <p:txBody>
          <a:bodyPr wrap="none" rtlCol="0">
            <a:spAutoFit/>
          </a:bodyPr>
          <a:lstStyle/>
          <a:p>
            <a:r>
              <a:rPr lang="en-US" dirty="0"/>
              <a:t>This is the initial login information</a:t>
            </a:r>
          </a:p>
          <a:p>
            <a:r>
              <a:rPr lang="en-US" dirty="0"/>
              <a:t>Like before the </a:t>
            </a:r>
            <a:r>
              <a:rPr lang="en-US" dirty="0" err="1"/>
              <a:t>login..the</a:t>
            </a:r>
            <a:r>
              <a:rPr lang="en-US" dirty="0"/>
              <a:t> state looks like it</a:t>
            </a:r>
          </a:p>
        </p:txBody>
      </p:sp>
      <mc:AlternateContent xmlns:mc="http://schemas.openxmlformats.org/markup-compatibility/2006" xmlns:p14="http://schemas.microsoft.com/office/powerpoint/2010/main" xmlns:aink="http://schemas.microsoft.com/office/drawing/2016/ink">
        <mc:Choice Requires="p14 aink">
          <p:contentPart p14:bwMode="auto" r:id="rId11">
            <p14:nvContentPartPr>
              <p14:cNvPr id="22" name="Ink 21">
                <a:extLst>
                  <a:ext uri="{FF2B5EF4-FFF2-40B4-BE49-F238E27FC236}">
                    <a16:creationId xmlns:a16="http://schemas.microsoft.com/office/drawing/2014/main" id="{83B6A4B7-9470-0C6E-CEC4-663DA59594FE}"/>
                  </a:ext>
                </a:extLst>
              </p14:cNvPr>
              <p14:cNvContentPartPr/>
              <p14:nvPr/>
            </p14:nvContentPartPr>
            <p14:xfrm>
              <a:off x="4726839" y="2220724"/>
              <a:ext cx="1674360" cy="130680"/>
            </p14:xfrm>
          </p:contentPart>
        </mc:Choice>
        <mc:Fallback xmlns="">
          <p:pic>
            <p:nvPicPr>
              <p:cNvPr id="22" name="Ink 21">
                <a:extLst>
                  <a:ext uri="{FF2B5EF4-FFF2-40B4-BE49-F238E27FC236}">
                    <a16:creationId xmlns:a16="http://schemas.microsoft.com/office/drawing/2014/main" id="{83B6A4B7-9470-0C6E-CEC4-663DA59594FE}"/>
                  </a:ext>
                </a:extLst>
              </p:cNvPr>
              <p:cNvPicPr/>
              <p:nvPr/>
            </p:nvPicPr>
            <p:blipFill>
              <a:blip r:embed="rId12"/>
              <a:stretch>
                <a:fillRect/>
              </a:stretch>
            </p:blipFill>
            <p:spPr>
              <a:xfrm>
                <a:off x="4717839" y="2211724"/>
                <a:ext cx="1692000" cy="148320"/>
              </a:xfrm>
              <a:prstGeom prst="rect">
                <a:avLst/>
              </a:prstGeom>
            </p:spPr>
          </p:pic>
        </mc:Fallback>
      </mc:AlternateContent>
      <p:grpSp>
        <p:nvGrpSpPr>
          <p:cNvPr id="25" name="Group 24">
            <a:extLst>
              <a:ext uri="{FF2B5EF4-FFF2-40B4-BE49-F238E27FC236}">
                <a16:creationId xmlns:a16="http://schemas.microsoft.com/office/drawing/2014/main" id="{35C1DA8B-6CED-71BE-7B01-64CAD23421C5}"/>
              </a:ext>
            </a:extLst>
          </p:cNvPr>
          <p:cNvGrpSpPr/>
          <p:nvPr/>
        </p:nvGrpSpPr>
        <p:grpSpPr>
          <a:xfrm>
            <a:off x="6163599" y="1975924"/>
            <a:ext cx="271800" cy="693000"/>
            <a:chOff x="6163599" y="1975924"/>
            <a:chExt cx="271800" cy="693000"/>
          </a:xfrm>
        </p:grpSpPr>
        <mc:AlternateContent xmlns:mc="http://schemas.openxmlformats.org/markup-compatibility/2006" xmlns:p14="http://schemas.microsoft.com/office/powerpoint/2010/main" xmlns:aink="http://schemas.microsoft.com/office/drawing/2016/ink">
          <mc:Choice Requires="p14 aink">
            <p:contentPart p14:bwMode="auto" r:id="rId13">
              <p14:nvContentPartPr>
                <p14:cNvPr id="23" name="Ink 22">
                  <a:extLst>
                    <a:ext uri="{FF2B5EF4-FFF2-40B4-BE49-F238E27FC236}">
                      <a16:creationId xmlns:a16="http://schemas.microsoft.com/office/drawing/2014/main" id="{1A54CE18-5A82-F08B-5DE3-8467296A5271}"/>
                    </a:ext>
                  </a:extLst>
                </p14:cNvPr>
                <p14:cNvContentPartPr/>
                <p14:nvPr/>
              </p14:nvContentPartPr>
              <p14:xfrm>
                <a:off x="6163599" y="1975924"/>
                <a:ext cx="271800" cy="308520"/>
              </p14:xfrm>
            </p:contentPart>
          </mc:Choice>
          <mc:Fallback xmlns="">
            <p:pic>
              <p:nvPicPr>
                <p:cNvPr id="23" name="Ink 22">
                  <a:extLst>
                    <a:ext uri="{FF2B5EF4-FFF2-40B4-BE49-F238E27FC236}">
                      <a16:creationId xmlns:a16="http://schemas.microsoft.com/office/drawing/2014/main" id="{1A54CE18-5A82-F08B-5DE3-8467296A5271}"/>
                    </a:ext>
                  </a:extLst>
                </p:cNvPr>
                <p:cNvPicPr/>
                <p:nvPr/>
              </p:nvPicPr>
              <p:blipFill>
                <a:blip r:embed="rId14"/>
                <a:stretch>
                  <a:fillRect/>
                </a:stretch>
              </p:blipFill>
              <p:spPr>
                <a:xfrm>
                  <a:off x="6154959" y="1966924"/>
                  <a:ext cx="289440" cy="3261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5">
              <p14:nvContentPartPr>
                <p14:cNvPr id="24" name="Ink 23">
                  <a:extLst>
                    <a:ext uri="{FF2B5EF4-FFF2-40B4-BE49-F238E27FC236}">
                      <a16:creationId xmlns:a16="http://schemas.microsoft.com/office/drawing/2014/main" id="{52FC58A7-8A1A-6BB8-19B3-3B9B9033809F}"/>
                    </a:ext>
                  </a:extLst>
                </p14:cNvPr>
                <p14:cNvContentPartPr/>
                <p14:nvPr/>
              </p14:nvContentPartPr>
              <p14:xfrm>
                <a:off x="6201399" y="2212444"/>
                <a:ext cx="223920" cy="456480"/>
              </p14:xfrm>
            </p:contentPart>
          </mc:Choice>
          <mc:Fallback xmlns="">
            <p:pic>
              <p:nvPicPr>
                <p:cNvPr id="24" name="Ink 23">
                  <a:extLst>
                    <a:ext uri="{FF2B5EF4-FFF2-40B4-BE49-F238E27FC236}">
                      <a16:creationId xmlns:a16="http://schemas.microsoft.com/office/drawing/2014/main" id="{52FC58A7-8A1A-6BB8-19B3-3B9B9033809F}"/>
                    </a:ext>
                  </a:extLst>
                </p:cNvPr>
                <p:cNvPicPr/>
                <p:nvPr/>
              </p:nvPicPr>
              <p:blipFill>
                <a:blip r:embed="rId16"/>
                <a:stretch>
                  <a:fillRect/>
                </a:stretch>
              </p:blipFill>
              <p:spPr>
                <a:xfrm>
                  <a:off x="6192759" y="2203444"/>
                  <a:ext cx="241560" cy="474120"/>
                </a:xfrm>
                <a:prstGeom prst="rect">
                  <a:avLst/>
                </a:prstGeom>
              </p:spPr>
            </p:pic>
          </mc:Fallback>
        </mc:AlternateContent>
      </p:grpSp>
      <p:graphicFrame>
        <p:nvGraphicFramePr>
          <p:cNvPr id="26" name="Table 25">
            <a:extLst>
              <a:ext uri="{FF2B5EF4-FFF2-40B4-BE49-F238E27FC236}">
                <a16:creationId xmlns:a16="http://schemas.microsoft.com/office/drawing/2014/main" id="{4CEC1B16-18B6-F49C-49BE-63EC942C15F2}"/>
              </a:ext>
            </a:extLst>
          </p:cNvPr>
          <p:cNvGraphicFramePr>
            <a:graphicFrameLocks noGrp="1"/>
          </p:cNvGraphicFramePr>
          <p:nvPr/>
        </p:nvGraphicFramePr>
        <p:xfrm>
          <a:off x="6050434" y="4607831"/>
          <a:ext cx="5782692" cy="1828800"/>
        </p:xfrm>
        <a:graphic>
          <a:graphicData uri="http://schemas.openxmlformats.org/drawingml/2006/table">
            <a:tbl>
              <a:tblPr/>
              <a:tblGrid>
                <a:gridCol w="2891346">
                  <a:extLst>
                    <a:ext uri="{9D8B030D-6E8A-4147-A177-3AD203B41FA5}">
                      <a16:colId xmlns:a16="http://schemas.microsoft.com/office/drawing/2014/main" val="1359943741"/>
                    </a:ext>
                  </a:extLst>
                </a:gridCol>
                <a:gridCol w="2891346">
                  <a:extLst>
                    <a:ext uri="{9D8B030D-6E8A-4147-A177-3AD203B41FA5}">
                      <a16:colId xmlns:a16="http://schemas.microsoft.com/office/drawing/2014/main" val="2781395473"/>
                    </a:ext>
                  </a:extLst>
                </a:gridCol>
              </a:tblGrid>
              <a:tr h="0">
                <a:tc>
                  <a:txBody>
                    <a:bodyPr/>
                    <a:lstStyle/>
                    <a:p>
                      <a:pPr>
                        <a:buNone/>
                      </a:pPr>
                      <a:r>
                        <a:rPr lang="en-US" baseline="0" dirty="0">
                          <a:effectLst>
                            <a:glow rad="228600">
                              <a:schemeClr val="accent6">
                                <a:satMod val="175000"/>
                                <a:alpha val="40000"/>
                              </a:schemeClr>
                            </a:glow>
                          </a:effectLst>
                        </a:rPr>
                        <a:t>Action Name</a:t>
                      </a: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What it does</a:t>
                      </a:r>
                    </a:p>
                  </a:txBody>
                  <a:tcPr anchor="ctr">
                    <a:lnL>
                      <a:noFill/>
                    </a:lnL>
                    <a:lnR>
                      <a:noFill/>
                    </a:lnR>
                    <a:lnT>
                      <a:noFill/>
                    </a:lnT>
                    <a:lnB>
                      <a:noFill/>
                    </a:lnB>
                    <a:noFill/>
                  </a:tcPr>
                </a:tc>
                <a:extLst>
                  <a:ext uri="{0D108BD9-81ED-4DB2-BD59-A6C34878D82A}">
                    <a16:rowId xmlns:a16="http://schemas.microsoft.com/office/drawing/2014/main" val="2282948727"/>
                  </a:ext>
                </a:extLst>
              </a:tr>
              <a:tr h="0">
                <a:tc>
                  <a:txBody>
                    <a:bodyPr/>
                    <a:lstStyle/>
                    <a:p>
                      <a:pPr>
                        <a:buNone/>
                      </a:pPr>
                      <a:r>
                        <a:rPr lang="en-US" baseline="0" dirty="0" err="1">
                          <a:effectLst>
                            <a:glow rad="228600">
                              <a:schemeClr val="accent6">
                                <a:satMod val="175000"/>
                                <a:alpha val="40000"/>
                              </a:schemeClr>
                            </a:glow>
                          </a:effectLst>
                          <a:latin typeface="Courier New" panose="02070309020205020404" pitchFamily="49" charset="0"/>
                        </a:rPr>
                        <a:t>setAuthUser</a:t>
                      </a:r>
                      <a:endParaRPr lang="en-US" baseline="0" dirty="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Set logged-in user</a:t>
                      </a:r>
                    </a:p>
                  </a:txBody>
                  <a:tcPr anchor="ctr">
                    <a:lnL>
                      <a:noFill/>
                    </a:lnL>
                    <a:lnR>
                      <a:noFill/>
                    </a:lnR>
                    <a:lnT>
                      <a:noFill/>
                    </a:lnT>
                    <a:lnB>
                      <a:noFill/>
                    </a:lnB>
                    <a:noFill/>
                  </a:tcPr>
                </a:tc>
                <a:extLst>
                  <a:ext uri="{0D108BD9-81ED-4DB2-BD59-A6C34878D82A}">
                    <a16:rowId xmlns:a16="http://schemas.microsoft.com/office/drawing/2014/main" val="3091710521"/>
                  </a:ext>
                </a:extLst>
              </a:tr>
              <a:tr h="0">
                <a:tc>
                  <a:txBody>
                    <a:bodyPr/>
                    <a:lstStyle/>
                    <a:p>
                      <a:pPr>
                        <a:buNone/>
                      </a:pPr>
                      <a:r>
                        <a:rPr lang="en-US" baseline="0">
                          <a:effectLst>
                            <a:glow rad="228600">
                              <a:schemeClr val="accent6">
                                <a:satMod val="175000"/>
                                <a:alpha val="40000"/>
                              </a:schemeClr>
                            </a:glow>
                          </a:effectLst>
                          <a:latin typeface="Courier New" panose="02070309020205020404" pitchFamily="49" charset="0"/>
                        </a:rPr>
                        <a:t>setSuggestedUsers</a:t>
                      </a:r>
                      <a:endParaRPr lang="en-US" baseline="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Update suggested users list</a:t>
                      </a:r>
                    </a:p>
                  </a:txBody>
                  <a:tcPr anchor="ctr">
                    <a:lnL>
                      <a:noFill/>
                    </a:lnL>
                    <a:lnR>
                      <a:noFill/>
                    </a:lnR>
                    <a:lnT>
                      <a:noFill/>
                    </a:lnT>
                    <a:lnB>
                      <a:noFill/>
                    </a:lnB>
                    <a:noFill/>
                  </a:tcPr>
                </a:tc>
                <a:extLst>
                  <a:ext uri="{0D108BD9-81ED-4DB2-BD59-A6C34878D82A}">
                    <a16:rowId xmlns:a16="http://schemas.microsoft.com/office/drawing/2014/main" val="2158674943"/>
                  </a:ext>
                </a:extLst>
              </a:tr>
              <a:tr h="0">
                <a:tc>
                  <a:txBody>
                    <a:bodyPr/>
                    <a:lstStyle/>
                    <a:p>
                      <a:pPr>
                        <a:buNone/>
                      </a:pPr>
                      <a:r>
                        <a:rPr lang="en-US" baseline="0" dirty="0" err="1">
                          <a:effectLst>
                            <a:glow rad="228600">
                              <a:schemeClr val="accent6">
                                <a:satMod val="175000"/>
                                <a:alpha val="40000"/>
                              </a:schemeClr>
                            </a:glow>
                          </a:effectLst>
                          <a:latin typeface="Courier New" panose="02070309020205020404" pitchFamily="49" charset="0"/>
                        </a:rPr>
                        <a:t>setUserProfile</a:t>
                      </a:r>
                      <a:endParaRPr lang="en-US" baseline="0" dirty="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a:effectLst>
                            <a:glow rad="228600">
                              <a:schemeClr val="accent6">
                                <a:satMod val="175000"/>
                                <a:alpha val="40000"/>
                              </a:schemeClr>
                            </a:glow>
                          </a:effectLst>
                        </a:rPr>
                        <a:t>Set the profile being viewed</a:t>
                      </a:r>
                    </a:p>
                  </a:txBody>
                  <a:tcPr anchor="ctr">
                    <a:lnL>
                      <a:noFill/>
                    </a:lnL>
                    <a:lnR>
                      <a:noFill/>
                    </a:lnR>
                    <a:lnT>
                      <a:noFill/>
                    </a:lnT>
                    <a:lnB>
                      <a:noFill/>
                    </a:lnB>
                    <a:noFill/>
                  </a:tcPr>
                </a:tc>
                <a:extLst>
                  <a:ext uri="{0D108BD9-81ED-4DB2-BD59-A6C34878D82A}">
                    <a16:rowId xmlns:a16="http://schemas.microsoft.com/office/drawing/2014/main" val="1248913705"/>
                  </a:ext>
                </a:extLst>
              </a:tr>
              <a:tr h="0">
                <a:tc>
                  <a:txBody>
                    <a:bodyPr/>
                    <a:lstStyle/>
                    <a:p>
                      <a:pPr>
                        <a:buNone/>
                      </a:pPr>
                      <a:r>
                        <a:rPr lang="en-US" baseline="0" dirty="0" err="1">
                          <a:effectLst>
                            <a:glow rad="228600">
                              <a:schemeClr val="accent6">
                                <a:satMod val="175000"/>
                                <a:alpha val="40000"/>
                              </a:schemeClr>
                            </a:glow>
                          </a:effectLst>
                          <a:latin typeface="Courier New" panose="02070309020205020404" pitchFamily="49" charset="0"/>
                        </a:rPr>
                        <a:t>setSelectedUser</a:t>
                      </a:r>
                      <a:endParaRPr lang="en-US" baseline="0" dirty="0">
                        <a:effectLst>
                          <a:glow rad="228600">
                            <a:schemeClr val="accent6">
                              <a:satMod val="175000"/>
                              <a:alpha val="40000"/>
                            </a:schemeClr>
                          </a:glow>
                        </a:effectLst>
                      </a:endParaRPr>
                    </a:p>
                  </a:txBody>
                  <a:tcPr anchor="ctr">
                    <a:lnL>
                      <a:noFill/>
                    </a:lnL>
                    <a:lnR>
                      <a:noFill/>
                    </a:lnR>
                    <a:lnT>
                      <a:noFill/>
                    </a:lnT>
                    <a:lnB>
                      <a:noFill/>
                    </a:lnB>
                    <a:noFill/>
                  </a:tcPr>
                </a:tc>
                <a:tc>
                  <a:txBody>
                    <a:bodyPr/>
                    <a:lstStyle/>
                    <a:p>
                      <a:pPr>
                        <a:buNone/>
                      </a:pPr>
                      <a:r>
                        <a:rPr lang="en-US" baseline="0" dirty="0">
                          <a:effectLst>
                            <a:glow rad="228600">
                              <a:schemeClr val="accent6">
                                <a:satMod val="175000"/>
                                <a:alpha val="40000"/>
                              </a:schemeClr>
                            </a:glow>
                          </a:effectLst>
                        </a:rPr>
                        <a:t>Set user for messaging/chat</a:t>
                      </a:r>
                    </a:p>
                  </a:txBody>
                  <a:tcPr anchor="ctr">
                    <a:lnL>
                      <a:noFill/>
                    </a:lnL>
                    <a:lnR>
                      <a:noFill/>
                    </a:lnR>
                    <a:lnT>
                      <a:noFill/>
                    </a:lnT>
                    <a:lnB>
                      <a:noFill/>
                    </a:lnB>
                    <a:noFill/>
                  </a:tcPr>
                </a:tc>
                <a:extLst>
                  <a:ext uri="{0D108BD9-81ED-4DB2-BD59-A6C34878D82A}">
                    <a16:rowId xmlns:a16="http://schemas.microsoft.com/office/drawing/2014/main" val="830025673"/>
                  </a:ext>
                </a:extLst>
              </a:tr>
            </a:tbl>
          </a:graphicData>
        </a:graphic>
      </p:graphicFrame>
      <p:pic>
        <p:nvPicPr>
          <p:cNvPr id="28" name="Picture 27">
            <a:extLst>
              <a:ext uri="{FF2B5EF4-FFF2-40B4-BE49-F238E27FC236}">
                <a16:creationId xmlns:a16="http://schemas.microsoft.com/office/drawing/2014/main" id="{5E2E22D6-7930-25D1-00E9-108BB6128575}"/>
              </a:ext>
            </a:extLst>
          </p:cNvPr>
          <p:cNvPicPr>
            <a:picLocks noChangeAspect="1"/>
          </p:cNvPicPr>
          <p:nvPr/>
        </p:nvPicPr>
        <p:blipFill>
          <a:blip r:embed="rId17"/>
          <a:stretch>
            <a:fillRect/>
          </a:stretch>
        </p:blipFill>
        <p:spPr>
          <a:xfrm>
            <a:off x="91789" y="3482671"/>
            <a:ext cx="4909834" cy="3288738"/>
          </a:xfrm>
          <a:prstGeom prst="rect">
            <a:avLst/>
          </a:prstGeom>
          <a:effectLst>
            <a:glow rad="228600">
              <a:schemeClr val="accent6">
                <a:satMod val="175000"/>
                <a:alpha val="40000"/>
              </a:schemeClr>
            </a:glow>
          </a:effectLst>
        </p:spPr>
      </p:pic>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896DD4EB-6ED2-C999-92A9-71C9192DE9B0}"/>
                  </a:ext>
                </a:extLst>
              </p14:cNvPr>
              <p14:cNvContentPartPr/>
              <p14:nvPr/>
            </p14:nvContentPartPr>
            <p14:xfrm>
              <a:off x="5020959" y="4502044"/>
              <a:ext cx="843840" cy="485640"/>
            </p14:xfrm>
          </p:contentPart>
        </mc:Choice>
        <mc:Fallback xmlns="">
          <p:pic>
            <p:nvPicPr>
              <p:cNvPr id="29" name="Ink 28">
                <a:extLst>
                  <a:ext uri="{FF2B5EF4-FFF2-40B4-BE49-F238E27FC236}">
                    <a16:creationId xmlns:a16="http://schemas.microsoft.com/office/drawing/2014/main" id="{896DD4EB-6ED2-C999-92A9-71C9192DE9B0}"/>
                  </a:ext>
                </a:extLst>
              </p:cNvPr>
              <p:cNvPicPr/>
              <p:nvPr/>
            </p:nvPicPr>
            <p:blipFill>
              <a:blip r:embed="rId19"/>
              <a:stretch>
                <a:fillRect/>
              </a:stretch>
            </p:blipFill>
            <p:spPr>
              <a:xfrm>
                <a:off x="5011959" y="4493404"/>
                <a:ext cx="861480" cy="503280"/>
              </a:xfrm>
              <a:prstGeom prst="rect">
                <a:avLst/>
              </a:prstGeom>
            </p:spPr>
          </p:pic>
        </mc:Fallback>
      </mc:AlternateContent>
      <p:sp>
        <p:nvSpPr>
          <p:cNvPr id="32" name="Rectangle 31">
            <a:extLst>
              <a:ext uri="{FF2B5EF4-FFF2-40B4-BE49-F238E27FC236}">
                <a16:creationId xmlns:a16="http://schemas.microsoft.com/office/drawing/2014/main" id="{53DA439B-D397-8F47-8320-2B2AB251EF86}"/>
              </a:ext>
            </a:extLst>
          </p:cNvPr>
          <p:cNvSpPr/>
          <p:nvPr/>
        </p:nvSpPr>
        <p:spPr>
          <a:xfrm>
            <a:off x="5957616" y="4578972"/>
            <a:ext cx="5968327" cy="1761840"/>
          </a:xfrm>
          <a:prstGeom prst="rect">
            <a:avLst/>
          </a:prstGeom>
          <a:noFill/>
          <a:effectLst>
            <a:glow rad="101600">
              <a:srgbClr val="00B0F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EC747C01-7909-3902-EACE-DD82DE2D9447}"/>
              </a:ext>
            </a:extLst>
          </p:cNvPr>
          <p:cNvPicPr>
            <a:picLocks noChangeAspect="1"/>
          </p:cNvPicPr>
          <p:nvPr/>
        </p:nvPicPr>
        <p:blipFill>
          <a:blip r:embed="rId20"/>
          <a:srcRect t="33637"/>
          <a:stretch>
            <a:fillRect/>
          </a:stretch>
        </p:blipFill>
        <p:spPr>
          <a:xfrm>
            <a:off x="5762211" y="1263402"/>
            <a:ext cx="5636778" cy="408214"/>
          </a:xfrm>
          <a:prstGeom prst="rect">
            <a:avLst/>
          </a:prstGeom>
        </p:spPr>
      </p:pic>
      <p:sp>
        <p:nvSpPr>
          <p:cNvPr id="34" name="TextBox 33">
            <a:extLst>
              <a:ext uri="{FF2B5EF4-FFF2-40B4-BE49-F238E27FC236}">
                <a16:creationId xmlns:a16="http://schemas.microsoft.com/office/drawing/2014/main" id="{6F158407-DDEF-2452-C825-577F0621BF65}"/>
              </a:ext>
            </a:extLst>
          </p:cNvPr>
          <p:cNvSpPr txBox="1"/>
          <p:nvPr/>
        </p:nvSpPr>
        <p:spPr>
          <a:xfrm>
            <a:off x="5342633" y="2999505"/>
            <a:ext cx="3474795" cy="1477328"/>
          </a:xfrm>
          <a:prstGeom prst="rect">
            <a:avLst/>
          </a:prstGeom>
          <a:noFill/>
          <a:ln>
            <a:solidFill>
              <a:schemeClr val="accent1">
                <a:lumMod val="20000"/>
                <a:lumOff val="80000"/>
              </a:schemeClr>
            </a:solidFill>
          </a:ln>
          <a:effectLst>
            <a:glow rad="101600">
              <a:schemeClr val="accent1">
                <a:satMod val="175000"/>
                <a:alpha val="40000"/>
              </a:schemeClr>
            </a:glow>
          </a:effectLst>
        </p:spPr>
        <p:txBody>
          <a:bodyPr wrap="square" rtlCol="0">
            <a:spAutoFit/>
          </a:bodyPr>
          <a:lstStyle/>
          <a:p>
            <a:r>
              <a:rPr lang="en-US" dirty="0"/>
              <a:t>Whenever we do </a:t>
            </a:r>
            <a:r>
              <a:rPr lang="en-US" dirty="0" err="1"/>
              <a:t>dispatch..we</a:t>
            </a:r>
            <a:r>
              <a:rPr lang="en-US" dirty="0"/>
              <a:t> send some data with it</a:t>
            </a:r>
          </a:p>
          <a:p>
            <a:r>
              <a:rPr lang="en-US" dirty="0"/>
              <a:t>And the action == full object </a:t>
            </a:r>
          </a:p>
          <a:p>
            <a:r>
              <a:rPr lang="en-US" dirty="0"/>
              <a:t>But </a:t>
            </a:r>
            <a:r>
              <a:rPr lang="en-US" dirty="0" err="1"/>
              <a:t>action.payload</a:t>
            </a:r>
            <a:r>
              <a:rPr lang="en-US" dirty="0"/>
              <a:t> is the data we send	</a:t>
            </a:r>
          </a:p>
        </p:txBody>
      </p:sp>
      <p:pic>
        <p:nvPicPr>
          <p:cNvPr id="36" name="Picture 35">
            <a:extLst>
              <a:ext uri="{FF2B5EF4-FFF2-40B4-BE49-F238E27FC236}">
                <a16:creationId xmlns:a16="http://schemas.microsoft.com/office/drawing/2014/main" id="{C73B66EE-055C-7EA0-8ED2-CB0CE2C797E2}"/>
              </a:ext>
            </a:extLst>
          </p:cNvPr>
          <p:cNvPicPr>
            <a:picLocks noChangeAspect="1"/>
          </p:cNvPicPr>
          <p:nvPr/>
        </p:nvPicPr>
        <p:blipFill>
          <a:blip r:embed="rId21"/>
          <a:stretch>
            <a:fillRect/>
          </a:stretch>
        </p:blipFill>
        <p:spPr>
          <a:xfrm>
            <a:off x="8941779" y="2913936"/>
            <a:ext cx="2809609" cy="1466925"/>
          </a:xfrm>
          <a:prstGeom prst="rect">
            <a:avLst/>
          </a:prstGeom>
        </p:spPr>
      </p:pic>
      <p:grpSp>
        <p:nvGrpSpPr>
          <p:cNvPr id="41" name="Group 40">
            <a:extLst>
              <a:ext uri="{FF2B5EF4-FFF2-40B4-BE49-F238E27FC236}">
                <a16:creationId xmlns:a16="http://schemas.microsoft.com/office/drawing/2014/main" id="{F8F5D3B0-7875-441A-0385-DFCB7798A4F5}"/>
              </a:ext>
            </a:extLst>
          </p:cNvPr>
          <p:cNvGrpSpPr/>
          <p:nvPr/>
        </p:nvGrpSpPr>
        <p:grpSpPr>
          <a:xfrm>
            <a:off x="4449279" y="3730204"/>
            <a:ext cx="927000" cy="997560"/>
            <a:chOff x="4449279" y="3730204"/>
            <a:chExt cx="927000" cy="997560"/>
          </a:xfrm>
        </p:grpSpPr>
        <mc:AlternateContent xmlns:mc="http://schemas.openxmlformats.org/markup-compatibility/2006" xmlns:p14="http://schemas.microsoft.com/office/powerpoint/2010/main">
          <mc:Choice Requires="p14">
            <p:contentPart p14:bwMode="auto" r:id="rId22">
              <p14:nvContentPartPr>
                <p14:cNvPr id="37" name="Ink 36">
                  <a:extLst>
                    <a:ext uri="{FF2B5EF4-FFF2-40B4-BE49-F238E27FC236}">
                      <a16:creationId xmlns:a16="http://schemas.microsoft.com/office/drawing/2014/main" id="{767160A5-3381-8BAF-F7D4-51AB5D44A575}"/>
                    </a:ext>
                  </a:extLst>
                </p14:cNvPr>
                <p14:cNvContentPartPr/>
                <p14:nvPr/>
              </p14:nvContentPartPr>
              <p14:xfrm>
                <a:off x="4449279" y="3788164"/>
                <a:ext cx="830880" cy="939600"/>
              </p14:xfrm>
            </p:contentPart>
          </mc:Choice>
          <mc:Fallback xmlns="">
            <p:pic>
              <p:nvPicPr>
                <p:cNvPr id="37" name="Ink 36">
                  <a:extLst>
                    <a:ext uri="{FF2B5EF4-FFF2-40B4-BE49-F238E27FC236}">
                      <a16:creationId xmlns:a16="http://schemas.microsoft.com/office/drawing/2014/main" id="{767160A5-3381-8BAF-F7D4-51AB5D44A575}"/>
                    </a:ext>
                  </a:extLst>
                </p:cNvPr>
                <p:cNvPicPr/>
                <p:nvPr/>
              </p:nvPicPr>
              <p:blipFill>
                <a:blip r:embed="rId23"/>
                <a:stretch>
                  <a:fillRect/>
                </a:stretch>
              </p:blipFill>
              <p:spPr>
                <a:xfrm>
                  <a:off x="4440279" y="3779164"/>
                  <a:ext cx="848520" cy="95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8" name="Ink 37">
                  <a:extLst>
                    <a:ext uri="{FF2B5EF4-FFF2-40B4-BE49-F238E27FC236}">
                      <a16:creationId xmlns:a16="http://schemas.microsoft.com/office/drawing/2014/main" id="{ADCFC8F6-74B3-B2B6-AB60-E5DCC09CE830}"/>
                    </a:ext>
                  </a:extLst>
                </p14:cNvPr>
                <p14:cNvContentPartPr/>
                <p14:nvPr/>
              </p14:nvContentPartPr>
              <p14:xfrm>
                <a:off x="4935639" y="3730204"/>
                <a:ext cx="440640" cy="406080"/>
              </p14:xfrm>
            </p:contentPart>
          </mc:Choice>
          <mc:Fallback xmlns="">
            <p:pic>
              <p:nvPicPr>
                <p:cNvPr id="38" name="Ink 37">
                  <a:extLst>
                    <a:ext uri="{FF2B5EF4-FFF2-40B4-BE49-F238E27FC236}">
                      <a16:creationId xmlns:a16="http://schemas.microsoft.com/office/drawing/2014/main" id="{ADCFC8F6-74B3-B2B6-AB60-E5DCC09CE830}"/>
                    </a:ext>
                  </a:extLst>
                </p:cNvPr>
                <p:cNvPicPr/>
                <p:nvPr/>
              </p:nvPicPr>
              <p:blipFill>
                <a:blip r:embed="rId25"/>
                <a:stretch>
                  <a:fillRect/>
                </a:stretch>
              </p:blipFill>
              <p:spPr>
                <a:xfrm>
                  <a:off x="4926999" y="3721564"/>
                  <a:ext cx="458280" cy="423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9F840ABD-1102-E648-E321-4DA930ED4B5B}"/>
                    </a:ext>
                  </a:extLst>
                </p14:cNvPr>
                <p14:cNvContentPartPr/>
                <p14:nvPr/>
              </p14:nvContentPartPr>
              <p14:xfrm>
                <a:off x="5306439" y="3787804"/>
                <a:ext cx="360" cy="360"/>
              </p14:xfrm>
            </p:contentPart>
          </mc:Choice>
          <mc:Fallback xmlns="">
            <p:pic>
              <p:nvPicPr>
                <p:cNvPr id="39" name="Ink 38">
                  <a:extLst>
                    <a:ext uri="{FF2B5EF4-FFF2-40B4-BE49-F238E27FC236}">
                      <a16:creationId xmlns:a16="http://schemas.microsoft.com/office/drawing/2014/main" id="{9F840ABD-1102-E648-E321-4DA930ED4B5B}"/>
                    </a:ext>
                  </a:extLst>
                </p:cNvPr>
                <p:cNvPicPr/>
                <p:nvPr/>
              </p:nvPicPr>
              <p:blipFill>
                <a:blip r:embed="rId27"/>
                <a:stretch>
                  <a:fillRect/>
                </a:stretch>
              </p:blipFill>
              <p:spPr>
                <a:xfrm>
                  <a:off x="5297439" y="3779164"/>
                  <a:ext cx="18000" cy="18000"/>
                </a:xfrm>
                <a:prstGeom prst="rect">
                  <a:avLst/>
                </a:prstGeom>
              </p:spPr>
            </p:pic>
          </mc:Fallback>
        </mc:AlternateContent>
      </p:grpSp>
      <p:grpSp>
        <p:nvGrpSpPr>
          <p:cNvPr id="44" name="Group 43">
            <a:extLst>
              <a:ext uri="{FF2B5EF4-FFF2-40B4-BE49-F238E27FC236}">
                <a16:creationId xmlns:a16="http://schemas.microsoft.com/office/drawing/2014/main" id="{44091DF0-87DD-D6E5-0555-F4B8A35A1A6D}"/>
              </a:ext>
            </a:extLst>
          </p:cNvPr>
          <p:cNvGrpSpPr/>
          <p:nvPr/>
        </p:nvGrpSpPr>
        <p:grpSpPr>
          <a:xfrm>
            <a:off x="6294639" y="3818764"/>
            <a:ext cx="1755360" cy="83880"/>
            <a:chOff x="6294639" y="3818764"/>
            <a:chExt cx="1755360" cy="83880"/>
          </a:xfrm>
        </p:grpSpPr>
        <mc:AlternateContent xmlns:mc="http://schemas.openxmlformats.org/markup-compatibility/2006" xmlns:p14="http://schemas.microsoft.com/office/powerpoint/2010/main">
          <mc:Choice Requires="p14">
            <p:contentPart p14:bwMode="auto" r:id="rId28">
              <p14:nvContentPartPr>
                <p14:cNvPr id="42" name="Ink 41">
                  <a:extLst>
                    <a:ext uri="{FF2B5EF4-FFF2-40B4-BE49-F238E27FC236}">
                      <a16:creationId xmlns:a16="http://schemas.microsoft.com/office/drawing/2014/main" id="{F1664DC0-A687-5583-0E29-C31412D1AB82}"/>
                    </a:ext>
                  </a:extLst>
                </p14:cNvPr>
                <p14:cNvContentPartPr/>
                <p14:nvPr/>
              </p14:nvContentPartPr>
              <p14:xfrm>
                <a:off x="6294639" y="3818764"/>
                <a:ext cx="1746360" cy="83880"/>
              </p14:xfrm>
            </p:contentPart>
          </mc:Choice>
          <mc:Fallback xmlns="">
            <p:pic>
              <p:nvPicPr>
                <p:cNvPr id="42" name="Ink 41">
                  <a:extLst>
                    <a:ext uri="{FF2B5EF4-FFF2-40B4-BE49-F238E27FC236}">
                      <a16:creationId xmlns:a16="http://schemas.microsoft.com/office/drawing/2014/main" id="{F1664DC0-A687-5583-0E29-C31412D1AB82}"/>
                    </a:ext>
                  </a:extLst>
                </p:cNvPr>
                <p:cNvPicPr/>
                <p:nvPr/>
              </p:nvPicPr>
              <p:blipFill>
                <a:blip r:embed="rId29"/>
                <a:stretch>
                  <a:fillRect/>
                </a:stretch>
              </p:blipFill>
              <p:spPr>
                <a:xfrm>
                  <a:off x="6285639" y="3810124"/>
                  <a:ext cx="17640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3" name="Ink 42">
                  <a:extLst>
                    <a:ext uri="{FF2B5EF4-FFF2-40B4-BE49-F238E27FC236}">
                      <a16:creationId xmlns:a16="http://schemas.microsoft.com/office/drawing/2014/main" id="{461A65E0-56B4-19F4-1FD2-D359FDD46A49}"/>
                    </a:ext>
                  </a:extLst>
                </p14:cNvPr>
                <p14:cNvContentPartPr/>
                <p14:nvPr/>
              </p14:nvContentPartPr>
              <p14:xfrm>
                <a:off x="8049639" y="3820924"/>
                <a:ext cx="360" cy="360"/>
              </p14:xfrm>
            </p:contentPart>
          </mc:Choice>
          <mc:Fallback xmlns="">
            <p:pic>
              <p:nvPicPr>
                <p:cNvPr id="43" name="Ink 42">
                  <a:extLst>
                    <a:ext uri="{FF2B5EF4-FFF2-40B4-BE49-F238E27FC236}">
                      <a16:creationId xmlns:a16="http://schemas.microsoft.com/office/drawing/2014/main" id="{461A65E0-56B4-19F4-1FD2-D359FDD46A49}"/>
                    </a:ext>
                  </a:extLst>
                </p:cNvPr>
                <p:cNvPicPr/>
                <p:nvPr/>
              </p:nvPicPr>
              <p:blipFill>
                <a:blip r:embed="rId27"/>
                <a:stretch>
                  <a:fillRect/>
                </a:stretch>
              </p:blipFill>
              <p:spPr>
                <a:xfrm>
                  <a:off x="8040999" y="3811924"/>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2" name="Ink 1">
                <a:extLst>
                  <a:ext uri="{FF2B5EF4-FFF2-40B4-BE49-F238E27FC236}">
                    <a16:creationId xmlns:a16="http://schemas.microsoft.com/office/drawing/2014/main" id="{108C6870-71C1-4AAA-C6DE-1572D16CCEEF}"/>
                  </a:ext>
                </a:extLst>
              </p14:cNvPr>
              <p14:cNvContentPartPr/>
              <p14:nvPr/>
            </p14:nvContentPartPr>
            <p14:xfrm>
              <a:off x="7712069" y="5026234"/>
              <a:ext cx="1198080" cy="149760"/>
            </p14:xfrm>
          </p:contentPart>
        </mc:Choice>
        <mc:Fallback xmlns="">
          <p:pic>
            <p:nvPicPr>
              <p:cNvPr id="2" name="Ink 1">
                <a:extLst>
                  <a:ext uri="{FF2B5EF4-FFF2-40B4-BE49-F238E27FC236}">
                    <a16:creationId xmlns:a16="http://schemas.microsoft.com/office/drawing/2014/main" id="{108C6870-71C1-4AAA-C6DE-1572D16CCEEF}"/>
                  </a:ext>
                </a:extLst>
              </p:cNvPr>
              <p:cNvPicPr/>
              <p:nvPr/>
            </p:nvPicPr>
            <p:blipFill>
              <a:blip r:embed="rId32"/>
              <a:stretch>
                <a:fillRect/>
              </a:stretch>
            </p:blipFill>
            <p:spPr>
              <a:xfrm>
                <a:off x="7694069" y="5008234"/>
                <a:ext cx="123372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 name="Ink 2">
                <a:extLst>
                  <a:ext uri="{FF2B5EF4-FFF2-40B4-BE49-F238E27FC236}">
                    <a16:creationId xmlns:a16="http://schemas.microsoft.com/office/drawing/2014/main" id="{B8CD1A33-F29D-911C-76A8-7B43AEB9DC3B}"/>
                  </a:ext>
                </a:extLst>
              </p14:cNvPr>
              <p14:cNvContentPartPr/>
              <p14:nvPr/>
            </p14:nvContentPartPr>
            <p14:xfrm>
              <a:off x="4364789" y="5449594"/>
              <a:ext cx="1636920" cy="534600"/>
            </p14:xfrm>
          </p:contentPart>
        </mc:Choice>
        <mc:Fallback xmlns="">
          <p:pic>
            <p:nvPicPr>
              <p:cNvPr id="3" name="Ink 2">
                <a:extLst>
                  <a:ext uri="{FF2B5EF4-FFF2-40B4-BE49-F238E27FC236}">
                    <a16:creationId xmlns:a16="http://schemas.microsoft.com/office/drawing/2014/main" id="{B8CD1A33-F29D-911C-76A8-7B43AEB9DC3B}"/>
                  </a:ext>
                </a:extLst>
              </p:cNvPr>
              <p:cNvPicPr/>
              <p:nvPr/>
            </p:nvPicPr>
            <p:blipFill>
              <a:blip r:embed="rId34"/>
              <a:stretch>
                <a:fillRect/>
              </a:stretch>
            </p:blipFill>
            <p:spPr>
              <a:xfrm>
                <a:off x="4347149" y="5431954"/>
                <a:ext cx="1672560" cy="570240"/>
              </a:xfrm>
              <a:prstGeom prst="rect">
                <a:avLst/>
              </a:prstGeom>
            </p:spPr>
          </p:pic>
        </mc:Fallback>
      </mc:AlternateContent>
      <p:grpSp>
        <p:nvGrpSpPr>
          <p:cNvPr id="12" name="Group 11">
            <a:extLst>
              <a:ext uri="{FF2B5EF4-FFF2-40B4-BE49-F238E27FC236}">
                <a16:creationId xmlns:a16="http://schemas.microsoft.com/office/drawing/2014/main" id="{DE2DA963-4DD7-92E1-99DC-ADC6DE856A9D}"/>
              </a:ext>
            </a:extLst>
          </p:cNvPr>
          <p:cNvGrpSpPr/>
          <p:nvPr/>
        </p:nvGrpSpPr>
        <p:grpSpPr>
          <a:xfrm>
            <a:off x="8177189" y="5883034"/>
            <a:ext cx="932040" cy="111960"/>
            <a:chOff x="8177189" y="5883034"/>
            <a:chExt cx="932040" cy="111960"/>
          </a:xfrm>
        </p:grpSpPr>
        <mc:AlternateContent xmlns:mc="http://schemas.openxmlformats.org/markup-compatibility/2006" xmlns:p14="http://schemas.microsoft.com/office/powerpoint/2010/main">
          <mc:Choice Requires="p14">
            <p:contentPart p14:bwMode="auto" r:id="rId35">
              <p14:nvContentPartPr>
                <p14:cNvPr id="4" name="Ink 3">
                  <a:extLst>
                    <a:ext uri="{FF2B5EF4-FFF2-40B4-BE49-F238E27FC236}">
                      <a16:creationId xmlns:a16="http://schemas.microsoft.com/office/drawing/2014/main" id="{6B2D5F25-0DBA-C61C-A737-235F6F64AFDD}"/>
                    </a:ext>
                  </a:extLst>
                </p14:cNvPr>
                <p14:cNvContentPartPr/>
                <p14:nvPr/>
              </p14:nvContentPartPr>
              <p14:xfrm>
                <a:off x="8177189" y="5898154"/>
                <a:ext cx="114120" cy="10800"/>
              </p14:xfrm>
            </p:contentPart>
          </mc:Choice>
          <mc:Fallback xmlns="">
            <p:pic>
              <p:nvPicPr>
                <p:cNvPr id="4" name="Ink 3">
                  <a:extLst>
                    <a:ext uri="{FF2B5EF4-FFF2-40B4-BE49-F238E27FC236}">
                      <a16:creationId xmlns:a16="http://schemas.microsoft.com/office/drawing/2014/main" id="{6B2D5F25-0DBA-C61C-A737-235F6F64AFDD}"/>
                    </a:ext>
                  </a:extLst>
                </p:cNvPr>
                <p:cNvPicPr/>
                <p:nvPr/>
              </p:nvPicPr>
              <p:blipFill>
                <a:blip r:embed="rId36"/>
                <a:stretch>
                  <a:fillRect/>
                </a:stretch>
              </p:blipFill>
              <p:spPr>
                <a:xfrm>
                  <a:off x="8159549" y="5880514"/>
                  <a:ext cx="1497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 name="Ink 4">
                  <a:extLst>
                    <a:ext uri="{FF2B5EF4-FFF2-40B4-BE49-F238E27FC236}">
                      <a16:creationId xmlns:a16="http://schemas.microsoft.com/office/drawing/2014/main" id="{BC896A3E-2265-94E2-EF4F-DF67DB3E6C1F}"/>
                    </a:ext>
                  </a:extLst>
                </p14:cNvPr>
                <p14:cNvContentPartPr/>
                <p14:nvPr/>
              </p14:nvContentPartPr>
              <p14:xfrm>
                <a:off x="8194109" y="5883034"/>
                <a:ext cx="915120" cy="111960"/>
              </p14:xfrm>
            </p:contentPart>
          </mc:Choice>
          <mc:Fallback xmlns="">
            <p:pic>
              <p:nvPicPr>
                <p:cNvPr id="5" name="Ink 4">
                  <a:extLst>
                    <a:ext uri="{FF2B5EF4-FFF2-40B4-BE49-F238E27FC236}">
                      <a16:creationId xmlns:a16="http://schemas.microsoft.com/office/drawing/2014/main" id="{BC896A3E-2265-94E2-EF4F-DF67DB3E6C1F}"/>
                    </a:ext>
                  </a:extLst>
                </p:cNvPr>
                <p:cNvPicPr/>
                <p:nvPr/>
              </p:nvPicPr>
              <p:blipFill>
                <a:blip r:embed="rId38"/>
                <a:stretch>
                  <a:fillRect/>
                </a:stretch>
              </p:blipFill>
              <p:spPr>
                <a:xfrm>
                  <a:off x="8176109" y="5865394"/>
                  <a:ext cx="950760" cy="147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7" name="Ink 6">
                <a:extLst>
                  <a:ext uri="{FF2B5EF4-FFF2-40B4-BE49-F238E27FC236}">
                    <a16:creationId xmlns:a16="http://schemas.microsoft.com/office/drawing/2014/main" id="{97AC79E5-6A62-B9C1-DD09-E3ABB5ABD9B4}"/>
                  </a:ext>
                </a:extLst>
              </p14:cNvPr>
              <p14:cNvContentPartPr/>
              <p14:nvPr/>
            </p14:nvContentPartPr>
            <p14:xfrm>
              <a:off x="4349669" y="5998954"/>
              <a:ext cx="1680840" cy="322560"/>
            </p14:xfrm>
          </p:contentPart>
        </mc:Choice>
        <mc:Fallback xmlns="">
          <p:pic>
            <p:nvPicPr>
              <p:cNvPr id="7" name="Ink 6">
                <a:extLst>
                  <a:ext uri="{FF2B5EF4-FFF2-40B4-BE49-F238E27FC236}">
                    <a16:creationId xmlns:a16="http://schemas.microsoft.com/office/drawing/2014/main" id="{97AC79E5-6A62-B9C1-DD09-E3ABB5ABD9B4}"/>
                  </a:ext>
                </a:extLst>
              </p:cNvPr>
              <p:cNvPicPr/>
              <p:nvPr/>
            </p:nvPicPr>
            <p:blipFill>
              <a:blip r:embed="rId40"/>
              <a:stretch>
                <a:fillRect/>
              </a:stretch>
            </p:blipFill>
            <p:spPr>
              <a:xfrm>
                <a:off x="4331669" y="5981314"/>
                <a:ext cx="171648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8" name="Ink 7">
                <a:extLst>
                  <a:ext uri="{FF2B5EF4-FFF2-40B4-BE49-F238E27FC236}">
                    <a16:creationId xmlns:a16="http://schemas.microsoft.com/office/drawing/2014/main" id="{3058DBF7-3B7D-D0B9-09D7-00954813AEB9}"/>
                  </a:ext>
                </a:extLst>
              </p14:cNvPr>
              <p14:cNvContentPartPr/>
              <p14:nvPr/>
            </p14:nvContentPartPr>
            <p14:xfrm>
              <a:off x="8368709" y="6158794"/>
              <a:ext cx="577800" cy="122400"/>
            </p14:xfrm>
          </p:contentPart>
        </mc:Choice>
        <mc:Fallback xmlns="">
          <p:pic>
            <p:nvPicPr>
              <p:cNvPr id="8" name="Ink 7">
                <a:extLst>
                  <a:ext uri="{FF2B5EF4-FFF2-40B4-BE49-F238E27FC236}">
                    <a16:creationId xmlns:a16="http://schemas.microsoft.com/office/drawing/2014/main" id="{3058DBF7-3B7D-D0B9-09D7-00954813AEB9}"/>
                  </a:ext>
                </a:extLst>
              </p:cNvPr>
              <p:cNvPicPr/>
              <p:nvPr/>
            </p:nvPicPr>
            <p:blipFill>
              <a:blip r:embed="rId42"/>
              <a:stretch>
                <a:fillRect/>
              </a:stretch>
            </p:blipFill>
            <p:spPr>
              <a:xfrm>
                <a:off x="8350709" y="6140794"/>
                <a:ext cx="61344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6" name="Ink 15">
                <a:extLst>
                  <a:ext uri="{FF2B5EF4-FFF2-40B4-BE49-F238E27FC236}">
                    <a16:creationId xmlns:a16="http://schemas.microsoft.com/office/drawing/2014/main" id="{7EC032E0-81A3-1ABE-BC16-7B4544371A16}"/>
                  </a:ext>
                </a:extLst>
              </p14:cNvPr>
              <p14:cNvContentPartPr/>
              <p14:nvPr/>
            </p14:nvContentPartPr>
            <p14:xfrm>
              <a:off x="8490029" y="5490634"/>
              <a:ext cx="502920" cy="90000"/>
            </p14:xfrm>
          </p:contentPart>
        </mc:Choice>
        <mc:Fallback xmlns="">
          <p:pic>
            <p:nvPicPr>
              <p:cNvPr id="16" name="Ink 15">
                <a:extLst>
                  <a:ext uri="{FF2B5EF4-FFF2-40B4-BE49-F238E27FC236}">
                    <a16:creationId xmlns:a16="http://schemas.microsoft.com/office/drawing/2014/main" id="{7EC032E0-81A3-1ABE-BC16-7B4544371A16}"/>
                  </a:ext>
                </a:extLst>
              </p:cNvPr>
              <p:cNvPicPr/>
              <p:nvPr/>
            </p:nvPicPr>
            <p:blipFill>
              <a:blip r:embed="rId44"/>
              <a:stretch>
                <a:fillRect/>
              </a:stretch>
            </p:blipFill>
            <p:spPr>
              <a:xfrm>
                <a:off x="8472029" y="5472994"/>
                <a:ext cx="538560" cy="125640"/>
              </a:xfrm>
              <a:prstGeom prst="rect">
                <a:avLst/>
              </a:prstGeom>
            </p:spPr>
          </p:pic>
        </mc:Fallback>
      </mc:AlternateContent>
    </p:spTree>
    <p:extLst>
      <p:ext uri="{BB962C8B-B14F-4D97-AF65-F5344CB8AC3E}">
        <p14:creationId xmlns:p14="http://schemas.microsoft.com/office/powerpoint/2010/main" val="39850011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0CB020-4435-B33A-A07D-829376C886E6}"/>
              </a:ext>
            </a:extLst>
          </p:cNvPr>
          <p:cNvSpPr>
            <a:spLocks noGrp="1"/>
          </p:cNvSpPr>
          <p:nvPr>
            <p:ph idx="1"/>
          </p:nvPr>
        </p:nvSpPr>
        <p:spPr>
          <a:xfrm>
            <a:off x="348343" y="298904"/>
            <a:ext cx="10515600" cy="4351338"/>
          </a:xfrm>
        </p:spPr>
        <p:txBody>
          <a:bodyPr/>
          <a:lstStyle/>
          <a:p>
            <a:pPr marL="0" indent="0">
              <a:buNone/>
            </a:pPr>
            <a:r>
              <a:rPr lang="en-US" dirty="0" err="1"/>
              <a:t>great..now</a:t>
            </a:r>
            <a:r>
              <a:rPr lang="en-US" dirty="0"/>
              <a:t> till now ..we have </a:t>
            </a:r>
            <a:r>
              <a:rPr lang="en-US" dirty="0" err="1"/>
              <a:t>maken</a:t>
            </a:r>
            <a:r>
              <a:rPr lang="en-US" dirty="0"/>
              <a:t> the authslice.js </a:t>
            </a:r>
            <a:r>
              <a:rPr lang="en-US" dirty="0" err="1"/>
              <a:t>file..which</a:t>
            </a:r>
            <a:r>
              <a:rPr lang="en-US" dirty="0"/>
              <a:t> is basically the redux file ..and we have created the functions </a:t>
            </a:r>
          </a:p>
          <a:p>
            <a:pPr marL="0" indent="0">
              <a:buNone/>
            </a:pPr>
            <a:endParaRPr lang="en-US" dirty="0"/>
          </a:p>
          <a:p>
            <a:pPr marL="0" indent="0">
              <a:buNone/>
            </a:pPr>
            <a:r>
              <a:rPr lang="en-US" dirty="0"/>
              <a:t>The redux file is like a recipe book from where we sees and go actions</a:t>
            </a:r>
          </a:p>
          <a:p>
            <a:pPr marL="0" indent="0">
              <a:buNone/>
            </a:pPr>
            <a:r>
              <a:rPr lang="en-US" dirty="0"/>
              <a:t>Similarly if we want to use the </a:t>
            </a:r>
            <a:r>
              <a:rPr lang="en-US" dirty="0" err="1"/>
              <a:t>authslice</a:t>
            </a:r>
            <a:r>
              <a:rPr lang="en-US" dirty="0"/>
              <a:t>..we need to use the dispatch method – like dispatch(</a:t>
            </a:r>
            <a:r>
              <a:rPr lang="en-US" dirty="0" err="1"/>
              <a:t>setAuthuser</a:t>
            </a:r>
            <a:r>
              <a:rPr lang="en-US" dirty="0"/>
              <a:t>(user)) --- like this type of </a:t>
            </a:r>
            <a:r>
              <a:rPr lang="en-US" dirty="0" err="1"/>
              <a:t>method..we</a:t>
            </a:r>
            <a:r>
              <a:rPr lang="en-US" dirty="0"/>
              <a:t> need to use</a:t>
            </a:r>
          </a:p>
        </p:txBody>
      </p:sp>
      <p:pic>
        <p:nvPicPr>
          <p:cNvPr id="5" name="Picture 4">
            <a:extLst>
              <a:ext uri="{FF2B5EF4-FFF2-40B4-BE49-F238E27FC236}">
                <a16:creationId xmlns:a16="http://schemas.microsoft.com/office/drawing/2014/main" id="{7C23135A-8015-A68C-8E05-68A7BFDF463A}"/>
              </a:ext>
            </a:extLst>
          </p:cNvPr>
          <p:cNvPicPr>
            <a:picLocks noChangeAspect="1"/>
          </p:cNvPicPr>
          <p:nvPr/>
        </p:nvPicPr>
        <p:blipFill>
          <a:blip r:embed="rId2"/>
          <a:stretch>
            <a:fillRect/>
          </a:stretch>
        </p:blipFill>
        <p:spPr>
          <a:xfrm>
            <a:off x="4732025" y="3665278"/>
            <a:ext cx="6977875" cy="2604893"/>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BFEAC654-7270-091E-1293-37F2FE0B9A3C}"/>
                  </a:ext>
                </a:extLst>
              </p14:cNvPr>
              <p14:cNvContentPartPr/>
              <p14:nvPr/>
            </p14:nvContentPartPr>
            <p14:xfrm>
              <a:off x="5543331" y="4979764"/>
              <a:ext cx="720" cy="466560"/>
            </p14:xfrm>
          </p:contentPart>
        </mc:Choice>
        <mc:Fallback xmlns="">
          <p:pic>
            <p:nvPicPr>
              <p:cNvPr id="7" name="Ink 6">
                <a:extLst>
                  <a:ext uri="{FF2B5EF4-FFF2-40B4-BE49-F238E27FC236}">
                    <a16:creationId xmlns:a16="http://schemas.microsoft.com/office/drawing/2014/main" id="{BFEAC654-7270-091E-1293-37F2FE0B9A3C}"/>
                  </a:ext>
                </a:extLst>
              </p:cNvPr>
              <p:cNvPicPr/>
              <p:nvPr/>
            </p:nvPicPr>
            <p:blipFill>
              <a:blip r:embed="rId4"/>
              <a:stretch>
                <a:fillRect/>
              </a:stretch>
            </p:blipFill>
            <p:spPr>
              <a:xfrm>
                <a:off x="5525331" y="4970764"/>
                <a:ext cx="36000" cy="484200"/>
              </a:xfrm>
              <a:prstGeom prst="rect">
                <a:avLst/>
              </a:prstGeom>
            </p:spPr>
          </p:pic>
        </mc:Fallback>
      </mc:AlternateContent>
      <p:grpSp>
        <p:nvGrpSpPr>
          <p:cNvPr id="12" name="Group 11">
            <a:extLst>
              <a:ext uri="{FF2B5EF4-FFF2-40B4-BE49-F238E27FC236}">
                <a16:creationId xmlns:a16="http://schemas.microsoft.com/office/drawing/2014/main" id="{95C85B06-DB8E-7AEC-662B-8E10216091E4}"/>
              </a:ext>
            </a:extLst>
          </p:cNvPr>
          <p:cNvGrpSpPr/>
          <p:nvPr/>
        </p:nvGrpSpPr>
        <p:grpSpPr>
          <a:xfrm>
            <a:off x="5502651" y="4979764"/>
            <a:ext cx="1291320" cy="532440"/>
            <a:chOff x="5502651" y="4979764"/>
            <a:chExt cx="1291320" cy="532440"/>
          </a:xfrm>
        </p:grpSpPr>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47C8CCDB-9C3B-380E-2803-3D08F784F850}"/>
                    </a:ext>
                  </a:extLst>
                </p14:cNvPr>
                <p14:cNvContentPartPr/>
                <p14:nvPr/>
              </p14:nvContentPartPr>
              <p14:xfrm>
                <a:off x="5559531" y="5453164"/>
                <a:ext cx="1199880" cy="59040"/>
              </p14:xfrm>
            </p:contentPart>
          </mc:Choice>
          <mc:Fallback xmlns="">
            <p:pic>
              <p:nvPicPr>
                <p:cNvPr id="8" name="Ink 7">
                  <a:extLst>
                    <a:ext uri="{FF2B5EF4-FFF2-40B4-BE49-F238E27FC236}">
                      <a16:creationId xmlns:a16="http://schemas.microsoft.com/office/drawing/2014/main" id="{47C8CCDB-9C3B-380E-2803-3D08F784F850}"/>
                    </a:ext>
                  </a:extLst>
                </p:cNvPr>
                <p:cNvPicPr/>
                <p:nvPr/>
              </p:nvPicPr>
              <p:blipFill>
                <a:blip r:embed="rId6"/>
                <a:stretch>
                  <a:fillRect/>
                </a:stretch>
              </p:blipFill>
              <p:spPr>
                <a:xfrm>
                  <a:off x="5550891" y="5444524"/>
                  <a:ext cx="121752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B6A19F50-944D-77FA-DB2C-D43165433D92}"/>
                    </a:ext>
                  </a:extLst>
                </p14:cNvPr>
                <p14:cNvContentPartPr/>
                <p14:nvPr/>
              </p14:nvContentPartPr>
              <p14:xfrm>
                <a:off x="6768051" y="4993804"/>
                <a:ext cx="25920" cy="517320"/>
              </p14:xfrm>
            </p:contentPart>
          </mc:Choice>
          <mc:Fallback xmlns="">
            <p:pic>
              <p:nvPicPr>
                <p:cNvPr id="9" name="Ink 8">
                  <a:extLst>
                    <a:ext uri="{FF2B5EF4-FFF2-40B4-BE49-F238E27FC236}">
                      <a16:creationId xmlns:a16="http://schemas.microsoft.com/office/drawing/2014/main" id="{B6A19F50-944D-77FA-DB2C-D43165433D92}"/>
                    </a:ext>
                  </a:extLst>
                </p:cNvPr>
                <p:cNvPicPr/>
                <p:nvPr/>
              </p:nvPicPr>
              <p:blipFill>
                <a:blip r:embed="rId8"/>
                <a:stretch>
                  <a:fillRect/>
                </a:stretch>
              </p:blipFill>
              <p:spPr>
                <a:xfrm>
                  <a:off x="6759051" y="4984804"/>
                  <a:ext cx="43560" cy="5349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43B08B31-50FF-04CE-B493-6136A0447B9A}"/>
                    </a:ext>
                  </a:extLst>
                </p14:cNvPr>
                <p14:cNvContentPartPr/>
                <p14:nvPr/>
              </p14:nvContentPartPr>
              <p14:xfrm>
                <a:off x="5511651" y="4979764"/>
                <a:ext cx="1281240" cy="360"/>
              </p14:xfrm>
            </p:contentPart>
          </mc:Choice>
          <mc:Fallback xmlns="">
            <p:pic>
              <p:nvPicPr>
                <p:cNvPr id="10" name="Ink 9">
                  <a:extLst>
                    <a:ext uri="{FF2B5EF4-FFF2-40B4-BE49-F238E27FC236}">
                      <a16:creationId xmlns:a16="http://schemas.microsoft.com/office/drawing/2014/main" id="{43B08B31-50FF-04CE-B493-6136A0447B9A}"/>
                    </a:ext>
                  </a:extLst>
                </p:cNvPr>
                <p:cNvPicPr/>
                <p:nvPr/>
              </p:nvPicPr>
              <p:blipFill>
                <a:blip r:embed="rId10"/>
                <a:stretch>
                  <a:fillRect/>
                </a:stretch>
              </p:blipFill>
              <p:spPr>
                <a:xfrm>
                  <a:off x="5502651" y="4971124"/>
                  <a:ext cx="12988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99E4F570-CCFD-3F1A-5BD6-53642ACD4AFF}"/>
                    </a:ext>
                  </a:extLst>
                </p14:cNvPr>
                <p14:cNvContentPartPr/>
                <p14:nvPr/>
              </p14:nvContentPartPr>
              <p14:xfrm>
                <a:off x="5502651" y="4979764"/>
                <a:ext cx="360" cy="360"/>
              </p14:xfrm>
            </p:contentPart>
          </mc:Choice>
          <mc:Fallback xmlns="">
            <p:pic>
              <p:nvPicPr>
                <p:cNvPr id="11" name="Ink 10">
                  <a:extLst>
                    <a:ext uri="{FF2B5EF4-FFF2-40B4-BE49-F238E27FC236}">
                      <a16:creationId xmlns:a16="http://schemas.microsoft.com/office/drawing/2014/main" id="{99E4F570-CCFD-3F1A-5BD6-53642ACD4AFF}"/>
                    </a:ext>
                  </a:extLst>
                </p:cNvPr>
                <p:cNvPicPr/>
                <p:nvPr/>
              </p:nvPicPr>
              <p:blipFill>
                <a:blip r:embed="rId12"/>
                <a:stretch>
                  <a:fillRect/>
                </a:stretch>
              </p:blipFill>
              <p:spPr>
                <a:xfrm>
                  <a:off x="5493651" y="4971124"/>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1B92D688-29E9-CC85-0608-375060A7D8D6}"/>
                  </a:ext>
                </a:extLst>
              </p14:cNvPr>
              <p14:cNvContentPartPr/>
              <p14:nvPr/>
            </p14:nvContentPartPr>
            <p14:xfrm>
              <a:off x="6082251" y="4098124"/>
              <a:ext cx="1485720" cy="50400"/>
            </p14:xfrm>
          </p:contentPart>
        </mc:Choice>
        <mc:Fallback xmlns="">
          <p:pic>
            <p:nvPicPr>
              <p:cNvPr id="13" name="Ink 12">
                <a:extLst>
                  <a:ext uri="{FF2B5EF4-FFF2-40B4-BE49-F238E27FC236}">
                    <a16:creationId xmlns:a16="http://schemas.microsoft.com/office/drawing/2014/main" id="{1B92D688-29E9-CC85-0608-375060A7D8D6}"/>
                  </a:ext>
                </a:extLst>
              </p:cNvPr>
              <p:cNvPicPr/>
              <p:nvPr/>
            </p:nvPicPr>
            <p:blipFill>
              <a:blip r:embed="rId14"/>
              <a:stretch>
                <a:fillRect/>
              </a:stretch>
            </p:blipFill>
            <p:spPr>
              <a:xfrm>
                <a:off x="6073251" y="4089124"/>
                <a:ext cx="1503360" cy="68040"/>
              </a:xfrm>
              <a:prstGeom prst="rect">
                <a:avLst/>
              </a:prstGeom>
            </p:spPr>
          </p:pic>
        </mc:Fallback>
      </mc:AlternateContent>
      <p:grpSp>
        <p:nvGrpSpPr>
          <p:cNvPr id="16" name="Group 15">
            <a:extLst>
              <a:ext uri="{FF2B5EF4-FFF2-40B4-BE49-F238E27FC236}">
                <a16:creationId xmlns:a16="http://schemas.microsoft.com/office/drawing/2014/main" id="{BC91F901-C259-5FD8-B696-9370C16B501D}"/>
              </a:ext>
            </a:extLst>
          </p:cNvPr>
          <p:cNvGrpSpPr/>
          <p:nvPr/>
        </p:nvGrpSpPr>
        <p:grpSpPr>
          <a:xfrm>
            <a:off x="3608691" y="2979244"/>
            <a:ext cx="2574000" cy="784440"/>
            <a:chOff x="3608691" y="2979244"/>
            <a:chExt cx="2574000" cy="784440"/>
          </a:xfrm>
        </p:grpSpPr>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0488B957-7E91-7CCB-CA34-759D92A27F79}"/>
                    </a:ext>
                  </a:extLst>
                </p14:cNvPr>
                <p14:cNvContentPartPr/>
                <p14:nvPr/>
              </p14:nvContentPartPr>
              <p14:xfrm>
                <a:off x="3608691" y="2979244"/>
                <a:ext cx="2574000" cy="775440"/>
              </p14:xfrm>
            </p:contentPart>
          </mc:Choice>
          <mc:Fallback xmlns="">
            <p:pic>
              <p:nvPicPr>
                <p:cNvPr id="14" name="Ink 13">
                  <a:extLst>
                    <a:ext uri="{FF2B5EF4-FFF2-40B4-BE49-F238E27FC236}">
                      <a16:creationId xmlns:a16="http://schemas.microsoft.com/office/drawing/2014/main" id="{0488B957-7E91-7CCB-CA34-759D92A27F79}"/>
                    </a:ext>
                  </a:extLst>
                </p:cNvPr>
                <p:cNvPicPr/>
                <p:nvPr/>
              </p:nvPicPr>
              <p:blipFill>
                <a:blip r:embed="rId16"/>
                <a:stretch>
                  <a:fillRect/>
                </a:stretch>
              </p:blipFill>
              <p:spPr>
                <a:xfrm>
                  <a:off x="3599691" y="2970604"/>
                  <a:ext cx="2591640" cy="7930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95E16CDD-DED0-17F1-8E6A-C6F8662C0196}"/>
                    </a:ext>
                  </a:extLst>
                </p14:cNvPr>
                <p14:cNvContentPartPr/>
                <p14:nvPr/>
              </p14:nvContentPartPr>
              <p14:xfrm>
                <a:off x="6180171" y="3763324"/>
                <a:ext cx="360" cy="360"/>
              </p14:xfrm>
            </p:contentPart>
          </mc:Choice>
          <mc:Fallback xmlns="">
            <p:pic>
              <p:nvPicPr>
                <p:cNvPr id="15" name="Ink 14">
                  <a:extLst>
                    <a:ext uri="{FF2B5EF4-FFF2-40B4-BE49-F238E27FC236}">
                      <a16:creationId xmlns:a16="http://schemas.microsoft.com/office/drawing/2014/main" id="{95E16CDD-DED0-17F1-8E6A-C6F8662C0196}"/>
                    </a:ext>
                  </a:extLst>
                </p:cNvPr>
                <p:cNvPicPr/>
                <p:nvPr/>
              </p:nvPicPr>
              <p:blipFill>
                <a:blip r:embed="rId12"/>
                <a:stretch>
                  <a:fillRect/>
                </a:stretch>
              </p:blipFill>
              <p:spPr>
                <a:xfrm>
                  <a:off x="6171531" y="3754684"/>
                  <a:ext cx="1800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8" name="Ink 17">
                <a:extLst>
                  <a:ext uri="{FF2B5EF4-FFF2-40B4-BE49-F238E27FC236}">
                    <a16:creationId xmlns:a16="http://schemas.microsoft.com/office/drawing/2014/main" id="{568BF2A7-B21D-D00D-5DC3-A15BB1DD1D58}"/>
                  </a:ext>
                </a:extLst>
              </p14:cNvPr>
              <p14:cNvContentPartPr/>
              <p14:nvPr/>
            </p14:nvContentPartPr>
            <p14:xfrm>
              <a:off x="2424651" y="2587564"/>
              <a:ext cx="58320" cy="456840"/>
            </p14:xfrm>
          </p:contentPart>
        </mc:Choice>
        <mc:Fallback xmlns="">
          <p:pic>
            <p:nvPicPr>
              <p:cNvPr id="18" name="Ink 17">
                <a:extLst>
                  <a:ext uri="{FF2B5EF4-FFF2-40B4-BE49-F238E27FC236}">
                    <a16:creationId xmlns:a16="http://schemas.microsoft.com/office/drawing/2014/main" id="{568BF2A7-B21D-D00D-5DC3-A15BB1DD1D58}"/>
                  </a:ext>
                </a:extLst>
              </p:cNvPr>
              <p:cNvPicPr/>
              <p:nvPr/>
            </p:nvPicPr>
            <p:blipFill>
              <a:blip r:embed="rId19"/>
              <a:stretch>
                <a:fillRect/>
              </a:stretch>
            </p:blipFill>
            <p:spPr>
              <a:xfrm>
                <a:off x="2415651" y="2578924"/>
                <a:ext cx="75960" cy="474480"/>
              </a:xfrm>
              <a:prstGeom prst="rect">
                <a:avLst/>
              </a:prstGeom>
            </p:spPr>
          </p:pic>
        </mc:Fallback>
      </mc:AlternateContent>
      <p:sp>
        <p:nvSpPr>
          <p:cNvPr id="20" name="Oval 19">
            <a:extLst>
              <a:ext uri="{FF2B5EF4-FFF2-40B4-BE49-F238E27FC236}">
                <a16:creationId xmlns:a16="http://schemas.microsoft.com/office/drawing/2014/main" id="{5CB2B3B0-9B77-73A3-747C-FA132C840124}"/>
              </a:ext>
            </a:extLst>
          </p:cNvPr>
          <p:cNvSpPr/>
          <p:nvPr/>
        </p:nvSpPr>
        <p:spPr>
          <a:xfrm>
            <a:off x="2424651" y="2587564"/>
            <a:ext cx="4172092" cy="456840"/>
          </a:xfrm>
          <a:prstGeom prst="ellipse">
            <a:avLst/>
          </a:prstGeom>
          <a:noFill/>
          <a:ln>
            <a:solidFill>
              <a:schemeClr val="accent5">
                <a:lumMod val="50000"/>
              </a:schemeClr>
            </a:solidFill>
          </a:ln>
          <a:effectLst>
            <a:glow rad="101600">
              <a:srgbClr val="FFFF0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8456513B-5877-716D-E844-1E90F704AE3F}"/>
              </a:ext>
            </a:extLst>
          </p:cNvPr>
          <p:cNvGrpSpPr/>
          <p:nvPr/>
        </p:nvGrpSpPr>
        <p:grpSpPr>
          <a:xfrm>
            <a:off x="869" y="3499834"/>
            <a:ext cx="4806720" cy="2938320"/>
            <a:chOff x="869" y="3499834"/>
            <a:chExt cx="4806720" cy="2938320"/>
          </a:xfrm>
        </p:grpSpPr>
        <mc:AlternateContent xmlns:mc="http://schemas.openxmlformats.org/markup-compatibility/2006" xmlns:p14="http://schemas.microsoft.com/office/powerpoint/2010/main">
          <mc:Choice Requires="p14">
            <p:contentPart p14:bwMode="auto" r:id="rId20">
              <p14:nvContentPartPr>
                <p14:cNvPr id="2" name="Ink 1">
                  <a:extLst>
                    <a:ext uri="{FF2B5EF4-FFF2-40B4-BE49-F238E27FC236}">
                      <a16:creationId xmlns:a16="http://schemas.microsoft.com/office/drawing/2014/main" id="{53292F1B-0711-CDB9-61CD-2B2F1F4CA29B}"/>
                    </a:ext>
                  </a:extLst>
                </p14:cNvPr>
                <p14:cNvContentPartPr/>
                <p14:nvPr/>
              </p14:nvContentPartPr>
              <p14:xfrm>
                <a:off x="263669" y="3958474"/>
                <a:ext cx="538200" cy="350640"/>
              </p14:xfrm>
            </p:contentPart>
          </mc:Choice>
          <mc:Fallback xmlns="">
            <p:pic>
              <p:nvPicPr>
                <p:cNvPr id="2" name="Ink 1">
                  <a:extLst>
                    <a:ext uri="{FF2B5EF4-FFF2-40B4-BE49-F238E27FC236}">
                      <a16:creationId xmlns:a16="http://schemas.microsoft.com/office/drawing/2014/main" id="{53292F1B-0711-CDB9-61CD-2B2F1F4CA29B}"/>
                    </a:ext>
                  </a:extLst>
                </p:cNvPr>
                <p:cNvPicPr/>
                <p:nvPr/>
              </p:nvPicPr>
              <p:blipFill>
                <a:blip r:embed="rId21"/>
                <a:stretch>
                  <a:fillRect/>
                </a:stretch>
              </p:blipFill>
              <p:spPr>
                <a:xfrm>
                  <a:off x="257549" y="3952354"/>
                  <a:ext cx="55044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 name="Ink 3">
                  <a:extLst>
                    <a:ext uri="{FF2B5EF4-FFF2-40B4-BE49-F238E27FC236}">
                      <a16:creationId xmlns:a16="http://schemas.microsoft.com/office/drawing/2014/main" id="{EC1D55D1-E270-562A-7BCA-20F37AF15175}"/>
                    </a:ext>
                  </a:extLst>
                </p14:cNvPr>
                <p14:cNvContentPartPr/>
                <p14:nvPr/>
              </p14:nvContentPartPr>
              <p14:xfrm>
                <a:off x="844349" y="3944074"/>
                <a:ext cx="319320" cy="313920"/>
              </p14:xfrm>
            </p:contentPart>
          </mc:Choice>
          <mc:Fallback xmlns="">
            <p:pic>
              <p:nvPicPr>
                <p:cNvPr id="4" name="Ink 3">
                  <a:extLst>
                    <a:ext uri="{FF2B5EF4-FFF2-40B4-BE49-F238E27FC236}">
                      <a16:creationId xmlns:a16="http://schemas.microsoft.com/office/drawing/2014/main" id="{EC1D55D1-E270-562A-7BCA-20F37AF15175}"/>
                    </a:ext>
                  </a:extLst>
                </p:cNvPr>
                <p:cNvPicPr/>
                <p:nvPr/>
              </p:nvPicPr>
              <p:blipFill>
                <a:blip r:embed="rId23"/>
                <a:stretch>
                  <a:fillRect/>
                </a:stretch>
              </p:blipFill>
              <p:spPr>
                <a:xfrm>
                  <a:off x="838229" y="3937954"/>
                  <a:ext cx="33156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7" name="Ink 16">
                  <a:extLst>
                    <a:ext uri="{FF2B5EF4-FFF2-40B4-BE49-F238E27FC236}">
                      <a16:creationId xmlns:a16="http://schemas.microsoft.com/office/drawing/2014/main" id="{53928F85-12FA-92F9-49C5-C05F814B3128}"/>
                    </a:ext>
                  </a:extLst>
                </p14:cNvPr>
                <p14:cNvContentPartPr/>
                <p14:nvPr/>
              </p14:nvContentPartPr>
              <p14:xfrm>
                <a:off x="1275629" y="3780994"/>
                <a:ext cx="236520" cy="516960"/>
              </p14:xfrm>
            </p:contentPart>
          </mc:Choice>
          <mc:Fallback xmlns="">
            <p:pic>
              <p:nvPicPr>
                <p:cNvPr id="17" name="Ink 16">
                  <a:extLst>
                    <a:ext uri="{FF2B5EF4-FFF2-40B4-BE49-F238E27FC236}">
                      <a16:creationId xmlns:a16="http://schemas.microsoft.com/office/drawing/2014/main" id="{53928F85-12FA-92F9-49C5-C05F814B3128}"/>
                    </a:ext>
                  </a:extLst>
                </p:cNvPr>
                <p:cNvPicPr/>
                <p:nvPr/>
              </p:nvPicPr>
              <p:blipFill>
                <a:blip r:embed="rId25"/>
                <a:stretch>
                  <a:fillRect/>
                </a:stretch>
              </p:blipFill>
              <p:spPr>
                <a:xfrm>
                  <a:off x="1269509" y="3774874"/>
                  <a:ext cx="248760" cy="529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8EB9A8F4-EA69-C90E-43B5-520629718570}"/>
                    </a:ext>
                  </a:extLst>
                </p14:cNvPr>
                <p14:cNvContentPartPr/>
                <p14:nvPr/>
              </p14:nvContentPartPr>
              <p14:xfrm>
                <a:off x="1580549" y="3705394"/>
                <a:ext cx="167760" cy="186480"/>
              </p14:xfrm>
            </p:contentPart>
          </mc:Choice>
          <mc:Fallback xmlns="">
            <p:pic>
              <p:nvPicPr>
                <p:cNvPr id="19" name="Ink 18">
                  <a:extLst>
                    <a:ext uri="{FF2B5EF4-FFF2-40B4-BE49-F238E27FC236}">
                      <a16:creationId xmlns:a16="http://schemas.microsoft.com/office/drawing/2014/main" id="{8EB9A8F4-EA69-C90E-43B5-520629718570}"/>
                    </a:ext>
                  </a:extLst>
                </p:cNvPr>
                <p:cNvPicPr/>
                <p:nvPr/>
              </p:nvPicPr>
              <p:blipFill>
                <a:blip r:embed="rId27"/>
                <a:stretch>
                  <a:fillRect/>
                </a:stretch>
              </p:blipFill>
              <p:spPr>
                <a:xfrm>
                  <a:off x="1574429" y="3699274"/>
                  <a:ext cx="18000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1A52225E-B24A-1C19-C595-8100FCCCFD32}"/>
                    </a:ext>
                  </a:extLst>
                </p14:cNvPr>
                <p14:cNvContentPartPr/>
                <p14:nvPr/>
              </p14:nvContentPartPr>
              <p14:xfrm>
                <a:off x="1667669" y="3980074"/>
                <a:ext cx="45360" cy="226800"/>
              </p14:xfrm>
            </p:contentPart>
          </mc:Choice>
          <mc:Fallback xmlns="">
            <p:pic>
              <p:nvPicPr>
                <p:cNvPr id="21" name="Ink 20">
                  <a:extLst>
                    <a:ext uri="{FF2B5EF4-FFF2-40B4-BE49-F238E27FC236}">
                      <a16:creationId xmlns:a16="http://schemas.microsoft.com/office/drawing/2014/main" id="{1A52225E-B24A-1C19-C595-8100FCCCFD32}"/>
                    </a:ext>
                  </a:extLst>
                </p:cNvPr>
                <p:cNvPicPr/>
                <p:nvPr/>
              </p:nvPicPr>
              <p:blipFill>
                <a:blip r:embed="rId29"/>
                <a:stretch>
                  <a:fillRect/>
                </a:stretch>
              </p:blipFill>
              <p:spPr>
                <a:xfrm>
                  <a:off x="1661549" y="3973954"/>
                  <a:ext cx="5760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B597FAB0-BD6F-BD34-70EF-4155D00BC894}"/>
                    </a:ext>
                  </a:extLst>
                </p14:cNvPr>
                <p14:cNvContentPartPr/>
                <p14:nvPr/>
              </p14:nvContentPartPr>
              <p14:xfrm>
                <a:off x="1772069" y="4022194"/>
                <a:ext cx="264600" cy="197640"/>
              </p14:xfrm>
            </p:contentPart>
          </mc:Choice>
          <mc:Fallback xmlns="">
            <p:pic>
              <p:nvPicPr>
                <p:cNvPr id="22" name="Ink 21">
                  <a:extLst>
                    <a:ext uri="{FF2B5EF4-FFF2-40B4-BE49-F238E27FC236}">
                      <a16:creationId xmlns:a16="http://schemas.microsoft.com/office/drawing/2014/main" id="{B597FAB0-BD6F-BD34-70EF-4155D00BC894}"/>
                    </a:ext>
                  </a:extLst>
                </p:cNvPr>
                <p:cNvPicPr/>
                <p:nvPr/>
              </p:nvPicPr>
              <p:blipFill>
                <a:blip r:embed="rId31"/>
                <a:stretch>
                  <a:fillRect/>
                </a:stretch>
              </p:blipFill>
              <p:spPr>
                <a:xfrm>
                  <a:off x="1765949" y="4016074"/>
                  <a:ext cx="27684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3FB7C018-001D-82FA-EB66-BF413475D166}"/>
                    </a:ext>
                  </a:extLst>
                </p14:cNvPr>
                <p14:cNvContentPartPr/>
                <p14:nvPr/>
              </p14:nvContentPartPr>
              <p14:xfrm>
                <a:off x="1799429" y="3947314"/>
                <a:ext cx="193680" cy="102240"/>
              </p14:xfrm>
            </p:contentPart>
          </mc:Choice>
          <mc:Fallback xmlns="">
            <p:pic>
              <p:nvPicPr>
                <p:cNvPr id="23" name="Ink 22">
                  <a:extLst>
                    <a:ext uri="{FF2B5EF4-FFF2-40B4-BE49-F238E27FC236}">
                      <a16:creationId xmlns:a16="http://schemas.microsoft.com/office/drawing/2014/main" id="{3FB7C018-001D-82FA-EB66-BF413475D166}"/>
                    </a:ext>
                  </a:extLst>
                </p:cNvPr>
                <p:cNvPicPr/>
                <p:nvPr/>
              </p:nvPicPr>
              <p:blipFill>
                <a:blip r:embed="rId33"/>
                <a:stretch>
                  <a:fillRect/>
                </a:stretch>
              </p:blipFill>
              <p:spPr>
                <a:xfrm>
                  <a:off x="1793309" y="3941194"/>
                  <a:ext cx="20592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785D6CBB-F25C-CA74-E74D-825DCECFC92A}"/>
                    </a:ext>
                  </a:extLst>
                </p14:cNvPr>
                <p14:cNvContentPartPr/>
                <p14:nvPr/>
              </p14:nvContentPartPr>
              <p14:xfrm>
                <a:off x="2095349" y="3889714"/>
                <a:ext cx="274320" cy="558360"/>
              </p14:xfrm>
            </p:contentPart>
          </mc:Choice>
          <mc:Fallback xmlns="">
            <p:pic>
              <p:nvPicPr>
                <p:cNvPr id="24" name="Ink 23">
                  <a:extLst>
                    <a:ext uri="{FF2B5EF4-FFF2-40B4-BE49-F238E27FC236}">
                      <a16:creationId xmlns:a16="http://schemas.microsoft.com/office/drawing/2014/main" id="{785D6CBB-F25C-CA74-E74D-825DCECFC92A}"/>
                    </a:ext>
                  </a:extLst>
                </p:cNvPr>
                <p:cNvPicPr/>
                <p:nvPr/>
              </p:nvPicPr>
              <p:blipFill>
                <a:blip r:embed="rId35"/>
                <a:stretch>
                  <a:fillRect/>
                </a:stretch>
              </p:blipFill>
              <p:spPr>
                <a:xfrm>
                  <a:off x="2089229" y="3883594"/>
                  <a:ext cx="286560" cy="570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Ink 24">
                  <a:extLst>
                    <a:ext uri="{FF2B5EF4-FFF2-40B4-BE49-F238E27FC236}">
                      <a16:creationId xmlns:a16="http://schemas.microsoft.com/office/drawing/2014/main" id="{3F7791A3-01A6-C8D1-8399-DE91BA5B5627}"/>
                    </a:ext>
                  </a:extLst>
                </p14:cNvPr>
                <p14:cNvContentPartPr/>
                <p14:nvPr/>
              </p14:nvContentPartPr>
              <p14:xfrm>
                <a:off x="2465069" y="3802954"/>
                <a:ext cx="392760" cy="374760"/>
              </p14:xfrm>
            </p:contentPart>
          </mc:Choice>
          <mc:Fallback xmlns="">
            <p:pic>
              <p:nvPicPr>
                <p:cNvPr id="25" name="Ink 24">
                  <a:extLst>
                    <a:ext uri="{FF2B5EF4-FFF2-40B4-BE49-F238E27FC236}">
                      <a16:creationId xmlns:a16="http://schemas.microsoft.com/office/drawing/2014/main" id="{3F7791A3-01A6-C8D1-8399-DE91BA5B5627}"/>
                    </a:ext>
                  </a:extLst>
                </p:cNvPr>
                <p:cNvPicPr/>
                <p:nvPr/>
              </p:nvPicPr>
              <p:blipFill>
                <a:blip r:embed="rId37"/>
                <a:stretch>
                  <a:fillRect/>
                </a:stretch>
              </p:blipFill>
              <p:spPr>
                <a:xfrm>
                  <a:off x="2458949" y="3796834"/>
                  <a:ext cx="405000" cy="387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Ink 25">
                  <a:extLst>
                    <a:ext uri="{FF2B5EF4-FFF2-40B4-BE49-F238E27FC236}">
                      <a16:creationId xmlns:a16="http://schemas.microsoft.com/office/drawing/2014/main" id="{A7658AF2-9B60-AAF3-EE76-87B3B54BE6C9}"/>
                    </a:ext>
                  </a:extLst>
                </p14:cNvPr>
                <p14:cNvContentPartPr/>
                <p14:nvPr/>
              </p14:nvContentPartPr>
              <p14:xfrm>
                <a:off x="2723549" y="3771994"/>
                <a:ext cx="717120" cy="336960"/>
              </p14:xfrm>
            </p:contentPart>
          </mc:Choice>
          <mc:Fallback xmlns="">
            <p:pic>
              <p:nvPicPr>
                <p:cNvPr id="26" name="Ink 25">
                  <a:extLst>
                    <a:ext uri="{FF2B5EF4-FFF2-40B4-BE49-F238E27FC236}">
                      <a16:creationId xmlns:a16="http://schemas.microsoft.com/office/drawing/2014/main" id="{A7658AF2-9B60-AAF3-EE76-87B3B54BE6C9}"/>
                    </a:ext>
                  </a:extLst>
                </p:cNvPr>
                <p:cNvPicPr/>
                <p:nvPr/>
              </p:nvPicPr>
              <p:blipFill>
                <a:blip r:embed="rId39"/>
                <a:stretch>
                  <a:fillRect/>
                </a:stretch>
              </p:blipFill>
              <p:spPr>
                <a:xfrm>
                  <a:off x="2717429" y="3765874"/>
                  <a:ext cx="729360" cy="3492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Ink 26">
                  <a:extLst>
                    <a:ext uri="{FF2B5EF4-FFF2-40B4-BE49-F238E27FC236}">
                      <a16:creationId xmlns:a16="http://schemas.microsoft.com/office/drawing/2014/main" id="{8C360857-F993-D732-F5B6-AAA45A30592D}"/>
                    </a:ext>
                  </a:extLst>
                </p14:cNvPr>
                <p14:cNvContentPartPr/>
                <p14:nvPr/>
              </p14:nvContentPartPr>
              <p14:xfrm>
                <a:off x="3636149" y="3769834"/>
                <a:ext cx="179640" cy="356760"/>
              </p14:xfrm>
            </p:contentPart>
          </mc:Choice>
          <mc:Fallback xmlns="">
            <p:pic>
              <p:nvPicPr>
                <p:cNvPr id="27" name="Ink 26">
                  <a:extLst>
                    <a:ext uri="{FF2B5EF4-FFF2-40B4-BE49-F238E27FC236}">
                      <a16:creationId xmlns:a16="http://schemas.microsoft.com/office/drawing/2014/main" id="{8C360857-F993-D732-F5B6-AAA45A30592D}"/>
                    </a:ext>
                  </a:extLst>
                </p:cNvPr>
                <p:cNvPicPr/>
                <p:nvPr/>
              </p:nvPicPr>
              <p:blipFill>
                <a:blip r:embed="rId41"/>
                <a:stretch>
                  <a:fillRect/>
                </a:stretch>
              </p:blipFill>
              <p:spPr>
                <a:xfrm>
                  <a:off x="3630029" y="3763714"/>
                  <a:ext cx="191880" cy="369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66D84130-72AF-CEFC-BCAC-665A394EE2E2}"/>
                    </a:ext>
                  </a:extLst>
                </p14:cNvPr>
                <p14:cNvContentPartPr/>
                <p14:nvPr/>
              </p14:nvContentPartPr>
              <p14:xfrm>
                <a:off x="3952589" y="3787474"/>
                <a:ext cx="117360" cy="379080"/>
              </p14:xfrm>
            </p:contentPart>
          </mc:Choice>
          <mc:Fallback xmlns="">
            <p:pic>
              <p:nvPicPr>
                <p:cNvPr id="28" name="Ink 27">
                  <a:extLst>
                    <a:ext uri="{FF2B5EF4-FFF2-40B4-BE49-F238E27FC236}">
                      <a16:creationId xmlns:a16="http://schemas.microsoft.com/office/drawing/2014/main" id="{66D84130-72AF-CEFC-BCAC-665A394EE2E2}"/>
                    </a:ext>
                  </a:extLst>
                </p:cNvPr>
                <p:cNvPicPr/>
                <p:nvPr/>
              </p:nvPicPr>
              <p:blipFill>
                <a:blip r:embed="rId43"/>
                <a:stretch>
                  <a:fillRect/>
                </a:stretch>
              </p:blipFill>
              <p:spPr>
                <a:xfrm>
                  <a:off x="3946469" y="3781354"/>
                  <a:ext cx="12960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0" name="Ink 29">
                  <a:extLst>
                    <a:ext uri="{FF2B5EF4-FFF2-40B4-BE49-F238E27FC236}">
                      <a16:creationId xmlns:a16="http://schemas.microsoft.com/office/drawing/2014/main" id="{CDB29313-705F-B288-B388-EB441BC24FF5}"/>
                    </a:ext>
                  </a:extLst>
                </p14:cNvPr>
                <p14:cNvContentPartPr/>
                <p14:nvPr/>
              </p14:nvContentPartPr>
              <p14:xfrm>
                <a:off x="309749" y="4644274"/>
                <a:ext cx="75600" cy="412200"/>
              </p14:xfrm>
            </p:contentPart>
          </mc:Choice>
          <mc:Fallback xmlns="">
            <p:pic>
              <p:nvPicPr>
                <p:cNvPr id="30" name="Ink 29">
                  <a:extLst>
                    <a:ext uri="{FF2B5EF4-FFF2-40B4-BE49-F238E27FC236}">
                      <a16:creationId xmlns:a16="http://schemas.microsoft.com/office/drawing/2014/main" id="{CDB29313-705F-B288-B388-EB441BC24FF5}"/>
                    </a:ext>
                  </a:extLst>
                </p:cNvPr>
                <p:cNvPicPr/>
                <p:nvPr/>
              </p:nvPicPr>
              <p:blipFill>
                <a:blip r:embed="rId45"/>
                <a:stretch>
                  <a:fillRect/>
                </a:stretch>
              </p:blipFill>
              <p:spPr>
                <a:xfrm>
                  <a:off x="303629" y="4638154"/>
                  <a:ext cx="8784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1" name="Ink 30">
                  <a:extLst>
                    <a:ext uri="{FF2B5EF4-FFF2-40B4-BE49-F238E27FC236}">
                      <a16:creationId xmlns:a16="http://schemas.microsoft.com/office/drawing/2014/main" id="{43B3A937-5EF0-EF04-97A1-137533DF73A9}"/>
                    </a:ext>
                  </a:extLst>
                </p14:cNvPr>
                <p14:cNvContentPartPr/>
                <p14:nvPr/>
              </p14:nvContentPartPr>
              <p14:xfrm>
                <a:off x="230549" y="4665514"/>
                <a:ext cx="535680" cy="402840"/>
              </p14:xfrm>
            </p:contentPart>
          </mc:Choice>
          <mc:Fallback xmlns="">
            <p:pic>
              <p:nvPicPr>
                <p:cNvPr id="31" name="Ink 30">
                  <a:extLst>
                    <a:ext uri="{FF2B5EF4-FFF2-40B4-BE49-F238E27FC236}">
                      <a16:creationId xmlns:a16="http://schemas.microsoft.com/office/drawing/2014/main" id="{43B3A937-5EF0-EF04-97A1-137533DF73A9}"/>
                    </a:ext>
                  </a:extLst>
                </p:cNvPr>
                <p:cNvPicPr/>
                <p:nvPr/>
              </p:nvPicPr>
              <p:blipFill>
                <a:blip r:embed="rId47"/>
                <a:stretch>
                  <a:fillRect/>
                </a:stretch>
              </p:blipFill>
              <p:spPr>
                <a:xfrm>
                  <a:off x="224429" y="4659394"/>
                  <a:ext cx="54792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2" name="Ink 31">
                  <a:extLst>
                    <a:ext uri="{FF2B5EF4-FFF2-40B4-BE49-F238E27FC236}">
                      <a16:creationId xmlns:a16="http://schemas.microsoft.com/office/drawing/2014/main" id="{77F5F933-2002-8434-0044-76CD7B14B8D6}"/>
                    </a:ext>
                  </a:extLst>
                </p14:cNvPr>
                <p14:cNvContentPartPr/>
                <p14:nvPr/>
              </p14:nvContentPartPr>
              <p14:xfrm>
                <a:off x="769109" y="4498834"/>
                <a:ext cx="153720" cy="204120"/>
              </p14:xfrm>
            </p:contentPart>
          </mc:Choice>
          <mc:Fallback xmlns="">
            <p:pic>
              <p:nvPicPr>
                <p:cNvPr id="32" name="Ink 31">
                  <a:extLst>
                    <a:ext uri="{FF2B5EF4-FFF2-40B4-BE49-F238E27FC236}">
                      <a16:creationId xmlns:a16="http://schemas.microsoft.com/office/drawing/2014/main" id="{77F5F933-2002-8434-0044-76CD7B14B8D6}"/>
                    </a:ext>
                  </a:extLst>
                </p:cNvPr>
                <p:cNvPicPr/>
                <p:nvPr/>
              </p:nvPicPr>
              <p:blipFill>
                <a:blip r:embed="rId49"/>
                <a:stretch>
                  <a:fillRect/>
                </a:stretch>
              </p:blipFill>
              <p:spPr>
                <a:xfrm>
                  <a:off x="762989" y="4492714"/>
                  <a:ext cx="16596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3" name="Ink 32">
                  <a:extLst>
                    <a:ext uri="{FF2B5EF4-FFF2-40B4-BE49-F238E27FC236}">
                      <a16:creationId xmlns:a16="http://schemas.microsoft.com/office/drawing/2014/main" id="{92651403-EB10-61B4-5042-E99BA8778EBE}"/>
                    </a:ext>
                  </a:extLst>
                </p14:cNvPr>
                <p14:cNvContentPartPr/>
                <p14:nvPr/>
              </p14:nvContentPartPr>
              <p14:xfrm>
                <a:off x="865589" y="4768474"/>
                <a:ext cx="102600" cy="208080"/>
              </p14:xfrm>
            </p:contentPart>
          </mc:Choice>
          <mc:Fallback xmlns="">
            <p:pic>
              <p:nvPicPr>
                <p:cNvPr id="33" name="Ink 32">
                  <a:extLst>
                    <a:ext uri="{FF2B5EF4-FFF2-40B4-BE49-F238E27FC236}">
                      <a16:creationId xmlns:a16="http://schemas.microsoft.com/office/drawing/2014/main" id="{92651403-EB10-61B4-5042-E99BA8778EBE}"/>
                    </a:ext>
                  </a:extLst>
                </p:cNvPr>
                <p:cNvPicPr/>
                <p:nvPr/>
              </p:nvPicPr>
              <p:blipFill>
                <a:blip r:embed="rId51"/>
                <a:stretch>
                  <a:fillRect/>
                </a:stretch>
              </p:blipFill>
              <p:spPr>
                <a:xfrm>
                  <a:off x="859469" y="4762354"/>
                  <a:ext cx="11484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BEFABB8D-0253-D368-9E52-F003A76C60B4}"/>
                    </a:ext>
                  </a:extLst>
                </p14:cNvPr>
                <p14:cNvContentPartPr/>
                <p14:nvPr/>
              </p14:nvContentPartPr>
              <p14:xfrm>
                <a:off x="978629" y="4721674"/>
                <a:ext cx="246600" cy="279720"/>
              </p14:xfrm>
            </p:contentPart>
          </mc:Choice>
          <mc:Fallback xmlns="">
            <p:pic>
              <p:nvPicPr>
                <p:cNvPr id="34" name="Ink 33">
                  <a:extLst>
                    <a:ext uri="{FF2B5EF4-FFF2-40B4-BE49-F238E27FC236}">
                      <a16:creationId xmlns:a16="http://schemas.microsoft.com/office/drawing/2014/main" id="{BEFABB8D-0253-D368-9E52-F003A76C60B4}"/>
                    </a:ext>
                  </a:extLst>
                </p:cNvPr>
                <p:cNvPicPr/>
                <p:nvPr/>
              </p:nvPicPr>
              <p:blipFill>
                <a:blip r:embed="rId53"/>
                <a:stretch>
                  <a:fillRect/>
                </a:stretch>
              </p:blipFill>
              <p:spPr>
                <a:xfrm>
                  <a:off x="972509" y="4715554"/>
                  <a:ext cx="258840" cy="2919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F1F15352-ABED-3509-5EE4-1EDE6EB6270E}"/>
                    </a:ext>
                  </a:extLst>
                </p14:cNvPr>
                <p14:cNvContentPartPr/>
                <p14:nvPr/>
              </p14:nvContentPartPr>
              <p14:xfrm>
                <a:off x="1584509" y="4576954"/>
                <a:ext cx="326520" cy="457560"/>
              </p14:xfrm>
            </p:contentPart>
          </mc:Choice>
          <mc:Fallback xmlns="">
            <p:pic>
              <p:nvPicPr>
                <p:cNvPr id="36" name="Ink 35">
                  <a:extLst>
                    <a:ext uri="{FF2B5EF4-FFF2-40B4-BE49-F238E27FC236}">
                      <a16:creationId xmlns:a16="http://schemas.microsoft.com/office/drawing/2014/main" id="{F1F15352-ABED-3509-5EE4-1EDE6EB6270E}"/>
                    </a:ext>
                  </a:extLst>
                </p:cNvPr>
                <p:cNvPicPr/>
                <p:nvPr/>
              </p:nvPicPr>
              <p:blipFill>
                <a:blip r:embed="rId55"/>
                <a:stretch>
                  <a:fillRect/>
                </a:stretch>
              </p:blipFill>
              <p:spPr>
                <a:xfrm>
                  <a:off x="1578389" y="4570834"/>
                  <a:ext cx="338760" cy="4698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7" name="Ink 36">
                  <a:extLst>
                    <a:ext uri="{FF2B5EF4-FFF2-40B4-BE49-F238E27FC236}">
                      <a16:creationId xmlns:a16="http://schemas.microsoft.com/office/drawing/2014/main" id="{16DEACC0-BF94-5B2C-7AD4-CFEDB308E0F8}"/>
                    </a:ext>
                  </a:extLst>
                </p14:cNvPr>
                <p14:cNvContentPartPr/>
                <p14:nvPr/>
              </p14:nvContentPartPr>
              <p14:xfrm>
                <a:off x="1968269" y="4698634"/>
                <a:ext cx="248400" cy="304560"/>
              </p14:xfrm>
            </p:contentPart>
          </mc:Choice>
          <mc:Fallback xmlns="">
            <p:pic>
              <p:nvPicPr>
                <p:cNvPr id="37" name="Ink 36">
                  <a:extLst>
                    <a:ext uri="{FF2B5EF4-FFF2-40B4-BE49-F238E27FC236}">
                      <a16:creationId xmlns:a16="http://schemas.microsoft.com/office/drawing/2014/main" id="{16DEACC0-BF94-5B2C-7AD4-CFEDB308E0F8}"/>
                    </a:ext>
                  </a:extLst>
                </p:cNvPr>
                <p:cNvPicPr/>
                <p:nvPr/>
              </p:nvPicPr>
              <p:blipFill>
                <a:blip r:embed="rId57"/>
                <a:stretch>
                  <a:fillRect/>
                </a:stretch>
              </p:blipFill>
              <p:spPr>
                <a:xfrm>
                  <a:off x="1962149" y="4692514"/>
                  <a:ext cx="26064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8" name="Ink 37">
                  <a:extLst>
                    <a:ext uri="{FF2B5EF4-FFF2-40B4-BE49-F238E27FC236}">
                      <a16:creationId xmlns:a16="http://schemas.microsoft.com/office/drawing/2014/main" id="{ADDC3948-C646-35AF-1BCB-E40021913632}"/>
                    </a:ext>
                  </a:extLst>
                </p14:cNvPr>
                <p14:cNvContentPartPr/>
                <p14:nvPr/>
              </p14:nvContentPartPr>
              <p14:xfrm>
                <a:off x="2251949" y="4694674"/>
                <a:ext cx="248040" cy="285120"/>
              </p14:xfrm>
            </p:contentPart>
          </mc:Choice>
          <mc:Fallback xmlns="">
            <p:pic>
              <p:nvPicPr>
                <p:cNvPr id="38" name="Ink 37">
                  <a:extLst>
                    <a:ext uri="{FF2B5EF4-FFF2-40B4-BE49-F238E27FC236}">
                      <a16:creationId xmlns:a16="http://schemas.microsoft.com/office/drawing/2014/main" id="{ADDC3948-C646-35AF-1BCB-E40021913632}"/>
                    </a:ext>
                  </a:extLst>
                </p:cNvPr>
                <p:cNvPicPr/>
                <p:nvPr/>
              </p:nvPicPr>
              <p:blipFill>
                <a:blip r:embed="rId59"/>
                <a:stretch>
                  <a:fillRect/>
                </a:stretch>
              </p:blipFill>
              <p:spPr>
                <a:xfrm>
                  <a:off x="2245829" y="4688554"/>
                  <a:ext cx="26028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B061DA40-1FDC-6037-AA4C-654A9F6ACBB7}"/>
                    </a:ext>
                  </a:extLst>
                </p14:cNvPr>
                <p14:cNvContentPartPr/>
                <p14:nvPr/>
              </p14:nvContentPartPr>
              <p14:xfrm>
                <a:off x="2558309" y="4567954"/>
                <a:ext cx="64080" cy="483840"/>
              </p14:xfrm>
            </p:contentPart>
          </mc:Choice>
          <mc:Fallback xmlns="">
            <p:pic>
              <p:nvPicPr>
                <p:cNvPr id="39" name="Ink 38">
                  <a:extLst>
                    <a:ext uri="{FF2B5EF4-FFF2-40B4-BE49-F238E27FC236}">
                      <a16:creationId xmlns:a16="http://schemas.microsoft.com/office/drawing/2014/main" id="{B061DA40-1FDC-6037-AA4C-654A9F6ACBB7}"/>
                    </a:ext>
                  </a:extLst>
                </p:cNvPr>
                <p:cNvPicPr/>
                <p:nvPr/>
              </p:nvPicPr>
              <p:blipFill>
                <a:blip r:embed="rId61"/>
                <a:stretch>
                  <a:fillRect/>
                </a:stretch>
              </p:blipFill>
              <p:spPr>
                <a:xfrm>
                  <a:off x="2552189" y="4561834"/>
                  <a:ext cx="76320" cy="4960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78CB5CE3-AEF9-F1A6-FC0E-95BCBE67922D}"/>
                    </a:ext>
                  </a:extLst>
                </p14:cNvPr>
                <p14:cNvContentPartPr/>
                <p14:nvPr/>
              </p14:nvContentPartPr>
              <p14:xfrm>
                <a:off x="2609069" y="4574434"/>
                <a:ext cx="257760" cy="235440"/>
              </p14:xfrm>
            </p:contentPart>
          </mc:Choice>
          <mc:Fallback xmlns="">
            <p:pic>
              <p:nvPicPr>
                <p:cNvPr id="40" name="Ink 39">
                  <a:extLst>
                    <a:ext uri="{FF2B5EF4-FFF2-40B4-BE49-F238E27FC236}">
                      <a16:creationId xmlns:a16="http://schemas.microsoft.com/office/drawing/2014/main" id="{78CB5CE3-AEF9-F1A6-FC0E-95BCBE67922D}"/>
                    </a:ext>
                  </a:extLst>
                </p:cNvPr>
                <p:cNvPicPr/>
                <p:nvPr/>
              </p:nvPicPr>
              <p:blipFill>
                <a:blip r:embed="rId63"/>
                <a:stretch>
                  <a:fillRect/>
                </a:stretch>
              </p:blipFill>
              <p:spPr>
                <a:xfrm>
                  <a:off x="2602949" y="4568314"/>
                  <a:ext cx="27000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1" name="Ink 40">
                  <a:extLst>
                    <a:ext uri="{FF2B5EF4-FFF2-40B4-BE49-F238E27FC236}">
                      <a16:creationId xmlns:a16="http://schemas.microsoft.com/office/drawing/2014/main" id="{7B0153FB-2E29-675D-1631-6F9CEE98D585}"/>
                    </a:ext>
                  </a:extLst>
                </p14:cNvPr>
                <p14:cNvContentPartPr/>
                <p14:nvPr/>
              </p14:nvContentPartPr>
              <p14:xfrm>
                <a:off x="2645429" y="4695394"/>
                <a:ext cx="174960" cy="262080"/>
              </p14:xfrm>
            </p:contentPart>
          </mc:Choice>
          <mc:Fallback xmlns="">
            <p:pic>
              <p:nvPicPr>
                <p:cNvPr id="41" name="Ink 40">
                  <a:extLst>
                    <a:ext uri="{FF2B5EF4-FFF2-40B4-BE49-F238E27FC236}">
                      <a16:creationId xmlns:a16="http://schemas.microsoft.com/office/drawing/2014/main" id="{7B0153FB-2E29-675D-1631-6F9CEE98D585}"/>
                    </a:ext>
                  </a:extLst>
                </p:cNvPr>
                <p:cNvPicPr/>
                <p:nvPr/>
              </p:nvPicPr>
              <p:blipFill>
                <a:blip r:embed="rId65"/>
                <a:stretch>
                  <a:fillRect/>
                </a:stretch>
              </p:blipFill>
              <p:spPr>
                <a:xfrm>
                  <a:off x="2639309" y="4689274"/>
                  <a:ext cx="18720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2" name="Ink 41">
                  <a:extLst>
                    <a:ext uri="{FF2B5EF4-FFF2-40B4-BE49-F238E27FC236}">
                      <a16:creationId xmlns:a16="http://schemas.microsoft.com/office/drawing/2014/main" id="{DD806C67-3106-1B82-B705-80191A722042}"/>
                    </a:ext>
                  </a:extLst>
                </p14:cNvPr>
                <p14:cNvContentPartPr/>
                <p14:nvPr/>
              </p14:nvContentPartPr>
              <p14:xfrm>
                <a:off x="3073109" y="4459954"/>
                <a:ext cx="1353240" cy="530280"/>
              </p14:xfrm>
            </p:contentPart>
          </mc:Choice>
          <mc:Fallback xmlns="">
            <p:pic>
              <p:nvPicPr>
                <p:cNvPr id="42" name="Ink 41">
                  <a:extLst>
                    <a:ext uri="{FF2B5EF4-FFF2-40B4-BE49-F238E27FC236}">
                      <a16:creationId xmlns:a16="http://schemas.microsoft.com/office/drawing/2014/main" id="{DD806C67-3106-1B82-B705-80191A722042}"/>
                    </a:ext>
                  </a:extLst>
                </p:cNvPr>
                <p:cNvPicPr/>
                <p:nvPr/>
              </p:nvPicPr>
              <p:blipFill>
                <a:blip r:embed="rId67"/>
                <a:stretch>
                  <a:fillRect/>
                </a:stretch>
              </p:blipFill>
              <p:spPr>
                <a:xfrm>
                  <a:off x="3066989" y="4453834"/>
                  <a:ext cx="1365480" cy="5425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3" name="Ink 42">
                  <a:extLst>
                    <a:ext uri="{FF2B5EF4-FFF2-40B4-BE49-F238E27FC236}">
                      <a16:creationId xmlns:a16="http://schemas.microsoft.com/office/drawing/2014/main" id="{6ADB7388-C4EF-4FC1-D39F-58B2468FDBE6}"/>
                    </a:ext>
                  </a:extLst>
                </p14:cNvPr>
                <p14:cNvContentPartPr/>
                <p14:nvPr/>
              </p14:nvContentPartPr>
              <p14:xfrm>
                <a:off x="201029" y="5401714"/>
                <a:ext cx="478080" cy="294120"/>
              </p14:xfrm>
            </p:contentPart>
          </mc:Choice>
          <mc:Fallback xmlns="">
            <p:pic>
              <p:nvPicPr>
                <p:cNvPr id="43" name="Ink 42">
                  <a:extLst>
                    <a:ext uri="{FF2B5EF4-FFF2-40B4-BE49-F238E27FC236}">
                      <a16:creationId xmlns:a16="http://schemas.microsoft.com/office/drawing/2014/main" id="{6ADB7388-C4EF-4FC1-D39F-58B2468FDBE6}"/>
                    </a:ext>
                  </a:extLst>
                </p:cNvPr>
                <p:cNvPicPr/>
                <p:nvPr/>
              </p:nvPicPr>
              <p:blipFill>
                <a:blip r:embed="rId69"/>
                <a:stretch>
                  <a:fillRect/>
                </a:stretch>
              </p:blipFill>
              <p:spPr>
                <a:xfrm>
                  <a:off x="194909" y="5395594"/>
                  <a:ext cx="49032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8A43F8E8-8E91-D34B-456E-F763A0D743AD}"/>
                    </a:ext>
                  </a:extLst>
                </p14:cNvPr>
                <p14:cNvContentPartPr/>
                <p14:nvPr/>
              </p14:nvContentPartPr>
              <p14:xfrm>
                <a:off x="1189949" y="5264554"/>
                <a:ext cx="38520" cy="402840"/>
              </p14:xfrm>
            </p:contentPart>
          </mc:Choice>
          <mc:Fallback xmlns="">
            <p:pic>
              <p:nvPicPr>
                <p:cNvPr id="45" name="Ink 44">
                  <a:extLst>
                    <a:ext uri="{FF2B5EF4-FFF2-40B4-BE49-F238E27FC236}">
                      <a16:creationId xmlns:a16="http://schemas.microsoft.com/office/drawing/2014/main" id="{8A43F8E8-8E91-D34B-456E-F763A0D743AD}"/>
                    </a:ext>
                  </a:extLst>
                </p:cNvPr>
                <p:cNvPicPr/>
                <p:nvPr/>
              </p:nvPicPr>
              <p:blipFill>
                <a:blip r:embed="rId71"/>
                <a:stretch>
                  <a:fillRect/>
                </a:stretch>
              </p:blipFill>
              <p:spPr>
                <a:xfrm>
                  <a:off x="1183829" y="5258434"/>
                  <a:ext cx="50760" cy="4150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2737DA49-A398-B0D1-5992-D6AE94982417}"/>
                    </a:ext>
                  </a:extLst>
                </p14:cNvPr>
                <p14:cNvContentPartPr/>
                <p14:nvPr/>
              </p14:nvContentPartPr>
              <p14:xfrm>
                <a:off x="1078349" y="5341954"/>
                <a:ext cx="452520" cy="250920"/>
              </p14:xfrm>
            </p:contentPart>
          </mc:Choice>
          <mc:Fallback xmlns="">
            <p:pic>
              <p:nvPicPr>
                <p:cNvPr id="46" name="Ink 45">
                  <a:extLst>
                    <a:ext uri="{FF2B5EF4-FFF2-40B4-BE49-F238E27FC236}">
                      <a16:creationId xmlns:a16="http://schemas.microsoft.com/office/drawing/2014/main" id="{2737DA49-A398-B0D1-5992-D6AE94982417}"/>
                    </a:ext>
                  </a:extLst>
                </p:cNvPr>
                <p:cNvPicPr/>
                <p:nvPr/>
              </p:nvPicPr>
              <p:blipFill>
                <a:blip r:embed="rId73"/>
                <a:stretch>
                  <a:fillRect/>
                </a:stretch>
              </p:blipFill>
              <p:spPr>
                <a:xfrm>
                  <a:off x="1072229" y="5335834"/>
                  <a:ext cx="46476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F5674916-77A0-0B70-FA39-F2C4C892AC30}"/>
                    </a:ext>
                  </a:extLst>
                </p14:cNvPr>
                <p14:cNvContentPartPr/>
                <p14:nvPr/>
              </p14:nvContentPartPr>
              <p14:xfrm>
                <a:off x="1913189" y="5324314"/>
                <a:ext cx="252720" cy="298440"/>
              </p14:xfrm>
            </p:contentPart>
          </mc:Choice>
          <mc:Fallback xmlns="">
            <p:pic>
              <p:nvPicPr>
                <p:cNvPr id="48" name="Ink 47">
                  <a:extLst>
                    <a:ext uri="{FF2B5EF4-FFF2-40B4-BE49-F238E27FC236}">
                      <a16:creationId xmlns:a16="http://schemas.microsoft.com/office/drawing/2014/main" id="{F5674916-77A0-0B70-FA39-F2C4C892AC30}"/>
                    </a:ext>
                  </a:extLst>
                </p:cNvPr>
                <p:cNvPicPr/>
                <p:nvPr/>
              </p:nvPicPr>
              <p:blipFill>
                <a:blip r:embed="rId75"/>
                <a:stretch>
                  <a:fillRect/>
                </a:stretch>
              </p:blipFill>
              <p:spPr>
                <a:xfrm>
                  <a:off x="1907069" y="5318194"/>
                  <a:ext cx="26496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449A3F82-7EC7-B2B2-2BF8-A82F2D23CF57}"/>
                    </a:ext>
                  </a:extLst>
                </p14:cNvPr>
                <p14:cNvContentPartPr/>
                <p14:nvPr/>
              </p14:nvContentPartPr>
              <p14:xfrm>
                <a:off x="2294429" y="5377594"/>
                <a:ext cx="261000" cy="201600"/>
              </p14:xfrm>
            </p:contentPart>
          </mc:Choice>
          <mc:Fallback xmlns="">
            <p:pic>
              <p:nvPicPr>
                <p:cNvPr id="49" name="Ink 48">
                  <a:extLst>
                    <a:ext uri="{FF2B5EF4-FFF2-40B4-BE49-F238E27FC236}">
                      <a16:creationId xmlns:a16="http://schemas.microsoft.com/office/drawing/2014/main" id="{449A3F82-7EC7-B2B2-2BF8-A82F2D23CF57}"/>
                    </a:ext>
                  </a:extLst>
                </p:cNvPr>
                <p:cNvPicPr/>
                <p:nvPr/>
              </p:nvPicPr>
              <p:blipFill>
                <a:blip r:embed="rId77"/>
                <a:stretch>
                  <a:fillRect/>
                </a:stretch>
              </p:blipFill>
              <p:spPr>
                <a:xfrm>
                  <a:off x="2288309" y="5371474"/>
                  <a:ext cx="27324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87CBAAED-D31B-002A-43A9-8B66230396BA}"/>
                    </a:ext>
                  </a:extLst>
                </p14:cNvPr>
                <p14:cNvContentPartPr/>
                <p14:nvPr/>
              </p14:nvContentPartPr>
              <p14:xfrm>
                <a:off x="2359949" y="5296234"/>
                <a:ext cx="167760" cy="60120"/>
              </p14:xfrm>
            </p:contentPart>
          </mc:Choice>
          <mc:Fallback xmlns="">
            <p:pic>
              <p:nvPicPr>
                <p:cNvPr id="50" name="Ink 49">
                  <a:extLst>
                    <a:ext uri="{FF2B5EF4-FFF2-40B4-BE49-F238E27FC236}">
                      <a16:creationId xmlns:a16="http://schemas.microsoft.com/office/drawing/2014/main" id="{87CBAAED-D31B-002A-43A9-8B66230396BA}"/>
                    </a:ext>
                  </a:extLst>
                </p:cNvPr>
                <p:cNvPicPr/>
                <p:nvPr/>
              </p:nvPicPr>
              <p:blipFill>
                <a:blip r:embed="rId79"/>
                <a:stretch>
                  <a:fillRect/>
                </a:stretch>
              </p:blipFill>
              <p:spPr>
                <a:xfrm>
                  <a:off x="2353829" y="5290114"/>
                  <a:ext cx="18000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00E84BDF-500E-7F92-FEA5-14CF4B1AA63A}"/>
                    </a:ext>
                  </a:extLst>
                </p14:cNvPr>
                <p14:cNvContentPartPr/>
                <p14:nvPr/>
              </p14:nvContentPartPr>
              <p14:xfrm>
                <a:off x="2598989" y="5282914"/>
                <a:ext cx="274320" cy="311760"/>
              </p14:xfrm>
            </p:contentPart>
          </mc:Choice>
          <mc:Fallback xmlns="">
            <p:pic>
              <p:nvPicPr>
                <p:cNvPr id="51" name="Ink 50">
                  <a:extLst>
                    <a:ext uri="{FF2B5EF4-FFF2-40B4-BE49-F238E27FC236}">
                      <a16:creationId xmlns:a16="http://schemas.microsoft.com/office/drawing/2014/main" id="{00E84BDF-500E-7F92-FEA5-14CF4B1AA63A}"/>
                    </a:ext>
                  </a:extLst>
                </p:cNvPr>
                <p:cNvPicPr/>
                <p:nvPr/>
              </p:nvPicPr>
              <p:blipFill>
                <a:blip r:embed="rId81"/>
                <a:stretch>
                  <a:fillRect/>
                </a:stretch>
              </p:blipFill>
              <p:spPr>
                <a:xfrm>
                  <a:off x="2592869" y="5276794"/>
                  <a:ext cx="286560" cy="324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DF2A6A5C-2A30-0471-60D8-F114D9065637}"/>
                    </a:ext>
                  </a:extLst>
                </p14:cNvPr>
                <p14:cNvContentPartPr/>
                <p14:nvPr/>
              </p14:nvContentPartPr>
              <p14:xfrm>
                <a:off x="408029" y="5815714"/>
                <a:ext cx="325800" cy="413640"/>
              </p14:xfrm>
            </p:contentPart>
          </mc:Choice>
          <mc:Fallback xmlns="">
            <p:pic>
              <p:nvPicPr>
                <p:cNvPr id="53" name="Ink 52">
                  <a:extLst>
                    <a:ext uri="{FF2B5EF4-FFF2-40B4-BE49-F238E27FC236}">
                      <a16:creationId xmlns:a16="http://schemas.microsoft.com/office/drawing/2014/main" id="{DF2A6A5C-2A30-0471-60D8-F114D9065637}"/>
                    </a:ext>
                  </a:extLst>
                </p:cNvPr>
                <p:cNvPicPr/>
                <p:nvPr/>
              </p:nvPicPr>
              <p:blipFill>
                <a:blip r:embed="rId83"/>
                <a:stretch>
                  <a:fillRect/>
                </a:stretch>
              </p:blipFill>
              <p:spPr>
                <a:xfrm>
                  <a:off x="401909" y="5809594"/>
                  <a:ext cx="338040" cy="425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4" name="Ink 53">
                  <a:extLst>
                    <a:ext uri="{FF2B5EF4-FFF2-40B4-BE49-F238E27FC236}">
                      <a16:creationId xmlns:a16="http://schemas.microsoft.com/office/drawing/2014/main" id="{6CB905E5-3304-4793-1768-4FEB786976BD}"/>
                    </a:ext>
                  </a:extLst>
                </p14:cNvPr>
                <p14:cNvContentPartPr/>
                <p14:nvPr/>
              </p14:nvContentPartPr>
              <p14:xfrm>
                <a:off x="724469" y="5654434"/>
                <a:ext cx="158040" cy="174600"/>
              </p14:xfrm>
            </p:contentPart>
          </mc:Choice>
          <mc:Fallback xmlns="">
            <p:pic>
              <p:nvPicPr>
                <p:cNvPr id="54" name="Ink 53">
                  <a:extLst>
                    <a:ext uri="{FF2B5EF4-FFF2-40B4-BE49-F238E27FC236}">
                      <a16:creationId xmlns:a16="http://schemas.microsoft.com/office/drawing/2014/main" id="{6CB905E5-3304-4793-1768-4FEB786976BD}"/>
                    </a:ext>
                  </a:extLst>
                </p:cNvPr>
                <p:cNvPicPr/>
                <p:nvPr/>
              </p:nvPicPr>
              <p:blipFill>
                <a:blip r:embed="rId85"/>
                <a:stretch>
                  <a:fillRect/>
                </a:stretch>
              </p:blipFill>
              <p:spPr>
                <a:xfrm>
                  <a:off x="718349" y="5648314"/>
                  <a:ext cx="17028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5" name="Ink 54">
                  <a:extLst>
                    <a:ext uri="{FF2B5EF4-FFF2-40B4-BE49-F238E27FC236}">
                      <a16:creationId xmlns:a16="http://schemas.microsoft.com/office/drawing/2014/main" id="{5FA0B4D7-4B6E-F88F-584B-5BD6DB9D5665}"/>
                    </a:ext>
                  </a:extLst>
                </p14:cNvPr>
                <p14:cNvContentPartPr/>
                <p14:nvPr/>
              </p14:nvContentPartPr>
              <p14:xfrm>
                <a:off x="729149" y="5905714"/>
                <a:ext cx="466200" cy="239040"/>
              </p14:xfrm>
            </p:contentPart>
          </mc:Choice>
          <mc:Fallback xmlns="">
            <p:pic>
              <p:nvPicPr>
                <p:cNvPr id="55" name="Ink 54">
                  <a:extLst>
                    <a:ext uri="{FF2B5EF4-FFF2-40B4-BE49-F238E27FC236}">
                      <a16:creationId xmlns:a16="http://schemas.microsoft.com/office/drawing/2014/main" id="{5FA0B4D7-4B6E-F88F-584B-5BD6DB9D5665}"/>
                    </a:ext>
                  </a:extLst>
                </p:cNvPr>
                <p:cNvPicPr/>
                <p:nvPr/>
              </p:nvPicPr>
              <p:blipFill>
                <a:blip r:embed="rId87"/>
                <a:stretch>
                  <a:fillRect/>
                </a:stretch>
              </p:blipFill>
              <p:spPr>
                <a:xfrm>
                  <a:off x="723029" y="5899594"/>
                  <a:ext cx="47844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6" name="Ink 55">
                  <a:extLst>
                    <a:ext uri="{FF2B5EF4-FFF2-40B4-BE49-F238E27FC236}">
                      <a16:creationId xmlns:a16="http://schemas.microsoft.com/office/drawing/2014/main" id="{21E445D7-61DC-8F48-3F4D-BF27B1CA4416}"/>
                    </a:ext>
                  </a:extLst>
                </p14:cNvPr>
                <p14:cNvContentPartPr/>
                <p14:nvPr/>
              </p14:nvContentPartPr>
              <p14:xfrm>
                <a:off x="1300109" y="5876554"/>
                <a:ext cx="202680" cy="389880"/>
              </p14:xfrm>
            </p:contentPart>
          </mc:Choice>
          <mc:Fallback xmlns="">
            <p:pic>
              <p:nvPicPr>
                <p:cNvPr id="56" name="Ink 55">
                  <a:extLst>
                    <a:ext uri="{FF2B5EF4-FFF2-40B4-BE49-F238E27FC236}">
                      <a16:creationId xmlns:a16="http://schemas.microsoft.com/office/drawing/2014/main" id="{21E445D7-61DC-8F48-3F4D-BF27B1CA4416}"/>
                    </a:ext>
                  </a:extLst>
                </p:cNvPr>
                <p:cNvPicPr/>
                <p:nvPr/>
              </p:nvPicPr>
              <p:blipFill>
                <a:blip r:embed="rId89"/>
                <a:stretch>
                  <a:fillRect/>
                </a:stretch>
              </p:blipFill>
              <p:spPr>
                <a:xfrm>
                  <a:off x="1293989" y="5870434"/>
                  <a:ext cx="214920" cy="402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7" name="Ink 56">
                  <a:extLst>
                    <a:ext uri="{FF2B5EF4-FFF2-40B4-BE49-F238E27FC236}">
                      <a16:creationId xmlns:a16="http://schemas.microsoft.com/office/drawing/2014/main" id="{A7C4CC26-B9D2-4C8E-8BE0-B416F0EFB26D}"/>
                    </a:ext>
                  </a:extLst>
                </p14:cNvPr>
                <p14:cNvContentPartPr/>
                <p14:nvPr/>
              </p14:nvContentPartPr>
              <p14:xfrm>
                <a:off x="1565789" y="5721394"/>
                <a:ext cx="442440" cy="397080"/>
              </p14:xfrm>
            </p:contentPart>
          </mc:Choice>
          <mc:Fallback xmlns="">
            <p:pic>
              <p:nvPicPr>
                <p:cNvPr id="57" name="Ink 56">
                  <a:extLst>
                    <a:ext uri="{FF2B5EF4-FFF2-40B4-BE49-F238E27FC236}">
                      <a16:creationId xmlns:a16="http://schemas.microsoft.com/office/drawing/2014/main" id="{A7C4CC26-B9D2-4C8E-8BE0-B416F0EFB26D}"/>
                    </a:ext>
                  </a:extLst>
                </p:cNvPr>
                <p:cNvPicPr/>
                <p:nvPr/>
              </p:nvPicPr>
              <p:blipFill>
                <a:blip r:embed="rId91"/>
                <a:stretch>
                  <a:fillRect/>
                </a:stretch>
              </p:blipFill>
              <p:spPr>
                <a:xfrm>
                  <a:off x="1559669" y="5715274"/>
                  <a:ext cx="45468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8" name="Ink 57">
                  <a:extLst>
                    <a:ext uri="{FF2B5EF4-FFF2-40B4-BE49-F238E27FC236}">
                      <a16:creationId xmlns:a16="http://schemas.microsoft.com/office/drawing/2014/main" id="{2D214170-07D8-A40B-A449-F23D3CCC7686}"/>
                    </a:ext>
                  </a:extLst>
                </p14:cNvPr>
                <p14:cNvContentPartPr/>
                <p14:nvPr/>
              </p14:nvContentPartPr>
              <p14:xfrm>
                <a:off x="1883309" y="5752714"/>
                <a:ext cx="611640" cy="298800"/>
              </p14:xfrm>
            </p:contentPart>
          </mc:Choice>
          <mc:Fallback xmlns="">
            <p:pic>
              <p:nvPicPr>
                <p:cNvPr id="58" name="Ink 57">
                  <a:extLst>
                    <a:ext uri="{FF2B5EF4-FFF2-40B4-BE49-F238E27FC236}">
                      <a16:creationId xmlns:a16="http://schemas.microsoft.com/office/drawing/2014/main" id="{2D214170-07D8-A40B-A449-F23D3CCC7686}"/>
                    </a:ext>
                  </a:extLst>
                </p:cNvPr>
                <p:cNvPicPr/>
                <p:nvPr/>
              </p:nvPicPr>
              <p:blipFill>
                <a:blip r:embed="rId93"/>
                <a:stretch>
                  <a:fillRect/>
                </a:stretch>
              </p:blipFill>
              <p:spPr>
                <a:xfrm>
                  <a:off x="1877189" y="5746594"/>
                  <a:ext cx="623880" cy="31104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9" name="Ink 58">
                  <a:extLst>
                    <a:ext uri="{FF2B5EF4-FFF2-40B4-BE49-F238E27FC236}">
                      <a16:creationId xmlns:a16="http://schemas.microsoft.com/office/drawing/2014/main" id="{C010646A-AF9B-8711-86A5-1CD8078D9CB8}"/>
                    </a:ext>
                  </a:extLst>
                </p14:cNvPr>
                <p14:cNvContentPartPr/>
                <p14:nvPr/>
              </p14:nvContentPartPr>
              <p14:xfrm>
                <a:off x="2776469" y="5661634"/>
                <a:ext cx="951120" cy="589320"/>
              </p14:xfrm>
            </p:contentPart>
          </mc:Choice>
          <mc:Fallback xmlns="">
            <p:pic>
              <p:nvPicPr>
                <p:cNvPr id="59" name="Ink 58">
                  <a:extLst>
                    <a:ext uri="{FF2B5EF4-FFF2-40B4-BE49-F238E27FC236}">
                      <a16:creationId xmlns:a16="http://schemas.microsoft.com/office/drawing/2014/main" id="{C010646A-AF9B-8711-86A5-1CD8078D9CB8}"/>
                    </a:ext>
                  </a:extLst>
                </p:cNvPr>
                <p:cNvPicPr/>
                <p:nvPr/>
              </p:nvPicPr>
              <p:blipFill>
                <a:blip r:embed="rId95"/>
                <a:stretch>
                  <a:fillRect/>
                </a:stretch>
              </p:blipFill>
              <p:spPr>
                <a:xfrm>
                  <a:off x="2770349" y="5655514"/>
                  <a:ext cx="963360" cy="60156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0" name="Ink 59">
                  <a:extLst>
                    <a:ext uri="{FF2B5EF4-FFF2-40B4-BE49-F238E27FC236}">
                      <a16:creationId xmlns:a16="http://schemas.microsoft.com/office/drawing/2014/main" id="{40C5D800-3AC3-5A1D-A547-651ED583AE2E}"/>
                    </a:ext>
                  </a:extLst>
                </p14:cNvPr>
                <p14:cNvContentPartPr/>
                <p14:nvPr/>
              </p14:nvContentPartPr>
              <p14:xfrm>
                <a:off x="3817589" y="5578834"/>
                <a:ext cx="255600" cy="368640"/>
              </p14:xfrm>
            </p:contentPart>
          </mc:Choice>
          <mc:Fallback xmlns="">
            <p:pic>
              <p:nvPicPr>
                <p:cNvPr id="60" name="Ink 59">
                  <a:extLst>
                    <a:ext uri="{FF2B5EF4-FFF2-40B4-BE49-F238E27FC236}">
                      <a16:creationId xmlns:a16="http://schemas.microsoft.com/office/drawing/2014/main" id="{40C5D800-3AC3-5A1D-A547-651ED583AE2E}"/>
                    </a:ext>
                  </a:extLst>
                </p:cNvPr>
                <p:cNvPicPr/>
                <p:nvPr/>
              </p:nvPicPr>
              <p:blipFill>
                <a:blip r:embed="rId97"/>
                <a:stretch>
                  <a:fillRect/>
                </a:stretch>
              </p:blipFill>
              <p:spPr>
                <a:xfrm>
                  <a:off x="3811469" y="5572714"/>
                  <a:ext cx="267840" cy="380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1" name="Ink 60">
                  <a:extLst>
                    <a:ext uri="{FF2B5EF4-FFF2-40B4-BE49-F238E27FC236}">
                      <a16:creationId xmlns:a16="http://schemas.microsoft.com/office/drawing/2014/main" id="{85F0643D-855D-D5C8-26C9-9E87418B6639}"/>
                    </a:ext>
                  </a:extLst>
                </p14:cNvPr>
                <p14:cNvContentPartPr/>
                <p14:nvPr/>
              </p14:nvContentPartPr>
              <p14:xfrm>
                <a:off x="4001549" y="5392714"/>
                <a:ext cx="273240" cy="318240"/>
              </p14:xfrm>
            </p:contentPart>
          </mc:Choice>
          <mc:Fallback xmlns="">
            <p:pic>
              <p:nvPicPr>
                <p:cNvPr id="61" name="Ink 60">
                  <a:extLst>
                    <a:ext uri="{FF2B5EF4-FFF2-40B4-BE49-F238E27FC236}">
                      <a16:creationId xmlns:a16="http://schemas.microsoft.com/office/drawing/2014/main" id="{85F0643D-855D-D5C8-26C9-9E87418B6639}"/>
                    </a:ext>
                  </a:extLst>
                </p:cNvPr>
                <p:cNvPicPr/>
                <p:nvPr/>
              </p:nvPicPr>
              <p:blipFill>
                <a:blip r:embed="rId99"/>
                <a:stretch>
                  <a:fillRect/>
                </a:stretch>
              </p:blipFill>
              <p:spPr>
                <a:xfrm>
                  <a:off x="3995429" y="5386594"/>
                  <a:ext cx="28548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Ink 61">
                  <a:extLst>
                    <a:ext uri="{FF2B5EF4-FFF2-40B4-BE49-F238E27FC236}">
                      <a16:creationId xmlns:a16="http://schemas.microsoft.com/office/drawing/2014/main" id="{1B359BE4-B128-FC2B-D7F3-27D756A097F1}"/>
                    </a:ext>
                  </a:extLst>
                </p14:cNvPr>
                <p14:cNvContentPartPr/>
                <p14:nvPr/>
              </p14:nvContentPartPr>
              <p14:xfrm>
                <a:off x="4137629" y="5691514"/>
                <a:ext cx="36720" cy="183600"/>
              </p14:xfrm>
            </p:contentPart>
          </mc:Choice>
          <mc:Fallback xmlns="">
            <p:pic>
              <p:nvPicPr>
                <p:cNvPr id="62" name="Ink 61">
                  <a:extLst>
                    <a:ext uri="{FF2B5EF4-FFF2-40B4-BE49-F238E27FC236}">
                      <a16:creationId xmlns:a16="http://schemas.microsoft.com/office/drawing/2014/main" id="{1B359BE4-B128-FC2B-D7F3-27D756A097F1}"/>
                    </a:ext>
                  </a:extLst>
                </p:cNvPr>
                <p:cNvPicPr/>
                <p:nvPr/>
              </p:nvPicPr>
              <p:blipFill>
                <a:blip r:embed="rId101"/>
                <a:stretch>
                  <a:fillRect/>
                </a:stretch>
              </p:blipFill>
              <p:spPr>
                <a:xfrm>
                  <a:off x="4131509" y="5685394"/>
                  <a:ext cx="489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Ink 62">
                  <a:extLst>
                    <a:ext uri="{FF2B5EF4-FFF2-40B4-BE49-F238E27FC236}">
                      <a16:creationId xmlns:a16="http://schemas.microsoft.com/office/drawing/2014/main" id="{EE3A9AD7-2196-B77D-F787-0982A5D5EB62}"/>
                    </a:ext>
                  </a:extLst>
                </p14:cNvPr>
                <p14:cNvContentPartPr/>
                <p14:nvPr/>
              </p14:nvContentPartPr>
              <p14:xfrm>
                <a:off x="4215749" y="5609074"/>
                <a:ext cx="381960" cy="238680"/>
              </p14:xfrm>
            </p:contentPart>
          </mc:Choice>
          <mc:Fallback xmlns="">
            <p:pic>
              <p:nvPicPr>
                <p:cNvPr id="63" name="Ink 62">
                  <a:extLst>
                    <a:ext uri="{FF2B5EF4-FFF2-40B4-BE49-F238E27FC236}">
                      <a16:creationId xmlns:a16="http://schemas.microsoft.com/office/drawing/2014/main" id="{EE3A9AD7-2196-B77D-F787-0982A5D5EB62}"/>
                    </a:ext>
                  </a:extLst>
                </p:cNvPr>
                <p:cNvPicPr/>
                <p:nvPr/>
              </p:nvPicPr>
              <p:blipFill>
                <a:blip r:embed="rId103"/>
                <a:stretch>
                  <a:fillRect/>
                </a:stretch>
              </p:blipFill>
              <p:spPr>
                <a:xfrm>
                  <a:off x="4209629" y="5602954"/>
                  <a:ext cx="39420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5" name="Ink 64">
                  <a:extLst>
                    <a:ext uri="{FF2B5EF4-FFF2-40B4-BE49-F238E27FC236}">
                      <a16:creationId xmlns:a16="http://schemas.microsoft.com/office/drawing/2014/main" id="{F9D48E6B-0CEA-883C-C878-944831B78AF8}"/>
                    </a:ext>
                  </a:extLst>
                </p14:cNvPr>
                <p14:cNvContentPartPr/>
                <p14:nvPr/>
              </p14:nvContentPartPr>
              <p14:xfrm>
                <a:off x="869" y="3678394"/>
                <a:ext cx="469080" cy="2462400"/>
              </p14:xfrm>
            </p:contentPart>
          </mc:Choice>
          <mc:Fallback xmlns="">
            <p:pic>
              <p:nvPicPr>
                <p:cNvPr id="65" name="Ink 64">
                  <a:extLst>
                    <a:ext uri="{FF2B5EF4-FFF2-40B4-BE49-F238E27FC236}">
                      <a16:creationId xmlns:a16="http://schemas.microsoft.com/office/drawing/2014/main" id="{F9D48E6B-0CEA-883C-C878-944831B78AF8}"/>
                    </a:ext>
                  </a:extLst>
                </p:cNvPr>
                <p:cNvPicPr/>
                <p:nvPr/>
              </p:nvPicPr>
              <p:blipFill>
                <a:blip r:embed="rId105"/>
                <a:stretch>
                  <a:fillRect/>
                </a:stretch>
              </p:blipFill>
              <p:spPr>
                <a:xfrm>
                  <a:off x="-5251" y="3672274"/>
                  <a:ext cx="481320" cy="247464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6" name="Ink 65">
                  <a:extLst>
                    <a:ext uri="{FF2B5EF4-FFF2-40B4-BE49-F238E27FC236}">
                      <a16:creationId xmlns:a16="http://schemas.microsoft.com/office/drawing/2014/main" id="{3BF77A91-8DBB-8AF5-1AA0-5043FBDA11D5}"/>
                    </a:ext>
                  </a:extLst>
                </p14:cNvPr>
                <p14:cNvContentPartPr/>
                <p14:nvPr/>
              </p14:nvContentPartPr>
              <p14:xfrm>
                <a:off x="206429" y="3499834"/>
                <a:ext cx="4601160" cy="2485800"/>
              </p14:xfrm>
            </p:contentPart>
          </mc:Choice>
          <mc:Fallback xmlns="">
            <p:pic>
              <p:nvPicPr>
                <p:cNvPr id="66" name="Ink 65">
                  <a:extLst>
                    <a:ext uri="{FF2B5EF4-FFF2-40B4-BE49-F238E27FC236}">
                      <a16:creationId xmlns:a16="http://schemas.microsoft.com/office/drawing/2014/main" id="{3BF77A91-8DBB-8AF5-1AA0-5043FBDA11D5}"/>
                    </a:ext>
                  </a:extLst>
                </p:cNvPr>
                <p:cNvPicPr/>
                <p:nvPr/>
              </p:nvPicPr>
              <p:blipFill>
                <a:blip r:embed="rId107"/>
                <a:stretch>
                  <a:fillRect/>
                </a:stretch>
              </p:blipFill>
              <p:spPr>
                <a:xfrm>
                  <a:off x="200309" y="3493714"/>
                  <a:ext cx="4613400" cy="24980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7" name="Ink 66">
                  <a:extLst>
                    <a:ext uri="{FF2B5EF4-FFF2-40B4-BE49-F238E27FC236}">
                      <a16:creationId xmlns:a16="http://schemas.microsoft.com/office/drawing/2014/main" id="{6A8CA526-A17A-4F35-EE71-F1E284FFD4A1}"/>
                    </a:ext>
                  </a:extLst>
                </p14:cNvPr>
                <p14:cNvContentPartPr/>
                <p14:nvPr/>
              </p14:nvContentPartPr>
              <p14:xfrm>
                <a:off x="275549" y="5900314"/>
                <a:ext cx="4297680" cy="537840"/>
              </p14:xfrm>
            </p:contentPart>
          </mc:Choice>
          <mc:Fallback xmlns="">
            <p:pic>
              <p:nvPicPr>
                <p:cNvPr id="67" name="Ink 66">
                  <a:extLst>
                    <a:ext uri="{FF2B5EF4-FFF2-40B4-BE49-F238E27FC236}">
                      <a16:creationId xmlns:a16="http://schemas.microsoft.com/office/drawing/2014/main" id="{6A8CA526-A17A-4F35-EE71-F1E284FFD4A1}"/>
                    </a:ext>
                  </a:extLst>
                </p:cNvPr>
                <p:cNvPicPr/>
                <p:nvPr/>
              </p:nvPicPr>
              <p:blipFill>
                <a:blip r:embed="rId109"/>
                <a:stretch>
                  <a:fillRect/>
                </a:stretch>
              </p:blipFill>
              <p:spPr>
                <a:xfrm>
                  <a:off x="269429" y="5894194"/>
                  <a:ext cx="4309920" cy="5500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9" name="Ink 68">
                  <a:extLst>
                    <a:ext uri="{FF2B5EF4-FFF2-40B4-BE49-F238E27FC236}">
                      <a16:creationId xmlns:a16="http://schemas.microsoft.com/office/drawing/2014/main" id="{F1391BC4-1475-69CD-0375-91A92F45E1C0}"/>
                    </a:ext>
                  </a:extLst>
                </p14:cNvPr>
                <p14:cNvContentPartPr/>
                <p14:nvPr/>
              </p14:nvContentPartPr>
              <p14:xfrm>
                <a:off x="1550309" y="4451674"/>
                <a:ext cx="91080" cy="534600"/>
              </p14:xfrm>
            </p:contentPart>
          </mc:Choice>
          <mc:Fallback xmlns="">
            <p:pic>
              <p:nvPicPr>
                <p:cNvPr id="69" name="Ink 68">
                  <a:extLst>
                    <a:ext uri="{FF2B5EF4-FFF2-40B4-BE49-F238E27FC236}">
                      <a16:creationId xmlns:a16="http://schemas.microsoft.com/office/drawing/2014/main" id="{F1391BC4-1475-69CD-0375-91A92F45E1C0}"/>
                    </a:ext>
                  </a:extLst>
                </p:cNvPr>
                <p:cNvPicPr/>
                <p:nvPr/>
              </p:nvPicPr>
              <p:blipFill>
                <a:blip r:embed="rId111"/>
                <a:stretch>
                  <a:fillRect/>
                </a:stretch>
              </p:blipFill>
              <p:spPr>
                <a:xfrm>
                  <a:off x="1544189" y="4445554"/>
                  <a:ext cx="10332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0" name="Ink 69">
                  <a:extLst>
                    <a:ext uri="{FF2B5EF4-FFF2-40B4-BE49-F238E27FC236}">
                      <a16:creationId xmlns:a16="http://schemas.microsoft.com/office/drawing/2014/main" id="{0DA81D56-7F4B-9BFF-0BC9-6D6CA3BC453A}"/>
                    </a:ext>
                  </a:extLst>
                </p14:cNvPr>
                <p14:cNvContentPartPr/>
                <p14:nvPr/>
              </p14:nvContentPartPr>
              <p14:xfrm>
                <a:off x="1914989" y="4848034"/>
                <a:ext cx="589680" cy="57960"/>
              </p14:xfrm>
            </p:contentPart>
          </mc:Choice>
          <mc:Fallback xmlns="">
            <p:pic>
              <p:nvPicPr>
                <p:cNvPr id="70" name="Ink 69">
                  <a:extLst>
                    <a:ext uri="{FF2B5EF4-FFF2-40B4-BE49-F238E27FC236}">
                      <a16:creationId xmlns:a16="http://schemas.microsoft.com/office/drawing/2014/main" id="{0DA81D56-7F4B-9BFF-0BC9-6D6CA3BC453A}"/>
                    </a:ext>
                  </a:extLst>
                </p:cNvPr>
                <p:cNvPicPr/>
                <p:nvPr/>
              </p:nvPicPr>
              <p:blipFill>
                <a:blip r:embed="rId113"/>
                <a:stretch>
                  <a:fillRect/>
                </a:stretch>
              </p:blipFill>
              <p:spPr>
                <a:xfrm>
                  <a:off x="1908869" y="4841914"/>
                  <a:ext cx="601920" cy="70200"/>
                </a:xfrm>
                <a:prstGeom prst="rect">
                  <a:avLst/>
                </a:prstGeom>
              </p:spPr>
            </p:pic>
          </mc:Fallback>
        </mc:AlternateContent>
      </p:grpSp>
    </p:spTree>
    <p:extLst>
      <p:ext uri="{BB962C8B-B14F-4D97-AF65-F5344CB8AC3E}">
        <p14:creationId xmlns:p14="http://schemas.microsoft.com/office/powerpoint/2010/main" val="41845030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84DE57-B3B0-7818-C040-C5C85E6EC8C8}"/>
              </a:ext>
            </a:extLst>
          </p:cNvPr>
          <p:cNvPicPr>
            <a:picLocks noChangeAspect="1"/>
          </p:cNvPicPr>
          <p:nvPr/>
        </p:nvPicPr>
        <p:blipFill>
          <a:blip r:embed="rId2"/>
          <a:stretch>
            <a:fillRect/>
          </a:stretch>
        </p:blipFill>
        <p:spPr>
          <a:xfrm>
            <a:off x="348748" y="1140451"/>
            <a:ext cx="3372263" cy="2819433"/>
          </a:xfrm>
          <a:prstGeom prst="rect">
            <a:avLst/>
          </a:prstGeom>
          <a:effectLst>
            <a:glow rad="228600">
              <a:schemeClr val="accent4">
                <a:satMod val="175000"/>
                <a:alpha val="40000"/>
              </a:schemeClr>
            </a:glow>
          </a:effectLst>
        </p:spPr>
      </p:pic>
      <p:sp>
        <p:nvSpPr>
          <p:cNvPr id="6" name="TextBox 5">
            <a:extLst>
              <a:ext uri="{FF2B5EF4-FFF2-40B4-BE49-F238E27FC236}">
                <a16:creationId xmlns:a16="http://schemas.microsoft.com/office/drawing/2014/main" id="{D6FBF645-A9FF-9454-72D1-33F7562E13B8}"/>
              </a:ext>
            </a:extLst>
          </p:cNvPr>
          <p:cNvSpPr txBox="1"/>
          <p:nvPr/>
        </p:nvSpPr>
        <p:spPr>
          <a:xfrm>
            <a:off x="661308" y="153838"/>
            <a:ext cx="9511392" cy="830997"/>
          </a:xfrm>
          <a:prstGeom prst="rect">
            <a:avLst/>
          </a:prstGeom>
          <a:noFill/>
        </p:spPr>
        <p:txBody>
          <a:bodyPr wrap="square" rtlCol="0">
            <a:spAutoFit/>
          </a:bodyPr>
          <a:lstStyle/>
          <a:p>
            <a:r>
              <a:rPr lang="en-US" sz="2400" dirty="0"/>
              <a:t>After creating the redux </a:t>
            </a:r>
            <a:r>
              <a:rPr lang="en-US" sz="2400" dirty="0" err="1"/>
              <a:t>state..we</a:t>
            </a:r>
            <a:r>
              <a:rPr lang="en-US" sz="2400" dirty="0"/>
              <a:t> will export it ..</a:t>
            </a:r>
          </a:p>
          <a:p>
            <a:r>
              <a:rPr lang="en-US" sz="2400" dirty="0"/>
              <a:t>so that we can use it anywhere using the dispatch items</a:t>
            </a:r>
          </a:p>
        </p:txBody>
      </p:sp>
      <p:sp>
        <p:nvSpPr>
          <p:cNvPr id="8" name="TextBox 7">
            <a:extLst>
              <a:ext uri="{FF2B5EF4-FFF2-40B4-BE49-F238E27FC236}">
                <a16:creationId xmlns:a16="http://schemas.microsoft.com/office/drawing/2014/main" id="{7F45B13D-7BB3-517C-71E4-1BB2676EB6D3}"/>
              </a:ext>
            </a:extLst>
          </p:cNvPr>
          <p:cNvSpPr txBox="1"/>
          <p:nvPr/>
        </p:nvSpPr>
        <p:spPr>
          <a:xfrm>
            <a:off x="4810805" y="1528302"/>
            <a:ext cx="6094638" cy="1477328"/>
          </a:xfrm>
          <a:prstGeom prst="rect">
            <a:avLst/>
          </a:prstGeom>
          <a:noFill/>
          <a:ln>
            <a:solidFill>
              <a:srgbClr val="92D050"/>
            </a:solidFill>
          </a:ln>
          <a:effectLst>
            <a:glow rad="228600">
              <a:schemeClr val="accent6">
                <a:satMod val="175000"/>
                <a:alpha val="40000"/>
              </a:schemeClr>
            </a:glow>
          </a:effectLst>
        </p:spPr>
        <p:txBody>
          <a:bodyPr wrap="square">
            <a:spAutoFit/>
          </a:bodyPr>
          <a:lstStyle/>
          <a:p>
            <a:pPr>
              <a:buNone/>
            </a:pPr>
            <a:r>
              <a:rPr lang="en-US" dirty="0"/>
              <a:t>This gives us functions to update the store anywhere:</a:t>
            </a:r>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setAuthUser</a:t>
            </a:r>
            <a:r>
              <a:rPr lang="en-US" dirty="0">
                <a:latin typeface="Courier New" panose="02070309020205020404" pitchFamily="49" charset="0"/>
              </a:rPr>
              <a:t>(data))</a:t>
            </a:r>
            <a:endParaRPr lang="en-US" dirty="0"/>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setSuggestedUsers</a:t>
            </a:r>
            <a:r>
              <a:rPr lang="en-US" dirty="0">
                <a:latin typeface="Courier New" panose="02070309020205020404" pitchFamily="49" charset="0"/>
              </a:rPr>
              <a:t>(data))</a:t>
            </a:r>
            <a:endParaRPr lang="en-US" dirty="0"/>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setUserProfile</a:t>
            </a:r>
            <a:r>
              <a:rPr lang="en-US" dirty="0">
                <a:latin typeface="Courier New" panose="02070309020205020404" pitchFamily="49" charset="0"/>
              </a:rPr>
              <a:t>(data))</a:t>
            </a:r>
            <a:endParaRPr lang="en-US" dirty="0"/>
          </a:p>
          <a:p>
            <a:pPr>
              <a:buFont typeface="Arial" panose="020B0604020202020204" pitchFamily="34" charset="0"/>
              <a:buChar char="•"/>
            </a:pPr>
            <a:r>
              <a:rPr lang="en-US" dirty="0">
                <a:latin typeface="Courier New" panose="02070309020205020404" pitchFamily="49" charset="0"/>
              </a:rPr>
              <a:t>dispatch(</a:t>
            </a:r>
            <a:r>
              <a:rPr lang="en-US" dirty="0" err="1">
                <a:latin typeface="Courier New" panose="02070309020205020404" pitchFamily="49" charset="0"/>
              </a:rPr>
              <a:t>setSelectedUser</a:t>
            </a:r>
            <a:r>
              <a:rPr lang="en-US" dirty="0">
                <a:latin typeface="Courier New" panose="02070309020205020404" pitchFamily="49" charset="0"/>
              </a:rPr>
              <a:t>(data))</a:t>
            </a:r>
            <a:endParaRPr lang="en-US" dirty="0"/>
          </a:p>
        </p:txBody>
      </p:sp>
      <p:grpSp>
        <p:nvGrpSpPr>
          <p:cNvPr id="14" name="Group 13">
            <a:extLst>
              <a:ext uri="{FF2B5EF4-FFF2-40B4-BE49-F238E27FC236}">
                <a16:creationId xmlns:a16="http://schemas.microsoft.com/office/drawing/2014/main" id="{558CAFFC-F5B9-EC1A-1EF6-B6965075D431}"/>
              </a:ext>
            </a:extLst>
          </p:cNvPr>
          <p:cNvGrpSpPr/>
          <p:nvPr/>
        </p:nvGrpSpPr>
        <p:grpSpPr>
          <a:xfrm>
            <a:off x="3730731" y="1707724"/>
            <a:ext cx="1103400" cy="652320"/>
            <a:chOff x="3730731" y="1707724"/>
            <a:chExt cx="1103400" cy="652320"/>
          </a:xfrm>
        </p:grpSpPr>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20422439-DEA9-6F6A-4C72-16309665B353}"/>
                    </a:ext>
                  </a:extLst>
                </p14:cNvPr>
                <p14:cNvContentPartPr/>
                <p14:nvPr/>
              </p14:nvContentPartPr>
              <p14:xfrm>
                <a:off x="3730731" y="1910044"/>
                <a:ext cx="1093680" cy="115560"/>
              </p14:xfrm>
            </p:contentPart>
          </mc:Choice>
          <mc:Fallback xmlns="">
            <p:pic>
              <p:nvPicPr>
                <p:cNvPr id="9" name="Ink 8">
                  <a:extLst>
                    <a:ext uri="{FF2B5EF4-FFF2-40B4-BE49-F238E27FC236}">
                      <a16:creationId xmlns:a16="http://schemas.microsoft.com/office/drawing/2014/main" id="{20422439-DEA9-6F6A-4C72-16309665B353}"/>
                    </a:ext>
                  </a:extLst>
                </p:cNvPr>
                <p:cNvPicPr/>
                <p:nvPr/>
              </p:nvPicPr>
              <p:blipFill>
                <a:blip r:embed="rId4"/>
                <a:stretch>
                  <a:fillRect/>
                </a:stretch>
              </p:blipFill>
              <p:spPr>
                <a:xfrm>
                  <a:off x="3722091" y="1901404"/>
                  <a:ext cx="111132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5401E852-9961-4DDB-2E95-5D548C3E18DF}"/>
                    </a:ext>
                  </a:extLst>
                </p14:cNvPr>
                <p14:cNvContentPartPr/>
                <p14:nvPr/>
              </p14:nvContentPartPr>
              <p14:xfrm>
                <a:off x="4536051" y="1707724"/>
                <a:ext cx="298080" cy="317160"/>
              </p14:xfrm>
            </p:contentPart>
          </mc:Choice>
          <mc:Fallback xmlns="">
            <p:pic>
              <p:nvPicPr>
                <p:cNvPr id="10" name="Ink 9">
                  <a:extLst>
                    <a:ext uri="{FF2B5EF4-FFF2-40B4-BE49-F238E27FC236}">
                      <a16:creationId xmlns:a16="http://schemas.microsoft.com/office/drawing/2014/main" id="{5401E852-9961-4DDB-2E95-5D548C3E18DF}"/>
                    </a:ext>
                  </a:extLst>
                </p:cNvPr>
                <p:cNvPicPr/>
                <p:nvPr/>
              </p:nvPicPr>
              <p:blipFill>
                <a:blip r:embed="rId6"/>
                <a:stretch>
                  <a:fillRect/>
                </a:stretch>
              </p:blipFill>
              <p:spPr>
                <a:xfrm>
                  <a:off x="4527411" y="1698724"/>
                  <a:ext cx="315720" cy="334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2DE930E2-CA5D-F3F5-7002-88AA20E10B4D}"/>
                    </a:ext>
                  </a:extLst>
                </p14:cNvPr>
                <p14:cNvContentPartPr/>
                <p14:nvPr/>
              </p14:nvContentPartPr>
              <p14:xfrm>
                <a:off x="4475931" y="2032804"/>
                <a:ext cx="300240" cy="313560"/>
              </p14:xfrm>
            </p:contentPart>
          </mc:Choice>
          <mc:Fallback xmlns="">
            <p:pic>
              <p:nvPicPr>
                <p:cNvPr id="12" name="Ink 11">
                  <a:extLst>
                    <a:ext uri="{FF2B5EF4-FFF2-40B4-BE49-F238E27FC236}">
                      <a16:creationId xmlns:a16="http://schemas.microsoft.com/office/drawing/2014/main" id="{2DE930E2-CA5D-F3F5-7002-88AA20E10B4D}"/>
                    </a:ext>
                  </a:extLst>
                </p:cNvPr>
                <p:cNvPicPr/>
                <p:nvPr/>
              </p:nvPicPr>
              <p:blipFill>
                <a:blip r:embed="rId8"/>
                <a:stretch>
                  <a:fillRect/>
                </a:stretch>
              </p:blipFill>
              <p:spPr>
                <a:xfrm>
                  <a:off x="4466931" y="2023804"/>
                  <a:ext cx="317880" cy="331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222EAD03-50EA-73B3-2523-E246E23E5E2D}"/>
                    </a:ext>
                  </a:extLst>
                </p14:cNvPr>
                <p14:cNvContentPartPr/>
                <p14:nvPr/>
              </p14:nvContentPartPr>
              <p14:xfrm>
                <a:off x="4449291" y="2359684"/>
                <a:ext cx="360" cy="360"/>
              </p14:xfrm>
            </p:contentPart>
          </mc:Choice>
          <mc:Fallback xmlns="">
            <p:pic>
              <p:nvPicPr>
                <p:cNvPr id="13" name="Ink 12">
                  <a:extLst>
                    <a:ext uri="{FF2B5EF4-FFF2-40B4-BE49-F238E27FC236}">
                      <a16:creationId xmlns:a16="http://schemas.microsoft.com/office/drawing/2014/main" id="{222EAD03-50EA-73B3-2523-E246E23E5E2D}"/>
                    </a:ext>
                  </a:extLst>
                </p:cNvPr>
                <p:cNvPicPr/>
                <p:nvPr/>
              </p:nvPicPr>
              <p:blipFill>
                <a:blip r:embed="rId10"/>
                <a:stretch>
                  <a:fillRect/>
                </a:stretch>
              </p:blipFill>
              <p:spPr>
                <a:xfrm>
                  <a:off x="4440291" y="2350684"/>
                  <a:ext cx="18000" cy="18000"/>
                </a:xfrm>
                <a:prstGeom prst="rect">
                  <a:avLst/>
                </a:prstGeom>
              </p:spPr>
            </p:pic>
          </mc:Fallback>
        </mc:AlternateContent>
      </p:grpSp>
      <p:sp>
        <p:nvSpPr>
          <p:cNvPr id="17" name="TextBox 16">
            <a:extLst>
              <a:ext uri="{FF2B5EF4-FFF2-40B4-BE49-F238E27FC236}">
                <a16:creationId xmlns:a16="http://schemas.microsoft.com/office/drawing/2014/main" id="{8537FC30-6089-6DF8-E1EE-E8461C270187}"/>
              </a:ext>
            </a:extLst>
          </p:cNvPr>
          <p:cNvSpPr txBox="1"/>
          <p:nvPr/>
        </p:nvSpPr>
        <p:spPr>
          <a:xfrm>
            <a:off x="1362" y="5063557"/>
            <a:ext cx="6094638" cy="1384995"/>
          </a:xfrm>
          <a:prstGeom prst="rect">
            <a:avLst/>
          </a:prstGeom>
          <a:noFill/>
          <a:ln>
            <a:solidFill>
              <a:schemeClr val="accent1"/>
            </a:solidFill>
          </a:ln>
          <a:effectLst>
            <a:glow rad="139700">
              <a:schemeClr val="accent5">
                <a:satMod val="175000"/>
                <a:alpha val="40000"/>
              </a:schemeClr>
            </a:glow>
          </a:effectLst>
        </p:spPr>
        <p:txBody>
          <a:bodyPr wrap="square">
            <a:spAutoFit/>
          </a:bodyPr>
          <a:lstStyle/>
          <a:p>
            <a:r>
              <a:rPr lang="en-US" sz="2800" dirty="0"/>
              <a:t>Exporting the reducer</a:t>
            </a:r>
          </a:p>
          <a:p>
            <a:endParaRPr lang="en-US" sz="2800" dirty="0"/>
          </a:p>
          <a:p>
            <a:r>
              <a:rPr lang="en-US" sz="2800" dirty="0"/>
              <a:t>export default </a:t>
            </a:r>
            <a:r>
              <a:rPr lang="en-US" sz="2800" dirty="0" err="1"/>
              <a:t>authSlice.reducer</a:t>
            </a:r>
            <a:r>
              <a:rPr lang="en-US" sz="2800" dirty="0"/>
              <a:t>;</a:t>
            </a:r>
          </a:p>
        </p:txBody>
      </p:sp>
      <p:pic>
        <p:nvPicPr>
          <p:cNvPr id="19" name="Picture 18">
            <a:extLst>
              <a:ext uri="{FF2B5EF4-FFF2-40B4-BE49-F238E27FC236}">
                <a16:creationId xmlns:a16="http://schemas.microsoft.com/office/drawing/2014/main" id="{E9E45749-9F8A-137F-2716-441729B58A37}"/>
              </a:ext>
            </a:extLst>
          </p:cNvPr>
          <p:cNvPicPr>
            <a:picLocks noChangeAspect="1"/>
          </p:cNvPicPr>
          <p:nvPr/>
        </p:nvPicPr>
        <p:blipFill>
          <a:blip r:embed="rId11"/>
          <a:stretch>
            <a:fillRect/>
          </a:stretch>
        </p:blipFill>
        <p:spPr>
          <a:xfrm>
            <a:off x="6875818" y="3352758"/>
            <a:ext cx="4722634" cy="2239778"/>
          </a:xfrm>
          <a:prstGeom prst="rect">
            <a:avLst/>
          </a:prstGeom>
          <a:ln>
            <a:solidFill>
              <a:schemeClr val="accent1"/>
            </a:solidFill>
          </a:ln>
          <a:effectLst>
            <a:glow rad="228600">
              <a:schemeClr val="accent1">
                <a:satMod val="175000"/>
                <a:alpha val="40000"/>
              </a:schemeClr>
            </a:glow>
          </a:effectLst>
        </p:spPr>
      </p:pic>
      <p:sp>
        <p:nvSpPr>
          <p:cNvPr id="20" name="TextBox 19">
            <a:extLst>
              <a:ext uri="{FF2B5EF4-FFF2-40B4-BE49-F238E27FC236}">
                <a16:creationId xmlns:a16="http://schemas.microsoft.com/office/drawing/2014/main" id="{A8067A96-61F4-66F6-4C26-CFF2F2B1D09C}"/>
              </a:ext>
            </a:extLst>
          </p:cNvPr>
          <p:cNvSpPr txBox="1"/>
          <p:nvPr/>
        </p:nvSpPr>
        <p:spPr>
          <a:xfrm>
            <a:off x="422972" y="4095746"/>
            <a:ext cx="5673028" cy="646331"/>
          </a:xfrm>
          <a:prstGeom prst="rect">
            <a:avLst/>
          </a:prstGeom>
          <a:noFill/>
          <a:ln>
            <a:solidFill>
              <a:srgbClr val="FFFF00"/>
            </a:solidFill>
          </a:ln>
          <a:effectLst>
            <a:glow rad="63500">
              <a:schemeClr val="accent3">
                <a:satMod val="175000"/>
                <a:alpha val="40000"/>
              </a:schemeClr>
            </a:glow>
          </a:effectLst>
        </p:spPr>
        <p:txBody>
          <a:bodyPr wrap="none" rtlCol="0">
            <a:spAutoFit/>
          </a:bodyPr>
          <a:lstStyle/>
          <a:p>
            <a:r>
              <a:rPr lang="en-US" dirty="0"/>
              <a:t>This is the login page--- here we used the dispatch method</a:t>
            </a:r>
          </a:p>
          <a:p>
            <a:r>
              <a:rPr lang="en-US" dirty="0"/>
              <a:t>To set the login information of the user</a:t>
            </a:r>
          </a:p>
        </p:txBody>
      </p:sp>
      <p:grpSp>
        <p:nvGrpSpPr>
          <p:cNvPr id="25" name="Group 24">
            <a:extLst>
              <a:ext uri="{FF2B5EF4-FFF2-40B4-BE49-F238E27FC236}">
                <a16:creationId xmlns:a16="http://schemas.microsoft.com/office/drawing/2014/main" id="{D81E3EB8-E9B3-6FDE-023B-9F733AC444B8}"/>
              </a:ext>
            </a:extLst>
          </p:cNvPr>
          <p:cNvGrpSpPr/>
          <p:nvPr/>
        </p:nvGrpSpPr>
        <p:grpSpPr>
          <a:xfrm>
            <a:off x="6106590" y="3959884"/>
            <a:ext cx="892080" cy="713520"/>
            <a:chOff x="6106590" y="3959884"/>
            <a:chExt cx="892080" cy="713520"/>
          </a:xfrm>
        </p:grpSpPr>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902A536A-727A-7595-CBF9-A3C343C76D65}"/>
                    </a:ext>
                  </a:extLst>
                </p14:cNvPr>
                <p14:cNvContentPartPr/>
                <p14:nvPr/>
              </p14:nvContentPartPr>
              <p14:xfrm>
                <a:off x="6106590" y="4301884"/>
                <a:ext cx="871560" cy="139680"/>
              </p14:xfrm>
            </p:contentPart>
          </mc:Choice>
          <mc:Fallback xmlns="">
            <p:pic>
              <p:nvPicPr>
                <p:cNvPr id="21" name="Ink 20">
                  <a:extLst>
                    <a:ext uri="{FF2B5EF4-FFF2-40B4-BE49-F238E27FC236}">
                      <a16:creationId xmlns:a16="http://schemas.microsoft.com/office/drawing/2014/main" id="{902A536A-727A-7595-CBF9-A3C343C76D65}"/>
                    </a:ext>
                  </a:extLst>
                </p:cNvPr>
                <p:cNvPicPr/>
                <p:nvPr/>
              </p:nvPicPr>
              <p:blipFill>
                <a:blip r:embed="rId13"/>
                <a:stretch>
                  <a:fillRect/>
                </a:stretch>
              </p:blipFill>
              <p:spPr>
                <a:xfrm>
                  <a:off x="6097590" y="4292884"/>
                  <a:ext cx="8892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3F8BAF53-B686-AEEC-A8AB-01808CF74B9F}"/>
                    </a:ext>
                  </a:extLst>
                </p14:cNvPr>
                <p14:cNvContentPartPr/>
                <p14:nvPr/>
              </p14:nvContentPartPr>
              <p14:xfrm>
                <a:off x="6623190" y="3959884"/>
                <a:ext cx="375480" cy="713520"/>
              </p14:xfrm>
            </p:contentPart>
          </mc:Choice>
          <mc:Fallback xmlns="">
            <p:pic>
              <p:nvPicPr>
                <p:cNvPr id="22" name="Ink 21">
                  <a:extLst>
                    <a:ext uri="{FF2B5EF4-FFF2-40B4-BE49-F238E27FC236}">
                      <a16:creationId xmlns:a16="http://schemas.microsoft.com/office/drawing/2014/main" id="{3F8BAF53-B686-AEEC-A8AB-01808CF74B9F}"/>
                    </a:ext>
                  </a:extLst>
                </p:cNvPr>
                <p:cNvPicPr/>
                <p:nvPr/>
              </p:nvPicPr>
              <p:blipFill>
                <a:blip r:embed="rId15"/>
                <a:stretch>
                  <a:fillRect/>
                </a:stretch>
              </p:blipFill>
              <p:spPr>
                <a:xfrm>
                  <a:off x="6614190" y="3951244"/>
                  <a:ext cx="393120" cy="7311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3" name="Ink 22">
                  <a:extLst>
                    <a:ext uri="{FF2B5EF4-FFF2-40B4-BE49-F238E27FC236}">
                      <a16:creationId xmlns:a16="http://schemas.microsoft.com/office/drawing/2014/main" id="{04AC6A38-DA11-60E3-886F-53E7B6E68F2A}"/>
                    </a:ext>
                  </a:extLst>
                </p14:cNvPr>
                <p14:cNvContentPartPr/>
                <p14:nvPr/>
              </p14:nvContentPartPr>
              <p14:xfrm>
                <a:off x="6972030" y="4318804"/>
                <a:ext cx="360" cy="360"/>
              </p14:xfrm>
            </p:contentPart>
          </mc:Choice>
          <mc:Fallback xmlns="">
            <p:pic>
              <p:nvPicPr>
                <p:cNvPr id="23" name="Ink 22">
                  <a:extLst>
                    <a:ext uri="{FF2B5EF4-FFF2-40B4-BE49-F238E27FC236}">
                      <a16:creationId xmlns:a16="http://schemas.microsoft.com/office/drawing/2014/main" id="{04AC6A38-DA11-60E3-886F-53E7B6E68F2A}"/>
                    </a:ext>
                  </a:extLst>
                </p:cNvPr>
                <p:cNvPicPr/>
                <p:nvPr/>
              </p:nvPicPr>
              <p:blipFill>
                <a:blip r:embed="rId10"/>
                <a:stretch>
                  <a:fillRect/>
                </a:stretch>
              </p:blipFill>
              <p:spPr>
                <a:xfrm>
                  <a:off x="6963390" y="4310164"/>
                  <a:ext cx="18000" cy="18000"/>
                </a:xfrm>
                <a:prstGeom prst="rect">
                  <a:avLst/>
                </a:prstGeom>
              </p:spPr>
            </p:pic>
          </mc:Fallback>
        </mc:AlternateContent>
      </p:grpSp>
      <p:pic>
        <p:nvPicPr>
          <p:cNvPr id="27" name="Picture 26">
            <a:extLst>
              <a:ext uri="{FF2B5EF4-FFF2-40B4-BE49-F238E27FC236}">
                <a16:creationId xmlns:a16="http://schemas.microsoft.com/office/drawing/2014/main" id="{DFCAC897-43C9-2902-E5FA-0DA5DCA17E82}"/>
              </a:ext>
            </a:extLst>
          </p:cNvPr>
          <p:cNvPicPr>
            <a:picLocks noChangeAspect="1"/>
          </p:cNvPicPr>
          <p:nvPr/>
        </p:nvPicPr>
        <p:blipFill>
          <a:blip r:embed="rId17"/>
          <a:stretch>
            <a:fillRect/>
          </a:stretch>
        </p:blipFill>
        <p:spPr>
          <a:xfrm>
            <a:off x="83728" y="5885324"/>
            <a:ext cx="7294005" cy="661466"/>
          </a:xfrm>
          <a:prstGeom prst="rect">
            <a:avLst/>
          </a:prstGeom>
        </p:spPr>
      </p:pic>
      <p:grpSp>
        <p:nvGrpSpPr>
          <p:cNvPr id="4" name="Group 3">
            <a:extLst>
              <a:ext uri="{FF2B5EF4-FFF2-40B4-BE49-F238E27FC236}">
                <a16:creationId xmlns:a16="http://schemas.microsoft.com/office/drawing/2014/main" id="{51873D45-0797-AD5D-DDF9-D0D32F9898E2}"/>
              </a:ext>
            </a:extLst>
          </p:cNvPr>
          <p:cNvGrpSpPr/>
          <p:nvPr/>
        </p:nvGrpSpPr>
        <p:grpSpPr>
          <a:xfrm>
            <a:off x="71429" y="5417194"/>
            <a:ext cx="3058200" cy="531000"/>
            <a:chOff x="71429" y="5417194"/>
            <a:chExt cx="3058200" cy="531000"/>
          </a:xfrm>
        </p:grpSpPr>
        <mc:AlternateContent xmlns:mc="http://schemas.openxmlformats.org/markup-compatibility/2006" xmlns:p14="http://schemas.microsoft.com/office/powerpoint/2010/main">
          <mc:Choice Requires="p14">
            <p:contentPart p14:bwMode="auto" r:id="rId18">
              <p14:nvContentPartPr>
                <p14:cNvPr id="2" name="Ink 1">
                  <a:extLst>
                    <a:ext uri="{FF2B5EF4-FFF2-40B4-BE49-F238E27FC236}">
                      <a16:creationId xmlns:a16="http://schemas.microsoft.com/office/drawing/2014/main" id="{85DA4CBB-84FE-7872-A486-B3FD20465F30}"/>
                    </a:ext>
                  </a:extLst>
                </p14:cNvPr>
                <p14:cNvContentPartPr/>
                <p14:nvPr/>
              </p14:nvContentPartPr>
              <p14:xfrm>
                <a:off x="71429" y="5417194"/>
                <a:ext cx="3058200" cy="320760"/>
              </p14:xfrm>
            </p:contentPart>
          </mc:Choice>
          <mc:Fallback xmlns="">
            <p:pic>
              <p:nvPicPr>
                <p:cNvPr id="2" name="Ink 1">
                  <a:extLst>
                    <a:ext uri="{FF2B5EF4-FFF2-40B4-BE49-F238E27FC236}">
                      <a16:creationId xmlns:a16="http://schemas.microsoft.com/office/drawing/2014/main" id="{85DA4CBB-84FE-7872-A486-B3FD20465F30}"/>
                    </a:ext>
                  </a:extLst>
                </p:cNvPr>
                <p:cNvPicPr/>
                <p:nvPr/>
              </p:nvPicPr>
              <p:blipFill>
                <a:blip r:embed="rId19"/>
                <a:stretch>
                  <a:fillRect/>
                </a:stretch>
              </p:blipFill>
              <p:spPr>
                <a:xfrm>
                  <a:off x="65309" y="5411074"/>
                  <a:ext cx="307044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 name="Ink 2">
                  <a:extLst>
                    <a:ext uri="{FF2B5EF4-FFF2-40B4-BE49-F238E27FC236}">
                      <a16:creationId xmlns:a16="http://schemas.microsoft.com/office/drawing/2014/main" id="{1075EA92-5EE3-CC6C-3F0E-7CF207D9EF01}"/>
                    </a:ext>
                  </a:extLst>
                </p14:cNvPr>
                <p14:cNvContentPartPr/>
                <p14:nvPr/>
              </p14:nvContentPartPr>
              <p14:xfrm>
                <a:off x="2109749" y="5532754"/>
                <a:ext cx="509400" cy="415440"/>
              </p14:xfrm>
            </p:contentPart>
          </mc:Choice>
          <mc:Fallback xmlns="">
            <p:pic>
              <p:nvPicPr>
                <p:cNvPr id="3" name="Ink 2">
                  <a:extLst>
                    <a:ext uri="{FF2B5EF4-FFF2-40B4-BE49-F238E27FC236}">
                      <a16:creationId xmlns:a16="http://schemas.microsoft.com/office/drawing/2014/main" id="{1075EA92-5EE3-CC6C-3F0E-7CF207D9EF01}"/>
                    </a:ext>
                  </a:extLst>
                </p:cNvPr>
                <p:cNvPicPr/>
                <p:nvPr/>
              </p:nvPicPr>
              <p:blipFill>
                <a:blip r:embed="rId21"/>
                <a:stretch>
                  <a:fillRect/>
                </a:stretch>
              </p:blipFill>
              <p:spPr>
                <a:xfrm>
                  <a:off x="2103629" y="5526634"/>
                  <a:ext cx="521640" cy="427680"/>
                </a:xfrm>
                <a:prstGeom prst="rect">
                  <a:avLst/>
                </a:prstGeom>
              </p:spPr>
            </p:pic>
          </mc:Fallback>
        </mc:AlternateContent>
      </p:grpSp>
    </p:spTree>
    <p:extLst>
      <p:ext uri="{BB962C8B-B14F-4D97-AF65-F5344CB8AC3E}">
        <p14:creationId xmlns:p14="http://schemas.microsoft.com/office/powerpoint/2010/main" val="230812698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284ABCF-2773-A306-337B-8E80BC16CB13}"/>
              </a:ext>
            </a:extLst>
          </p:cNvPr>
          <p:cNvPicPr>
            <a:picLocks noGrp="1" noChangeAspect="1"/>
          </p:cNvPicPr>
          <p:nvPr>
            <p:ph idx="1"/>
          </p:nvPr>
        </p:nvPicPr>
        <p:blipFill>
          <a:blip r:embed="rId2"/>
          <a:stretch>
            <a:fillRect/>
          </a:stretch>
        </p:blipFill>
        <p:spPr>
          <a:xfrm>
            <a:off x="447255" y="5647018"/>
            <a:ext cx="1720938" cy="1085906"/>
          </a:xfrm>
          <a:prstGeom prst="rect">
            <a:avLst/>
          </a:prstGeom>
        </p:spPr>
      </p:pic>
      <p:pic>
        <p:nvPicPr>
          <p:cNvPr id="5" name="Picture 4">
            <a:extLst>
              <a:ext uri="{FF2B5EF4-FFF2-40B4-BE49-F238E27FC236}">
                <a16:creationId xmlns:a16="http://schemas.microsoft.com/office/drawing/2014/main" id="{063C3854-C7BF-44F4-B269-C677BF1F6907}"/>
              </a:ext>
            </a:extLst>
          </p:cNvPr>
          <p:cNvPicPr>
            <a:picLocks noChangeAspect="1"/>
          </p:cNvPicPr>
          <p:nvPr/>
        </p:nvPicPr>
        <p:blipFill>
          <a:blip r:embed="rId3"/>
          <a:srcRect t="33637"/>
          <a:stretch>
            <a:fillRect/>
          </a:stretch>
        </p:blipFill>
        <p:spPr>
          <a:xfrm>
            <a:off x="189800" y="187779"/>
            <a:ext cx="5636778" cy="408214"/>
          </a:xfrm>
          <a:prstGeom prst="rect">
            <a:avLst/>
          </a:prstGeom>
        </p:spPr>
      </p:pic>
      <p:sp>
        <p:nvSpPr>
          <p:cNvPr id="6" name="Rectangle 5">
            <a:extLst>
              <a:ext uri="{FF2B5EF4-FFF2-40B4-BE49-F238E27FC236}">
                <a16:creationId xmlns:a16="http://schemas.microsoft.com/office/drawing/2014/main" id="{FD8EE744-7D3D-3F06-D389-DC78DAF0C319}"/>
              </a:ext>
            </a:extLst>
          </p:cNvPr>
          <p:cNvSpPr/>
          <p:nvPr/>
        </p:nvSpPr>
        <p:spPr>
          <a:xfrm>
            <a:off x="6719207" y="130629"/>
            <a:ext cx="5404757" cy="963385"/>
          </a:xfrm>
          <a:prstGeom prst="rect">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store</a:t>
            </a:r>
            <a:r>
              <a:rPr lang="en-US" dirty="0">
                <a:solidFill>
                  <a:srgbClr val="FF0000"/>
                </a:solidFill>
              </a:rPr>
              <a:t> = Redux store (global storage)</a:t>
            </a:r>
          </a:p>
          <a:p>
            <a:r>
              <a:rPr lang="en-US" dirty="0" err="1">
                <a:solidFill>
                  <a:schemeClr val="tx1"/>
                </a:solidFill>
              </a:rPr>
              <a:t>store.auth</a:t>
            </a:r>
            <a:r>
              <a:rPr lang="en-US" dirty="0">
                <a:solidFill>
                  <a:schemeClr val="tx1"/>
                </a:solidFill>
              </a:rPr>
              <a:t> </a:t>
            </a:r>
            <a:r>
              <a:rPr lang="en-US" dirty="0">
                <a:solidFill>
                  <a:srgbClr val="FF0000"/>
                </a:solidFill>
              </a:rPr>
              <a:t>= auth slice (because slice name = "auth")</a:t>
            </a:r>
          </a:p>
          <a:p>
            <a:r>
              <a:rPr lang="en-US" dirty="0" err="1">
                <a:solidFill>
                  <a:schemeClr val="tx1"/>
                </a:solidFill>
              </a:rPr>
              <a:t>store.auth.user</a:t>
            </a:r>
            <a:r>
              <a:rPr lang="en-US" dirty="0">
                <a:solidFill>
                  <a:schemeClr val="tx1"/>
                </a:solidFill>
              </a:rPr>
              <a:t> </a:t>
            </a:r>
            <a:r>
              <a:rPr lang="en-US" dirty="0">
                <a:solidFill>
                  <a:srgbClr val="FF0000"/>
                </a:solidFill>
              </a:rPr>
              <a:t>= the user inside </a:t>
            </a:r>
            <a:r>
              <a:rPr lang="en-US" dirty="0" err="1">
                <a:solidFill>
                  <a:srgbClr val="FF0000"/>
                </a:solidFill>
              </a:rPr>
              <a:t>initialState</a:t>
            </a:r>
            <a:endParaRPr lang="en-US" dirty="0">
              <a:solidFill>
                <a:srgbClr val="FF0000"/>
              </a:solidFill>
            </a:endParaRPr>
          </a:p>
        </p:txBody>
      </p:sp>
      <p:sp>
        <p:nvSpPr>
          <p:cNvPr id="9" name="TextBox 8">
            <a:extLst>
              <a:ext uri="{FF2B5EF4-FFF2-40B4-BE49-F238E27FC236}">
                <a16:creationId xmlns:a16="http://schemas.microsoft.com/office/drawing/2014/main" id="{13FC4413-1153-75F1-574E-57D65BD1156A}"/>
              </a:ext>
            </a:extLst>
          </p:cNvPr>
          <p:cNvSpPr txBox="1"/>
          <p:nvPr/>
        </p:nvSpPr>
        <p:spPr>
          <a:xfrm>
            <a:off x="4233596" y="6030024"/>
            <a:ext cx="7719870" cy="646331"/>
          </a:xfrm>
          <a:prstGeom prst="rect">
            <a:avLst/>
          </a:prstGeom>
          <a:noFill/>
        </p:spPr>
        <p:txBody>
          <a:bodyPr wrap="none" rtlCol="0">
            <a:spAutoFit/>
          </a:bodyPr>
          <a:lstStyle/>
          <a:p>
            <a:r>
              <a:rPr lang="en-US" dirty="0"/>
              <a:t>Whenever we refresh the </a:t>
            </a:r>
            <a:r>
              <a:rPr lang="en-US" dirty="0" err="1"/>
              <a:t>page..react</a:t>
            </a:r>
            <a:r>
              <a:rPr lang="en-US" dirty="0"/>
              <a:t> will check whether we are logged in or not</a:t>
            </a:r>
          </a:p>
          <a:p>
            <a:r>
              <a:rPr lang="en-US" dirty="0"/>
              <a:t>And if we are </a:t>
            </a:r>
            <a:r>
              <a:rPr lang="en-US" dirty="0" err="1"/>
              <a:t>login..it</a:t>
            </a:r>
            <a:r>
              <a:rPr lang="en-US" dirty="0"/>
              <a:t> will redirect us to the home page</a:t>
            </a:r>
          </a:p>
        </p:txBody>
      </p:sp>
      <p:pic>
        <p:nvPicPr>
          <p:cNvPr id="11" name="Picture 10">
            <a:extLst>
              <a:ext uri="{FF2B5EF4-FFF2-40B4-BE49-F238E27FC236}">
                <a16:creationId xmlns:a16="http://schemas.microsoft.com/office/drawing/2014/main" id="{6B80AFA6-87FF-39B4-5361-5646106A923E}"/>
              </a:ext>
            </a:extLst>
          </p:cNvPr>
          <p:cNvPicPr>
            <a:picLocks noChangeAspect="1"/>
          </p:cNvPicPr>
          <p:nvPr/>
        </p:nvPicPr>
        <p:blipFill>
          <a:blip r:embed="rId4"/>
          <a:stretch>
            <a:fillRect/>
          </a:stretch>
        </p:blipFill>
        <p:spPr>
          <a:xfrm>
            <a:off x="68036" y="1085850"/>
            <a:ext cx="6146936" cy="1189165"/>
          </a:xfrm>
          <a:prstGeom prst="rect">
            <a:avLst/>
          </a:prstGeom>
        </p:spPr>
      </p:pic>
      <p:sp>
        <p:nvSpPr>
          <p:cNvPr id="12" name="TextBox 11">
            <a:extLst>
              <a:ext uri="{FF2B5EF4-FFF2-40B4-BE49-F238E27FC236}">
                <a16:creationId xmlns:a16="http://schemas.microsoft.com/office/drawing/2014/main" id="{CD80CFC8-B030-AC36-0882-26C66E87D103}"/>
              </a:ext>
            </a:extLst>
          </p:cNvPr>
          <p:cNvSpPr txBox="1"/>
          <p:nvPr/>
        </p:nvSpPr>
        <p:spPr>
          <a:xfrm>
            <a:off x="6719207" y="1266782"/>
            <a:ext cx="5161156" cy="369332"/>
          </a:xfrm>
          <a:prstGeom prst="rect">
            <a:avLst/>
          </a:prstGeom>
          <a:noFill/>
        </p:spPr>
        <p:txBody>
          <a:bodyPr wrap="none" rtlCol="0">
            <a:spAutoFit/>
          </a:bodyPr>
          <a:lstStyle/>
          <a:p>
            <a:r>
              <a:rPr lang="en-US" dirty="0"/>
              <a:t>With the help of </a:t>
            </a:r>
            <a:r>
              <a:rPr lang="en-US" dirty="0" err="1"/>
              <a:t>axios</a:t>
            </a:r>
            <a:r>
              <a:rPr lang="en-US" dirty="0"/>
              <a:t> ..we send the data to backend </a:t>
            </a:r>
          </a:p>
        </p:txBody>
      </p:sp>
      <p:sp>
        <p:nvSpPr>
          <p:cNvPr id="14" name="TextBox 13">
            <a:extLst>
              <a:ext uri="{FF2B5EF4-FFF2-40B4-BE49-F238E27FC236}">
                <a16:creationId xmlns:a16="http://schemas.microsoft.com/office/drawing/2014/main" id="{B8CE08F6-0B27-982C-5C2C-EAEDCEB1BF2F}"/>
              </a:ext>
            </a:extLst>
          </p:cNvPr>
          <p:cNvSpPr txBox="1"/>
          <p:nvPr/>
        </p:nvSpPr>
        <p:spPr>
          <a:xfrm>
            <a:off x="6677781" y="1674850"/>
            <a:ext cx="6094638" cy="1200329"/>
          </a:xfrm>
          <a:prstGeom prst="rect">
            <a:avLst/>
          </a:prstGeom>
          <a:noFill/>
        </p:spPr>
        <p:txBody>
          <a:bodyPr wrap="square">
            <a:spAutoFit/>
          </a:bodyPr>
          <a:lstStyle/>
          <a:p>
            <a:pPr>
              <a:buNone/>
            </a:pPr>
            <a:r>
              <a:rPr lang="en-US" dirty="0" err="1">
                <a:latin typeface="Courier New" panose="02070309020205020404" pitchFamily="49" charset="0"/>
              </a:rPr>
              <a:t>axios.post</a:t>
            </a:r>
            <a:r>
              <a:rPr lang="en-US" dirty="0">
                <a:latin typeface="Courier New" panose="02070309020205020404" pitchFamily="49" charset="0"/>
              </a:rPr>
              <a:t>(</a:t>
            </a:r>
            <a:r>
              <a:rPr lang="en-US" dirty="0" err="1">
                <a:latin typeface="Courier New" panose="02070309020205020404" pitchFamily="49" charset="0"/>
              </a:rPr>
              <a:t>url</a:t>
            </a:r>
            <a:r>
              <a:rPr lang="en-US" dirty="0">
                <a:latin typeface="Courier New" panose="02070309020205020404" pitchFamily="49" charset="0"/>
              </a:rPr>
              <a:t>, body, config)</a:t>
            </a:r>
            <a:r>
              <a:rPr lang="en-US" dirty="0"/>
              <a:t> means:</a:t>
            </a:r>
          </a:p>
          <a:p>
            <a:pPr>
              <a:buFont typeface="Arial" panose="020B0604020202020204" pitchFamily="34" charset="0"/>
              <a:buChar char="•"/>
            </a:pPr>
            <a:r>
              <a:rPr lang="en-US" b="1" dirty="0" err="1"/>
              <a:t>url</a:t>
            </a:r>
            <a:r>
              <a:rPr lang="en-US" dirty="0"/>
              <a:t> → Where to send request</a:t>
            </a:r>
          </a:p>
          <a:p>
            <a:pPr>
              <a:buFont typeface="Arial" panose="020B0604020202020204" pitchFamily="34" charset="0"/>
              <a:buChar char="•"/>
            </a:pPr>
            <a:r>
              <a:rPr lang="en-US" b="1" dirty="0"/>
              <a:t>body</a:t>
            </a:r>
            <a:r>
              <a:rPr lang="en-US" dirty="0"/>
              <a:t> → What data to send</a:t>
            </a:r>
          </a:p>
          <a:p>
            <a:pPr>
              <a:buFont typeface="Arial" panose="020B0604020202020204" pitchFamily="34" charset="0"/>
              <a:buChar char="•"/>
            </a:pPr>
            <a:r>
              <a:rPr lang="en-US" b="1" dirty="0"/>
              <a:t>config</a:t>
            </a:r>
            <a:r>
              <a:rPr lang="en-US" dirty="0"/>
              <a:t> → Extra settings (headers, cookies etc.)</a:t>
            </a:r>
          </a:p>
        </p:txBody>
      </p:sp>
      <p:sp>
        <p:nvSpPr>
          <p:cNvPr id="16" name="TextBox 15">
            <a:extLst>
              <a:ext uri="{FF2B5EF4-FFF2-40B4-BE49-F238E27FC236}">
                <a16:creationId xmlns:a16="http://schemas.microsoft.com/office/drawing/2014/main" id="{CB6A6CD0-654F-587A-B19D-2360992D4189}"/>
              </a:ext>
            </a:extLst>
          </p:cNvPr>
          <p:cNvSpPr txBox="1"/>
          <p:nvPr/>
        </p:nvSpPr>
        <p:spPr>
          <a:xfrm>
            <a:off x="364288" y="2485055"/>
            <a:ext cx="5722828" cy="369332"/>
          </a:xfrm>
          <a:prstGeom prst="rect">
            <a:avLst/>
          </a:prstGeom>
          <a:noFill/>
          <a:ln>
            <a:solidFill>
              <a:schemeClr val="bg2"/>
            </a:solidFill>
          </a:ln>
          <a:effectLst>
            <a:glow rad="101600">
              <a:schemeClr val="accent1">
                <a:satMod val="175000"/>
                <a:alpha val="40000"/>
              </a:schemeClr>
            </a:glow>
          </a:effectLst>
        </p:spPr>
        <p:txBody>
          <a:bodyPr wrap="square">
            <a:spAutoFit/>
          </a:bodyPr>
          <a:lstStyle/>
          <a:p>
            <a:r>
              <a:rPr lang="en-US" dirty="0"/>
              <a:t>Axios is a library used to          make request to the backend</a:t>
            </a:r>
          </a:p>
        </p:txBody>
      </p:sp>
      <mc:AlternateContent xmlns:mc="http://schemas.openxmlformats.org/markup-compatibility/2006" xmlns:p14="http://schemas.microsoft.com/office/powerpoint/2010/main">
        <mc:Choice Requires="p14">
          <p:contentPart p14:bwMode="auto" r:id="rId5">
            <p14:nvContentPartPr>
              <p14:cNvPr id="24" name="Ink 23">
                <a:extLst>
                  <a:ext uri="{FF2B5EF4-FFF2-40B4-BE49-F238E27FC236}">
                    <a16:creationId xmlns:a16="http://schemas.microsoft.com/office/drawing/2014/main" id="{1C43ED98-8735-A474-8E54-12049BAE8EF6}"/>
                  </a:ext>
                </a:extLst>
              </p14:cNvPr>
              <p14:cNvContentPartPr/>
              <p14:nvPr/>
            </p14:nvContentPartPr>
            <p14:xfrm>
              <a:off x="6114921" y="1314540"/>
              <a:ext cx="628920" cy="122400"/>
            </p14:xfrm>
          </p:contentPart>
        </mc:Choice>
        <mc:Fallback xmlns="">
          <p:pic>
            <p:nvPicPr>
              <p:cNvPr id="24" name="Ink 23">
                <a:extLst>
                  <a:ext uri="{FF2B5EF4-FFF2-40B4-BE49-F238E27FC236}">
                    <a16:creationId xmlns:a16="http://schemas.microsoft.com/office/drawing/2014/main" id="{1C43ED98-8735-A474-8E54-12049BAE8EF6}"/>
                  </a:ext>
                </a:extLst>
              </p:cNvPr>
              <p:cNvPicPr/>
              <p:nvPr/>
            </p:nvPicPr>
            <p:blipFill>
              <a:blip r:embed="rId13"/>
              <a:stretch>
                <a:fillRect/>
              </a:stretch>
            </p:blipFill>
            <p:spPr>
              <a:xfrm>
                <a:off x="6105921" y="1305540"/>
                <a:ext cx="64656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22F5BD1E-0E45-7D06-0D65-736F55F70D82}"/>
                  </a:ext>
                </a:extLst>
              </p14:cNvPr>
              <p14:cNvContentPartPr/>
              <p14:nvPr/>
            </p14:nvContentPartPr>
            <p14:xfrm>
              <a:off x="6767961" y="1436580"/>
              <a:ext cx="360" cy="360"/>
            </p14:xfrm>
          </p:contentPart>
        </mc:Choice>
        <mc:Fallback xmlns="">
          <p:pic>
            <p:nvPicPr>
              <p:cNvPr id="25" name="Ink 24">
                <a:extLst>
                  <a:ext uri="{FF2B5EF4-FFF2-40B4-BE49-F238E27FC236}">
                    <a16:creationId xmlns:a16="http://schemas.microsoft.com/office/drawing/2014/main" id="{22F5BD1E-0E45-7D06-0D65-736F55F70D82}"/>
                  </a:ext>
                </a:extLst>
              </p:cNvPr>
              <p:cNvPicPr/>
              <p:nvPr/>
            </p:nvPicPr>
            <p:blipFill>
              <a:blip r:embed="rId8"/>
              <a:stretch>
                <a:fillRect/>
              </a:stretch>
            </p:blipFill>
            <p:spPr>
              <a:xfrm>
                <a:off x="6758961" y="1427940"/>
                <a:ext cx="18000" cy="18000"/>
              </a:xfrm>
              <a:prstGeom prst="rect">
                <a:avLst/>
              </a:prstGeom>
            </p:spPr>
          </p:pic>
        </mc:Fallback>
      </mc:AlternateContent>
      <p:grpSp>
        <p:nvGrpSpPr>
          <p:cNvPr id="28" name="Group 27">
            <a:extLst>
              <a:ext uri="{FF2B5EF4-FFF2-40B4-BE49-F238E27FC236}">
                <a16:creationId xmlns:a16="http://schemas.microsoft.com/office/drawing/2014/main" id="{B9ADF8DD-C833-7BE4-70C7-B1CFCAF426B4}"/>
              </a:ext>
            </a:extLst>
          </p:cNvPr>
          <p:cNvGrpSpPr/>
          <p:nvPr/>
        </p:nvGrpSpPr>
        <p:grpSpPr>
          <a:xfrm>
            <a:off x="6574641" y="1331100"/>
            <a:ext cx="210240" cy="308160"/>
            <a:chOff x="6574641" y="1331100"/>
            <a:chExt cx="210240" cy="308160"/>
          </a:xfrm>
        </p:grpSpPr>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E577A4A7-111E-6DE5-0211-428C04EF53F4}"/>
                    </a:ext>
                  </a:extLst>
                </p14:cNvPr>
                <p14:cNvContentPartPr/>
                <p14:nvPr/>
              </p14:nvContentPartPr>
              <p14:xfrm>
                <a:off x="6574641" y="1331100"/>
                <a:ext cx="206280" cy="308160"/>
              </p14:xfrm>
            </p:contentPart>
          </mc:Choice>
          <mc:Fallback xmlns="">
            <p:pic>
              <p:nvPicPr>
                <p:cNvPr id="26" name="Ink 25">
                  <a:extLst>
                    <a:ext uri="{FF2B5EF4-FFF2-40B4-BE49-F238E27FC236}">
                      <a16:creationId xmlns:a16="http://schemas.microsoft.com/office/drawing/2014/main" id="{E577A4A7-111E-6DE5-0211-428C04EF53F4}"/>
                    </a:ext>
                  </a:extLst>
                </p:cNvPr>
                <p:cNvPicPr/>
                <p:nvPr/>
              </p:nvPicPr>
              <p:blipFill>
                <a:blip r:embed="rId16"/>
                <a:stretch>
                  <a:fillRect/>
                </a:stretch>
              </p:blipFill>
              <p:spPr>
                <a:xfrm>
                  <a:off x="6566001" y="1322100"/>
                  <a:ext cx="22392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7" name="Ink 26">
                  <a:extLst>
                    <a:ext uri="{FF2B5EF4-FFF2-40B4-BE49-F238E27FC236}">
                      <a16:creationId xmlns:a16="http://schemas.microsoft.com/office/drawing/2014/main" id="{03478548-B522-51B9-2EFD-806E88D3EB84}"/>
                    </a:ext>
                  </a:extLst>
                </p14:cNvPr>
                <p14:cNvContentPartPr/>
                <p14:nvPr/>
              </p14:nvContentPartPr>
              <p14:xfrm>
                <a:off x="6784521" y="1444860"/>
                <a:ext cx="360" cy="360"/>
              </p14:xfrm>
            </p:contentPart>
          </mc:Choice>
          <mc:Fallback xmlns="">
            <p:pic>
              <p:nvPicPr>
                <p:cNvPr id="27" name="Ink 26">
                  <a:extLst>
                    <a:ext uri="{FF2B5EF4-FFF2-40B4-BE49-F238E27FC236}">
                      <a16:creationId xmlns:a16="http://schemas.microsoft.com/office/drawing/2014/main" id="{03478548-B522-51B9-2EFD-806E88D3EB84}"/>
                    </a:ext>
                  </a:extLst>
                </p:cNvPr>
                <p:cNvPicPr/>
                <p:nvPr/>
              </p:nvPicPr>
              <p:blipFill>
                <a:blip r:embed="rId8"/>
                <a:stretch>
                  <a:fillRect/>
                </a:stretch>
              </p:blipFill>
              <p:spPr>
                <a:xfrm>
                  <a:off x="6775521" y="1436220"/>
                  <a:ext cx="18000" cy="18000"/>
                </a:xfrm>
                <a:prstGeom prst="rect">
                  <a:avLst/>
                </a:prstGeom>
              </p:spPr>
            </p:pic>
          </mc:Fallback>
        </mc:AlternateContent>
      </p:grpSp>
      <p:pic>
        <p:nvPicPr>
          <p:cNvPr id="30" name="Picture 29">
            <a:extLst>
              <a:ext uri="{FF2B5EF4-FFF2-40B4-BE49-F238E27FC236}">
                <a16:creationId xmlns:a16="http://schemas.microsoft.com/office/drawing/2014/main" id="{0EFD4B6C-1354-FFE9-9640-153F12C75E89}"/>
              </a:ext>
            </a:extLst>
          </p:cNvPr>
          <p:cNvPicPr>
            <a:picLocks noChangeAspect="1"/>
          </p:cNvPicPr>
          <p:nvPr/>
        </p:nvPicPr>
        <p:blipFill>
          <a:blip r:embed="rId18"/>
          <a:srcRect t="23017" b="1"/>
          <a:stretch>
            <a:fillRect/>
          </a:stretch>
        </p:blipFill>
        <p:spPr>
          <a:xfrm>
            <a:off x="1307724" y="723741"/>
            <a:ext cx="4807197" cy="239543"/>
          </a:xfrm>
          <a:prstGeom prst="rect">
            <a:avLst/>
          </a:prstGeom>
        </p:spPr>
      </p:pic>
      <p:pic>
        <p:nvPicPr>
          <p:cNvPr id="37" name="Picture 36">
            <a:extLst>
              <a:ext uri="{FF2B5EF4-FFF2-40B4-BE49-F238E27FC236}">
                <a16:creationId xmlns:a16="http://schemas.microsoft.com/office/drawing/2014/main" id="{3B166169-7F07-27BF-393B-2610D758A152}"/>
              </a:ext>
            </a:extLst>
          </p:cNvPr>
          <p:cNvPicPr>
            <a:picLocks noChangeAspect="1"/>
          </p:cNvPicPr>
          <p:nvPr/>
        </p:nvPicPr>
        <p:blipFill>
          <a:blip r:embed="rId19"/>
          <a:stretch>
            <a:fillRect/>
          </a:stretch>
        </p:blipFill>
        <p:spPr>
          <a:xfrm>
            <a:off x="662944" y="3096679"/>
            <a:ext cx="3435527" cy="939848"/>
          </a:xfrm>
          <a:prstGeom prst="rect">
            <a:avLst/>
          </a:prstGeom>
        </p:spPr>
      </p:pic>
      <mc:AlternateContent xmlns:mc="http://schemas.openxmlformats.org/markup-compatibility/2006" xmlns:p14="http://schemas.microsoft.com/office/powerpoint/2010/main">
        <mc:Choice Requires="p14">
          <p:contentPart p14:bwMode="auto" r:id="rId20">
            <p14:nvContentPartPr>
              <p14:cNvPr id="51" name="Ink 50">
                <a:extLst>
                  <a:ext uri="{FF2B5EF4-FFF2-40B4-BE49-F238E27FC236}">
                    <a16:creationId xmlns:a16="http://schemas.microsoft.com/office/drawing/2014/main" id="{B6661CCF-CC64-8180-433E-299CBBFCA514}"/>
                  </a:ext>
                </a:extLst>
              </p14:cNvPr>
              <p14:cNvContentPartPr/>
              <p14:nvPr/>
            </p14:nvContentPartPr>
            <p14:xfrm>
              <a:off x="5437041" y="3624660"/>
              <a:ext cx="360" cy="360"/>
            </p14:xfrm>
          </p:contentPart>
        </mc:Choice>
        <mc:Fallback xmlns="">
          <p:pic>
            <p:nvPicPr>
              <p:cNvPr id="51" name="Ink 50">
                <a:extLst>
                  <a:ext uri="{FF2B5EF4-FFF2-40B4-BE49-F238E27FC236}">
                    <a16:creationId xmlns:a16="http://schemas.microsoft.com/office/drawing/2014/main" id="{B6661CCF-CC64-8180-433E-299CBBFCA514}"/>
                  </a:ext>
                </a:extLst>
              </p:cNvPr>
              <p:cNvPicPr/>
              <p:nvPr/>
            </p:nvPicPr>
            <p:blipFill>
              <a:blip r:embed="rId28"/>
              <a:stretch>
                <a:fillRect/>
              </a:stretch>
            </p:blipFill>
            <p:spPr>
              <a:xfrm>
                <a:off x="5428401" y="3616020"/>
                <a:ext cx="18000" cy="18000"/>
              </a:xfrm>
              <a:prstGeom prst="rect">
                <a:avLst/>
              </a:prstGeom>
            </p:spPr>
          </p:pic>
        </mc:Fallback>
      </mc:AlternateContent>
      <p:pic>
        <p:nvPicPr>
          <p:cNvPr id="53" name="Picture 52">
            <a:extLst>
              <a:ext uri="{FF2B5EF4-FFF2-40B4-BE49-F238E27FC236}">
                <a16:creationId xmlns:a16="http://schemas.microsoft.com/office/drawing/2014/main" id="{DC624C1F-192E-92EA-9DB1-B0D26C31A59E}"/>
              </a:ext>
            </a:extLst>
          </p:cNvPr>
          <p:cNvPicPr>
            <a:picLocks noChangeAspect="1"/>
          </p:cNvPicPr>
          <p:nvPr/>
        </p:nvPicPr>
        <p:blipFill>
          <a:blip r:embed="rId29"/>
          <a:stretch>
            <a:fillRect/>
          </a:stretch>
        </p:blipFill>
        <p:spPr>
          <a:xfrm>
            <a:off x="6780921" y="2908315"/>
            <a:ext cx="4896102" cy="635033"/>
          </a:xfrm>
          <a:prstGeom prst="rect">
            <a:avLst/>
          </a:prstGeom>
        </p:spPr>
      </p:pic>
      <mc:AlternateContent xmlns:mc="http://schemas.openxmlformats.org/markup-compatibility/2006" xmlns:p14="http://schemas.microsoft.com/office/powerpoint/2010/main">
        <mc:Choice Requires="p14">
          <p:contentPart p14:bwMode="auto" r:id="rId30">
            <p14:nvContentPartPr>
              <p14:cNvPr id="60" name="Ink 59">
                <a:extLst>
                  <a:ext uri="{FF2B5EF4-FFF2-40B4-BE49-F238E27FC236}">
                    <a16:creationId xmlns:a16="http://schemas.microsoft.com/office/drawing/2014/main" id="{779DD091-887D-1F8F-CF4D-427BF770735F}"/>
                  </a:ext>
                </a:extLst>
              </p14:cNvPr>
              <p14:cNvContentPartPr/>
              <p14:nvPr/>
            </p14:nvContentPartPr>
            <p14:xfrm>
              <a:off x="8139921" y="4147380"/>
              <a:ext cx="360" cy="360"/>
            </p14:xfrm>
          </p:contentPart>
        </mc:Choice>
        <mc:Fallback xmlns="">
          <p:pic>
            <p:nvPicPr>
              <p:cNvPr id="60" name="Ink 59">
                <a:extLst>
                  <a:ext uri="{FF2B5EF4-FFF2-40B4-BE49-F238E27FC236}">
                    <a16:creationId xmlns:a16="http://schemas.microsoft.com/office/drawing/2014/main" id="{779DD091-887D-1F8F-CF4D-427BF770735F}"/>
                  </a:ext>
                </a:extLst>
              </p:cNvPr>
              <p:cNvPicPr/>
              <p:nvPr/>
            </p:nvPicPr>
            <p:blipFill>
              <a:blip r:embed="rId8"/>
              <a:stretch>
                <a:fillRect/>
              </a:stretch>
            </p:blipFill>
            <p:spPr>
              <a:xfrm>
                <a:off x="8130921" y="4138380"/>
                <a:ext cx="18000" cy="18000"/>
              </a:xfrm>
              <a:prstGeom prst="rect">
                <a:avLst/>
              </a:prstGeom>
            </p:spPr>
          </p:pic>
        </mc:Fallback>
      </mc:AlternateContent>
      <p:cxnSp>
        <p:nvCxnSpPr>
          <p:cNvPr id="63" name="Straight Arrow Connector 62">
            <a:extLst>
              <a:ext uri="{FF2B5EF4-FFF2-40B4-BE49-F238E27FC236}">
                <a16:creationId xmlns:a16="http://schemas.microsoft.com/office/drawing/2014/main" id="{D57763E8-A722-AE7F-AFD6-73FE4C2B1B13}"/>
              </a:ext>
            </a:extLst>
          </p:cNvPr>
          <p:cNvCxnSpPr>
            <a:cxnSpLocks/>
          </p:cNvCxnSpPr>
          <p:nvPr/>
        </p:nvCxnSpPr>
        <p:spPr>
          <a:xfrm flipV="1">
            <a:off x="2515281" y="3293499"/>
            <a:ext cx="4767262" cy="168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0FFE02F-B55A-7688-4F36-F0859DC87628}"/>
              </a:ext>
            </a:extLst>
          </p:cNvPr>
          <p:cNvCxnSpPr>
            <a:cxnSpLocks/>
          </p:cNvCxnSpPr>
          <p:nvPr/>
        </p:nvCxnSpPr>
        <p:spPr>
          <a:xfrm flipV="1">
            <a:off x="1830360" y="1494054"/>
            <a:ext cx="3476426" cy="1846097"/>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67" name="Oval 66">
            <a:extLst>
              <a:ext uri="{FF2B5EF4-FFF2-40B4-BE49-F238E27FC236}">
                <a16:creationId xmlns:a16="http://schemas.microsoft.com/office/drawing/2014/main" id="{6DED5008-5BB4-9925-56E8-07F312177B06}"/>
              </a:ext>
            </a:extLst>
          </p:cNvPr>
          <p:cNvSpPr/>
          <p:nvPr/>
        </p:nvSpPr>
        <p:spPr>
          <a:xfrm>
            <a:off x="5094514" y="1207980"/>
            <a:ext cx="660738" cy="228600"/>
          </a:xfrm>
          <a:prstGeom prst="ellipse">
            <a:avLst/>
          </a:prstGeom>
          <a:noFill/>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DC9AF7A2-AEAE-7006-241A-F347102827FE}"/>
              </a:ext>
            </a:extLst>
          </p:cNvPr>
          <p:cNvSpPr txBox="1"/>
          <p:nvPr/>
        </p:nvSpPr>
        <p:spPr>
          <a:xfrm>
            <a:off x="7197876" y="3849890"/>
            <a:ext cx="4994124" cy="1477328"/>
          </a:xfrm>
          <a:prstGeom prst="rect">
            <a:avLst/>
          </a:prstGeom>
          <a:noFill/>
          <a:ln>
            <a:solidFill>
              <a:srgbClr val="FFFF00"/>
            </a:solidFill>
          </a:ln>
          <a:effectLst>
            <a:glow rad="63500">
              <a:schemeClr val="accent2">
                <a:satMod val="175000"/>
                <a:alpha val="40000"/>
              </a:schemeClr>
            </a:glow>
          </a:effectLst>
        </p:spPr>
        <p:txBody>
          <a:bodyPr wrap="none" rtlCol="0">
            <a:spAutoFit/>
          </a:bodyPr>
          <a:lstStyle/>
          <a:p>
            <a:r>
              <a:rPr lang="en-US" dirty="0"/>
              <a:t>This function runs </a:t>
            </a:r>
            <a:r>
              <a:rPr lang="en-US" dirty="0" err="1"/>
              <a:t>everytime</a:t>
            </a:r>
            <a:r>
              <a:rPr lang="en-US" dirty="0"/>
              <a:t> when we type in </a:t>
            </a:r>
          </a:p>
          <a:p>
            <a:r>
              <a:rPr lang="en-US" dirty="0"/>
              <a:t>The input box</a:t>
            </a:r>
          </a:p>
          <a:p>
            <a:r>
              <a:rPr lang="en-US" dirty="0"/>
              <a:t>… input ---- it means keep the old values</a:t>
            </a:r>
          </a:p>
          <a:p>
            <a:r>
              <a:rPr lang="en-US" dirty="0"/>
              <a:t>Like for example we type password…then the email</a:t>
            </a:r>
          </a:p>
          <a:p>
            <a:r>
              <a:rPr lang="en-US" dirty="0"/>
              <a:t>Should be </a:t>
            </a:r>
            <a:r>
              <a:rPr lang="en-US" dirty="0" err="1"/>
              <a:t>there..this</a:t>
            </a:r>
            <a:r>
              <a:rPr lang="en-US" dirty="0"/>
              <a:t> work is done by this …input</a:t>
            </a:r>
          </a:p>
        </p:txBody>
      </p:sp>
      <p:grpSp>
        <p:nvGrpSpPr>
          <p:cNvPr id="75" name="Group 74">
            <a:extLst>
              <a:ext uri="{FF2B5EF4-FFF2-40B4-BE49-F238E27FC236}">
                <a16:creationId xmlns:a16="http://schemas.microsoft.com/office/drawing/2014/main" id="{D6781AA1-6498-3100-CE60-E820DC2CEACB}"/>
              </a:ext>
            </a:extLst>
          </p:cNvPr>
          <p:cNvGrpSpPr/>
          <p:nvPr/>
        </p:nvGrpSpPr>
        <p:grpSpPr>
          <a:xfrm>
            <a:off x="8405961" y="3404340"/>
            <a:ext cx="272880" cy="523080"/>
            <a:chOff x="8405961" y="3404340"/>
            <a:chExt cx="272880" cy="523080"/>
          </a:xfrm>
        </p:grpSpPr>
        <mc:AlternateContent xmlns:mc="http://schemas.openxmlformats.org/markup-compatibility/2006" xmlns:p14="http://schemas.microsoft.com/office/powerpoint/2010/main">
          <mc:Choice Requires="p14">
            <p:contentPart p14:bwMode="auto" r:id="rId31">
              <p14:nvContentPartPr>
                <p14:cNvPr id="71" name="Ink 70">
                  <a:extLst>
                    <a:ext uri="{FF2B5EF4-FFF2-40B4-BE49-F238E27FC236}">
                      <a16:creationId xmlns:a16="http://schemas.microsoft.com/office/drawing/2014/main" id="{7EF46BB3-DB07-3C9F-4468-199F1FD7BBC8}"/>
                    </a:ext>
                  </a:extLst>
                </p14:cNvPr>
                <p14:cNvContentPartPr/>
                <p14:nvPr/>
              </p14:nvContentPartPr>
              <p14:xfrm>
                <a:off x="8539521" y="3404340"/>
                <a:ext cx="360" cy="513720"/>
              </p14:xfrm>
            </p:contentPart>
          </mc:Choice>
          <mc:Fallback xmlns="">
            <p:pic>
              <p:nvPicPr>
                <p:cNvPr id="71" name="Ink 70">
                  <a:extLst>
                    <a:ext uri="{FF2B5EF4-FFF2-40B4-BE49-F238E27FC236}">
                      <a16:creationId xmlns:a16="http://schemas.microsoft.com/office/drawing/2014/main" id="{7EF46BB3-DB07-3C9F-4468-199F1FD7BBC8}"/>
                    </a:ext>
                  </a:extLst>
                </p:cNvPr>
                <p:cNvPicPr/>
                <p:nvPr/>
              </p:nvPicPr>
              <p:blipFill>
                <a:blip r:embed="rId32"/>
                <a:stretch>
                  <a:fillRect/>
                </a:stretch>
              </p:blipFill>
              <p:spPr>
                <a:xfrm>
                  <a:off x="8530881" y="3395700"/>
                  <a:ext cx="18000" cy="53136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72" name="Ink 71">
                  <a:extLst>
                    <a:ext uri="{FF2B5EF4-FFF2-40B4-BE49-F238E27FC236}">
                      <a16:creationId xmlns:a16="http://schemas.microsoft.com/office/drawing/2014/main" id="{F5CB7762-D84C-4FD8-0F99-F2C8F180F51D}"/>
                    </a:ext>
                  </a:extLst>
                </p14:cNvPr>
                <p14:cNvContentPartPr/>
                <p14:nvPr/>
              </p14:nvContentPartPr>
              <p14:xfrm>
                <a:off x="8405961" y="3814740"/>
                <a:ext cx="133920" cy="112680"/>
              </p14:xfrm>
            </p:contentPart>
          </mc:Choice>
          <mc:Fallback xmlns="">
            <p:pic>
              <p:nvPicPr>
                <p:cNvPr id="72" name="Ink 71">
                  <a:extLst>
                    <a:ext uri="{FF2B5EF4-FFF2-40B4-BE49-F238E27FC236}">
                      <a16:creationId xmlns:a16="http://schemas.microsoft.com/office/drawing/2014/main" id="{F5CB7762-D84C-4FD8-0F99-F2C8F180F51D}"/>
                    </a:ext>
                  </a:extLst>
                </p:cNvPr>
                <p:cNvPicPr/>
                <p:nvPr/>
              </p:nvPicPr>
              <p:blipFill>
                <a:blip r:embed="rId34"/>
                <a:stretch>
                  <a:fillRect/>
                </a:stretch>
              </p:blipFill>
              <p:spPr>
                <a:xfrm>
                  <a:off x="8397321" y="3805740"/>
                  <a:ext cx="15156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3" name="Ink 72">
                  <a:extLst>
                    <a:ext uri="{FF2B5EF4-FFF2-40B4-BE49-F238E27FC236}">
                      <a16:creationId xmlns:a16="http://schemas.microsoft.com/office/drawing/2014/main" id="{47EE996C-93A2-43EF-9E6F-2FA7DAF10EE2}"/>
                    </a:ext>
                  </a:extLst>
                </p14:cNvPr>
                <p14:cNvContentPartPr/>
                <p14:nvPr/>
              </p14:nvContentPartPr>
              <p14:xfrm>
                <a:off x="8548161" y="3719340"/>
                <a:ext cx="129240" cy="191520"/>
              </p14:xfrm>
            </p:contentPart>
          </mc:Choice>
          <mc:Fallback xmlns="">
            <p:pic>
              <p:nvPicPr>
                <p:cNvPr id="73" name="Ink 72">
                  <a:extLst>
                    <a:ext uri="{FF2B5EF4-FFF2-40B4-BE49-F238E27FC236}">
                      <a16:creationId xmlns:a16="http://schemas.microsoft.com/office/drawing/2014/main" id="{47EE996C-93A2-43EF-9E6F-2FA7DAF10EE2}"/>
                    </a:ext>
                  </a:extLst>
                </p:cNvPr>
                <p:cNvPicPr/>
                <p:nvPr/>
              </p:nvPicPr>
              <p:blipFill>
                <a:blip r:embed="rId36"/>
                <a:stretch>
                  <a:fillRect/>
                </a:stretch>
              </p:blipFill>
              <p:spPr>
                <a:xfrm>
                  <a:off x="8539161" y="3710340"/>
                  <a:ext cx="14688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74" name="Ink 73">
                  <a:extLst>
                    <a:ext uri="{FF2B5EF4-FFF2-40B4-BE49-F238E27FC236}">
                      <a16:creationId xmlns:a16="http://schemas.microsoft.com/office/drawing/2014/main" id="{B9F91FC0-BF6C-6B55-396D-C2C1A8BF3D40}"/>
                    </a:ext>
                  </a:extLst>
                </p14:cNvPr>
                <p14:cNvContentPartPr/>
                <p14:nvPr/>
              </p14:nvContentPartPr>
              <p14:xfrm>
                <a:off x="8678481" y="3714660"/>
                <a:ext cx="360" cy="360"/>
              </p14:xfrm>
            </p:contentPart>
          </mc:Choice>
          <mc:Fallback xmlns="">
            <p:pic>
              <p:nvPicPr>
                <p:cNvPr id="74" name="Ink 73">
                  <a:extLst>
                    <a:ext uri="{FF2B5EF4-FFF2-40B4-BE49-F238E27FC236}">
                      <a16:creationId xmlns:a16="http://schemas.microsoft.com/office/drawing/2014/main" id="{B9F91FC0-BF6C-6B55-396D-C2C1A8BF3D40}"/>
                    </a:ext>
                  </a:extLst>
                </p:cNvPr>
                <p:cNvPicPr/>
                <p:nvPr/>
              </p:nvPicPr>
              <p:blipFill>
                <a:blip r:embed="rId8"/>
                <a:stretch>
                  <a:fillRect/>
                </a:stretch>
              </p:blipFill>
              <p:spPr>
                <a:xfrm>
                  <a:off x="8669841" y="3705660"/>
                  <a:ext cx="18000" cy="18000"/>
                </a:xfrm>
                <a:prstGeom prst="rect">
                  <a:avLst/>
                </a:prstGeom>
              </p:spPr>
            </p:pic>
          </mc:Fallback>
        </mc:AlternateContent>
      </p:grpSp>
      <p:pic>
        <p:nvPicPr>
          <p:cNvPr id="78" name="Picture 77">
            <a:extLst>
              <a:ext uri="{FF2B5EF4-FFF2-40B4-BE49-F238E27FC236}">
                <a16:creationId xmlns:a16="http://schemas.microsoft.com/office/drawing/2014/main" id="{F93EA4DB-E5A2-A5D2-E7D8-765A43BD577E}"/>
              </a:ext>
            </a:extLst>
          </p:cNvPr>
          <p:cNvPicPr>
            <a:picLocks noChangeAspect="1"/>
          </p:cNvPicPr>
          <p:nvPr/>
        </p:nvPicPr>
        <p:blipFill>
          <a:blip r:embed="rId38"/>
          <a:stretch>
            <a:fillRect/>
          </a:stretch>
        </p:blipFill>
        <p:spPr>
          <a:xfrm>
            <a:off x="293599" y="4273823"/>
            <a:ext cx="2597283" cy="215911"/>
          </a:xfrm>
          <a:prstGeom prst="rect">
            <a:avLst/>
          </a:prstGeom>
        </p:spPr>
      </p:pic>
      <p:cxnSp>
        <p:nvCxnSpPr>
          <p:cNvPr id="79" name="Straight Arrow Connector 78">
            <a:extLst>
              <a:ext uri="{FF2B5EF4-FFF2-40B4-BE49-F238E27FC236}">
                <a16:creationId xmlns:a16="http://schemas.microsoft.com/office/drawing/2014/main" id="{9D77B17A-890D-4500-FF75-293A0D0C3345}"/>
              </a:ext>
            </a:extLst>
          </p:cNvPr>
          <p:cNvCxnSpPr>
            <a:cxnSpLocks/>
          </p:cNvCxnSpPr>
          <p:nvPr/>
        </p:nvCxnSpPr>
        <p:spPr>
          <a:xfrm flipV="1">
            <a:off x="2710883" y="4328786"/>
            <a:ext cx="1000439" cy="5299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0AC26222-290B-F394-0CF5-201872C8A70F}"/>
              </a:ext>
            </a:extLst>
          </p:cNvPr>
          <p:cNvSpPr txBox="1"/>
          <p:nvPr/>
        </p:nvSpPr>
        <p:spPr>
          <a:xfrm>
            <a:off x="3711322" y="4147380"/>
            <a:ext cx="3260978" cy="923330"/>
          </a:xfrm>
          <a:prstGeom prst="rect">
            <a:avLst/>
          </a:prstGeom>
          <a:noFill/>
          <a:ln>
            <a:solidFill>
              <a:schemeClr val="accent2"/>
            </a:solidFill>
          </a:ln>
          <a:effectLst>
            <a:glow rad="63500">
              <a:schemeClr val="accent2">
                <a:satMod val="175000"/>
                <a:alpha val="40000"/>
              </a:schemeClr>
            </a:glow>
          </a:effectLst>
        </p:spPr>
        <p:txBody>
          <a:bodyPr wrap="square" rtlCol="0">
            <a:spAutoFit/>
          </a:bodyPr>
          <a:lstStyle/>
          <a:p>
            <a:r>
              <a:rPr lang="en-US" dirty="0"/>
              <a:t>This is the part of react Router </a:t>
            </a:r>
            <a:r>
              <a:rPr lang="en-US" dirty="0" err="1"/>
              <a:t>dom</a:t>
            </a:r>
            <a:r>
              <a:rPr lang="en-US" dirty="0"/>
              <a:t> </a:t>
            </a:r>
          </a:p>
          <a:p>
            <a:r>
              <a:rPr lang="en-US" dirty="0"/>
              <a:t>Use for navigation after login</a:t>
            </a:r>
          </a:p>
        </p:txBody>
      </p:sp>
      <p:pic>
        <p:nvPicPr>
          <p:cNvPr id="83" name="Picture 82">
            <a:extLst>
              <a:ext uri="{FF2B5EF4-FFF2-40B4-BE49-F238E27FC236}">
                <a16:creationId xmlns:a16="http://schemas.microsoft.com/office/drawing/2014/main" id="{B8264A00-E9B5-0206-7AB0-582DBB4ABCF9}"/>
              </a:ext>
            </a:extLst>
          </p:cNvPr>
          <p:cNvPicPr>
            <a:picLocks noChangeAspect="1"/>
          </p:cNvPicPr>
          <p:nvPr/>
        </p:nvPicPr>
        <p:blipFill>
          <a:blip r:embed="rId39"/>
          <a:stretch>
            <a:fillRect/>
          </a:stretch>
        </p:blipFill>
        <p:spPr>
          <a:xfrm>
            <a:off x="115656" y="5231880"/>
            <a:ext cx="3982815" cy="289659"/>
          </a:xfrm>
          <a:prstGeom prst="rect">
            <a:avLst/>
          </a:prstGeom>
        </p:spPr>
      </p:pic>
      <p:sp>
        <p:nvSpPr>
          <p:cNvPr id="84" name="TextBox 83">
            <a:extLst>
              <a:ext uri="{FF2B5EF4-FFF2-40B4-BE49-F238E27FC236}">
                <a16:creationId xmlns:a16="http://schemas.microsoft.com/office/drawing/2014/main" id="{FD3086FC-35B4-AF95-79B5-9C078F4AACC9}"/>
              </a:ext>
            </a:extLst>
          </p:cNvPr>
          <p:cNvSpPr txBox="1"/>
          <p:nvPr/>
        </p:nvSpPr>
        <p:spPr>
          <a:xfrm>
            <a:off x="5083628" y="5425632"/>
            <a:ext cx="4778772" cy="369332"/>
          </a:xfrm>
          <a:prstGeom prst="rect">
            <a:avLst/>
          </a:prstGeom>
          <a:noFill/>
          <a:ln>
            <a:solidFill>
              <a:schemeClr val="accent6">
                <a:lumMod val="75000"/>
              </a:schemeClr>
            </a:solidFill>
          </a:ln>
          <a:effectLst>
            <a:glow rad="228600">
              <a:schemeClr val="accent6">
                <a:satMod val="175000"/>
                <a:alpha val="40000"/>
              </a:schemeClr>
            </a:glow>
          </a:effectLst>
        </p:spPr>
        <p:txBody>
          <a:bodyPr wrap="square" rtlCol="0">
            <a:spAutoFit/>
          </a:bodyPr>
          <a:lstStyle/>
          <a:p>
            <a:r>
              <a:rPr lang="en-US" dirty="0"/>
              <a:t>This hook allow us to use dispatch function</a:t>
            </a:r>
          </a:p>
        </p:txBody>
      </p:sp>
      <p:cxnSp>
        <p:nvCxnSpPr>
          <p:cNvPr id="85" name="Straight Arrow Connector 84">
            <a:extLst>
              <a:ext uri="{FF2B5EF4-FFF2-40B4-BE49-F238E27FC236}">
                <a16:creationId xmlns:a16="http://schemas.microsoft.com/office/drawing/2014/main" id="{C7B05160-9F24-AA33-3974-C609245547D5}"/>
              </a:ext>
            </a:extLst>
          </p:cNvPr>
          <p:cNvCxnSpPr>
            <a:cxnSpLocks/>
            <a:endCxn id="84" idx="1"/>
          </p:cNvCxnSpPr>
          <p:nvPr/>
        </p:nvCxnSpPr>
        <p:spPr>
          <a:xfrm>
            <a:off x="3923746" y="5342923"/>
            <a:ext cx="1159882" cy="26737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3C74AC3A-EE27-B8B5-85F8-4F51360D67B1}"/>
              </a:ext>
            </a:extLst>
          </p:cNvPr>
          <p:cNvCxnSpPr>
            <a:cxnSpLocks/>
          </p:cNvCxnSpPr>
          <p:nvPr/>
        </p:nvCxnSpPr>
        <p:spPr>
          <a:xfrm>
            <a:off x="2124321" y="6101598"/>
            <a:ext cx="1974150" cy="27004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0">
            <p14:nvContentPartPr>
              <p14:cNvPr id="3" name="Ink 2">
                <a:extLst>
                  <a:ext uri="{FF2B5EF4-FFF2-40B4-BE49-F238E27FC236}">
                    <a16:creationId xmlns:a16="http://schemas.microsoft.com/office/drawing/2014/main" id="{B3DB79B1-4EDE-121B-0A2C-7CDB61B0A9EB}"/>
                  </a:ext>
                </a:extLst>
              </p14:cNvPr>
              <p14:cNvContentPartPr/>
              <p14:nvPr/>
            </p14:nvContentPartPr>
            <p14:xfrm>
              <a:off x="1693348" y="1110154"/>
              <a:ext cx="568800" cy="326520"/>
            </p14:xfrm>
          </p:contentPart>
        </mc:Choice>
        <mc:Fallback xmlns="">
          <p:pic>
            <p:nvPicPr>
              <p:cNvPr id="3" name="Ink 2">
                <a:extLst>
                  <a:ext uri="{FF2B5EF4-FFF2-40B4-BE49-F238E27FC236}">
                    <a16:creationId xmlns:a16="http://schemas.microsoft.com/office/drawing/2014/main" id="{B3DB79B1-4EDE-121B-0A2C-7CDB61B0A9EB}"/>
                  </a:ext>
                </a:extLst>
              </p:cNvPr>
              <p:cNvPicPr/>
              <p:nvPr/>
            </p:nvPicPr>
            <p:blipFill>
              <a:blip r:embed="rId41"/>
              <a:stretch>
                <a:fillRect/>
              </a:stretch>
            </p:blipFill>
            <p:spPr>
              <a:xfrm>
                <a:off x="1675708" y="1092514"/>
                <a:ext cx="60444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 name="Ink 3">
                <a:extLst>
                  <a:ext uri="{FF2B5EF4-FFF2-40B4-BE49-F238E27FC236}">
                    <a16:creationId xmlns:a16="http://schemas.microsoft.com/office/drawing/2014/main" id="{0D2D3DA5-4449-AFC3-F8F9-F1475B6CADFA}"/>
                  </a:ext>
                </a:extLst>
              </p14:cNvPr>
              <p14:cNvContentPartPr/>
              <p14:nvPr/>
            </p14:nvContentPartPr>
            <p14:xfrm>
              <a:off x="967228" y="1403914"/>
              <a:ext cx="893520" cy="1068480"/>
            </p14:xfrm>
          </p:contentPart>
        </mc:Choice>
        <mc:Fallback xmlns="">
          <p:pic>
            <p:nvPicPr>
              <p:cNvPr id="4" name="Ink 3">
                <a:extLst>
                  <a:ext uri="{FF2B5EF4-FFF2-40B4-BE49-F238E27FC236}">
                    <a16:creationId xmlns:a16="http://schemas.microsoft.com/office/drawing/2014/main" id="{0D2D3DA5-4449-AFC3-F8F9-F1475B6CADFA}"/>
                  </a:ext>
                </a:extLst>
              </p:cNvPr>
              <p:cNvPicPr/>
              <p:nvPr/>
            </p:nvPicPr>
            <p:blipFill>
              <a:blip r:embed="rId43"/>
              <a:stretch>
                <a:fillRect/>
              </a:stretch>
            </p:blipFill>
            <p:spPr>
              <a:xfrm>
                <a:off x="949588" y="1386274"/>
                <a:ext cx="929160" cy="1104120"/>
              </a:xfrm>
              <a:prstGeom prst="rect">
                <a:avLst/>
              </a:prstGeom>
            </p:spPr>
          </p:pic>
        </mc:Fallback>
      </mc:AlternateContent>
      <p:grpSp>
        <p:nvGrpSpPr>
          <p:cNvPr id="15" name="Group 14">
            <a:extLst>
              <a:ext uri="{FF2B5EF4-FFF2-40B4-BE49-F238E27FC236}">
                <a16:creationId xmlns:a16="http://schemas.microsoft.com/office/drawing/2014/main" id="{379329F3-F605-E568-E3FD-916A24FA407C}"/>
              </a:ext>
            </a:extLst>
          </p:cNvPr>
          <p:cNvGrpSpPr/>
          <p:nvPr/>
        </p:nvGrpSpPr>
        <p:grpSpPr>
          <a:xfrm>
            <a:off x="2777308" y="919714"/>
            <a:ext cx="570960" cy="535320"/>
            <a:chOff x="2777308" y="919714"/>
            <a:chExt cx="570960" cy="535320"/>
          </a:xfrm>
        </p:grpSpPr>
        <mc:AlternateContent xmlns:mc="http://schemas.openxmlformats.org/markup-compatibility/2006" xmlns:p14="http://schemas.microsoft.com/office/powerpoint/2010/main">
          <mc:Choice Requires="p14">
            <p:contentPart p14:bwMode="auto" r:id="rId44">
              <p14:nvContentPartPr>
                <p14:cNvPr id="7" name="Ink 6">
                  <a:extLst>
                    <a:ext uri="{FF2B5EF4-FFF2-40B4-BE49-F238E27FC236}">
                      <a16:creationId xmlns:a16="http://schemas.microsoft.com/office/drawing/2014/main" id="{F7152FAE-8D7D-49AB-8145-D23B0827A730}"/>
                    </a:ext>
                  </a:extLst>
                </p14:cNvPr>
                <p14:cNvContentPartPr/>
                <p14:nvPr/>
              </p14:nvContentPartPr>
              <p14:xfrm>
                <a:off x="2834548" y="1098634"/>
                <a:ext cx="513720" cy="356400"/>
              </p14:xfrm>
            </p:contentPart>
          </mc:Choice>
          <mc:Fallback xmlns="">
            <p:pic>
              <p:nvPicPr>
                <p:cNvPr id="7" name="Ink 6">
                  <a:extLst>
                    <a:ext uri="{FF2B5EF4-FFF2-40B4-BE49-F238E27FC236}">
                      <a16:creationId xmlns:a16="http://schemas.microsoft.com/office/drawing/2014/main" id="{F7152FAE-8D7D-49AB-8145-D23B0827A730}"/>
                    </a:ext>
                  </a:extLst>
                </p:cNvPr>
                <p:cNvPicPr/>
                <p:nvPr/>
              </p:nvPicPr>
              <p:blipFill>
                <a:blip r:embed="rId45"/>
                <a:stretch>
                  <a:fillRect/>
                </a:stretch>
              </p:blipFill>
              <p:spPr>
                <a:xfrm>
                  <a:off x="2816908" y="1080634"/>
                  <a:ext cx="549360" cy="392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0" name="Ink 9">
                  <a:extLst>
                    <a:ext uri="{FF2B5EF4-FFF2-40B4-BE49-F238E27FC236}">
                      <a16:creationId xmlns:a16="http://schemas.microsoft.com/office/drawing/2014/main" id="{681E01AD-61A2-07A3-DEFA-FB0BE3F6068B}"/>
                    </a:ext>
                  </a:extLst>
                </p14:cNvPr>
                <p14:cNvContentPartPr/>
                <p14:nvPr/>
              </p14:nvContentPartPr>
              <p14:xfrm>
                <a:off x="2819788" y="919714"/>
                <a:ext cx="204840" cy="197640"/>
              </p14:xfrm>
            </p:contentPart>
          </mc:Choice>
          <mc:Fallback xmlns="">
            <p:pic>
              <p:nvPicPr>
                <p:cNvPr id="10" name="Ink 9">
                  <a:extLst>
                    <a:ext uri="{FF2B5EF4-FFF2-40B4-BE49-F238E27FC236}">
                      <a16:creationId xmlns:a16="http://schemas.microsoft.com/office/drawing/2014/main" id="{681E01AD-61A2-07A3-DEFA-FB0BE3F6068B}"/>
                    </a:ext>
                  </a:extLst>
                </p:cNvPr>
                <p:cNvPicPr/>
                <p:nvPr/>
              </p:nvPicPr>
              <p:blipFill>
                <a:blip r:embed="rId47"/>
                <a:stretch>
                  <a:fillRect/>
                </a:stretch>
              </p:blipFill>
              <p:spPr>
                <a:xfrm>
                  <a:off x="2801788" y="902074"/>
                  <a:ext cx="2404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3" name="Ink 12">
                  <a:extLst>
                    <a:ext uri="{FF2B5EF4-FFF2-40B4-BE49-F238E27FC236}">
                      <a16:creationId xmlns:a16="http://schemas.microsoft.com/office/drawing/2014/main" id="{4624994E-BE34-D787-8543-1C647E90BD52}"/>
                    </a:ext>
                  </a:extLst>
                </p14:cNvPr>
                <p14:cNvContentPartPr/>
                <p14:nvPr/>
              </p14:nvContentPartPr>
              <p14:xfrm>
                <a:off x="2777308" y="924034"/>
                <a:ext cx="225000" cy="114840"/>
              </p14:xfrm>
            </p:contentPart>
          </mc:Choice>
          <mc:Fallback xmlns="">
            <p:pic>
              <p:nvPicPr>
                <p:cNvPr id="13" name="Ink 12">
                  <a:extLst>
                    <a:ext uri="{FF2B5EF4-FFF2-40B4-BE49-F238E27FC236}">
                      <a16:creationId xmlns:a16="http://schemas.microsoft.com/office/drawing/2014/main" id="{4624994E-BE34-D787-8543-1C647E90BD52}"/>
                    </a:ext>
                  </a:extLst>
                </p:cNvPr>
                <p:cNvPicPr/>
                <p:nvPr/>
              </p:nvPicPr>
              <p:blipFill>
                <a:blip r:embed="rId49"/>
                <a:stretch>
                  <a:fillRect/>
                </a:stretch>
              </p:blipFill>
              <p:spPr>
                <a:xfrm>
                  <a:off x="2759668" y="906394"/>
                  <a:ext cx="260640" cy="15048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50">
            <p14:nvContentPartPr>
              <p14:cNvPr id="23" name="Ink 22">
                <a:extLst>
                  <a:ext uri="{FF2B5EF4-FFF2-40B4-BE49-F238E27FC236}">
                    <a16:creationId xmlns:a16="http://schemas.microsoft.com/office/drawing/2014/main" id="{C5F6EB30-9353-9757-8E85-75E887816D05}"/>
                  </a:ext>
                </a:extLst>
              </p14:cNvPr>
              <p14:cNvContentPartPr/>
              <p14:nvPr/>
            </p14:nvContentPartPr>
            <p14:xfrm>
              <a:off x="6683668" y="1175674"/>
              <a:ext cx="5163120" cy="1695240"/>
            </p14:xfrm>
          </p:contentPart>
        </mc:Choice>
        <mc:Fallback xmlns="">
          <p:pic>
            <p:nvPicPr>
              <p:cNvPr id="23" name="Ink 22">
                <a:extLst>
                  <a:ext uri="{FF2B5EF4-FFF2-40B4-BE49-F238E27FC236}">
                    <a16:creationId xmlns:a16="http://schemas.microsoft.com/office/drawing/2014/main" id="{C5F6EB30-9353-9757-8E85-75E887816D05}"/>
                  </a:ext>
                </a:extLst>
              </p:cNvPr>
              <p:cNvPicPr/>
              <p:nvPr/>
            </p:nvPicPr>
            <p:blipFill>
              <a:blip r:embed="rId51"/>
              <a:stretch>
                <a:fillRect/>
              </a:stretch>
            </p:blipFill>
            <p:spPr>
              <a:xfrm>
                <a:off x="6679348" y="1171354"/>
                <a:ext cx="5171760" cy="1703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52">
            <p14:nvContentPartPr>
              <p14:cNvPr id="29" name="Ink 28">
                <a:extLst>
                  <a:ext uri="{FF2B5EF4-FFF2-40B4-BE49-F238E27FC236}">
                    <a16:creationId xmlns:a16="http://schemas.microsoft.com/office/drawing/2014/main" id="{D2C9C3E1-BF8F-73E7-7811-8D3E14B77EEA}"/>
                  </a:ext>
                </a:extLst>
              </p14:cNvPr>
              <p14:cNvContentPartPr/>
              <p14:nvPr/>
            </p14:nvContentPartPr>
            <p14:xfrm>
              <a:off x="6864748" y="1209154"/>
              <a:ext cx="5043600" cy="1598400"/>
            </p14:xfrm>
          </p:contentPart>
        </mc:Choice>
        <mc:Fallback xmlns="">
          <p:pic>
            <p:nvPicPr>
              <p:cNvPr id="29" name="Ink 28">
                <a:extLst>
                  <a:ext uri="{FF2B5EF4-FFF2-40B4-BE49-F238E27FC236}">
                    <a16:creationId xmlns:a16="http://schemas.microsoft.com/office/drawing/2014/main" id="{D2C9C3E1-BF8F-73E7-7811-8D3E14B77EEA}"/>
                  </a:ext>
                </a:extLst>
              </p:cNvPr>
              <p:cNvPicPr/>
              <p:nvPr/>
            </p:nvPicPr>
            <p:blipFill>
              <a:blip r:embed="rId53"/>
              <a:stretch>
                <a:fillRect/>
              </a:stretch>
            </p:blipFill>
            <p:spPr>
              <a:xfrm>
                <a:off x="6860428" y="1204834"/>
                <a:ext cx="5052240" cy="16070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6" name="Ink 35">
                <a:extLst>
                  <a:ext uri="{FF2B5EF4-FFF2-40B4-BE49-F238E27FC236}">
                    <a16:creationId xmlns:a16="http://schemas.microsoft.com/office/drawing/2014/main" id="{84EC215C-55DA-D0C7-D4FE-6571C57A4CC9}"/>
                  </a:ext>
                </a:extLst>
              </p14:cNvPr>
              <p14:cNvContentPartPr/>
              <p14:nvPr/>
            </p14:nvContentPartPr>
            <p14:xfrm>
              <a:off x="6808228" y="2083954"/>
              <a:ext cx="334800" cy="143640"/>
            </p14:xfrm>
          </p:contentPart>
        </mc:Choice>
        <mc:Fallback xmlns="">
          <p:pic>
            <p:nvPicPr>
              <p:cNvPr id="36" name="Ink 35">
                <a:extLst>
                  <a:ext uri="{FF2B5EF4-FFF2-40B4-BE49-F238E27FC236}">
                    <a16:creationId xmlns:a16="http://schemas.microsoft.com/office/drawing/2014/main" id="{84EC215C-55DA-D0C7-D4FE-6571C57A4CC9}"/>
                  </a:ext>
                </a:extLst>
              </p:cNvPr>
              <p:cNvPicPr/>
              <p:nvPr/>
            </p:nvPicPr>
            <p:blipFill>
              <a:blip r:embed="rId55"/>
              <a:stretch>
                <a:fillRect/>
              </a:stretch>
            </p:blipFill>
            <p:spPr>
              <a:xfrm>
                <a:off x="6754228" y="1975954"/>
                <a:ext cx="442440" cy="3592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2D7D7144-03A4-CCD6-6D17-7EFD5F3C9BB3}"/>
                  </a:ext>
                </a:extLst>
              </p14:cNvPr>
              <p14:cNvContentPartPr/>
              <p14:nvPr/>
            </p14:nvContentPartPr>
            <p14:xfrm>
              <a:off x="6825148" y="2353594"/>
              <a:ext cx="433800" cy="135000"/>
            </p14:xfrm>
          </p:contentPart>
        </mc:Choice>
        <mc:Fallback xmlns="">
          <p:pic>
            <p:nvPicPr>
              <p:cNvPr id="38" name="Ink 37">
                <a:extLst>
                  <a:ext uri="{FF2B5EF4-FFF2-40B4-BE49-F238E27FC236}">
                    <a16:creationId xmlns:a16="http://schemas.microsoft.com/office/drawing/2014/main" id="{2D7D7144-03A4-CCD6-6D17-7EFD5F3C9BB3}"/>
                  </a:ext>
                </a:extLst>
              </p:cNvPr>
              <p:cNvPicPr/>
              <p:nvPr/>
            </p:nvPicPr>
            <p:blipFill>
              <a:blip r:embed="rId57"/>
              <a:stretch>
                <a:fillRect/>
              </a:stretch>
            </p:blipFill>
            <p:spPr>
              <a:xfrm>
                <a:off x="6771508" y="2245594"/>
                <a:ext cx="54144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9" name="Ink 38">
                <a:extLst>
                  <a:ext uri="{FF2B5EF4-FFF2-40B4-BE49-F238E27FC236}">
                    <a16:creationId xmlns:a16="http://schemas.microsoft.com/office/drawing/2014/main" id="{75D0C2F3-86F8-435D-00A3-06E719ABD323}"/>
                  </a:ext>
                </a:extLst>
              </p14:cNvPr>
              <p14:cNvContentPartPr/>
              <p14:nvPr/>
            </p14:nvContentPartPr>
            <p14:xfrm>
              <a:off x="6848548" y="2645914"/>
              <a:ext cx="567720" cy="146520"/>
            </p14:xfrm>
          </p:contentPart>
        </mc:Choice>
        <mc:Fallback xmlns="">
          <p:pic>
            <p:nvPicPr>
              <p:cNvPr id="39" name="Ink 38">
                <a:extLst>
                  <a:ext uri="{FF2B5EF4-FFF2-40B4-BE49-F238E27FC236}">
                    <a16:creationId xmlns:a16="http://schemas.microsoft.com/office/drawing/2014/main" id="{75D0C2F3-86F8-435D-00A3-06E719ABD323}"/>
                  </a:ext>
                </a:extLst>
              </p:cNvPr>
              <p:cNvPicPr/>
              <p:nvPr/>
            </p:nvPicPr>
            <p:blipFill>
              <a:blip r:embed="rId59"/>
              <a:stretch>
                <a:fillRect/>
              </a:stretch>
            </p:blipFill>
            <p:spPr>
              <a:xfrm>
                <a:off x="6794548" y="2537914"/>
                <a:ext cx="67536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0" name="Ink 39">
                <a:extLst>
                  <a:ext uri="{FF2B5EF4-FFF2-40B4-BE49-F238E27FC236}">
                    <a16:creationId xmlns:a16="http://schemas.microsoft.com/office/drawing/2014/main" id="{C7D67FB0-560C-8A3C-1433-4E95F21DC274}"/>
                  </a:ext>
                </a:extLst>
              </p14:cNvPr>
              <p14:cNvContentPartPr/>
              <p14:nvPr/>
            </p14:nvContentPartPr>
            <p14:xfrm>
              <a:off x="8315188" y="1809634"/>
              <a:ext cx="348840" cy="151200"/>
            </p14:xfrm>
          </p:contentPart>
        </mc:Choice>
        <mc:Fallback xmlns="">
          <p:pic>
            <p:nvPicPr>
              <p:cNvPr id="40" name="Ink 39">
                <a:extLst>
                  <a:ext uri="{FF2B5EF4-FFF2-40B4-BE49-F238E27FC236}">
                    <a16:creationId xmlns:a16="http://schemas.microsoft.com/office/drawing/2014/main" id="{C7D67FB0-560C-8A3C-1433-4E95F21DC274}"/>
                  </a:ext>
                </a:extLst>
              </p:cNvPr>
              <p:cNvPicPr/>
              <p:nvPr/>
            </p:nvPicPr>
            <p:blipFill>
              <a:blip r:embed="rId61"/>
              <a:stretch>
                <a:fillRect/>
              </a:stretch>
            </p:blipFill>
            <p:spPr>
              <a:xfrm>
                <a:off x="8261188" y="1701994"/>
                <a:ext cx="456480" cy="3668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1" name="Ink 40">
                <a:extLst>
                  <a:ext uri="{FF2B5EF4-FFF2-40B4-BE49-F238E27FC236}">
                    <a16:creationId xmlns:a16="http://schemas.microsoft.com/office/drawing/2014/main" id="{EDFDFDE6-DB17-0C9D-68DC-921278DC5463}"/>
                  </a:ext>
                </a:extLst>
              </p14:cNvPr>
              <p14:cNvContentPartPr/>
              <p14:nvPr/>
            </p14:nvContentPartPr>
            <p14:xfrm>
              <a:off x="9005668" y="1768594"/>
              <a:ext cx="460440" cy="163440"/>
            </p14:xfrm>
          </p:contentPart>
        </mc:Choice>
        <mc:Fallback xmlns="">
          <p:pic>
            <p:nvPicPr>
              <p:cNvPr id="41" name="Ink 40">
                <a:extLst>
                  <a:ext uri="{FF2B5EF4-FFF2-40B4-BE49-F238E27FC236}">
                    <a16:creationId xmlns:a16="http://schemas.microsoft.com/office/drawing/2014/main" id="{EDFDFDE6-DB17-0C9D-68DC-921278DC5463}"/>
                  </a:ext>
                </a:extLst>
              </p:cNvPr>
              <p:cNvPicPr/>
              <p:nvPr/>
            </p:nvPicPr>
            <p:blipFill>
              <a:blip r:embed="rId63"/>
              <a:stretch>
                <a:fillRect/>
              </a:stretch>
            </p:blipFill>
            <p:spPr>
              <a:xfrm>
                <a:off x="8951668" y="1660954"/>
                <a:ext cx="568080" cy="3790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D591E0B3-DAF3-CFB8-E494-956A0461F9E5}"/>
                  </a:ext>
                </a:extLst>
              </p14:cNvPr>
              <p14:cNvContentPartPr/>
              <p14:nvPr/>
            </p14:nvContentPartPr>
            <p14:xfrm>
              <a:off x="9905308" y="1781914"/>
              <a:ext cx="768960" cy="167760"/>
            </p14:xfrm>
          </p:contentPart>
        </mc:Choice>
        <mc:Fallback xmlns="">
          <p:pic>
            <p:nvPicPr>
              <p:cNvPr id="42" name="Ink 41">
                <a:extLst>
                  <a:ext uri="{FF2B5EF4-FFF2-40B4-BE49-F238E27FC236}">
                    <a16:creationId xmlns:a16="http://schemas.microsoft.com/office/drawing/2014/main" id="{D591E0B3-DAF3-CFB8-E494-956A0461F9E5}"/>
                  </a:ext>
                </a:extLst>
              </p:cNvPr>
              <p:cNvPicPr/>
              <p:nvPr/>
            </p:nvPicPr>
            <p:blipFill>
              <a:blip r:embed="rId65"/>
              <a:stretch>
                <a:fillRect/>
              </a:stretch>
            </p:blipFill>
            <p:spPr>
              <a:xfrm>
                <a:off x="9851668" y="1673914"/>
                <a:ext cx="876600" cy="3834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D9295168-ED14-429E-AA29-905CEE0D16DC}"/>
                  </a:ext>
                </a:extLst>
              </p14:cNvPr>
              <p14:cNvContentPartPr/>
              <p14:nvPr/>
            </p14:nvContentPartPr>
            <p14:xfrm>
              <a:off x="7256428" y="4501354"/>
              <a:ext cx="696960" cy="241200"/>
            </p14:xfrm>
          </p:contentPart>
        </mc:Choice>
        <mc:Fallback xmlns="">
          <p:pic>
            <p:nvPicPr>
              <p:cNvPr id="43" name="Ink 42">
                <a:extLst>
                  <a:ext uri="{FF2B5EF4-FFF2-40B4-BE49-F238E27FC236}">
                    <a16:creationId xmlns:a16="http://schemas.microsoft.com/office/drawing/2014/main" id="{D9295168-ED14-429E-AA29-905CEE0D16DC}"/>
                  </a:ext>
                </a:extLst>
              </p:cNvPr>
              <p:cNvPicPr/>
              <p:nvPr/>
            </p:nvPicPr>
            <p:blipFill>
              <a:blip r:embed="rId67"/>
              <a:stretch>
                <a:fillRect/>
              </a:stretch>
            </p:blipFill>
            <p:spPr>
              <a:xfrm>
                <a:off x="7202428" y="4393354"/>
                <a:ext cx="804600" cy="456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1A9B055E-8B19-2C15-6CA4-36FECBF229D6}"/>
                  </a:ext>
                </a:extLst>
              </p14:cNvPr>
              <p14:cNvContentPartPr/>
              <p14:nvPr/>
            </p14:nvContentPartPr>
            <p14:xfrm>
              <a:off x="9230668" y="4491994"/>
              <a:ext cx="1796400" cy="223920"/>
            </p14:xfrm>
          </p:contentPart>
        </mc:Choice>
        <mc:Fallback xmlns="">
          <p:pic>
            <p:nvPicPr>
              <p:cNvPr id="44" name="Ink 43">
                <a:extLst>
                  <a:ext uri="{FF2B5EF4-FFF2-40B4-BE49-F238E27FC236}">
                    <a16:creationId xmlns:a16="http://schemas.microsoft.com/office/drawing/2014/main" id="{1A9B055E-8B19-2C15-6CA4-36FECBF229D6}"/>
                  </a:ext>
                </a:extLst>
              </p:cNvPr>
              <p:cNvPicPr/>
              <p:nvPr/>
            </p:nvPicPr>
            <p:blipFill>
              <a:blip r:embed="rId69"/>
              <a:stretch>
                <a:fillRect/>
              </a:stretch>
            </p:blipFill>
            <p:spPr>
              <a:xfrm>
                <a:off x="9176668" y="4384354"/>
                <a:ext cx="190404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82F197F7-8640-5358-C67E-C20508A2EFEA}"/>
                  </a:ext>
                </a:extLst>
              </p14:cNvPr>
              <p14:cNvContentPartPr/>
              <p14:nvPr/>
            </p14:nvContentPartPr>
            <p14:xfrm>
              <a:off x="6679348" y="6435274"/>
              <a:ext cx="783720" cy="103680"/>
            </p14:xfrm>
          </p:contentPart>
        </mc:Choice>
        <mc:Fallback xmlns="">
          <p:pic>
            <p:nvPicPr>
              <p:cNvPr id="45" name="Ink 44">
                <a:extLst>
                  <a:ext uri="{FF2B5EF4-FFF2-40B4-BE49-F238E27FC236}">
                    <a16:creationId xmlns:a16="http://schemas.microsoft.com/office/drawing/2014/main" id="{82F197F7-8640-5358-C67E-C20508A2EFEA}"/>
                  </a:ext>
                </a:extLst>
              </p:cNvPr>
              <p:cNvPicPr/>
              <p:nvPr/>
            </p:nvPicPr>
            <p:blipFill>
              <a:blip r:embed="rId71"/>
              <a:stretch>
                <a:fillRect/>
              </a:stretch>
            </p:blipFill>
            <p:spPr>
              <a:xfrm>
                <a:off x="6625708" y="6327634"/>
                <a:ext cx="891360" cy="31932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6" name="Ink 45">
                <a:extLst>
                  <a:ext uri="{FF2B5EF4-FFF2-40B4-BE49-F238E27FC236}">
                    <a16:creationId xmlns:a16="http://schemas.microsoft.com/office/drawing/2014/main" id="{E1D275F9-92D3-43B2-5985-55E685A43633}"/>
                  </a:ext>
                </a:extLst>
              </p14:cNvPr>
              <p14:cNvContentPartPr/>
              <p14:nvPr/>
            </p14:nvContentPartPr>
            <p14:xfrm>
              <a:off x="8341468" y="6454714"/>
              <a:ext cx="965520" cy="168480"/>
            </p14:xfrm>
          </p:contentPart>
        </mc:Choice>
        <mc:Fallback xmlns="">
          <p:pic>
            <p:nvPicPr>
              <p:cNvPr id="46" name="Ink 45">
                <a:extLst>
                  <a:ext uri="{FF2B5EF4-FFF2-40B4-BE49-F238E27FC236}">
                    <a16:creationId xmlns:a16="http://schemas.microsoft.com/office/drawing/2014/main" id="{E1D275F9-92D3-43B2-5985-55E685A43633}"/>
                  </a:ext>
                </a:extLst>
              </p:cNvPr>
              <p:cNvPicPr/>
              <p:nvPr/>
            </p:nvPicPr>
            <p:blipFill>
              <a:blip r:embed="rId73"/>
              <a:stretch>
                <a:fillRect/>
              </a:stretch>
            </p:blipFill>
            <p:spPr>
              <a:xfrm>
                <a:off x="8287828" y="6346714"/>
                <a:ext cx="10731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7" name="Ink 46">
                <a:extLst>
                  <a:ext uri="{FF2B5EF4-FFF2-40B4-BE49-F238E27FC236}">
                    <a16:creationId xmlns:a16="http://schemas.microsoft.com/office/drawing/2014/main" id="{38B9FA4C-3F60-82D5-FE0B-6FEA95BAA83E}"/>
                  </a:ext>
                </a:extLst>
              </p14:cNvPr>
              <p14:cNvContentPartPr/>
              <p14:nvPr/>
            </p14:nvContentPartPr>
            <p14:xfrm>
              <a:off x="2791708" y="-143366"/>
              <a:ext cx="6480" cy="45000"/>
            </p14:xfrm>
          </p:contentPart>
        </mc:Choice>
        <mc:Fallback xmlns="">
          <p:pic>
            <p:nvPicPr>
              <p:cNvPr id="47" name="Ink 46">
                <a:extLst>
                  <a:ext uri="{FF2B5EF4-FFF2-40B4-BE49-F238E27FC236}">
                    <a16:creationId xmlns:a16="http://schemas.microsoft.com/office/drawing/2014/main" id="{38B9FA4C-3F60-82D5-FE0B-6FEA95BAA83E}"/>
                  </a:ext>
                </a:extLst>
              </p:cNvPr>
              <p:cNvPicPr/>
              <p:nvPr/>
            </p:nvPicPr>
            <p:blipFill>
              <a:blip r:embed="rId75"/>
              <a:stretch>
                <a:fillRect/>
              </a:stretch>
            </p:blipFill>
            <p:spPr>
              <a:xfrm>
                <a:off x="2773708" y="-161366"/>
                <a:ext cx="4212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8" name="Ink 47">
                <a:extLst>
                  <a:ext uri="{FF2B5EF4-FFF2-40B4-BE49-F238E27FC236}">
                    <a16:creationId xmlns:a16="http://schemas.microsoft.com/office/drawing/2014/main" id="{186F3A7B-E538-7E90-81DD-885A99C93718}"/>
                  </a:ext>
                </a:extLst>
              </p14:cNvPr>
              <p14:cNvContentPartPr/>
              <p14:nvPr/>
            </p14:nvContentPartPr>
            <p14:xfrm>
              <a:off x="286468" y="5612849"/>
              <a:ext cx="1855080" cy="1119600"/>
            </p14:xfrm>
          </p:contentPart>
        </mc:Choice>
        <mc:Fallback xmlns="">
          <p:pic>
            <p:nvPicPr>
              <p:cNvPr id="48" name="Ink 47">
                <a:extLst>
                  <a:ext uri="{FF2B5EF4-FFF2-40B4-BE49-F238E27FC236}">
                    <a16:creationId xmlns:a16="http://schemas.microsoft.com/office/drawing/2014/main" id="{186F3A7B-E538-7E90-81DD-885A99C93718}"/>
                  </a:ext>
                </a:extLst>
              </p:cNvPr>
              <p:cNvPicPr/>
              <p:nvPr/>
            </p:nvPicPr>
            <p:blipFill>
              <a:blip r:embed="rId77"/>
              <a:stretch>
                <a:fillRect/>
              </a:stretch>
            </p:blipFill>
            <p:spPr>
              <a:xfrm>
                <a:off x="268468" y="5595209"/>
                <a:ext cx="1890720" cy="1155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46EA5DD9-98AF-6A77-E8C6-27F3C7618BB2}"/>
                  </a:ext>
                </a:extLst>
              </p14:cNvPr>
              <p14:cNvContentPartPr/>
              <p14:nvPr/>
            </p14:nvContentPartPr>
            <p14:xfrm>
              <a:off x="287548" y="5639489"/>
              <a:ext cx="1888560" cy="1163880"/>
            </p14:xfrm>
          </p:contentPart>
        </mc:Choice>
        <mc:Fallback xmlns="">
          <p:pic>
            <p:nvPicPr>
              <p:cNvPr id="49" name="Ink 48">
                <a:extLst>
                  <a:ext uri="{FF2B5EF4-FFF2-40B4-BE49-F238E27FC236}">
                    <a16:creationId xmlns:a16="http://schemas.microsoft.com/office/drawing/2014/main" id="{46EA5DD9-98AF-6A77-E8C6-27F3C7618BB2}"/>
                  </a:ext>
                </a:extLst>
              </p:cNvPr>
              <p:cNvPicPr/>
              <p:nvPr/>
            </p:nvPicPr>
            <p:blipFill>
              <a:blip r:embed="rId79"/>
              <a:stretch>
                <a:fillRect/>
              </a:stretch>
            </p:blipFill>
            <p:spPr>
              <a:xfrm>
                <a:off x="269908" y="5621849"/>
                <a:ext cx="1924200" cy="1199520"/>
              </a:xfrm>
              <a:prstGeom prst="rect">
                <a:avLst/>
              </a:prstGeom>
            </p:spPr>
          </p:pic>
        </mc:Fallback>
      </mc:AlternateContent>
    </p:spTree>
    <p:extLst>
      <p:ext uri="{BB962C8B-B14F-4D97-AF65-F5344CB8AC3E}">
        <p14:creationId xmlns:p14="http://schemas.microsoft.com/office/powerpoint/2010/main" val="351064115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C2994-8FC0-E610-3921-84FC761A4024}"/>
              </a:ext>
            </a:extLst>
          </p:cNvPr>
          <p:cNvSpPr>
            <a:spLocks noGrp="1"/>
          </p:cNvSpPr>
          <p:nvPr>
            <p:ph type="title"/>
          </p:nvPr>
        </p:nvSpPr>
        <p:spPr/>
        <p:txBody>
          <a:bodyPr/>
          <a:lstStyle/>
          <a:p>
            <a:r>
              <a:rPr lang="en-US" dirty="0"/>
              <a:t>Now till now we have created the login page</a:t>
            </a:r>
            <a:br>
              <a:rPr lang="en-US" dirty="0"/>
            </a:br>
            <a:r>
              <a:rPr lang="en-US" dirty="0"/>
              <a:t>//now we are creating the signup page</a:t>
            </a:r>
          </a:p>
        </p:txBody>
      </p:sp>
      <p:pic>
        <p:nvPicPr>
          <p:cNvPr id="5" name="Content Placeholder 4">
            <a:extLst>
              <a:ext uri="{FF2B5EF4-FFF2-40B4-BE49-F238E27FC236}">
                <a16:creationId xmlns:a16="http://schemas.microsoft.com/office/drawing/2014/main" id="{A1C0E373-945B-EAD2-2375-C35B4B161507}"/>
              </a:ext>
            </a:extLst>
          </p:cNvPr>
          <p:cNvPicPr>
            <a:picLocks noGrp="1" noChangeAspect="1"/>
          </p:cNvPicPr>
          <p:nvPr>
            <p:ph idx="1"/>
          </p:nvPr>
        </p:nvPicPr>
        <p:blipFill>
          <a:blip r:embed="rId2"/>
          <a:stretch>
            <a:fillRect/>
          </a:stretch>
        </p:blipFill>
        <p:spPr>
          <a:xfrm>
            <a:off x="193817" y="2006611"/>
            <a:ext cx="7467902" cy="2391455"/>
          </a:xfrm>
          <a:prstGeom prst="rect">
            <a:avLst/>
          </a:prstGeom>
        </p:spPr>
      </p:pic>
      <p:sp>
        <p:nvSpPr>
          <p:cNvPr id="6" name="TextBox 5">
            <a:extLst>
              <a:ext uri="{FF2B5EF4-FFF2-40B4-BE49-F238E27FC236}">
                <a16:creationId xmlns:a16="http://schemas.microsoft.com/office/drawing/2014/main" id="{B2698A53-0F5D-95D6-2235-D2D5D42AD82F}"/>
              </a:ext>
            </a:extLst>
          </p:cNvPr>
          <p:cNvSpPr txBox="1"/>
          <p:nvPr/>
        </p:nvSpPr>
        <p:spPr>
          <a:xfrm>
            <a:off x="7886701" y="2212522"/>
            <a:ext cx="3383619" cy="369332"/>
          </a:xfrm>
          <a:prstGeom prst="rect">
            <a:avLst/>
          </a:prstGeom>
          <a:noFill/>
        </p:spPr>
        <p:txBody>
          <a:bodyPr wrap="none" rtlCol="0">
            <a:spAutoFit/>
          </a:bodyPr>
          <a:lstStyle/>
          <a:p>
            <a:r>
              <a:rPr lang="en-US" dirty="0"/>
              <a:t>These are </a:t>
            </a:r>
            <a:r>
              <a:rPr lang="en-US" dirty="0" err="1"/>
              <a:t>shandcn</a:t>
            </a:r>
            <a:r>
              <a:rPr lang="en-US" dirty="0"/>
              <a:t> </a:t>
            </a:r>
            <a:r>
              <a:rPr lang="en-US" dirty="0" err="1"/>
              <a:t>ui</a:t>
            </a:r>
            <a:r>
              <a:rPr lang="en-US" dirty="0"/>
              <a:t> components</a:t>
            </a:r>
          </a:p>
        </p:txBody>
      </p:sp>
      <p:sp>
        <p:nvSpPr>
          <p:cNvPr id="7" name="TextBox 6">
            <a:extLst>
              <a:ext uri="{FF2B5EF4-FFF2-40B4-BE49-F238E27FC236}">
                <a16:creationId xmlns:a16="http://schemas.microsoft.com/office/drawing/2014/main" id="{088013CF-4D4C-65A2-0FFB-5F255DCC0355}"/>
              </a:ext>
            </a:extLst>
          </p:cNvPr>
          <p:cNvSpPr txBox="1"/>
          <p:nvPr/>
        </p:nvSpPr>
        <p:spPr>
          <a:xfrm>
            <a:off x="7805057" y="2734356"/>
            <a:ext cx="3948197" cy="369332"/>
          </a:xfrm>
          <a:prstGeom prst="rect">
            <a:avLst/>
          </a:prstGeom>
          <a:noFill/>
        </p:spPr>
        <p:txBody>
          <a:bodyPr wrap="none" rtlCol="0">
            <a:spAutoFit/>
          </a:bodyPr>
          <a:lstStyle/>
          <a:p>
            <a:r>
              <a:rPr lang="en-US" dirty="0"/>
              <a:t>This is the loader ..same as in login page</a:t>
            </a:r>
          </a:p>
        </p:txBody>
      </p:sp>
      <p:sp>
        <p:nvSpPr>
          <p:cNvPr id="8" name="TextBox 7">
            <a:extLst>
              <a:ext uri="{FF2B5EF4-FFF2-40B4-BE49-F238E27FC236}">
                <a16:creationId xmlns:a16="http://schemas.microsoft.com/office/drawing/2014/main" id="{8A5C0CE4-4FAF-9D8E-32BD-265C5F800896}"/>
              </a:ext>
            </a:extLst>
          </p:cNvPr>
          <p:cNvSpPr txBox="1"/>
          <p:nvPr/>
        </p:nvSpPr>
        <p:spPr>
          <a:xfrm>
            <a:off x="8045137" y="3256190"/>
            <a:ext cx="3308663" cy="646331"/>
          </a:xfrm>
          <a:prstGeom prst="rect">
            <a:avLst/>
          </a:prstGeom>
          <a:noFill/>
        </p:spPr>
        <p:txBody>
          <a:bodyPr wrap="none" rtlCol="0">
            <a:spAutoFit/>
          </a:bodyPr>
          <a:lstStyle/>
          <a:p>
            <a:r>
              <a:rPr lang="en-US" dirty="0"/>
              <a:t>Axios are used to send request to</a:t>
            </a:r>
          </a:p>
          <a:p>
            <a:r>
              <a:rPr lang="en-US" dirty="0"/>
              <a:t>Backend with data</a:t>
            </a:r>
          </a:p>
        </p:txBody>
      </p:sp>
      <p:sp>
        <p:nvSpPr>
          <p:cNvPr id="9" name="TextBox 8">
            <a:extLst>
              <a:ext uri="{FF2B5EF4-FFF2-40B4-BE49-F238E27FC236}">
                <a16:creationId xmlns:a16="http://schemas.microsoft.com/office/drawing/2014/main" id="{D819B829-4B17-3CD8-27B8-F468BD2D4775}"/>
              </a:ext>
            </a:extLst>
          </p:cNvPr>
          <p:cNvSpPr txBox="1"/>
          <p:nvPr/>
        </p:nvSpPr>
        <p:spPr>
          <a:xfrm>
            <a:off x="8139793" y="4180114"/>
            <a:ext cx="3796937" cy="369332"/>
          </a:xfrm>
          <a:prstGeom prst="rect">
            <a:avLst/>
          </a:prstGeom>
          <a:noFill/>
        </p:spPr>
        <p:txBody>
          <a:bodyPr wrap="none" rtlCol="0">
            <a:spAutoFit/>
          </a:bodyPr>
          <a:lstStyle/>
          <a:p>
            <a:r>
              <a:rPr lang="en-US" dirty="0"/>
              <a:t>This </a:t>
            </a:r>
            <a:r>
              <a:rPr lang="en-US" dirty="0" err="1"/>
              <a:t>sonner</a:t>
            </a:r>
            <a:r>
              <a:rPr lang="en-US" dirty="0"/>
              <a:t> is the popover component</a:t>
            </a:r>
          </a:p>
        </p:txBody>
      </p:sp>
      <mc:AlternateContent xmlns:mc="http://schemas.openxmlformats.org/markup-compatibility/2006" xmlns:p14="http://schemas.microsoft.com/office/powerpoint/2010/main">
        <mc:Choice Requires="p14">
          <p:contentPart p14:bwMode="auto" r:id="rId3">
            <p14:nvContentPartPr>
              <p14:cNvPr id="14" name="Ink 13">
                <a:extLst>
                  <a:ext uri="{FF2B5EF4-FFF2-40B4-BE49-F238E27FC236}">
                    <a16:creationId xmlns:a16="http://schemas.microsoft.com/office/drawing/2014/main" id="{101641AE-AD23-7805-F3C3-9C43049D8291}"/>
                  </a:ext>
                </a:extLst>
              </p14:cNvPr>
              <p14:cNvContentPartPr/>
              <p14:nvPr/>
            </p14:nvContentPartPr>
            <p14:xfrm>
              <a:off x="3290091" y="3869884"/>
              <a:ext cx="4817520" cy="432720"/>
            </p14:xfrm>
          </p:contentPart>
        </mc:Choice>
        <mc:Fallback xmlns="">
          <p:pic>
            <p:nvPicPr>
              <p:cNvPr id="14" name="Ink 13">
                <a:extLst>
                  <a:ext uri="{FF2B5EF4-FFF2-40B4-BE49-F238E27FC236}">
                    <a16:creationId xmlns:a16="http://schemas.microsoft.com/office/drawing/2014/main" id="{101641AE-AD23-7805-F3C3-9C43049D8291}"/>
                  </a:ext>
                </a:extLst>
              </p:cNvPr>
              <p:cNvPicPr/>
              <p:nvPr/>
            </p:nvPicPr>
            <p:blipFill>
              <a:blip r:embed="rId4"/>
              <a:stretch>
                <a:fillRect/>
              </a:stretch>
            </p:blipFill>
            <p:spPr>
              <a:xfrm>
                <a:off x="3281091" y="3860884"/>
                <a:ext cx="483516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5" name="Ink 14">
                <a:extLst>
                  <a:ext uri="{FF2B5EF4-FFF2-40B4-BE49-F238E27FC236}">
                    <a16:creationId xmlns:a16="http://schemas.microsoft.com/office/drawing/2014/main" id="{917624F7-4112-A856-A827-6B9440895AA6}"/>
                  </a:ext>
                </a:extLst>
              </p14:cNvPr>
              <p14:cNvContentPartPr/>
              <p14:nvPr/>
            </p14:nvContentPartPr>
            <p14:xfrm>
              <a:off x="7859571" y="4048804"/>
              <a:ext cx="368280" cy="483480"/>
            </p14:xfrm>
          </p:contentPart>
        </mc:Choice>
        <mc:Fallback xmlns="">
          <p:pic>
            <p:nvPicPr>
              <p:cNvPr id="15" name="Ink 14">
                <a:extLst>
                  <a:ext uri="{FF2B5EF4-FFF2-40B4-BE49-F238E27FC236}">
                    <a16:creationId xmlns:a16="http://schemas.microsoft.com/office/drawing/2014/main" id="{917624F7-4112-A856-A827-6B9440895AA6}"/>
                  </a:ext>
                </a:extLst>
              </p:cNvPr>
              <p:cNvPicPr/>
              <p:nvPr/>
            </p:nvPicPr>
            <p:blipFill>
              <a:blip r:embed="rId6"/>
              <a:stretch>
                <a:fillRect/>
              </a:stretch>
            </p:blipFill>
            <p:spPr>
              <a:xfrm>
                <a:off x="7850931" y="4039804"/>
                <a:ext cx="385920" cy="501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6" name="Ink 15">
                <a:extLst>
                  <a:ext uri="{FF2B5EF4-FFF2-40B4-BE49-F238E27FC236}">
                    <a16:creationId xmlns:a16="http://schemas.microsoft.com/office/drawing/2014/main" id="{56A72EE2-35BE-E22D-8AE9-5E424397FD85}"/>
                  </a:ext>
                </a:extLst>
              </p14:cNvPr>
              <p14:cNvContentPartPr/>
              <p14:nvPr/>
            </p14:nvContentPartPr>
            <p14:xfrm>
              <a:off x="2922531" y="3460564"/>
              <a:ext cx="5153040" cy="221760"/>
            </p14:xfrm>
          </p:contentPart>
        </mc:Choice>
        <mc:Fallback xmlns="">
          <p:pic>
            <p:nvPicPr>
              <p:cNvPr id="16" name="Ink 15">
                <a:extLst>
                  <a:ext uri="{FF2B5EF4-FFF2-40B4-BE49-F238E27FC236}">
                    <a16:creationId xmlns:a16="http://schemas.microsoft.com/office/drawing/2014/main" id="{56A72EE2-35BE-E22D-8AE9-5E424397FD85}"/>
                  </a:ext>
                </a:extLst>
              </p:cNvPr>
              <p:cNvPicPr/>
              <p:nvPr/>
            </p:nvPicPr>
            <p:blipFill>
              <a:blip r:embed="rId8"/>
              <a:stretch>
                <a:fillRect/>
              </a:stretch>
            </p:blipFill>
            <p:spPr>
              <a:xfrm>
                <a:off x="2913891" y="3451564"/>
                <a:ext cx="517068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7" name="Ink 16">
                <a:extLst>
                  <a:ext uri="{FF2B5EF4-FFF2-40B4-BE49-F238E27FC236}">
                    <a16:creationId xmlns:a16="http://schemas.microsoft.com/office/drawing/2014/main" id="{CCBF6E77-ABD5-A76D-1456-68E3828F0C05}"/>
                  </a:ext>
                </a:extLst>
              </p14:cNvPr>
              <p14:cNvContentPartPr/>
              <p14:nvPr/>
            </p14:nvContentPartPr>
            <p14:xfrm>
              <a:off x="4138971" y="2888884"/>
              <a:ext cx="3778200" cy="42120"/>
            </p14:xfrm>
          </p:contentPart>
        </mc:Choice>
        <mc:Fallback xmlns="">
          <p:pic>
            <p:nvPicPr>
              <p:cNvPr id="17" name="Ink 16">
                <a:extLst>
                  <a:ext uri="{FF2B5EF4-FFF2-40B4-BE49-F238E27FC236}">
                    <a16:creationId xmlns:a16="http://schemas.microsoft.com/office/drawing/2014/main" id="{CCBF6E77-ABD5-A76D-1456-68E3828F0C05}"/>
                  </a:ext>
                </a:extLst>
              </p:cNvPr>
              <p:cNvPicPr/>
              <p:nvPr/>
            </p:nvPicPr>
            <p:blipFill>
              <a:blip r:embed="rId10"/>
              <a:stretch>
                <a:fillRect/>
              </a:stretch>
            </p:blipFill>
            <p:spPr>
              <a:xfrm>
                <a:off x="4130331" y="2880244"/>
                <a:ext cx="3795840" cy="59760"/>
              </a:xfrm>
              <a:prstGeom prst="rect">
                <a:avLst/>
              </a:prstGeom>
            </p:spPr>
          </p:pic>
        </mc:Fallback>
      </mc:AlternateContent>
      <p:grpSp>
        <p:nvGrpSpPr>
          <p:cNvPr id="20" name="Group 19">
            <a:extLst>
              <a:ext uri="{FF2B5EF4-FFF2-40B4-BE49-F238E27FC236}">
                <a16:creationId xmlns:a16="http://schemas.microsoft.com/office/drawing/2014/main" id="{CA583D1A-9CB4-FD81-4390-1ED0413FE979}"/>
              </a:ext>
            </a:extLst>
          </p:cNvPr>
          <p:cNvGrpSpPr/>
          <p:nvPr/>
        </p:nvGrpSpPr>
        <p:grpSpPr>
          <a:xfrm>
            <a:off x="4971651" y="2416564"/>
            <a:ext cx="3085920" cy="236520"/>
            <a:chOff x="4971651" y="2416564"/>
            <a:chExt cx="3085920" cy="236520"/>
          </a:xfrm>
        </p:grpSpPr>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7BFCDAF0-5583-D093-C2CA-4979A4E9C15D}"/>
                    </a:ext>
                  </a:extLst>
                </p14:cNvPr>
                <p14:cNvContentPartPr/>
                <p14:nvPr/>
              </p14:nvContentPartPr>
              <p14:xfrm>
                <a:off x="4971651" y="2416564"/>
                <a:ext cx="3045600" cy="360"/>
              </p14:xfrm>
            </p:contentPart>
          </mc:Choice>
          <mc:Fallback xmlns="">
            <p:pic>
              <p:nvPicPr>
                <p:cNvPr id="18" name="Ink 17">
                  <a:extLst>
                    <a:ext uri="{FF2B5EF4-FFF2-40B4-BE49-F238E27FC236}">
                      <a16:creationId xmlns:a16="http://schemas.microsoft.com/office/drawing/2014/main" id="{7BFCDAF0-5583-D093-C2CA-4979A4E9C15D}"/>
                    </a:ext>
                  </a:extLst>
                </p:cNvPr>
                <p:cNvPicPr/>
                <p:nvPr/>
              </p:nvPicPr>
              <p:blipFill>
                <a:blip r:embed="rId12"/>
                <a:stretch>
                  <a:fillRect/>
                </a:stretch>
              </p:blipFill>
              <p:spPr>
                <a:xfrm>
                  <a:off x="4963011" y="2407564"/>
                  <a:ext cx="30632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29C20774-5F94-4109-F486-87479A64B288}"/>
                    </a:ext>
                  </a:extLst>
                </p14:cNvPr>
                <p14:cNvContentPartPr/>
                <p14:nvPr/>
              </p14:nvContentPartPr>
              <p14:xfrm>
                <a:off x="5061651" y="2457244"/>
                <a:ext cx="2995920" cy="195840"/>
              </p14:xfrm>
            </p:contentPart>
          </mc:Choice>
          <mc:Fallback xmlns="">
            <p:pic>
              <p:nvPicPr>
                <p:cNvPr id="19" name="Ink 18">
                  <a:extLst>
                    <a:ext uri="{FF2B5EF4-FFF2-40B4-BE49-F238E27FC236}">
                      <a16:creationId xmlns:a16="http://schemas.microsoft.com/office/drawing/2014/main" id="{29C20774-5F94-4109-F486-87479A64B288}"/>
                    </a:ext>
                  </a:extLst>
                </p:cNvPr>
                <p:cNvPicPr/>
                <p:nvPr/>
              </p:nvPicPr>
              <p:blipFill>
                <a:blip r:embed="rId14"/>
                <a:stretch>
                  <a:fillRect/>
                </a:stretch>
              </p:blipFill>
              <p:spPr>
                <a:xfrm>
                  <a:off x="5052651" y="2448604"/>
                  <a:ext cx="3013560" cy="213480"/>
                </a:xfrm>
                <a:prstGeom prst="rect">
                  <a:avLst/>
                </a:prstGeom>
              </p:spPr>
            </p:pic>
          </mc:Fallback>
        </mc:AlternateContent>
      </p:grpSp>
      <p:sp>
        <p:nvSpPr>
          <p:cNvPr id="21" name="TextBox 20">
            <a:extLst>
              <a:ext uri="{FF2B5EF4-FFF2-40B4-BE49-F238E27FC236}">
                <a16:creationId xmlns:a16="http://schemas.microsoft.com/office/drawing/2014/main" id="{7A4C9FEA-BCB5-0D94-C18F-55A4F85F82E5}"/>
              </a:ext>
            </a:extLst>
          </p:cNvPr>
          <p:cNvSpPr txBox="1"/>
          <p:nvPr/>
        </p:nvSpPr>
        <p:spPr>
          <a:xfrm>
            <a:off x="1077686" y="5666014"/>
            <a:ext cx="6353855" cy="461665"/>
          </a:xfrm>
          <a:prstGeom prst="rect">
            <a:avLst/>
          </a:prstGeom>
          <a:noFill/>
        </p:spPr>
        <p:txBody>
          <a:bodyPr wrap="none" rtlCol="0">
            <a:spAutoFit/>
          </a:bodyPr>
          <a:lstStyle/>
          <a:p>
            <a:r>
              <a:rPr lang="en-US" sz="2400" dirty="0"/>
              <a:t>All the things are similar just like in the login page</a:t>
            </a:r>
          </a:p>
        </p:txBody>
      </p:sp>
    </p:spTree>
    <p:extLst>
      <p:ext uri="{BB962C8B-B14F-4D97-AF65-F5344CB8AC3E}">
        <p14:creationId xmlns:p14="http://schemas.microsoft.com/office/powerpoint/2010/main" val="238994898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7AAF9-E7D7-9D09-F8DE-9D83A07CFB91}"/>
              </a:ext>
            </a:extLst>
          </p:cNvPr>
          <p:cNvSpPr>
            <a:spLocks noGrp="1"/>
          </p:cNvSpPr>
          <p:nvPr>
            <p:ph type="title"/>
          </p:nvPr>
        </p:nvSpPr>
        <p:spPr>
          <a:xfrm>
            <a:off x="568779" y="337796"/>
            <a:ext cx="10515600" cy="588509"/>
          </a:xfrm>
        </p:spPr>
        <p:txBody>
          <a:bodyPr>
            <a:normAutofit fontScale="90000"/>
          </a:bodyPr>
          <a:lstStyle/>
          <a:p>
            <a:r>
              <a:rPr lang="en-US" dirty="0"/>
              <a:t>Now building the home page</a:t>
            </a:r>
          </a:p>
        </p:txBody>
      </p:sp>
      <p:pic>
        <p:nvPicPr>
          <p:cNvPr id="5" name="Content Placeholder 4">
            <a:extLst>
              <a:ext uri="{FF2B5EF4-FFF2-40B4-BE49-F238E27FC236}">
                <a16:creationId xmlns:a16="http://schemas.microsoft.com/office/drawing/2014/main" id="{6FE9ED0B-46E8-9B9F-DE55-BC8CCB903801}"/>
              </a:ext>
            </a:extLst>
          </p:cNvPr>
          <p:cNvPicPr>
            <a:picLocks noGrp="1" noChangeAspect="1"/>
          </p:cNvPicPr>
          <p:nvPr>
            <p:ph idx="1"/>
          </p:nvPr>
        </p:nvPicPr>
        <p:blipFill>
          <a:blip r:embed="rId2"/>
          <a:stretch>
            <a:fillRect/>
          </a:stretch>
        </p:blipFill>
        <p:spPr>
          <a:xfrm>
            <a:off x="1890452" y="1670503"/>
            <a:ext cx="8068195" cy="4351338"/>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2F70DB8B-A39C-CCDD-609C-5089B820204C}"/>
                  </a:ext>
                </a:extLst>
              </p14:cNvPr>
              <p14:cNvContentPartPr/>
              <p14:nvPr/>
            </p14:nvContentPartPr>
            <p14:xfrm>
              <a:off x="4334451" y="1754884"/>
              <a:ext cx="295920" cy="4354560"/>
            </p14:xfrm>
          </p:contentPart>
        </mc:Choice>
        <mc:Fallback xmlns="">
          <p:pic>
            <p:nvPicPr>
              <p:cNvPr id="8" name="Ink 7">
                <a:extLst>
                  <a:ext uri="{FF2B5EF4-FFF2-40B4-BE49-F238E27FC236}">
                    <a16:creationId xmlns:a16="http://schemas.microsoft.com/office/drawing/2014/main" id="{2F70DB8B-A39C-CCDD-609C-5089B820204C}"/>
                  </a:ext>
                </a:extLst>
              </p:cNvPr>
              <p:cNvPicPr/>
              <p:nvPr/>
            </p:nvPicPr>
            <p:blipFill>
              <a:blip r:embed="rId8"/>
              <a:stretch>
                <a:fillRect/>
              </a:stretch>
            </p:blipFill>
            <p:spPr>
              <a:xfrm>
                <a:off x="4325811" y="1746244"/>
                <a:ext cx="313560" cy="4372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EB9FF2A-2B7F-2F16-723D-914B552B4B36}"/>
                  </a:ext>
                </a:extLst>
              </p14:cNvPr>
              <p14:cNvContentPartPr/>
              <p14:nvPr/>
            </p14:nvContentPartPr>
            <p14:xfrm>
              <a:off x="4383771" y="1752004"/>
              <a:ext cx="3095280" cy="4486680"/>
            </p14:xfrm>
          </p:contentPart>
        </mc:Choice>
        <mc:Fallback xmlns="">
          <p:pic>
            <p:nvPicPr>
              <p:cNvPr id="9" name="Ink 8">
                <a:extLst>
                  <a:ext uri="{FF2B5EF4-FFF2-40B4-BE49-F238E27FC236}">
                    <a16:creationId xmlns:a16="http://schemas.microsoft.com/office/drawing/2014/main" id="{6EB9FF2A-2B7F-2F16-723D-914B552B4B36}"/>
                  </a:ext>
                </a:extLst>
              </p:cNvPr>
              <p:cNvPicPr/>
              <p:nvPr/>
            </p:nvPicPr>
            <p:blipFill>
              <a:blip r:embed="rId10"/>
              <a:stretch>
                <a:fillRect/>
              </a:stretch>
            </p:blipFill>
            <p:spPr>
              <a:xfrm>
                <a:off x="4375131" y="1743364"/>
                <a:ext cx="3112920" cy="4504320"/>
              </a:xfrm>
              <a:prstGeom prst="rect">
                <a:avLst/>
              </a:prstGeom>
            </p:spPr>
          </p:pic>
        </mc:Fallback>
      </mc:AlternateContent>
      <p:sp>
        <p:nvSpPr>
          <p:cNvPr id="15" name="TextBox 14">
            <a:extLst>
              <a:ext uri="{FF2B5EF4-FFF2-40B4-BE49-F238E27FC236}">
                <a16:creationId xmlns:a16="http://schemas.microsoft.com/office/drawing/2014/main" id="{EE967948-B1A7-1767-2BB1-9FB4969E1589}"/>
              </a:ext>
            </a:extLst>
          </p:cNvPr>
          <p:cNvSpPr txBox="1"/>
          <p:nvPr/>
        </p:nvSpPr>
        <p:spPr>
          <a:xfrm>
            <a:off x="7479051" y="337796"/>
            <a:ext cx="4418261" cy="923330"/>
          </a:xfrm>
          <a:prstGeom prst="rect">
            <a:avLst/>
          </a:prstGeom>
          <a:noFill/>
        </p:spPr>
        <p:txBody>
          <a:bodyPr wrap="none" rtlCol="0">
            <a:spAutoFit/>
          </a:bodyPr>
          <a:lstStyle/>
          <a:p>
            <a:r>
              <a:rPr lang="en-US" dirty="0"/>
              <a:t>So there are different sections in our page</a:t>
            </a:r>
          </a:p>
          <a:p>
            <a:r>
              <a:rPr lang="en-US" dirty="0"/>
              <a:t>We will divide each section and start working</a:t>
            </a:r>
          </a:p>
          <a:p>
            <a:r>
              <a:rPr lang="en-US" dirty="0"/>
              <a:t>Section by section </a:t>
            </a:r>
          </a:p>
        </p:txBody>
      </p:sp>
      <p:sp>
        <p:nvSpPr>
          <p:cNvPr id="3" name="Rectangle 2">
            <a:extLst>
              <a:ext uri="{FF2B5EF4-FFF2-40B4-BE49-F238E27FC236}">
                <a16:creationId xmlns:a16="http://schemas.microsoft.com/office/drawing/2014/main" id="{12875A63-11DE-98B4-AA14-737BFD03686D}"/>
              </a:ext>
            </a:extLst>
          </p:cNvPr>
          <p:cNvSpPr/>
          <p:nvPr/>
        </p:nvSpPr>
        <p:spPr>
          <a:xfrm>
            <a:off x="7788729" y="1559379"/>
            <a:ext cx="2334985" cy="4550065"/>
          </a:xfrm>
          <a:prstGeom prst="rect">
            <a:avLst/>
          </a:prstGeom>
          <a:noFill/>
          <a:ln>
            <a:solidFill>
              <a:schemeClr val="accent6"/>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0E359052-FC57-5FCB-8541-E32FE48BA7CF}"/>
              </a:ext>
            </a:extLst>
          </p:cNvPr>
          <p:cNvCxnSpPr/>
          <p:nvPr/>
        </p:nvCxnSpPr>
        <p:spPr>
          <a:xfrm flipV="1">
            <a:off x="8147957" y="1261126"/>
            <a:ext cx="2090057" cy="2982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5672515-B5B0-E8D7-BFBC-1039854BCE0C}"/>
              </a:ext>
            </a:extLst>
          </p:cNvPr>
          <p:cNvSpPr txBox="1"/>
          <p:nvPr/>
        </p:nvSpPr>
        <p:spPr>
          <a:xfrm>
            <a:off x="10233549" y="1072933"/>
            <a:ext cx="1376787" cy="369332"/>
          </a:xfrm>
          <a:prstGeom prst="rect">
            <a:avLst/>
          </a:prstGeom>
          <a:solidFill>
            <a:srgbClr val="FFFF00"/>
          </a:solidFill>
        </p:spPr>
        <p:txBody>
          <a:bodyPr wrap="none" rtlCol="0">
            <a:spAutoFit/>
          </a:bodyPr>
          <a:lstStyle/>
          <a:p>
            <a:r>
              <a:rPr lang="en-US" dirty="0" err="1"/>
              <a:t>RightSidebar</a:t>
            </a:r>
            <a:endParaRPr lang="en-US" dirty="0"/>
          </a:p>
        </p:txBody>
      </p:sp>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AB186F45-BE10-3E96-8615-84728732BBCF}"/>
                  </a:ext>
                </a:extLst>
              </p14:cNvPr>
              <p14:cNvContentPartPr/>
              <p14:nvPr/>
            </p14:nvContentPartPr>
            <p14:xfrm>
              <a:off x="1810949" y="1437754"/>
              <a:ext cx="1484640" cy="813960"/>
            </p14:xfrm>
          </p:contentPart>
        </mc:Choice>
        <mc:Fallback xmlns="">
          <p:pic>
            <p:nvPicPr>
              <p:cNvPr id="16" name="Ink 15">
                <a:extLst>
                  <a:ext uri="{FF2B5EF4-FFF2-40B4-BE49-F238E27FC236}">
                    <a16:creationId xmlns:a16="http://schemas.microsoft.com/office/drawing/2014/main" id="{AB186F45-BE10-3E96-8615-84728732BBCF}"/>
                  </a:ext>
                </a:extLst>
              </p:cNvPr>
              <p:cNvPicPr/>
              <p:nvPr/>
            </p:nvPicPr>
            <p:blipFill>
              <a:blip r:embed="rId12"/>
              <a:stretch>
                <a:fillRect/>
              </a:stretch>
            </p:blipFill>
            <p:spPr>
              <a:xfrm>
                <a:off x="1793309" y="1419754"/>
                <a:ext cx="1520280" cy="849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67E442D6-098F-9F75-063B-4687E834EFEB}"/>
                  </a:ext>
                </a:extLst>
              </p14:cNvPr>
              <p14:cNvContentPartPr/>
              <p14:nvPr/>
            </p14:nvContentPartPr>
            <p14:xfrm>
              <a:off x="281669" y="1146874"/>
              <a:ext cx="501480" cy="477360"/>
            </p14:xfrm>
          </p:contentPart>
        </mc:Choice>
        <mc:Fallback xmlns="">
          <p:pic>
            <p:nvPicPr>
              <p:cNvPr id="17" name="Ink 16">
                <a:extLst>
                  <a:ext uri="{FF2B5EF4-FFF2-40B4-BE49-F238E27FC236}">
                    <a16:creationId xmlns:a16="http://schemas.microsoft.com/office/drawing/2014/main" id="{67E442D6-098F-9F75-063B-4687E834EFEB}"/>
                  </a:ext>
                </a:extLst>
              </p:cNvPr>
              <p:cNvPicPr/>
              <p:nvPr/>
            </p:nvPicPr>
            <p:blipFill>
              <a:blip r:embed="rId14"/>
              <a:stretch>
                <a:fillRect/>
              </a:stretch>
            </p:blipFill>
            <p:spPr>
              <a:xfrm>
                <a:off x="264029" y="1128874"/>
                <a:ext cx="537120" cy="513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8" name="Ink 17">
                <a:extLst>
                  <a:ext uri="{FF2B5EF4-FFF2-40B4-BE49-F238E27FC236}">
                    <a16:creationId xmlns:a16="http://schemas.microsoft.com/office/drawing/2014/main" id="{63BC8510-310B-6B32-49B4-800EE0B4B9DE}"/>
                  </a:ext>
                </a:extLst>
              </p14:cNvPr>
              <p14:cNvContentPartPr/>
              <p14:nvPr/>
            </p14:nvContentPartPr>
            <p14:xfrm>
              <a:off x="654629" y="1110874"/>
              <a:ext cx="1210320" cy="693000"/>
            </p14:xfrm>
          </p:contentPart>
        </mc:Choice>
        <mc:Fallback xmlns="">
          <p:pic>
            <p:nvPicPr>
              <p:cNvPr id="18" name="Ink 17">
                <a:extLst>
                  <a:ext uri="{FF2B5EF4-FFF2-40B4-BE49-F238E27FC236}">
                    <a16:creationId xmlns:a16="http://schemas.microsoft.com/office/drawing/2014/main" id="{63BC8510-310B-6B32-49B4-800EE0B4B9DE}"/>
                  </a:ext>
                </a:extLst>
              </p:cNvPr>
              <p:cNvPicPr/>
              <p:nvPr/>
            </p:nvPicPr>
            <p:blipFill>
              <a:blip r:embed="rId16"/>
              <a:stretch>
                <a:fillRect/>
              </a:stretch>
            </p:blipFill>
            <p:spPr>
              <a:xfrm>
                <a:off x="636629" y="1092874"/>
                <a:ext cx="1245960" cy="728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FDF2629E-95F6-AB06-A344-E8C73E50083C}"/>
                  </a:ext>
                </a:extLst>
              </p14:cNvPr>
              <p14:cNvContentPartPr/>
              <p14:nvPr/>
            </p14:nvContentPartPr>
            <p14:xfrm>
              <a:off x="1841909" y="1056874"/>
              <a:ext cx="735840" cy="388440"/>
            </p14:xfrm>
          </p:contentPart>
        </mc:Choice>
        <mc:Fallback xmlns="">
          <p:pic>
            <p:nvPicPr>
              <p:cNvPr id="20" name="Ink 19">
                <a:extLst>
                  <a:ext uri="{FF2B5EF4-FFF2-40B4-BE49-F238E27FC236}">
                    <a16:creationId xmlns:a16="http://schemas.microsoft.com/office/drawing/2014/main" id="{FDF2629E-95F6-AB06-A344-E8C73E50083C}"/>
                  </a:ext>
                </a:extLst>
              </p:cNvPr>
              <p:cNvPicPr/>
              <p:nvPr/>
            </p:nvPicPr>
            <p:blipFill>
              <a:blip r:embed="rId18"/>
              <a:stretch>
                <a:fillRect/>
              </a:stretch>
            </p:blipFill>
            <p:spPr>
              <a:xfrm>
                <a:off x="1824269" y="1039234"/>
                <a:ext cx="77148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2" name="Ink 21">
                <a:extLst>
                  <a:ext uri="{FF2B5EF4-FFF2-40B4-BE49-F238E27FC236}">
                    <a16:creationId xmlns:a16="http://schemas.microsoft.com/office/drawing/2014/main" id="{1FB4B08F-C676-4B87-6D7F-992FFF1F5B41}"/>
                  </a:ext>
                </a:extLst>
              </p14:cNvPr>
              <p14:cNvContentPartPr/>
              <p14:nvPr/>
            </p14:nvContentPartPr>
            <p14:xfrm>
              <a:off x="1563629" y="2203474"/>
              <a:ext cx="1769040" cy="3812760"/>
            </p14:xfrm>
          </p:contentPart>
        </mc:Choice>
        <mc:Fallback xmlns="">
          <p:pic>
            <p:nvPicPr>
              <p:cNvPr id="22" name="Ink 21">
                <a:extLst>
                  <a:ext uri="{FF2B5EF4-FFF2-40B4-BE49-F238E27FC236}">
                    <a16:creationId xmlns:a16="http://schemas.microsoft.com/office/drawing/2014/main" id="{1FB4B08F-C676-4B87-6D7F-992FFF1F5B41}"/>
                  </a:ext>
                </a:extLst>
              </p:cNvPr>
              <p:cNvPicPr/>
              <p:nvPr/>
            </p:nvPicPr>
            <p:blipFill>
              <a:blip r:embed="rId20"/>
              <a:stretch>
                <a:fillRect/>
              </a:stretch>
            </p:blipFill>
            <p:spPr>
              <a:xfrm>
                <a:off x="1545989" y="2185834"/>
                <a:ext cx="1804680" cy="3848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 name="Ink 9">
                <a:extLst>
                  <a:ext uri="{FF2B5EF4-FFF2-40B4-BE49-F238E27FC236}">
                    <a16:creationId xmlns:a16="http://schemas.microsoft.com/office/drawing/2014/main" id="{77C00F54-2604-235F-501F-FE7AE41A1838}"/>
                  </a:ext>
                </a:extLst>
              </p14:cNvPr>
              <p14:cNvContentPartPr/>
              <p14:nvPr/>
            </p14:nvContentPartPr>
            <p14:xfrm>
              <a:off x="1866389" y="2570314"/>
              <a:ext cx="12960" cy="11880"/>
            </p14:xfrm>
          </p:contentPart>
        </mc:Choice>
        <mc:Fallback xmlns="">
          <p:pic>
            <p:nvPicPr>
              <p:cNvPr id="10" name="Ink 9">
                <a:extLst>
                  <a:ext uri="{FF2B5EF4-FFF2-40B4-BE49-F238E27FC236}">
                    <a16:creationId xmlns:a16="http://schemas.microsoft.com/office/drawing/2014/main" id="{77C00F54-2604-235F-501F-FE7AE41A1838}"/>
                  </a:ext>
                </a:extLst>
              </p:cNvPr>
              <p:cNvPicPr/>
              <p:nvPr/>
            </p:nvPicPr>
            <p:blipFill>
              <a:blip r:embed="rId22"/>
              <a:stretch>
                <a:fillRect/>
              </a:stretch>
            </p:blipFill>
            <p:spPr>
              <a:xfrm>
                <a:off x="1848749" y="2552674"/>
                <a:ext cx="486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Ink 12">
                <a:extLst>
                  <a:ext uri="{FF2B5EF4-FFF2-40B4-BE49-F238E27FC236}">
                    <a16:creationId xmlns:a16="http://schemas.microsoft.com/office/drawing/2014/main" id="{A8A70A37-0873-75B7-B0AA-55DF9B2CCBE1}"/>
                  </a:ext>
                </a:extLst>
              </p14:cNvPr>
              <p14:cNvContentPartPr/>
              <p14:nvPr/>
            </p14:nvContentPartPr>
            <p14:xfrm>
              <a:off x="1833269" y="2795674"/>
              <a:ext cx="6120" cy="8280"/>
            </p14:xfrm>
          </p:contentPart>
        </mc:Choice>
        <mc:Fallback xmlns="">
          <p:pic>
            <p:nvPicPr>
              <p:cNvPr id="13" name="Ink 12">
                <a:extLst>
                  <a:ext uri="{FF2B5EF4-FFF2-40B4-BE49-F238E27FC236}">
                    <a16:creationId xmlns:a16="http://schemas.microsoft.com/office/drawing/2014/main" id="{A8A70A37-0873-75B7-B0AA-55DF9B2CCBE1}"/>
                  </a:ext>
                </a:extLst>
              </p:cNvPr>
              <p:cNvPicPr/>
              <p:nvPr/>
            </p:nvPicPr>
            <p:blipFill>
              <a:blip r:embed="rId24"/>
              <a:stretch>
                <a:fillRect/>
              </a:stretch>
            </p:blipFill>
            <p:spPr>
              <a:xfrm>
                <a:off x="1815269" y="2777674"/>
                <a:ext cx="417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4" name="Ink 33">
                <a:extLst>
                  <a:ext uri="{FF2B5EF4-FFF2-40B4-BE49-F238E27FC236}">
                    <a16:creationId xmlns:a16="http://schemas.microsoft.com/office/drawing/2014/main" id="{E600F5C4-3541-661D-F33D-0595D9EA03D6}"/>
                  </a:ext>
                </a:extLst>
              </p14:cNvPr>
              <p14:cNvContentPartPr/>
              <p14:nvPr/>
            </p14:nvContentPartPr>
            <p14:xfrm>
              <a:off x="515669" y="2329114"/>
              <a:ext cx="620640" cy="388440"/>
            </p14:xfrm>
          </p:contentPart>
        </mc:Choice>
        <mc:Fallback xmlns="">
          <p:pic>
            <p:nvPicPr>
              <p:cNvPr id="34" name="Ink 33">
                <a:extLst>
                  <a:ext uri="{FF2B5EF4-FFF2-40B4-BE49-F238E27FC236}">
                    <a16:creationId xmlns:a16="http://schemas.microsoft.com/office/drawing/2014/main" id="{E600F5C4-3541-661D-F33D-0595D9EA03D6}"/>
                  </a:ext>
                </a:extLst>
              </p:cNvPr>
              <p:cNvPicPr/>
              <p:nvPr/>
            </p:nvPicPr>
            <p:blipFill>
              <a:blip r:embed="rId26"/>
              <a:stretch>
                <a:fillRect/>
              </a:stretch>
            </p:blipFill>
            <p:spPr>
              <a:xfrm>
                <a:off x="497669" y="2311114"/>
                <a:ext cx="656280" cy="4240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5" name="Ink 34">
                <a:extLst>
                  <a:ext uri="{FF2B5EF4-FFF2-40B4-BE49-F238E27FC236}">
                    <a16:creationId xmlns:a16="http://schemas.microsoft.com/office/drawing/2014/main" id="{DF43EA0B-1A03-7B9F-3BDC-ED7C6754F49C}"/>
                  </a:ext>
                </a:extLst>
              </p14:cNvPr>
              <p14:cNvContentPartPr/>
              <p14:nvPr/>
            </p14:nvContentPartPr>
            <p14:xfrm>
              <a:off x="561389" y="2810434"/>
              <a:ext cx="495720" cy="308160"/>
            </p14:xfrm>
          </p:contentPart>
        </mc:Choice>
        <mc:Fallback xmlns="">
          <p:pic>
            <p:nvPicPr>
              <p:cNvPr id="35" name="Ink 34">
                <a:extLst>
                  <a:ext uri="{FF2B5EF4-FFF2-40B4-BE49-F238E27FC236}">
                    <a16:creationId xmlns:a16="http://schemas.microsoft.com/office/drawing/2014/main" id="{DF43EA0B-1A03-7B9F-3BDC-ED7C6754F49C}"/>
                  </a:ext>
                </a:extLst>
              </p:cNvPr>
              <p:cNvPicPr/>
              <p:nvPr/>
            </p:nvPicPr>
            <p:blipFill>
              <a:blip r:embed="rId28"/>
              <a:stretch>
                <a:fillRect/>
              </a:stretch>
            </p:blipFill>
            <p:spPr>
              <a:xfrm>
                <a:off x="543749" y="2792794"/>
                <a:ext cx="5313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6" name="Ink 35">
                <a:extLst>
                  <a:ext uri="{FF2B5EF4-FFF2-40B4-BE49-F238E27FC236}">
                    <a16:creationId xmlns:a16="http://schemas.microsoft.com/office/drawing/2014/main" id="{C378ADEF-F3C2-5102-EFCC-DEDD35246E7F}"/>
                  </a:ext>
                </a:extLst>
              </p14:cNvPr>
              <p14:cNvContentPartPr/>
              <p14:nvPr/>
            </p14:nvContentPartPr>
            <p14:xfrm>
              <a:off x="409469" y="3256114"/>
              <a:ext cx="860040" cy="152640"/>
            </p14:xfrm>
          </p:contentPart>
        </mc:Choice>
        <mc:Fallback xmlns="">
          <p:pic>
            <p:nvPicPr>
              <p:cNvPr id="36" name="Ink 35">
                <a:extLst>
                  <a:ext uri="{FF2B5EF4-FFF2-40B4-BE49-F238E27FC236}">
                    <a16:creationId xmlns:a16="http://schemas.microsoft.com/office/drawing/2014/main" id="{C378ADEF-F3C2-5102-EFCC-DEDD35246E7F}"/>
                  </a:ext>
                </a:extLst>
              </p:cNvPr>
              <p:cNvPicPr/>
              <p:nvPr/>
            </p:nvPicPr>
            <p:blipFill>
              <a:blip r:embed="rId30"/>
              <a:stretch>
                <a:fillRect/>
              </a:stretch>
            </p:blipFill>
            <p:spPr>
              <a:xfrm>
                <a:off x="391829" y="3238114"/>
                <a:ext cx="89568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37" name="Ink 36">
                <a:extLst>
                  <a:ext uri="{FF2B5EF4-FFF2-40B4-BE49-F238E27FC236}">
                    <a16:creationId xmlns:a16="http://schemas.microsoft.com/office/drawing/2014/main" id="{7F7D48C2-A664-5952-248D-E7B075A003F9}"/>
                  </a:ext>
                </a:extLst>
              </p14:cNvPr>
              <p14:cNvContentPartPr/>
              <p14:nvPr/>
            </p14:nvContentPartPr>
            <p14:xfrm>
              <a:off x="722669" y="3160714"/>
              <a:ext cx="139320" cy="266400"/>
            </p14:xfrm>
          </p:contentPart>
        </mc:Choice>
        <mc:Fallback xmlns="">
          <p:pic>
            <p:nvPicPr>
              <p:cNvPr id="37" name="Ink 36">
                <a:extLst>
                  <a:ext uri="{FF2B5EF4-FFF2-40B4-BE49-F238E27FC236}">
                    <a16:creationId xmlns:a16="http://schemas.microsoft.com/office/drawing/2014/main" id="{7F7D48C2-A664-5952-248D-E7B075A003F9}"/>
                  </a:ext>
                </a:extLst>
              </p:cNvPr>
              <p:cNvPicPr/>
              <p:nvPr/>
            </p:nvPicPr>
            <p:blipFill>
              <a:blip r:embed="rId32"/>
              <a:stretch>
                <a:fillRect/>
              </a:stretch>
            </p:blipFill>
            <p:spPr>
              <a:xfrm>
                <a:off x="704669" y="3143074"/>
                <a:ext cx="17496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8" name="Ink 37">
                <a:extLst>
                  <a:ext uri="{FF2B5EF4-FFF2-40B4-BE49-F238E27FC236}">
                    <a16:creationId xmlns:a16="http://schemas.microsoft.com/office/drawing/2014/main" id="{2574DA42-CE44-EB85-273E-CB136E6AF85E}"/>
                  </a:ext>
                </a:extLst>
              </p14:cNvPr>
              <p14:cNvContentPartPr/>
              <p14:nvPr/>
            </p14:nvContentPartPr>
            <p14:xfrm>
              <a:off x="466349" y="3651754"/>
              <a:ext cx="742680" cy="70920"/>
            </p14:xfrm>
          </p:contentPart>
        </mc:Choice>
        <mc:Fallback xmlns="">
          <p:pic>
            <p:nvPicPr>
              <p:cNvPr id="38" name="Ink 37">
                <a:extLst>
                  <a:ext uri="{FF2B5EF4-FFF2-40B4-BE49-F238E27FC236}">
                    <a16:creationId xmlns:a16="http://schemas.microsoft.com/office/drawing/2014/main" id="{2574DA42-CE44-EB85-273E-CB136E6AF85E}"/>
                  </a:ext>
                </a:extLst>
              </p:cNvPr>
              <p:cNvPicPr/>
              <p:nvPr/>
            </p:nvPicPr>
            <p:blipFill>
              <a:blip r:embed="rId34"/>
              <a:stretch>
                <a:fillRect/>
              </a:stretch>
            </p:blipFill>
            <p:spPr>
              <a:xfrm>
                <a:off x="448349" y="3634114"/>
                <a:ext cx="77832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9" name="Ink 38">
                <a:extLst>
                  <a:ext uri="{FF2B5EF4-FFF2-40B4-BE49-F238E27FC236}">
                    <a16:creationId xmlns:a16="http://schemas.microsoft.com/office/drawing/2014/main" id="{A4E4A668-3A0D-FAAC-90DA-DB8F33196B76}"/>
                  </a:ext>
                </a:extLst>
              </p14:cNvPr>
              <p14:cNvContentPartPr/>
              <p14:nvPr/>
            </p14:nvContentPartPr>
            <p14:xfrm>
              <a:off x="872069" y="3511354"/>
              <a:ext cx="181800" cy="363600"/>
            </p14:xfrm>
          </p:contentPart>
        </mc:Choice>
        <mc:Fallback xmlns="">
          <p:pic>
            <p:nvPicPr>
              <p:cNvPr id="39" name="Ink 38">
                <a:extLst>
                  <a:ext uri="{FF2B5EF4-FFF2-40B4-BE49-F238E27FC236}">
                    <a16:creationId xmlns:a16="http://schemas.microsoft.com/office/drawing/2014/main" id="{A4E4A668-3A0D-FAAC-90DA-DB8F33196B76}"/>
                  </a:ext>
                </a:extLst>
              </p:cNvPr>
              <p:cNvPicPr/>
              <p:nvPr/>
            </p:nvPicPr>
            <p:blipFill>
              <a:blip r:embed="rId36"/>
              <a:stretch>
                <a:fillRect/>
              </a:stretch>
            </p:blipFill>
            <p:spPr>
              <a:xfrm>
                <a:off x="854069" y="3493714"/>
                <a:ext cx="217440" cy="399240"/>
              </a:xfrm>
              <a:prstGeom prst="rect">
                <a:avLst/>
              </a:prstGeom>
            </p:spPr>
          </p:pic>
        </mc:Fallback>
      </mc:AlternateContent>
      <p:grpSp>
        <p:nvGrpSpPr>
          <p:cNvPr id="48" name="Group 47">
            <a:extLst>
              <a:ext uri="{FF2B5EF4-FFF2-40B4-BE49-F238E27FC236}">
                <a16:creationId xmlns:a16="http://schemas.microsoft.com/office/drawing/2014/main" id="{1F2755E5-C3DB-6680-8044-DB910489446C}"/>
              </a:ext>
            </a:extLst>
          </p:cNvPr>
          <p:cNvGrpSpPr/>
          <p:nvPr/>
        </p:nvGrpSpPr>
        <p:grpSpPr>
          <a:xfrm>
            <a:off x="487949" y="4085554"/>
            <a:ext cx="869400" cy="2230920"/>
            <a:chOff x="487949" y="4085554"/>
            <a:chExt cx="869400" cy="2230920"/>
          </a:xfrm>
        </p:grpSpPr>
        <mc:AlternateContent xmlns:mc="http://schemas.openxmlformats.org/markup-compatibility/2006" xmlns:p14="http://schemas.microsoft.com/office/powerpoint/2010/main">
          <mc:Choice Requires="p14">
            <p:contentPart p14:bwMode="auto" r:id="rId37">
              <p14:nvContentPartPr>
                <p14:cNvPr id="41" name="Ink 40">
                  <a:extLst>
                    <a:ext uri="{FF2B5EF4-FFF2-40B4-BE49-F238E27FC236}">
                      <a16:creationId xmlns:a16="http://schemas.microsoft.com/office/drawing/2014/main" id="{E722297B-A00B-1423-A362-11F3C84F231A}"/>
                    </a:ext>
                  </a:extLst>
                </p14:cNvPr>
                <p14:cNvContentPartPr/>
                <p14:nvPr/>
              </p14:nvContentPartPr>
              <p14:xfrm>
                <a:off x="617549" y="4085554"/>
                <a:ext cx="482400" cy="219240"/>
              </p14:xfrm>
            </p:contentPart>
          </mc:Choice>
          <mc:Fallback xmlns="">
            <p:pic>
              <p:nvPicPr>
                <p:cNvPr id="41" name="Ink 40">
                  <a:extLst>
                    <a:ext uri="{FF2B5EF4-FFF2-40B4-BE49-F238E27FC236}">
                      <a16:creationId xmlns:a16="http://schemas.microsoft.com/office/drawing/2014/main" id="{E722297B-A00B-1423-A362-11F3C84F231A}"/>
                    </a:ext>
                  </a:extLst>
                </p:cNvPr>
                <p:cNvPicPr/>
                <p:nvPr/>
              </p:nvPicPr>
              <p:blipFill>
                <a:blip r:embed="rId38"/>
                <a:stretch>
                  <a:fillRect/>
                </a:stretch>
              </p:blipFill>
              <p:spPr>
                <a:xfrm>
                  <a:off x="599909" y="4067554"/>
                  <a:ext cx="51804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2" name="Ink 41">
                  <a:extLst>
                    <a:ext uri="{FF2B5EF4-FFF2-40B4-BE49-F238E27FC236}">
                      <a16:creationId xmlns:a16="http://schemas.microsoft.com/office/drawing/2014/main" id="{164F2272-AADC-B651-3F78-2A7581BA2EB5}"/>
                    </a:ext>
                  </a:extLst>
                </p14:cNvPr>
                <p14:cNvContentPartPr/>
                <p14:nvPr/>
              </p14:nvContentPartPr>
              <p14:xfrm>
                <a:off x="1104629" y="4338994"/>
                <a:ext cx="213480" cy="129960"/>
              </p14:xfrm>
            </p:contentPart>
          </mc:Choice>
          <mc:Fallback xmlns="">
            <p:pic>
              <p:nvPicPr>
                <p:cNvPr id="42" name="Ink 41">
                  <a:extLst>
                    <a:ext uri="{FF2B5EF4-FFF2-40B4-BE49-F238E27FC236}">
                      <a16:creationId xmlns:a16="http://schemas.microsoft.com/office/drawing/2014/main" id="{164F2272-AADC-B651-3F78-2A7581BA2EB5}"/>
                    </a:ext>
                  </a:extLst>
                </p:cNvPr>
                <p:cNvPicPr/>
                <p:nvPr/>
              </p:nvPicPr>
              <p:blipFill>
                <a:blip r:embed="rId40"/>
                <a:stretch>
                  <a:fillRect/>
                </a:stretch>
              </p:blipFill>
              <p:spPr>
                <a:xfrm>
                  <a:off x="1086989" y="4320994"/>
                  <a:ext cx="249120" cy="165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3" name="Ink 42">
                  <a:extLst>
                    <a:ext uri="{FF2B5EF4-FFF2-40B4-BE49-F238E27FC236}">
                      <a16:creationId xmlns:a16="http://schemas.microsoft.com/office/drawing/2014/main" id="{3325F24D-7583-A5AE-40FB-2DB3CC78B538}"/>
                    </a:ext>
                  </a:extLst>
                </p14:cNvPr>
                <p14:cNvContentPartPr/>
                <p14:nvPr/>
              </p14:nvContentPartPr>
              <p14:xfrm>
                <a:off x="567509" y="4427194"/>
                <a:ext cx="432720" cy="42480"/>
              </p14:xfrm>
            </p:contentPart>
          </mc:Choice>
          <mc:Fallback xmlns="">
            <p:pic>
              <p:nvPicPr>
                <p:cNvPr id="43" name="Ink 42">
                  <a:extLst>
                    <a:ext uri="{FF2B5EF4-FFF2-40B4-BE49-F238E27FC236}">
                      <a16:creationId xmlns:a16="http://schemas.microsoft.com/office/drawing/2014/main" id="{3325F24D-7583-A5AE-40FB-2DB3CC78B538}"/>
                    </a:ext>
                  </a:extLst>
                </p:cNvPr>
                <p:cNvPicPr/>
                <p:nvPr/>
              </p:nvPicPr>
              <p:blipFill>
                <a:blip r:embed="rId42"/>
                <a:stretch>
                  <a:fillRect/>
                </a:stretch>
              </p:blipFill>
              <p:spPr>
                <a:xfrm>
                  <a:off x="549869" y="4409554"/>
                  <a:ext cx="46836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4" name="Ink 43">
                  <a:extLst>
                    <a:ext uri="{FF2B5EF4-FFF2-40B4-BE49-F238E27FC236}">
                      <a16:creationId xmlns:a16="http://schemas.microsoft.com/office/drawing/2014/main" id="{47E07E40-A427-73C5-89BF-573C210F0EAD}"/>
                    </a:ext>
                  </a:extLst>
                </p14:cNvPr>
                <p14:cNvContentPartPr/>
                <p14:nvPr/>
              </p14:nvContentPartPr>
              <p14:xfrm>
                <a:off x="591269" y="4599634"/>
                <a:ext cx="765720" cy="533880"/>
              </p14:xfrm>
            </p:contentPart>
          </mc:Choice>
          <mc:Fallback xmlns="">
            <p:pic>
              <p:nvPicPr>
                <p:cNvPr id="44" name="Ink 43">
                  <a:extLst>
                    <a:ext uri="{FF2B5EF4-FFF2-40B4-BE49-F238E27FC236}">
                      <a16:creationId xmlns:a16="http://schemas.microsoft.com/office/drawing/2014/main" id="{47E07E40-A427-73C5-89BF-573C210F0EAD}"/>
                    </a:ext>
                  </a:extLst>
                </p:cNvPr>
                <p:cNvPicPr/>
                <p:nvPr/>
              </p:nvPicPr>
              <p:blipFill>
                <a:blip r:embed="rId44"/>
                <a:stretch>
                  <a:fillRect/>
                </a:stretch>
              </p:blipFill>
              <p:spPr>
                <a:xfrm>
                  <a:off x="573629" y="4581994"/>
                  <a:ext cx="801360" cy="5695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6" name="Ink 45">
                  <a:extLst>
                    <a:ext uri="{FF2B5EF4-FFF2-40B4-BE49-F238E27FC236}">
                      <a16:creationId xmlns:a16="http://schemas.microsoft.com/office/drawing/2014/main" id="{94707514-FD7F-1FB7-DF99-27A13F7EFBDF}"/>
                    </a:ext>
                  </a:extLst>
                </p14:cNvPr>
                <p14:cNvContentPartPr/>
                <p14:nvPr/>
              </p14:nvContentPartPr>
              <p14:xfrm>
                <a:off x="487949" y="5218474"/>
                <a:ext cx="869400" cy="284040"/>
              </p14:xfrm>
            </p:contentPart>
          </mc:Choice>
          <mc:Fallback xmlns="">
            <p:pic>
              <p:nvPicPr>
                <p:cNvPr id="46" name="Ink 45">
                  <a:extLst>
                    <a:ext uri="{FF2B5EF4-FFF2-40B4-BE49-F238E27FC236}">
                      <a16:creationId xmlns:a16="http://schemas.microsoft.com/office/drawing/2014/main" id="{94707514-FD7F-1FB7-DF99-27A13F7EFBDF}"/>
                    </a:ext>
                  </a:extLst>
                </p:cNvPr>
                <p:cNvPicPr/>
                <p:nvPr/>
              </p:nvPicPr>
              <p:blipFill>
                <a:blip r:embed="rId46"/>
                <a:stretch>
                  <a:fillRect/>
                </a:stretch>
              </p:blipFill>
              <p:spPr>
                <a:xfrm>
                  <a:off x="470309" y="5200474"/>
                  <a:ext cx="90504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47" name="Ink 46">
                  <a:extLst>
                    <a:ext uri="{FF2B5EF4-FFF2-40B4-BE49-F238E27FC236}">
                      <a16:creationId xmlns:a16="http://schemas.microsoft.com/office/drawing/2014/main" id="{75547C7B-3DC5-F259-029E-3BC16D4B0B85}"/>
                    </a:ext>
                  </a:extLst>
                </p14:cNvPr>
                <p14:cNvContentPartPr/>
                <p14:nvPr/>
              </p14:nvContentPartPr>
              <p14:xfrm>
                <a:off x="638789" y="5543554"/>
                <a:ext cx="663840" cy="772920"/>
              </p14:xfrm>
            </p:contentPart>
          </mc:Choice>
          <mc:Fallback xmlns="">
            <p:pic>
              <p:nvPicPr>
                <p:cNvPr id="47" name="Ink 46">
                  <a:extLst>
                    <a:ext uri="{FF2B5EF4-FFF2-40B4-BE49-F238E27FC236}">
                      <a16:creationId xmlns:a16="http://schemas.microsoft.com/office/drawing/2014/main" id="{75547C7B-3DC5-F259-029E-3BC16D4B0B85}"/>
                    </a:ext>
                  </a:extLst>
                </p:cNvPr>
                <p:cNvPicPr/>
                <p:nvPr/>
              </p:nvPicPr>
              <p:blipFill>
                <a:blip r:embed="rId48"/>
                <a:stretch>
                  <a:fillRect/>
                </a:stretch>
              </p:blipFill>
              <p:spPr>
                <a:xfrm>
                  <a:off x="621149" y="5525554"/>
                  <a:ext cx="699480" cy="808560"/>
                </a:xfrm>
                <a:prstGeom prst="rect">
                  <a:avLst/>
                </a:prstGeom>
              </p:spPr>
            </p:pic>
          </mc:Fallback>
        </mc:AlternateContent>
      </p:grpSp>
      <p:grpSp>
        <p:nvGrpSpPr>
          <p:cNvPr id="51" name="Group 50">
            <a:extLst>
              <a:ext uri="{FF2B5EF4-FFF2-40B4-BE49-F238E27FC236}">
                <a16:creationId xmlns:a16="http://schemas.microsoft.com/office/drawing/2014/main" id="{8012E855-A581-D1AD-1EE5-04038AF187AF}"/>
              </a:ext>
            </a:extLst>
          </p:cNvPr>
          <p:cNvGrpSpPr/>
          <p:nvPr/>
        </p:nvGrpSpPr>
        <p:grpSpPr>
          <a:xfrm>
            <a:off x="3190469" y="5757939"/>
            <a:ext cx="1456200" cy="1238215"/>
            <a:chOff x="3190469" y="5757939"/>
            <a:chExt cx="1456200" cy="1238215"/>
          </a:xfrm>
        </p:grpSpPr>
        <mc:AlternateContent xmlns:mc="http://schemas.openxmlformats.org/markup-compatibility/2006" xmlns:p14="http://schemas.microsoft.com/office/powerpoint/2010/main">
          <mc:Choice Requires="p14">
            <p:contentPart p14:bwMode="auto" r:id="rId49">
              <p14:nvContentPartPr>
                <p14:cNvPr id="49" name="Ink 48">
                  <a:extLst>
                    <a:ext uri="{FF2B5EF4-FFF2-40B4-BE49-F238E27FC236}">
                      <a16:creationId xmlns:a16="http://schemas.microsoft.com/office/drawing/2014/main" id="{750C83F2-515F-3246-4FAA-F099B133AA07}"/>
                    </a:ext>
                  </a:extLst>
                </p14:cNvPr>
                <p14:cNvContentPartPr/>
                <p14:nvPr/>
              </p14:nvContentPartPr>
              <p14:xfrm>
                <a:off x="3190469" y="6060154"/>
                <a:ext cx="1456200" cy="936000"/>
              </p14:xfrm>
            </p:contentPart>
          </mc:Choice>
          <mc:Fallback xmlns="">
            <p:pic>
              <p:nvPicPr>
                <p:cNvPr id="49" name="Ink 48">
                  <a:extLst>
                    <a:ext uri="{FF2B5EF4-FFF2-40B4-BE49-F238E27FC236}">
                      <a16:creationId xmlns:a16="http://schemas.microsoft.com/office/drawing/2014/main" id="{750C83F2-515F-3246-4FAA-F099B133AA07}"/>
                    </a:ext>
                  </a:extLst>
                </p:cNvPr>
                <p:cNvPicPr/>
                <p:nvPr/>
              </p:nvPicPr>
              <p:blipFill>
                <a:blip r:embed="rId50"/>
                <a:stretch>
                  <a:fillRect/>
                </a:stretch>
              </p:blipFill>
              <p:spPr>
                <a:xfrm>
                  <a:off x="3172469" y="6042154"/>
                  <a:ext cx="1491840" cy="9716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0" name="Ink 49">
                  <a:extLst>
                    <a:ext uri="{FF2B5EF4-FFF2-40B4-BE49-F238E27FC236}">
                      <a16:creationId xmlns:a16="http://schemas.microsoft.com/office/drawing/2014/main" id="{A3D9BD38-5022-9163-5754-5701636C67A2}"/>
                    </a:ext>
                  </a:extLst>
                </p14:cNvPr>
                <p14:cNvContentPartPr/>
                <p14:nvPr/>
              </p14:nvContentPartPr>
              <p14:xfrm>
                <a:off x="3940349" y="5757939"/>
                <a:ext cx="536040" cy="504360"/>
              </p14:xfrm>
            </p:contentPart>
          </mc:Choice>
          <mc:Fallback xmlns="">
            <p:pic>
              <p:nvPicPr>
                <p:cNvPr id="50" name="Ink 49">
                  <a:extLst>
                    <a:ext uri="{FF2B5EF4-FFF2-40B4-BE49-F238E27FC236}">
                      <a16:creationId xmlns:a16="http://schemas.microsoft.com/office/drawing/2014/main" id="{A3D9BD38-5022-9163-5754-5701636C67A2}"/>
                    </a:ext>
                  </a:extLst>
                </p:cNvPr>
                <p:cNvPicPr/>
                <p:nvPr/>
              </p:nvPicPr>
              <p:blipFill>
                <a:blip r:embed="rId52"/>
                <a:stretch>
                  <a:fillRect/>
                </a:stretch>
              </p:blipFill>
              <p:spPr>
                <a:xfrm>
                  <a:off x="3922349" y="5739939"/>
                  <a:ext cx="571680" cy="540000"/>
                </a:xfrm>
                <a:prstGeom prst="rect">
                  <a:avLst/>
                </a:prstGeom>
              </p:spPr>
            </p:pic>
          </mc:Fallback>
        </mc:AlternateContent>
      </p:grpSp>
      <p:grpSp>
        <p:nvGrpSpPr>
          <p:cNvPr id="66" name="Group 65">
            <a:extLst>
              <a:ext uri="{FF2B5EF4-FFF2-40B4-BE49-F238E27FC236}">
                <a16:creationId xmlns:a16="http://schemas.microsoft.com/office/drawing/2014/main" id="{5D51F343-47DB-7931-8BDC-4C4E7F97976C}"/>
              </a:ext>
            </a:extLst>
          </p:cNvPr>
          <p:cNvGrpSpPr/>
          <p:nvPr/>
        </p:nvGrpSpPr>
        <p:grpSpPr>
          <a:xfrm>
            <a:off x="10091669" y="2393379"/>
            <a:ext cx="1480680" cy="3025440"/>
            <a:chOff x="10091669" y="2393379"/>
            <a:chExt cx="1480680" cy="3025440"/>
          </a:xfrm>
        </p:grpSpPr>
        <mc:AlternateContent xmlns:mc="http://schemas.openxmlformats.org/markup-compatibility/2006" xmlns:p14="http://schemas.microsoft.com/office/powerpoint/2010/main">
          <mc:Choice Requires="p14">
            <p:contentPart p14:bwMode="auto" r:id="rId53">
              <p14:nvContentPartPr>
                <p14:cNvPr id="52" name="Ink 51">
                  <a:extLst>
                    <a:ext uri="{FF2B5EF4-FFF2-40B4-BE49-F238E27FC236}">
                      <a16:creationId xmlns:a16="http://schemas.microsoft.com/office/drawing/2014/main" id="{56A58DE8-A6C2-4DF2-8EA5-753B610F035E}"/>
                    </a:ext>
                  </a:extLst>
                </p14:cNvPr>
                <p14:cNvContentPartPr/>
                <p14:nvPr/>
              </p14:nvContentPartPr>
              <p14:xfrm>
                <a:off x="10091669" y="3073419"/>
                <a:ext cx="75960" cy="83160"/>
              </p14:xfrm>
            </p:contentPart>
          </mc:Choice>
          <mc:Fallback xmlns="">
            <p:pic>
              <p:nvPicPr>
                <p:cNvPr id="52" name="Ink 51">
                  <a:extLst>
                    <a:ext uri="{FF2B5EF4-FFF2-40B4-BE49-F238E27FC236}">
                      <a16:creationId xmlns:a16="http://schemas.microsoft.com/office/drawing/2014/main" id="{56A58DE8-A6C2-4DF2-8EA5-753B610F035E}"/>
                    </a:ext>
                  </a:extLst>
                </p:cNvPr>
                <p:cNvPicPr/>
                <p:nvPr/>
              </p:nvPicPr>
              <p:blipFill>
                <a:blip r:embed="rId54"/>
                <a:stretch>
                  <a:fillRect/>
                </a:stretch>
              </p:blipFill>
              <p:spPr>
                <a:xfrm>
                  <a:off x="10073669" y="3055419"/>
                  <a:ext cx="11160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3" name="Ink 52">
                  <a:extLst>
                    <a:ext uri="{FF2B5EF4-FFF2-40B4-BE49-F238E27FC236}">
                      <a16:creationId xmlns:a16="http://schemas.microsoft.com/office/drawing/2014/main" id="{18F64905-3F9A-3CB2-3A7C-40BD46FE01F8}"/>
                    </a:ext>
                  </a:extLst>
                </p14:cNvPr>
                <p14:cNvContentPartPr/>
                <p14:nvPr/>
              </p14:nvContentPartPr>
              <p14:xfrm>
                <a:off x="10118309" y="2393379"/>
                <a:ext cx="680400" cy="571320"/>
              </p14:xfrm>
            </p:contentPart>
          </mc:Choice>
          <mc:Fallback xmlns="">
            <p:pic>
              <p:nvPicPr>
                <p:cNvPr id="53" name="Ink 52">
                  <a:extLst>
                    <a:ext uri="{FF2B5EF4-FFF2-40B4-BE49-F238E27FC236}">
                      <a16:creationId xmlns:a16="http://schemas.microsoft.com/office/drawing/2014/main" id="{18F64905-3F9A-3CB2-3A7C-40BD46FE01F8}"/>
                    </a:ext>
                  </a:extLst>
                </p:cNvPr>
                <p:cNvPicPr/>
                <p:nvPr/>
              </p:nvPicPr>
              <p:blipFill>
                <a:blip r:embed="rId56"/>
                <a:stretch>
                  <a:fillRect/>
                </a:stretch>
              </p:blipFill>
              <p:spPr>
                <a:xfrm>
                  <a:off x="10100669" y="2375739"/>
                  <a:ext cx="716040" cy="6069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54" name="Ink 53">
                  <a:extLst>
                    <a:ext uri="{FF2B5EF4-FFF2-40B4-BE49-F238E27FC236}">
                      <a16:creationId xmlns:a16="http://schemas.microsoft.com/office/drawing/2014/main" id="{B5CB910D-4781-5CD5-C581-7328926E613E}"/>
                    </a:ext>
                  </a:extLst>
                </p14:cNvPr>
                <p14:cNvContentPartPr/>
                <p14:nvPr/>
              </p14:nvContentPartPr>
              <p14:xfrm>
                <a:off x="10196069" y="3312459"/>
                <a:ext cx="254160" cy="662760"/>
              </p14:xfrm>
            </p:contentPart>
          </mc:Choice>
          <mc:Fallback xmlns="">
            <p:pic>
              <p:nvPicPr>
                <p:cNvPr id="54" name="Ink 53">
                  <a:extLst>
                    <a:ext uri="{FF2B5EF4-FFF2-40B4-BE49-F238E27FC236}">
                      <a16:creationId xmlns:a16="http://schemas.microsoft.com/office/drawing/2014/main" id="{B5CB910D-4781-5CD5-C581-7328926E613E}"/>
                    </a:ext>
                  </a:extLst>
                </p:cNvPr>
                <p:cNvPicPr/>
                <p:nvPr/>
              </p:nvPicPr>
              <p:blipFill>
                <a:blip r:embed="rId58"/>
                <a:stretch>
                  <a:fillRect/>
                </a:stretch>
              </p:blipFill>
              <p:spPr>
                <a:xfrm>
                  <a:off x="10178429" y="3294459"/>
                  <a:ext cx="289800" cy="6984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5" name="Ink 54">
                  <a:extLst>
                    <a:ext uri="{FF2B5EF4-FFF2-40B4-BE49-F238E27FC236}">
                      <a16:creationId xmlns:a16="http://schemas.microsoft.com/office/drawing/2014/main" id="{B29BD80B-D5A2-8F82-2624-09D97D716911}"/>
                    </a:ext>
                  </a:extLst>
                </p14:cNvPr>
                <p14:cNvContentPartPr/>
                <p14:nvPr/>
              </p14:nvContentPartPr>
              <p14:xfrm>
                <a:off x="10552469" y="3168819"/>
                <a:ext cx="122040" cy="198000"/>
              </p14:xfrm>
            </p:contentPart>
          </mc:Choice>
          <mc:Fallback xmlns="">
            <p:pic>
              <p:nvPicPr>
                <p:cNvPr id="55" name="Ink 54">
                  <a:extLst>
                    <a:ext uri="{FF2B5EF4-FFF2-40B4-BE49-F238E27FC236}">
                      <a16:creationId xmlns:a16="http://schemas.microsoft.com/office/drawing/2014/main" id="{B29BD80B-D5A2-8F82-2624-09D97D716911}"/>
                    </a:ext>
                  </a:extLst>
                </p:cNvPr>
                <p:cNvPicPr/>
                <p:nvPr/>
              </p:nvPicPr>
              <p:blipFill>
                <a:blip r:embed="rId60"/>
                <a:stretch>
                  <a:fillRect/>
                </a:stretch>
              </p:blipFill>
              <p:spPr>
                <a:xfrm>
                  <a:off x="10534829" y="3151179"/>
                  <a:ext cx="1576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56" name="Ink 55">
                  <a:extLst>
                    <a:ext uri="{FF2B5EF4-FFF2-40B4-BE49-F238E27FC236}">
                      <a16:creationId xmlns:a16="http://schemas.microsoft.com/office/drawing/2014/main" id="{DBCAAD9F-61D6-D7A0-D39A-28A0F1D742EE}"/>
                    </a:ext>
                  </a:extLst>
                </p14:cNvPr>
                <p14:cNvContentPartPr/>
                <p14:nvPr/>
              </p14:nvContentPartPr>
              <p14:xfrm>
                <a:off x="10602509" y="3576699"/>
                <a:ext cx="35640" cy="297720"/>
              </p14:xfrm>
            </p:contentPart>
          </mc:Choice>
          <mc:Fallback xmlns="">
            <p:pic>
              <p:nvPicPr>
                <p:cNvPr id="56" name="Ink 55">
                  <a:extLst>
                    <a:ext uri="{FF2B5EF4-FFF2-40B4-BE49-F238E27FC236}">
                      <a16:creationId xmlns:a16="http://schemas.microsoft.com/office/drawing/2014/main" id="{DBCAAD9F-61D6-D7A0-D39A-28A0F1D742EE}"/>
                    </a:ext>
                  </a:extLst>
                </p:cNvPr>
                <p:cNvPicPr/>
                <p:nvPr/>
              </p:nvPicPr>
              <p:blipFill>
                <a:blip r:embed="rId62"/>
                <a:stretch>
                  <a:fillRect/>
                </a:stretch>
              </p:blipFill>
              <p:spPr>
                <a:xfrm>
                  <a:off x="10584869" y="3559059"/>
                  <a:ext cx="71280" cy="3333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57" name="Ink 56">
                  <a:extLst>
                    <a:ext uri="{FF2B5EF4-FFF2-40B4-BE49-F238E27FC236}">
                      <a16:creationId xmlns:a16="http://schemas.microsoft.com/office/drawing/2014/main" id="{5760E3E0-734C-12E2-0A23-E4737EA1A81C}"/>
                    </a:ext>
                  </a:extLst>
                </p14:cNvPr>
                <p14:cNvContentPartPr/>
                <p14:nvPr/>
              </p14:nvContentPartPr>
              <p14:xfrm>
                <a:off x="10570829" y="3158019"/>
                <a:ext cx="749880" cy="1091160"/>
              </p14:xfrm>
            </p:contentPart>
          </mc:Choice>
          <mc:Fallback xmlns="">
            <p:pic>
              <p:nvPicPr>
                <p:cNvPr id="57" name="Ink 56">
                  <a:extLst>
                    <a:ext uri="{FF2B5EF4-FFF2-40B4-BE49-F238E27FC236}">
                      <a16:creationId xmlns:a16="http://schemas.microsoft.com/office/drawing/2014/main" id="{5760E3E0-734C-12E2-0A23-E4737EA1A81C}"/>
                    </a:ext>
                  </a:extLst>
                </p:cNvPr>
                <p:cNvPicPr/>
                <p:nvPr/>
              </p:nvPicPr>
              <p:blipFill>
                <a:blip r:embed="rId64"/>
                <a:stretch>
                  <a:fillRect/>
                </a:stretch>
              </p:blipFill>
              <p:spPr>
                <a:xfrm>
                  <a:off x="10552829" y="3140379"/>
                  <a:ext cx="785520" cy="11268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8" name="Ink 57">
                  <a:extLst>
                    <a:ext uri="{FF2B5EF4-FFF2-40B4-BE49-F238E27FC236}">
                      <a16:creationId xmlns:a16="http://schemas.microsoft.com/office/drawing/2014/main" id="{64D8CB5A-682D-D182-9577-5851D8E2C77C}"/>
                    </a:ext>
                  </a:extLst>
                </p14:cNvPr>
                <p14:cNvContentPartPr/>
                <p14:nvPr/>
              </p14:nvContentPartPr>
              <p14:xfrm>
                <a:off x="11215589" y="3389139"/>
                <a:ext cx="356760" cy="208080"/>
              </p14:xfrm>
            </p:contentPart>
          </mc:Choice>
          <mc:Fallback xmlns="">
            <p:pic>
              <p:nvPicPr>
                <p:cNvPr id="58" name="Ink 57">
                  <a:extLst>
                    <a:ext uri="{FF2B5EF4-FFF2-40B4-BE49-F238E27FC236}">
                      <a16:creationId xmlns:a16="http://schemas.microsoft.com/office/drawing/2014/main" id="{64D8CB5A-682D-D182-9577-5851D8E2C77C}"/>
                    </a:ext>
                  </a:extLst>
                </p:cNvPr>
                <p:cNvPicPr/>
                <p:nvPr/>
              </p:nvPicPr>
              <p:blipFill>
                <a:blip r:embed="rId66"/>
                <a:stretch>
                  <a:fillRect/>
                </a:stretch>
              </p:blipFill>
              <p:spPr>
                <a:xfrm>
                  <a:off x="11197949" y="3371499"/>
                  <a:ext cx="39240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9" name="Ink 58">
                  <a:extLst>
                    <a:ext uri="{FF2B5EF4-FFF2-40B4-BE49-F238E27FC236}">
                      <a16:creationId xmlns:a16="http://schemas.microsoft.com/office/drawing/2014/main" id="{4FC6A4F0-C52F-240D-DAE1-94B6495CB83D}"/>
                    </a:ext>
                  </a:extLst>
                </p14:cNvPr>
                <p14:cNvContentPartPr/>
                <p14:nvPr/>
              </p14:nvContentPartPr>
              <p14:xfrm>
                <a:off x="10331789" y="4104819"/>
                <a:ext cx="220320" cy="564120"/>
              </p14:xfrm>
            </p:contentPart>
          </mc:Choice>
          <mc:Fallback xmlns="">
            <p:pic>
              <p:nvPicPr>
                <p:cNvPr id="59" name="Ink 58">
                  <a:extLst>
                    <a:ext uri="{FF2B5EF4-FFF2-40B4-BE49-F238E27FC236}">
                      <a16:creationId xmlns:a16="http://schemas.microsoft.com/office/drawing/2014/main" id="{4FC6A4F0-C52F-240D-DAE1-94B6495CB83D}"/>
                    </a:ext>
                  </a:extLst>
                </p:cNvPr>
                <p:cNvPicPr/>
                <p:nvPr/>
              </p:nvPicPr>
              <p:blipFill>
                <a:blip r:embed="rId68"/>
                <a:stretch>
                  <a:fillRect/>
                </a:stretch>
              </p:blipFill>
              <p:spPr>
                <a:xfrm>
                  <a:off x="10314149" y="4086819"/>
                  <a:ext cx="255960" cy="5997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0" name="Ink 59">
                  <a:extLst>
                    <a:ext uri="{FF2B5EF4-FFF2-40B4-BE49-F238E27FC236}">
                      <a16:creationId xmlns:a16="http://schemas.microsoft.com/office/drawing/2014/main" id="{22EE17EB-71C8-747E-37BB-E8249FF1BEC0}"/>
                    </a:ext>
                  </a:extLst>
                </p14:cNvPr>
                <p14:cNvContentPartPr/>
                <p14:nvPr/>
              </p14:nvContentPartPr>
              <p14:xfrm>
                <a:off x="10683509" y="3857499"/>
                <a:ext cx="142200" cy="292680"/>
              </p14:xfrm>
            </p:contentPart>
          </mc:Choice>
          <mc:Fallback xmlns="">
            <p:pic>
              <p:nvPicPr>
                <p:cNvPr id="60" name="Ink 59">
                  <a:extLst>
                    <a:ext uri="{FF2B5EF4-FFF2-40B4-BE49-F238E27FC236}">
                      <a16:creationId xmlns:a16="http://schemas.microsoft.com/office/drawing/2014/main" id="{22EE17EB-71C8-747E-37BB-E8249FF1BEC0}"/>
                    </a:ext>
                  </a:extLst>
                </p:cNvPr>
                <p:cNvPicPr/>
                <p:nvPr/>
              </p:nvPicPr>
              <p:blipFill>
                <a:blip r:embed="rId70"/>
                <a:stretch>
                  <a:fillRect/>
                </a:stretch>
              </p:blipFill>
              <p:spPr>
                <a:xfrm>
                  <a:off x="10665869" y="3839859"/>
                  <a:ext cx="177840" cy="3283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61" name="Ink 60">
                  <a:extLst>
                    <a:ext uri="{FF2B5EF4-FFF2-40B4-BE49-F238E27FC236}">
                      <a16:creationId xmlns:a16="http://schemas.microsoft.com/office/drawing/2014/main" id="{50BD2B95-7974-768E-7722-9C2DFC04721F}"/>
                    </a:ext>
                  </a:extLst>
                </p14:cNvPr>
                <p14:cNvContentPartPr/>
                <p14:nvPr/>
              </p14:nvContentPartPr>
              <p14:xfrm>
                <a:off x="10746149" y="4252779"/>
                <a:ext cx="18720" cy="276480"/>
              </p14:xfrm>
            </p:contentPart>
          </mc:Choice>
          <mc:Fallback xmlns="">
            <p:pic>
              <p:nvPicPr>
                <p:cNvPr id="61" name="Ink 60">
                  <a:extLst>
                    <a:ext uri="{FF2B5EF4-FFF2-40B4-BE49-F238E27FC236}">
                      <a16:creationId xmlns:a16="http://schemas.microsoft.com/office/drawing/2014/main" id="{50BD2B95-7974-768E-7722-9C2DFC04721F}"/>
                    </a:ext>
                  </a:extLst>
                </p:cNvPr>
                <p:cNvPicPr/>
                <p:nvPr/>
              </p:nvPicPr>
              <p:blipFill>
                <a:blip r:embed="rId72"/>
                <a:stretch>
                  <a:fillRect/>
                </a:stretch>
              </p:blipFill>
              <p:spPr>
                <a:xfrm>
                  <a:off x="10728149" y="4234779"/>
                  <a:ext cx="5436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62" name="Ink 61">
                  <a:extLst>
                    <a:ext uri="{FF2B5EF4-FFF2-40B4-BE49-F238E27FC236}">
                      <a16:creationId xmlns:a16="http://schemas.microsoft.com/office/drawing/2014/main" id="{FFF702B7-7DFA-A5E4-FAD6-578BCD1463F0}"/>
                    </a:ext>
                  </a:extLst>
                </p14:cNvPr>
                <p14:cNvContentPartPr/>
                <p14:nvPr/>
              </p14:nvContentPartPr>
              <p14:xfrm>
                <a:off x="10845509" y="3996819"/>
                <a:ext cx="550800" cy="530640"/>
              </p14:xfrm>
            </p:contentPart>
          </mc:Choice>
          <mc:Fallback xmlns="">
            <p:pic>
              <p:nvPicPr>
                <p:cNvPr id="62" name="Ink 61">
                  <a:extLst>
                    <a:ext uri="{FF2B5EF4-FFF2-40B4-BE49-F238E27FC236}">
                      <a16:creationId xmlns:a16="http://schemas.microsoft.com/office/drawing/2014/main" id="{FFF702B7-7DFA-A5E4-FAD6-578BCD1463F0}"/>
                    </a:ext>
                  </a:extLst>
                </p:cNvPr>
                <p:cNvPicPr/>
                <p:nvPr/>
              </p:nvPicPr>
              <p:blipFill>
                <a:blip r:embed="rId74"/>
                <a:stretch>
                  <a:fillRect/>
                </a:stretch>
              </p:blipFill>
              <p:spPr>
                <a:xfrm>
                  <a:off x="10827509" y="3979179"/>
                  <a:ext cx="586440" cy="5662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63" name="Ink 62">
                  <a:extLst>
                    <a:ext uri="{FF2B5EF4-FFF2-40B4-BE49-F238E27FC236}">
                      <a16:creationId xmlns:a16="http://schemas.microsoft.com/office/drawing/2014/main" id="{2BD2B077-8310-4E0E-2FCA-77CE72881CEA}"/>
                    </a:ext>
                  </a:extLst>
                </p14:cNvPr>
                <p14:cNvContentPartPr/>
                <p14:nvPr/>
              </p14:nvContentPartPr>
              <p14:xfrm>
                <a:off x="10305149" y="4693779"/>
                <a:ext cx="251640" cy="725040"/>
              </p14:xfrm>
            </p:contentPart>
          </mc:Choice>
          <mc:Fallback xmlns="">
            <p:pic>
              <p:nvPicPr>
                <p:cNvPr id="63" name="Ink 62">
                  <a:extLst>
                    <a:ext uri="{FF2B5EF4-FFF2-40B4-BE49-F238E27FC236}">
                      <a16:creationId xmlns:a16="http://schemas.microsoft.com/office/drawing/2014/main" id="{2BD2B077-8310-4E0E-2FCA-77CE72881CEA}"/>
                    </a:ext>
                  </a:extLst>
                </p:cNvPr>
                <p:cNvPicPr/>
                <p:nvPr/>
              </p:nvPicPr>
              <p:blipFill>
                <a:blip r:embed="rId76"/>
                <a:stretch>
                  <a:fillRect/>
                </a:stretch>
              </p:blipFill>
              <p:spPr>
                <a:xfrm>
                  <a:off x="10287509" y="4675779"/>
                  <a:ext cx="287280" cy="76068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64" name="Ink 63">
                  <a:extLst>
                    <a:ext uri="{FF2B5EF4-FFF2-40B4-BE49-F238E27FC236}">
                      <a16:creationId xmlns:a16="http://schemas.microsoft.com/office/drawing/2014/main" id="{57A2A770-4846-CD06-7930-E63AB329B0FC}"/>
                    </a:ext>
                  </a:extLst>
                </p14:cNvPr>
                <p14:cNvContentPartPr/>
                <p14:nvPr/>
              </p14:nvContentPartPr>
              <p14:xfrm>
                <a:off x="10386149" y="4637259"/>
                <a:ext cx="209520" cy="401760"/>
              </p14:xfrm>
            </p:contentPart>
          </mc:Choice>
          <mc:Fallback xmlns="">
            <p:pic>
              <p:nvPicPr>
                <p:cNvPr id="64" name="Ink 63">
                  <a:extLst>
                    <a:ext uri="{FF2B5EF4-FFF2-40B4-BE49-F238E27FC236}">
                      <a16:creationId xmlns:a16="http://schemas.microsoft.com/office/drawing/2014/main" id="{57A2A770-4846-CD06-7930-E63AB329B0FC}"/>
                    </a:ext>
                  </a:extLst>
                </p:cNvPr>
                <p:cNvPicPr/>
                <p:nvPr/>
              </p:nvPicPr>
              <p:blipFill>
                <a:blip r:embed="rId78"/>
                <a:stretch>
                  <a:fillRect/>
                </a:stretch>
              </p:blipFill>
              <p:spPr>
                <a:xfrm>
                  <a:off x="10368509" y="4619619"/>
                  <a:ext cx="245160" cy="4374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65" name="Ink 64">
                  <a:extLst>
                    <a:ext uri="{FF2B5EF4-FFF2-40B4-BE49-F238E27FC236}">
                      <a16:creationId xmlns:a16="http://schemas.microsoft.com/office/drawing/2014/main" id="{BE6D8FF2-4A8A-B705-6B75-8F02BAC66728}"/>
                    </a:ext>
                  </a:extLst>
                </p14:cNvPr>
                <p14:cNvContentPartPr/>
                <p14:nvPr/>
              </p14:nvContentPartPr>
              <p14:xfrm>
                <a:off x="10655789" y="4850019"/>
                <a:ext cx="555480" cy="390960"/>
              </p14:xfrm>
            </p:contentPart>
          </mc:Choice>
          <mc:Fallback xmlns="">
            <p:pic>
              <p:nvPicPr>
                <p:cNvPr id="65" name="Ink 64">
                  <a:extLst>
                    <a:ext uri="{FF2B5EF4-FFF2-40B4-BE49-F238E27FC236}">
                      <a16:creationId xmlns:a16="http://schemas.microsoft.com/office/drawing/2014/main" id="{BE6D8FF2-4A8A-B705-6B75-8F02BAC66728}"/>
                    </a:ext>
                  </a:extLst>
                </p:cNvPr>
                <p:cNvPicPr/>
                <p:nvPr/>
              </p:nvPicPr>
              <p:blipFill>
                <a:blip r:embed="rId80"/>
                <a:stretch>
                  <a:fillRect/>
                </a:stretch>
              </p:blipFill>
              <p:spPr>
                <a:xfrm>
                  <a:off x="10637789" y="4832379"/>
                  <a:ext cx="591120" cy="426600"/>
                </a:xfrm>
                <a:prstGeom prst="rect">
                  <a:avLst/>
                </a:prstGeom>
              </p:spPr>
            </p:pic>
          </mc:Fallback>
        </mc:AlternateContent>
      </p:grpSp>
    </p:spTree>
    <p:extLst>
      <p:ext uri="{BB962C8B-B14F-4D97-AF65-F5344CB8AC3E}">
        <p14:creationId xmlns:p14="http://schemas.microsoft.com/office/powerpoint/2010/main" val="35169172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8D2C26-6612-9B67-B0CB-0AD9CCF3F4AF}"/>
              </a:ext>
            </a:extLst>
          </p:cNvPr>
          <p:cNvPicPr>
            <a:picLocks noChangeAspect="1"/>
          </p:cNvPicPr>
          <p:nvPr/>
        </p:nvPicPr>
        <p:blipFill>
          <a:blip r:embed="rId2"/>
          <a:srcRect b="92160"/>
          <a:stretch>
            <a:fillRect/>
          </a:stretch>
        </p:blipFill>
        <p:spPr>
          <a:xfrm>
            <a:off x="146396" y="535574"/>
            <a:ext cx="6515660" cy="435973"/>
          </a:xfrm>
          <a:prstGeom prst="rect">
            <a:avLst/>
          </a:prstGeom>
        </p:spPr>
      </p:pic>
      <p:pic>
        <p:nvPicPr>
          <p:cNvPr id="6" name="Content Placeholder 4">
            <a:extLst>
              <a:ext uri="{FF2B5EF4-FFF2-40B4-BE49-F238E27FC236}">
                <a16:creationId xmlns:a16="http://schemas.microsoft.com/office/drawing/2014/main" id="{81EF8512-F0CE-45FF-9703-ED81AA8E003D}"/>
              </a:ext>
            </a:extLst>
          </p:cNvPr>
          <p:cNvPicPr>
            <a:picLocks noGrp="1" noChangeAspect="1"/>
          </p:cNvPicPr>
          <p:nvPr>
            <p:ph idx="1"/>
          </p:nvPr>
        </p:nvPicPr>
        <p:blipFill>
          <a:blip r:embed="rId3"/>
          <a:srcRect l="31921" t="5515" r="39536"/>
          <a:stretch>
            <a:fillRect/>
          </a:stretch>
        </p:blipFill>
        <p:spPr>
          <a:xfrm>
            <a:off x="9759043" y="625382"/>
            <a:ext cx="2302889" cy="4111376"/>
          </a:xfrm>
          <a:prstGeom prst="rect">
            <a:avLst/>
          </a:prstGeom>
          <a:effectLst>
            <a:glow rad="139700">
              <a:schemeClr val="accent4">
                <a:satMod val="175000"/>
                <a:alpha val="40000"/>
              </a:schemeClr>
            </a:glow>
          </a:effectLst>
        </p:spPr>
      </p:pic>
      <p:cxnSp>
        <p:nvCxnSpPr>
          <p:cNvPr id="8" name="Straight Arrow Connector 7">
            <a:extLst>
              <a:ext uri="{FF2B5EF4-FFF2-40B4-BE49-F238E27FC236}">
                <a16:creationId xmlns:a16="http://schemas.microsoft.com/office/drawing/2014/main" id="{0513C66E-A88C-9585-D8AB-75247DC86180}"/>
              </a:ext>
            </a:extLst>
          </p:cNvPr>
          <p:cNvCxnSpPr>
            <a:cxnSpLocks/>
          </p:cNvCxnSpPr>
          <p:nvPr/>
        </p:nvCxnSpPr>
        <p:spPr>
          <a:xfrm>
            <a:off x="2755166" y="840918"/>
            <a:ext cx="7156277" cy="13062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3ACD2BB-EC7D-9965-2ADB-4BC9C13BEAD8}"/>
              </a:ext>
            </a:extLst>
          </p:cNvPr>
          <p:cNvSpPr txBox="1"/>
          <p:nvPr/>
        </p:nvSpPr>
        <p:spPr>
          <a:xfrm>
            <a:off x="3759442" y="536227"/>
            <a:ext cx="4687052" cy="369332"/>
          </a:xfrm>
          <a:prstGeom prst="rect">
            <a:avLst/>
          </a:prstGeom>
          <a:noFill/>
        </p:spPr>
        <p:txBody>
          <a:bodyPr wrap="none" rtlCol="0">
            <a:spAutoFit/>
          </a:bodyPr>
          <a:lstStyle/>
          <a:p>
            <a:r>
              <a:rPr lang="en-US" dirty="0">
                <a:highlight>
                  <a:srgbClr val="FFFF00"/>
                </a:highlight>
              </a:rPr>
              <a:t>This feed is the main component  showing posts</a:t>
            </a:r>
          </a:p>
        </p:txBody>
      </p:sp>
      <p:pic>
        <p:nvPicPr>
          <p:cNvPr id="11" name="Picture 10">
            <a:extLst>
              <a:ext uri="{FF2B5EF4-FFF2-40B4-BE49-F238E27FC236}">
                <a16:creationId xmlns:a16="http://schemas.microsoft.com/office/drawing/2014/main" id="{97EA5190-4425-52F8-E0D4-A5C8DB6106B5}"/>
              </a:ext>
            </a:extLst>
          </p:cNvPr>
          <p:cNvPicPr>
            <a:picLocks noChangeAspect="1"/>
          </p:cNvPicPr>
          <p:nvPr/>
        </p:nvPicPr>
        <p:blipFill>
          <a:blip r:embed="rId2"/>
          <a:srcRect t="8917" b="87759"/>
          <a:stretch>
            <a:fillRect/>
          </a:stretch>
        </p:blipFill>
        <p:spPr>
          <a:xfrm>
            <a:off x="130068" y="1156242"/>
            <a:ext cx="6515660" cy="184828"/>
          </a:xfrm>
          <a:prstGeom prst="rect">
            <a:avLst/>
          </a:prstGeom>
        </p:spPr>
      </p:pic>
      <p:sp>
        <p:nvSpPr>
          <p:cNvPr id="12" name="TextBox 11">
            <a:extLst>
              <a:ext uri="{FF2B5EF4-FFF2-40B4-BE49-F238E27FC236}">
                <a16:creationId xmlns:a16="http://schemas.microsoft.com/office/drawing/2014/main" id="{CBE2A4C8-0E32-3DCF-685B-669F30420E7E}"/>
              </a:ext>
            </a:extLst>
          </p:cNvPr>
          <p:cNvSpPr txBox="1"/>
          <p:nvPr/>
        </p:nvSpPr>
        <p:spPr>
          <a:xfrm>
            <a:off x="6645728" y="1121095"/>
            <a:ext cx="3026470" cy="1200329"/>
          </a:xfrm>
          <a:prstGeom prst="rect">
            <a:avLst/>
          </a:prstGeom>
          <a:solidFill>
            <a:srgbClr val="92D050"/>
          </a:solidFill>
          <a:effectLst>
            <a:glow rad="139700">
              <a:schemeClr val="accent6">
                <a:satMod val="175000"/>
                <a:alpha val="40000"/>
              </a:schemeClr>
            </a:glow>
          </a:effectLst>
        </p:spPr>
        <p:txBody>
          <a:bodyPr wrap="square" rtlCol="0">
            <a:spAutoFit/>
          </a:bodyPr>
          <a:lstStyle/>
          <a:p>
            <a:r>
              <a:rPr lang="en-US" dirty="0"/>
              <a:t>This outlet is a placeholder </a:t>
            </a:r>
          </a:p>
          <a:p>
            <a:r>
              <a:rPr lang="en-US" dirty="0"/>
              <a:t>where Child routes are shown</a:t>
            </a:r>
          </a:p>
          <a:p>
            <a:r>
              <a:rPr lang="en-US" dirty="0"/>
              <a:t>It is used for feed where</a:t>
            </a:r>
          </a:p>
          <a:p>
            <a:r>
              <a:rPr lang="en-US" dirty="0"/>
              <a:t>There is changing posts</a:t>
            </a:r>
          </a:p>
        </p:txBody>
      </p:sp>
      <p:cxnSp>
        <p:nvCxnSpPr>
          <p:cNvPr id="13" name="Straight Arrow Connector 12">
            <a:extLst>
              <a:ext uri="{FF2B5EF4-FFF2-40B4-BE49-F238E27FC236}">
                <a16:creationId xmlns:a16="http://schemas.microsoft.com/office/drawing/2014/main" id="{39EE1C8C-6A70-B477-1149-4EBBD3E1ADEB}"/>
              </a:ext>
            </a:extLst>
          </p:cNvPr>
          <p:cNvCxnSpPr>
            <a:cxnSpLocks/>
          </p:cNvCxnSpPr>
          <p:nvPr/>
        </p:nvCxnSpPr>
        <p:spPr>
          <a:xfrm>
            <a:off x="4205688" y="1210923"/>
            <a:ext cx="2611491" cy="291395"/>
          </a:xfrm>
          <a:prstGeom prst="straightConnector1">
            <a:avLst/>
          </a:prstGeom>
          <a:ln w="5715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1BB76197-5F45-651A-9768-FB3986E4D8E9}"/>
              </a:ext>
            </a:extLst>
          </p:cNvPr>
          <p:cNvPicPr>
            <a:picLocks noChangeAspect="1"/>
          </p:cNvPicPr>
          <p:nvPr/>
        </p:nvPicPr>
        <p:blipFill>
          <a:blip r:embed="rId2"/>
          <a:srcRect t="16461" b="74388"/>
          <a:stretch>
            <a:fillRect/>
          </a:stretch>
        </p:blipFill>
        <p:spPr>
          <a:xfrm>
            <a:off x="0" y="1525766"/>
            <a:ext cx="6515660" cy="508874"/>
          </a:xfrm>
          <a:prstGeom prst="rect">
            <a:avLst/>
          </a:prstGeom>
          <a:effectLst>
            <a:glow rad="228600">
              <a:schemeClr val="accent6">
                <a:satMod val="175000"/>
                <a:alpha val="40000"/>
              </a:schemeClr>
            </a:glow>
          </a:effectLst>
        </p:spPr>
      </p:pic>
      <p:pic>
        <p:nvPicPr>
          <p:cNvPr id="16" name="Picture 15">
            <a:extLst>
              <a:ext uri="{FF2B5EF4-FFF2-40B4-BE49-F238E27FC236}">
                <a16:creationId xmlns:a16="http://schemas.microsoft.com/office/drawing/2014/main" id="{2749BDA9-F0D4-4945-F87D-F370A0D8E1A4}"/>
              </a:ext>
            </a:extLst>
          </p:cNvPr>
          <p:cNvPicPr>
            <a:picLocks noChangeAspect="1"/>
          </p:cNvPicPr>
          <p:nvPr/>
        </p:nvPicPr>
        <p:blipFill>
          <a:blip r:embed="rId2"/>
          <a:srcRect t="12400" b="82360"/>
          <a:stretch>
            <a:fillRect/>
          </a:stretch>
        </p:blipFill>
        <p:spPr>
          <a:xfrm>
            <a:off x="130068" y="2832949"/>
            <a:ext cx="6515660" cy="291395"/>
          </a:xfrm>
          <a:prstGeom prst="rect">
            <a:avLst/>
          </a:prstGeom>
        </p:spPr>
      </p:pic>
      <p:pic>
        <p:nvPicPr>
          <p:cNvPr id="17" name="Picture 16">
            <a:extLst>
              <a:ext uri="{FF2B5EF4-FFF2-40B4-BE49-F238E27FC236}">
                <a16:creationId xmlns:a16="http://schemas.microsoft.com/office/drawing/2014/main" id="{094E2A6A-A7D0-1EBA-DD4A-ED3ABC6823C0}"/>
              </a:ext>
            </a:extLst>
          </p:cNvPr>
          <p:cNvPicPr>
            <a:picLocks noChangeAspect="1"/>
          </p:cNvPicPr>
          <p:nvPr/>
        </p:nvPicPr>
        <p:blipFill>
          <a:blip r:embed="rId2"/>
          <a:srcRect t="29743" b="13659"/>
          <a:stretch>
            <a:fillRect/>
          </a:stretch>
        </p:blipFill>
        <p:spPr>
          <a:xfrm>
            <a:off x="213294" y="3365271"/>
            <a:ext cx="6515660" cy="3147214"/>
          </a:xfrm>
          <a:prstGeom prst="rect">
            <a:avLst/>
          </a:prstGeom>
        </p:spPr>
      </p:pic>
      <p:sp>
        <p:nvSpPr>
          <p:cNvPr id="18" name="TextBox 17">
            <a:extLst>
              <a:ext uri="{FF2B5EF4-FFF2-40B4-BE49-F238E27FC236}">
                <a16:creationId xmlns:a16="http://schemas.microsoft.com/office/drawing/2014/main" id="{3A08E213-2EA5-7435-0BC8-BF8EDA0970D6}"/>
              </a:ext>
            </a:extLst>
          </p:cNvPr>
          <p:cNvSpPr txBox="1"/>
          <p:nvPr/>
        </p:nvSpPr>
        <p:spPr>
          <a:xfrm>
            <a:off x="213294" y="2369643"/>
            <a:ext cx="6302366" cy="369332"/>
          </a:xfrm>
          <a:prstGeom prst="rect">
            <a:avLst/>
          </a:prstGeom>
          <a:noFill/>
          <a:ln>
            <a:solidFill>
              <a:schemeClr val="tx1"/>
            </a:solidFill>
          </a:ln>
          <a:effectLst>
            <a:glow rad="101600">
              <a:schemeClr val="accent5">
                <a:satMod val="175000"/>
                <a:alpha val="40000"/>
              </a:schemeClr>
            </a:glow>
          </a:effectLst>
        </p:spPr>
        <p:txBody>
          <a:bodyPr wrap="none" rtlCol="0">
            <a:spAutoFit/>
          </a:bodyPr>
          <a:lstStyle/>
          <a:p>
            <a:r>
              <a:rPr lang="en-US" dirty="0"/>
              <a:t>These are custom hooks to fetch all the users are suggested users</a:t>
            </a:r>
          </a:p>
        </p:txBody>
      </p:sp>
      <p:cxnSp>
        <p:nvCxnSpPr>
          <p:cNvPr id="19" name="Straight Arrow Connector 18">
            <a:extLst>
              <a:ext uri="{FF2B5EF4-FFF2-40B4-BE49-F238E27FC236}">
                <a16:creationId xmlns:a16="http://schemas.microsoft.com/office/drawing/2014/main" id="{C7CACBE0-1E91-0DB7-86C0-F9D6D8C0F631}"/>
              </a:ext>
            </a:extLst>
          </p:cNvPr>
          <p:cNvCxnSpPr>
            <a:cxnSpLocks/>
          </p:cNvCxnSpPr>
          <p:nvPr/>
        </p:nvCxnSpPr>
        <p:spPr>
          <a:xfrm flipH="1">
            <a:off x="3175907" y="2056444"/>
            <a:ext cx="308602" cy="313199"/>
          </a:xfrm>
          <a:prstGeom prst="straightConnector1">
            <a:avLst/>
          </a:prstGeom>
          <a:ln w="5715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1" name="Content Placeholder 4">
            <a:extLst>
              <a:ext uri="{FF2B5EF4-FFF2-40B4-BE49-F238E27FC236}">
                <a16:creationId xmlns:a16="http://schemas.microsoft.com/office/drawing/2014/main" id="{DC084DEF-A77A-CED0-3AF6-8D7AD4B06BA9}"/>
              </a:ext>
            </a:extLst>
          </p:cNvPr>
          <p:cNvPicPr>
            <a:picLocks noChangeAspect="1"/>
          </p:cNvPicPr>
          <p:nvPr/>
        </p:nvPicPr>
        <p:blipFill>
          <a:blip r:embed="rId3"/>
          <a:srcRect l="77254" t="13367" r="5614" b="65593"/>
          <a:stretch>
            <a:fillRect/>
          </a:stretch>
        </p:blipFill>
        <p:spPr>
          <a:xfrm>
            <a:off x="7576297" y="2455352"/>
            <a:ext cx="1382244" cy="915509"/>
          </a:xfrm>
          <a:prstGeom prst="rect">
            <a:avLst/>
          </a:prstGeom>
          <a:effectLst>
            <a:glow rad="228600">
              <a:schemeClr val="accent6">
                <a:satMod val="175000"/>
                <a:alpha val="40000"/>
              </a:schemeClr>
            </a:glow>
          </a:effectLst>
        </p:spPr>
      </p:pic>
      <p:cxnSp>
        <p:nvCxnSpPr>
          <p:cNvPr id="22" name="Straight Arrow Connector 21">
            <a:extLst>
              <a:ext uri="{FF2B5EF4-FFF2-40B4-BE49-F238E27FC236}">
                <a16:creationId xmlns:a16="http://schemas.microsoft.com/office/drawing/2014/main" id="{7EE1EE79-BE3F-BDB6-720A-B9CBC16AEFC2}"/>
              </a:ext>
            </a:extLst>
          </p:cNvPr>
          <p:cNvCxnSpPr>
            <a:cxnSpLocks/>
          </p:cNvCxnSpPr>
          <p:nvPr/>
        </p:nvCxnSpPr>
        <p:spPr>
          <a:xfrm flipV="1">
            <a:off x="4770005" y="2913106"/>
            <a:ext cx="2676225" cy="4272"/>
          </a:xfrm>
          <a:prstGeom prst="straightConnector1">
            <a:avLst/>
          </a:prstGeom>
          <a:ln w="5715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
            <a:extLst>
              <a:ext uri="{FF2B5EF4-FFF2-40B4-BE49-F238E27FC236}">
                <a16:creationId xmlns:a16="http://schemas.microsoft.com/office/drawing/2014/main" id="{2A4E12B2-17EF-B4C1-600D-DFB0E1F35E93}"/>
              </a:ext>
            </a:extLst>
          </p:cNvPr>
          <p:cNvSpPr>
            <a:spLocks noChangeArrowheads="1"/>
          </p:cNvSpPr>
          <p:nvPr/>
        </p:nvSpPr>
        <p:spPr bwMode="auto">
          <a:xfrm flipH="1">
            <a:off x="7005442" y="3685801"/>
            <a:ext cx="2477112" cy="1477328"/>
          </a:xfrm>
          <a:prstGeom prst="rect">
            <a:avLst/>
          </a:prstGeom>
          <a:solidFill>
            <a:schemeClr val="accent6">
              <a:lumMod val="60000"/>
              <a:lumOff val="40000"/>
            </a:schemeClr>
          </a:solidFill>
          <a:ln>
            <a:noFill/>
          </a:ln>
          <a:effectLst>
            <a:glow rad="101600">
              <a:schemeClr val="accent4">
                <a:satMod val="175000"/>
                <a:alpha val="40000"/>
              </a:schemeClr>
            </a:glow>
            <a:outerShdw dist="35921" dir="2700000" algn="ctr" rotWithShape="0">
              <a:schemeClr val="bg2"/>
            </a:outerShdw>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fetch posts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fetch suggested users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store them in Redux</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update UI</a:t>
            </a:r>
          </a:p>
        </p:txBody>
      </p:sp>
      <p:cxnSp>
        <p:nvCxnSpPr>
          <p:cNvPr id="26" name="Straight Arrow Connector 25">
            <a:extLst>
              <a:ext uri="{FF2B5EF4-FFF2-40B4-BE49-F238E27FC236}">
                <a16:creationId xmlns:a16="http://schemas.microsoft.com/office/drawing/2014/main" id="{545FA0EA-7DD5-FCD6-99A4-803001156998}"/>
              </a:ext>
            </a:extLst>
          </p:cNvPr>
          <p:cNvCxnSpPr>
            <a:cxnSpLocks/>
          </p:cNvCxnSpPr>
          <p:nvPr/>
        </p:nvCxnSpPr>
        <p:spPr>
          <a:xfrm>
            <a:off x="3175907" y="3892767"/>
            <a:ext cx="3829535" cy="279180"/>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D3CF4620-E8A3-88DD-898F-EBC617692130}"/>
              </a:ext>
            </a:extLst>
          </p:cNvPr>
          <p:cNvSpPr/>
          <p:nvPr/>
        </p:nvSpPr>
        <p:spPr>
          <a:xfrm>
            <a:off x="417475" y="3537285"/>
            <a:ext cx="2758432" cy="634662"/>
          </a:xfrm>
          <a:prstGeom prst="ellipse">
            <a:avLst/>
          </a:prstGeom>
          <a:noFill/>
          <a:ln>
            <a:solidFill>
              <a:srgbClr val="FFFF00"/>
            </a:solidFill>
          </a:ln>
          <a:effectLst>
            <a:glow rad="2286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B6727AA-66AA-F77A-0C65-64639C99EC91}"/>
              </a:ext>
            </a:extLst>
          </p:cNvPr>
          <p:cNvPicPr>
            <a:picLocks noChangeAspect="1"/>
          </p:cNvPicPr>
          <p:nvPr/>
        </p:nvPicPr>
        <p:blipFill>
          <a:blip r:embed="rId2"/>
          <a:srcRect t="88586" b="6393"/>
          <a:stretch>
            <a:fillRect/>
          </a:stretch>
        </p:blipFill>
        <p:spPr>
          <a:xfrm>
            <a:off x="130068" y="6474232"/>
            <a:ext cx="6515660" cy="279180"/>
          </a:xfrm>
          <a:prstGeom prst="rect">
            <a:avLst/>
          </a:prstGeom>
        </p:spPr>
      </p:pic>
      <p:sp>
        <p:nvSpPr>
          <p:cNvPr id="33" name="TextBox 32">
            <a:extLst>
              <a:ext uri="{FF2B5EF4-FFF2-40B4-BE49-F238E27FC236}">
                <a16:creationId xmlns:a16="http://schemas.microsoft.com/office/drawing/2014/main" id="{9DBC864D-C4C4-896E-F21F-97218E0509BC}"/>
              </a:ext>
            </a:extLst>
          </p:cNvPr>
          <p:cNvSpPr txBox="1"/>
          <p:nvPr/>
        </p:nvSpPr>
        <p:spPr>
          <a:xfrm>
            <a:off x="262938" y="33037"/>
            <a:ext cx="1533753" cy="523220"/>
          </a:xfrm>
          <a:prstGeom prst="rect">
            <a:avLst/>
          </a:prstGeom>
          <a:noFill/>
        </p:spPr>
        <p:txBody>
          <a:bodyPr wrap="none" rtlCol="0">
            <a:spAutoFit/>
          </a:bodyPr>
          <a:lstStyle/>
          <a:p>
            <a:r>
              <a:rPr lang="en-US" sz="2800" dirty="0" err="1">
                <a:highlight>
                  <a:srgbClr val="FFFF00"/>
                </a:highlight>
              </a:rPr>
              <a:t>Home.jsx</a:t>
            </a:r>
            <a:endParaRPr lang="en-US" sz="2800" dirty="0">
              <a:highlight>
                <a:srgbClr val="FFFF00"/>
              </a:highlight>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BB9DEA9-7030-C25C-3510-A8BF6C762093}"/>
                  </a:ext>
                </a:extLst>
              </p14:cNvPr>
              <p14:cNvContentPartPr/>
              <p14:nvPr/>
            </p14:nvContentPartPr>
            <p14:xfrm>
              <a:off x="8136869" y="1262434"/>
              <a:ext cx="1044360" cy="175680"/>
            </p14:xfrm>
          </p:contentPart>
        </mc:Choice>
        <mc:Fallback xmlns="">
          <p:pic>
            <p:nvPicPr>
              <p:cNvPr id="2" name="Ink 1">
                <a:extLst>
                  <a:ext uri="{FF2B5EF4-FFF2-40B4-BE49-F238E27FC236}">
                    <a16:creationId xmlns:a16="http://schemas.microsoft.com/office/drawing/2014/main" id="{DBB9DEA9-7030-C25C-3510-A8BF6C762093}"/>
                  </a:ext>
                </a:extLst>
              </p:cNvPr>
              <p:cNvPicPr/>
              <p:nvPr/>
            </p:nvPicPr>
            <p:blipFill>
              <a:blip r:embed="rId5"/>
              <a:stretch>
                <a:fillRect/>
              </a:stretch>
            </p:blipFill>
            <p:spPr>
              <a:xfrm>
                <a:off x="8083229" y="1154434"/>
                <a:ext cx="1152000" cy="391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4438BDDA-7138-81D3-728D-43C463ADDBC8}"/>
                  </a:ext>
                </a:extLst>
              </p14:cNvPr>
              <p14:cNvContentPartPr/>
              <p14:nvPr/>
            </p14:nvContentPartPr>
            <p14:xfrm>
              <a:off x="7902869" y="1218154"/>
              <a:ext cx="1228680" cy="174960"/>
            </p14:xfrm>
          </p:contentPart>
        </mc:Choice>
        <mc:Fallback xmlns="">
          <p:pic>
            <p:nvPicPr>
              <p:cNvPr id="4" name="Ink 3">
                <a:extLst>
                  <a:ext uri="{FF2B5EF4-FFF2-40B4-BE49-F238E27FC236}">
                    <a16:creationId xmlns:a16="http://schemas.microsoft.com/office/drawing/2014/main" id="{4438BDDA-7138-81D3-728D-43C463ADDBC8}"/>
                  </a:ext>
                </a:extLst>
              </p:cNvPr>
              <p:cNvPicPr/>
              <p:nvPr/>
            </p:nvPicPr>
            <p:blipFill>
              <a:blip r:embed="rId7"/>
              <a:stretch>
                <a:fillRect/>
              </a:stretch>
            </p:blipFill>
            <p:spPr>
              <a:xfrm>
                <a:off x="7848869" y="1110154"/>
                <a:ext cx="1336320" cy="390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CE8B93B6-8A40-8E17-F3DA-EE72C45AC338}"/>
                  </a:ext>
                </a:extLst>
              </p14:cNvPr>
              <p14:cNvContentPartPr/>
              <p14:nvPr/>
            </p14:nvContentPartPr>
            <p14:xfrm>
              <a:off x="8200949" y="1261714"/>
              <a:ext cx="964440" cy="111240"/>
            </p14:xfrm>
          </p:contentPart>
        </mc:Choice>
        <mc:Fallback xmlns="">
          <p:pic>
            <p:nvPicPr>
              <p:cNvPr id="7" name="Ink 6">
                <a:extLst>
                  <a:ext uri="{FF2B5EF4-FFF2-40B4-BE49-F238E27FC236}">
                    <a16:creationId xmlns:a16="http://schemas.microsoft.com/office/drawing/2014/main" id="{CE8B93B6-8A40-8E17-F3DA-EE72C45AC338}"/>
                  </a:ext>
                </a:extLst>
              </p:cNvPr>
              <p:cNvPicPr/>
              <p:nvPr/>
            </p:nvPicPr>
            <p:blipFill>
              <a:blip r:embed="rId9"/>
              <a:stretch>
                <a:fillRect/>
              </a:stretch>
            </p:blipFill>
            <p:spPr>
              <a:xfrm>
                <a:off x="8147309" y="1154074"/>
                <a:ext cx="107208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AD762C3D-C662-8282-A81D-9963D68D1439}"/>
                  </a:ext>
                </a:extLst>
              </p14:cNvPr>
              <p14:cNvContentPartPr/>
              <p14:nvPr/>
            </p14:nvContentPartPr>
            <p14:xfrm>
              <a:off x="8040389" y="1183234"/>
              <a:ext cx="977040" cy="125640"/>
            </p14:xfrm>
          </p:contentPart>
        </mc:Choice>
        <mc:Fallback xmlns="">
          <p:pic>
            <p:nvPicPr>
              <p:cNvPr id="9" name="Ink 8">
                <a:extLst>
                  <a:ext uri="{FF2B5EF4-FFF2-40B4-BE49-F238E27FC236}">
                    <a16:creationId xmlns:a16="http://schemas.microsoft.com/office/drawing/2014/main" id="{AD762C3D-C662-8282-A81D-9963D68D1439}"/>
                  </a:ext>
                </a:extLst>
              </p:cNvPr>
              <p:cNvPicPr/>
              <p:nvPr/>
            </p:nvPicPr>
            <p:blipFill>
              <a:blip r:embed="rId11"/>
              <a:stretch>
                <a:fillRect/>
              </a:stretch>
            </p:blipFill>
            <p:spPr>
              <a:xfrm>
                <a:off x="7986389" y="1075234"/>
                <a:ext cx="108468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B81D3DAC-33C0-B927-123E-5BC7E43C00BC}"/>
                  </a:ext>
                </a:extLst>
              </p14:cNvPr>
              <p14:cNvContentPartPr/>
              <p14:nvPr/>
            </p14:nvContentPartPr>
            <p14:xfrm>
              <a:off x="7301309" y="1492474"/>
              <a:ext cx="1146240" cy="216000"/>
            </p14:xfrm>
          </p:contentPart>
        </mc:Choice>
        <mc:Fallback xmlns="">
          <p:pic>
            <p:nvPicPr>
              <p:cNvPr id="14" name="Ink 13">
                <a:extLst>
                  <a:ext uri="{FF2B5EF4-FFF2-40B4-BE49-F238E27FC236}">
                    <a16:creationId xmlns:a16="http://schemas.microsoft.com/office/drawing/2014/main" id="{B81D3DAC-33C0-B927-123E-5BC7E43C00BC}"/>
                  </a:ext>
                </a:extLst>
              </p:cNvPr>
              <p:cNvPicPr/>
              <p:nvPr/>
            </p:nvPicPr>
            <p:blipFill>
              <a:blip r:embed="rId13"/>
              <a:stretch>
                <a:fillRect/>
              </a:stretch>
            </p:blipFill>
            <p:spPr>
              <a:xfrm>
                <a:off x="7247669" y="1384834"/>
                <a:ext cx="125388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C9C22960-17DD-CBF0-9863-E5C787DAC20A}"/>
                  </a:ext>
                </a:extLst>
              </p14:cNvPr>
              <p14:cNvContentPartPr/>
              <p14:nvPr/>
            </p14:nvContentPartPr>
            <p14:xfrm>
              <a:off x="8811509" y="1525594"/>
              <a:ext cx="663480" cy="127440"/>
            </p14:xfrm>
          </p:contentPart>
        </mc:Choice>
        <mc:Fallback xmlns="">
          <p:pic>
            <p:nvPicPr>
              <p:cNvPr id="20" name="Ink 19">
                <a:extLst>
                  <a:ext uri="{FF2B5EF4-FFF2-40B4-BE49-F238E27FC236}">
                    <a16:creationId xmlns:a16="http://schemas.microsoft.com/office/drawing/2014/main" id="{C9C22960-17DD-CBF0-9863-E5C787DAC20A}"/>
                  </a:ext>
                </a:extLst>
              </p:cNvPr>
              <p:cNvPicPr/>
              <p:nvPr/>
            </p:nvPicPr>
            <p:blipFill>
              <a:blip r:embed="rId15"/>
              <a:stretch>
                <a:fillRect/>
              </a:stretch>
            </p:blipFill>
            <p:spPr>
              <a:xfrm>
                <a:off x="8757509" y="1417954"/>
                <a:ext cx="771120" cy="343080"/>
              </a:xfrm>
              <a:prstGeom prst="rect">
                <a:avLst/>
              </a:prstGeom>
            </p:spPr>
          </p:pic>
        </mc:Fallback>
      </mc:AlternateContent>
    </p:spTree>
    <p:extLst>
      <p:ext uri="{BB962C8B-B14F-4D97-AF65-F5344CB8AC3E}">
        <p14:creationId xmlns:p14="http://schemas.microsoft.com/office/powerpoint/2010/main" val="193551317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2F30E-9AE2-112A-B6FB-5E4E0CCB65C3}"/>
              </a:ext>
            </a:extLst>
          </p:cNvPr>
          <p:cNvSpPr>
            <a:spLocks noGrp="1"/>
          </p:cNvSpPr>
          <p:nvPr>
            <p:ph type="title"/>
          </p:nvPr>
        </p:nvSpPr>
        <p:spPr>
          <a:xfrm>
            <a:off x="266700" y="195943"/>
            <a:ext cx="10515600" cy="547688"/>
          </a:xfrm>
        </p:spPr>
        <p:txBody>
          <a:bodyPr>
            <a:normAutofit fontScale="90000"/>
          </a:bodyPr>
          <a:lstStyle/>
          <a:p>
            <a:r>
              <a:rPr lang="en-US" dirty="0" err="1"/>
              <a:t>useGetAllPosts.jsx</a:t>
            </a:r>
            <a:r>
              <a:rPr lang="en-US" dirty="0"/>
              <a:t>    --- inside the hooks folder </a:t>
            </a:r>
          </a:p>
        </p:txBody>
      </p:sp>
      <p:pic>
        <p:nvPicPr>
          <p:cNvPr id="5" name="Content Placeholder 4">
            <a:extLst>
              <a:ext uri="{FF2B5EF4-FFF2-40B4-BE49-F238E27FC236}">
                <a16:creationId xmlns:a16="http://schemas.microsoft.com/office/drawing/2014/main" id="{28EB4C9B-AAAE-F9CA-4FCA-9896800CB3A7}"/>
              </a:ext>
            </a:extLst>
          </p:cNvPr>
          <p:cNvPicPr>
            <a:picLocks noGrp="1" noChangeAspect="1"/>
          </p:cNvPicPr>
          <p:nvPr>
            <p:ph idx="1"/>
          </p:nvPr>
        </p:nvPicPr>
        <p:blipFill>
          <a:blip r:embed="rId2"/>
          <a:stretch>
            <a:fillRect/>
          </a:stretch>
        </p:blipFill>
        <p:spPr>
          <a:xfrm>
            <a:off x="266700" y="805089"/>
            <a:ext cx="6142264" cy="5987603"/>
          </a:xfrm>
          <a:prstGeom prst="rect">
            <a:avLst/>
          </a:prstGeom>
        </p:spPr>
      </p:pic>
      <p:sp>
        <p:nvSpPr>
          <p:cNvPr id="6" name="TextBox 5">
            <a:extLst>
              <a:ext uri="{FF2B5EF4-FFF2-40B4-BE49-F238E27FC236}">
                <a16:creationId xmlns:a16="http://schemas.microsoft.com/office/drawing/2014/main" id="{BB9C936E-7D9D-0C87-62A3-DE04D271C669}"/>
              </a:ext>
            </a:extLst>
          </p:cNvPr>
          <p:cNvSpPr txBox="1"/>
          <p:nvPr/>
        </p:nvSpPr>
        <p:spPr>
          <a:xfrm>
            <a:off x="6531427" y="743631"/>
            <a:ext cx="5257680" cy="1477328"/>
          </a:xfrm>
          <a:prstGeom prst="rect">
            <a:avLst/>
          </a:prstGeom>
          <a:noFill/>
        </p:spPr>
        <p:txBody>
          <a:bodyPr wrap="square" rtlCol="0">
            <a:spAutoFit/>
          </a:bodyPr>
          <a:lstStyle/>
          <a:p>
            <a:r>
              <a:rPr lang="en-US" dirty="0"/>
              <a:t>This is use to get all the posts from the backend </a:t>
            </a:r>
          </a:p>
          <a:p>
            <a:r>
              <a:rPr lang="en-US" dirty="0"/>
              <a:t>Stores them in the redux and automatically runs </a:t>
            </a:r>
          </a:p>
          <a:p>
            <a:r>
              <a:rPr lang="en-US" dirty="0"/>
              <a:t>When the home page runs </a:t>
            </a:r>
          </a:p>
          <a:p>
            <a:r>
              <a:rPr lang="en-US" dirty="0"/>
              <a:t>…later on we have added the public and private </a:t>
            </a:r>
          </a:p>
          <a:p>
            <a:r>
              <a:rPr lang="en-US" dirty="0"/>
              <a:t>Posts system ….</a:t>
            </a:r>
          </a:p>
        </p:txBody>
      </p:sp>
      <p:sp>
        <p:nvSpPr>
          <p:cNvPr id="7" name="TextBox 6">
            <a:extLst>
              <a:ext uri="{FF2B5EF4-FFF2-40B4-BE49-F238E27FC236}">
                <a16:creationId xmlns:a16="http://schemas.microsoft.com/office/drawing/2014/main" id="{9EADC313-C35E-89A7-8E45-A001210B6845}"/>
              </a:ext>
            </a:extLst>
          </p:cNvPr>
          <p:cNvSpPr txBox="1"/>
          <p:nvPr/>
        </p:nvSpPr>
        <p:spPr>
          <a:xfrm>
            <a:off x="6472402" y="2228671"/>
            <a:ext cx="5660573" cy="1200329"/>
          </a:xfrm>
          <a:prstGeom prst="rect">
            <a:avLst/>
          </a:prstGeom>
          <a:noFill/>
        </p:spPr>
        <p:txBody>
          <a:bodyPr wrap="square" rtlCol="0">
            <a:spAutoFit/>
          </a:bodyPr>
          <a:lstStyle/>
          <a:p>
            <a:r>
              <a:rPr lang="en-US" dirty="0"/>
              <a:t>Redux posts has a postSlice.js file..</a:t>
            </a:r>
          </a:p>
          <a:p>
            <a:r>
              <a:rPr lang="en-US" dirty="0"/>
              <a:t>So the main thing that happens is the dispatch function</a:t>
            </a:r>
          </a:p>
          <a:p>
            <a:r>
              <a:rPr lang="en-US" dirty="0"/>
              <a:t>Tell the redux to store the posts </a:t>
            </a:r>
          </a:p>
          <a:p>
            <a:r>
              <a:rPr lang="en-US" dirty="0"/>
              <a:t>And will display them</a:t>
            </a:r>
          </a:p>
        </p:txBody>
      </p:sp>
      <p:sp>
        <p:nvSpPr>
          <p:cNvPr id="9" name="TextBox 8">
            <a:extLst>
              <a:ext uri="{FF2B5EF4-FFF2-40B4-BE49-F238E27FC236}">
                <a16:creationId xmlns:a16="http://schemas.microsoft.com/office/drawing/2014/main" id="{24067A1F-572C-B70B-FB91-970F2C47DA95}"/>
              </a:ext>
            </a:extLst>
          </p:cNvPr>
          <p:cNvSpPr txBox="1"/>
          <p:nvPr/>
        </p:nvSpPr>
        <p:spPr>
          <a:xfrm>
            <a:off x="6531427" y="3429000"/>
            <a:ext cx="5660573" cy="3139321"/>
          </a:xfrm>
          <a:prstGeom prst="rect">
            <a:avLst/>
          </a:prstGeom>
          <a:noFill/>
        </p:spPr>
        <p:txBody>
          <a:bodyPr wrap="square">
            <a:spAutoFit/>
          </a:bodyPr>
          <a:lstStyle/>
          <a:p>
            <a:r>
              <a:rPr lang="en-US" dirty="0"/>
              <a:t>When the </a:t>
            </a:r>
            <a:r>
              <a:rPr lang="en-US" dirty="0" err="1">
                <a:latin typeface="Courier New" panose="02070309020205020404" pitchFamily="49" charset="0"/>
              </a:rPr>
              <a:t>useGetAllPost</a:t>
            </a:r>
            <a:r>
              <a:rPr lang="en-US" dirty="0"/>
              <a:t> hook runs, it fetches all posts from the backend using Axios. If the request is successful, it calls </a:t>
            </a:r>
            <a:r>
              <a:rPr lang="en-US" dirty="0">
                <a:latin typeface="Courier New" panose="02070309020205020404" pitchFamily="49" charset="0"/>
              </a:rPr>
              <a:t>dispatch(</a:t>
            </a:r>
            <a:r>
              <a:rPr lang="en-US" dirty="0" err="1">
                <a:latin typeface="Courier New" panose="02070309020205020404" pitchFamily="49" charset="0"/>
              </a:rPr>
              <a:t>setPosts</a:t>
            </a:r>
            <a:r>
              <a:rPr lang="en-US" dirty="0">
                <a:latin typeface="Courier New" panose="02070309020205020404" pitchFamily="49" charset="0"/>
              </a:rPr>
              <a:t>(</a:t>
            </a:r>
            <a:r>
              <a:rPr lang="en-US" dirty="0" err="1">
                <a:latin typeface="Courier New" panose="02070309020205020404" pitchFamily="49" charset="0"/>
              </a:rPr>
              <a:t>res.data.posts</a:t>
            </a:r>
            <a:r>
              <a:rPr lang="en-US" dirty="0">
                <a:latin typeface="Courier New" panose="02070309020205020404" pitchFamily="49" charset="0"/>
              </a:rPr>
              <a:t>))</a:t>
            </a:r>
            <a:r>
              <a:rPr lang="en-US" dirty="0"/>
              <a:t>. This dispatch sends the fetched posts to the Redux store, where the </a:t>
            </a:r>
            <a:r>
              <a:rPr lang="en-US" dirty="0" err="1">
                <a:latin typeface="Courier New" panose="02070309020205020404" pitchFamily="49" charset="0"/>
              </a:rPr>
              <a:t>postSlice</a:t>
            </a:r>
            <a:r>
              <a:rPr lang="en-US" dirty="0"/>
              <a:t> updates its </a:t>
            </a:r>
            <a:r>
              <a:rPr lang="en-US" dirty="0">
                <a:latin typeface="Courier New" panose="02070309020205020404" pitchFamily="49" charset="0"/>
              </a:rPr>
              <a:t>posts</a:t>
            </a:r>
            <a:r>
              <a:rPr lang="en-US" dirty="0"/>
              <a:t> array with the new data. Because Redux stores this data globally, any component in the app can access the posts using </a:t>
            </a:r>
            <a:r>
              <a:rPr lang="en-US" dirty="0" err="1">
                <a:latin typeface="Courier New" panose="02070309020205020404" pitchFamily="49" charset="0"/>
              </a:rPr>
              <a:t>useSelector</a:t>
            </a:r>
            <a:r>
              <a:rPr lang="en-US" dirty="0"/>
              <a:t>, without needing to fetch them again. This makes the app faster, avoids repeated API calls, and ensures every component always displays the latest posts.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4915170-6BDB-710A-2E41-357E0DD54037}"/>
                  </a:ext>
                </a:extLst>
              </p14:cNvPr>
              <p14:cNvContentPartPr/>
              <p14:nvPr/>
            </p14:nvContentPartPr>
            <p14:xfrm>
              <a:off x="7816829" y="891274"/>
              <a:ext cx="1352520" cy="104400"/>
            </p14:xfrm>
          </p:contentPart>
        </mc:Choice>
        <mc:Fallback xmlns="">
          <p:pic>
            <p:nvPicPr>
              <p:cNvPr id="3" name="Ink 2">
                <a:extLst>
                  <a:ext uri="{FF2B5EF4-FFF2-40B4-BE49-F238E27FC236}">
                    <a16:creationId xmlns:a16="http://schemas.microsoft.com/office/drawing/2014/main" id="{14915170-6BDB-710A-2E41-357E0DD54037}"/>
                  </a:ext>
                </a:extLst>
              </p:cNvPr>
              <p:cNvPicPr/>
              <p:nvPr/>
            </p:nvPicPr>
            <p:blipFill>
              <a:blip r:embed="rId4"/>
              <a:stretch>
                <a:fillRect/>
              </a:stretch>
            </p:blipFill>
            <p:spPr>
              <a:xfrm>
                <a:off x="7763189" y="783274"/>
                <a:ext cx="146016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24BE0D17-2F83-774E-09DC-AD8028BC3A9C}"/>
                  </a:ext>
                </a:extLst>
              </p14:cNvPr>
              <p14:cNvContentPartPr/>
              <p14:nvPr/>
            </p14:nvContentPartPr>
            <p14:xfrm>
              <a:off x="7894229" y="873994"/>
              <a:ext cx="1416960" cy="169920"/>
            </p14:xfrm>
          </p:contentPart>
        </mc:Choice>
        <mc:Fallback xmlns="">
          <p:pic>
            <p:nvPicPr>
              <p:cNvPr id="4" name="Ink 3">
                <a:extLst>
                  <a:ext uri="{FF2B5EF4-FFF2-40B4-BE49-F238E27FC236}">
                    <a16:creationId xmlns:a16="http://schemas.microsoft.com/office/drawing/2014/main" id="{24BE0D17-2F83-774E-09DC-AD8028BC3A9C}"/>
                  </a:ext>
                </a:extLst>
              </p:cNvPr>
              <p:cNvPicPr/>
              <p:nvPr/>
            </p:nvPicPr>
            <p:blipFill>
              <a:blip r:embed="rId6"/>
              <a:stretch>
                <a:fillRect/>
              </a:stretch>
            </p:blipFill>
            <p:spPr>
              <a:xfrm>
                <a:off x="7840229" y="766354"/>
                <a:ext cx="1524600" cy="385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D90BACCA-0144-1848-9DC9-11887F23E577}"/>
                  </a:ext>
                </a:extLst>
              </p14:cNvPr>
              <p14:cNvContentPartPr/>
              <p14:nvPr/>
            </p14:nvContentPartPr>
            <p14:xfrm>
              <a:off x="8178269" y="2335954"/>
              <a:ext cx="1474920" cy="214920"/>
            </p14:xfrm>
          </p:contentPart>
        </mc:Choice>
        <mc:Fallback xmlns="">
          <p:pic>
            <p:nvPicPr>
              <p:cNvPr id="8" name="Ink 7">
                <a:extLst>
                  <a:ext uri="{FF2B5EF4-FFF2-40B4-BE49-F238E27FC236}">
                    <a16:creationId xmlns:a16="http://schemas.microsoft.com/office/drawing/2014/main" id="{D90BACCA-0144-1848-9DC9-11887F23E577}"/>
                  </a:ext>
                </a:extLst>
              </p:cNvPr>
              <p:cNvPicPr/>
              <p:nvPr/>
            </p:nvPicPr>
            <p:blipFill>
              <a:blip r:embed="rId8"/>
              <a:stretch>
                <a:fillRect/>
              </a:stretch>
            </p:blipFill>
            <p:spPr>
              <a:xfrm>
                <a:off x="8124629" y="2228314"/>
                <a:ext cx="158256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628E31FC-C4D9-FC32-2DF3-AFF412CBFFD6}"/>
                  </a:ext>
                </a:extLst>
              </p14:cNvPr>
              <p14:cNvContentPartPr/>
              <p14:nvPr/>
            </p14:nvContentPartPr>
            <p14:xfrm>
              <a:off x="10079789" y="2588674"/>
              <a:ext cx="816120" cy="186840"/>
            </p14:xfrm>
          </p:contentPart>
        </mc:Choice>
        <mc:Fallback xmlns="">
          <p:pic>
            <p:nvPicPr>
              <p:cNvPr id="10" name="Ink 9">
                <a:extLst>
                  <a:ext uri="{FF2B5EF4-FFF2-40B4-BE49-F238E27FC236}">
                    <a16:creationId xmlns:a16="http://schemas.microsoft.com/office/drawing/2014/main" id="{628E31FC-C4D9-FC32-2DF3-AFF412CBFFD6}"/>
                  </a:ext>
                </a:extLst>
              </p:cNvPr>
              <p:cNvPicPr/>
              <p:nvPr/>
            </p:nvPicPr>
            <p:blipFill>
              <a:blip r:embed="rId10"/>
              <a:stretch>
                <a:fillRect/>
              </a:stretch>
            </p:blipFill>
            <p:spPr>
              <a:xfrm>
                <a:off x="10026149" y="2480674"/>
                <a:ext cx="923760" cy="402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1F5455B6-7AFB-5849-1BCB-8A12783C6BCE}"/>
                  </a:ext>
                </a:extLst>
              </p14:cNvPr>
              <p14:cNvContentPartPr/>
              <p14:nvPr/>
            </p14:nvContentPartPr>
            <p14:xfrm>
              <a:off x="7608389" y="3546994"/>
              <a:ext cx="411840" cy="124560"/>
            </p14:xfrm>
          </p:contentPart>
        </mc:Choice>
        <mc:Fallback xmlns="">
          <p:pic>
            <p:nvPicPr>
              <p:cNvPr id="11" name="Ink 10">
                <a:extLst>
                  <a:ext uri="{FF2B5EF4-FFF2-40B4-BE49-F238E27FC236}">
                    <a16:creationId xmlns:a16="http://schemas.microsoft.com/office/drawing/2014/main" id="{1F5455B6-7AFB-5849-1BCB-8A12783C6BCE}"/>
                  </a:ext>
                </a:extLst>
              </p:cNvPr>
              <p:cNvPicPr/>
              <p:nvPr/>
            </p:nvPicPr>
            <p:blipFill>
              <a:blip r:embed="rId12"/>
              <a:stretch>
                <a:fillRect/>
              </a:stretch>
            </p:blipFill>
            <p:spPr>
              <a:xfrm>
                <a:off x="7554389" y="3438994"/>
                <a:ext cx="519480" cy="340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3C4C2A7D-F0B1-3E57-E0D5-A5E5554EE1F9}"/>
                  </a:ext>
                </a:extLst>
              </p14:cNvPr>
              <p14:cNvContentPartPr/>
              <p14:nvPr/>
            </p14:nvContentPartPr>
            <p14:xfrm>
              <a:off x="7633589" y="3551674"/>
              <a:ext cx="1684440" cy="198720"/>
            </p14:xfrm>
          </p:contentPart>
        </mc:Choice>
        <mc:Fallback xmlns="">
          <p:pic>
            <p:nvPicPr>
              <p:cNvPr id="12" name="Ink 11">
                <a:extLst>
                  <a:ext uri="{FF2B5EF4-FFF2-40B4-BE49-F238E27FC236}">
                    <a16:creationId xmlns:a16="http://schemas.microsoft.com/office/drawing/2014/main" id="{3C4C2A7D-F0B1-3E57-E0D5-A5E5554EE1F9}"/>
                  </a:ext>
                </a:extLst>
              </p:cNvPr>
              <p:cNvPicPr/>
              <p:nvPr/>
            </p:nvPicPr>
            <p:blipFill>
              <a:blip r:embed="rId14"/>
              <a:stretch>
                <a:fillRect/>
              </a:stretch>
            </p:blipFill>
            <p:spPr>
              <a:xfrm>
                <a:off x="7579949" y="3444034"/>
                <a:ext cx="1792080" cy="414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08F52FE7-353F-483E-8784-FF53089AF77A}"/>
                  </a:ext>
                </a:extLst>
              </p14:cNvPr>
              <p14:cNvContentPartPr/>
              <p14:nvPr/>
            </p14:nvContentPartPr>
            <p14:xfrm>
              <a:off x="10599989" y="3584434"/>
              <a:ext cx="48600" cy="8640"/>
            </p14:xfrm>
          </p:contentPart>
        </mc:Choice>
        <mc:Fallback xmlns="">
          <p:pic>
            <p:nvPicPr>
              <p:cNvPr id="13" name="Ink 12">
                <a:extLst>
                  <a:ext uri="{FF2B5EF4-FFF2-40B4-BE49-F238E27FC236}">
                    <a16:creationId xmlns:a16="http://schemas.microsoft.com/office/drawing/2014/main" id="{08F52FE7-353F-483E-8784-FF53089AF77A}"/>
                  </a:ext>
                </a:extLst>
              </p:cNvPr>
              <p:cNvPicPr/>
              <p:nvPr/>
            </p:nvPicPr>
            <p:blipFill>
              <a:blip r:embed="rId16"/>
              <a:stretch>
                <a:fillRect/>
              </a:stretch>
            </p:blipFill>
            <p:spPr>
              <a:xfrm>
                <a:off x="10546349" y="3476434"/>
                <a:ext cx="15624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E8A608F1-DD7E-46FF-D410-489024D1F6F6}"/>
                  </a:ext>
                </a:extLst>
              </p14:cNvPr>
              <p14:cNvContentPartPr/>
              <p14:nvPr/>
            </p14:nvContentPartPr>
            <p14:xfrm>
              <a:off x="10642469" y="3549154"/>
              <a:ext cx="910800" cy="132480"/>
            </p14:xfrm>
          </p:contentPart>
        </mc:Choice>
        <mc:Fallback xmlns="">
          <p:pic>
            <p:nvPicPr>
              <p:cNvPr id="14" name="Ink 13">
                <a:extLst>
                  <a:ext uri="{FF2B5EF4-FFF2-40B4-BE49-F238E27FC236}">
                    <a16:creationId xmlns:a16="http://schemas.microsoft.com/office/drawing/2014/main" id="{E8A608F1-DD7E-46FF-D410-489024D1F6F6}"/>
                  </a:ext>
                </a:extLst>
              </p:cNvPr>
              <p:cNvPicPr/>
              <p:nvPr/>
            </p:nvPicPr>
            <p:blipFill>
              <a:blip r:embed="rId18"/>
              <a:stretch>
                <a:fillRect/>
              </a:stretch>
            </p:blipFill>
            <p:spPr>
              <a:xfrm>
                <a:off x="10588469" y="3441514"/>
                <a:ext cx="101844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B3C89825-998B-455E-D5B6-00812C2809CA}"/>
                  </a:ext>
                </a:extLst>
              </p14:cNvPr>
              <p14:cNvContentPartPr/>
              <p14:nvPr/>
            </p14:nvContentPartPr>
            <p14:xfrm>
              <a:off x="6574109" y="4397314"/>
              <a:ext cx="880560" cy="49680"/>
            </p14:xfrm>
          </p:contentPart>
        </mc:Choice>
        <mc:Fallback xmlns="">
          <p:pic>
            <p:nvPicPr>
              <p:cNvPr id="15" name="Ink 14">
                <a:extLst>
                  <a:ext uri="{FF2B5EF4-FFF2-40B4-BE49-F238E27FC236}">
                    <a16:creationId xmlns:a16="http://schemas.microsoft.com/office/drawing/2014/main" id="{B3C89825-998B-455E-D5B6-00812C2809CA}"/>
                  </a:ext>
                </a:extLst>
              </p:cNvPr>
              <p:cNvPicPr/>
              <p:nvPr/>
            </p:nvPicPr>
            <p:blipFill>
              <a:blip r:embed="rId20"/>
              <a:stretch>
                <a:fillRect/>
              </a:stretch>
            </p:blipFill>
            <p:spPr>
              <a:xfrm>
                <a:off x="6520469" y="4289674"/>
                <a:ext cx="98820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A280F5A3-F139-B1E6-9692-624177741212}"/>
                  </a:ext>
                </a:extLst>
              </p14:cNvPr>
              <p14:cNvContentPartPr/>
              <p14:nvPr/>
            </p14:nvContentPartPr>
            <p14:xfrm>
              <a:off x="6578429" y="4323154"/>
              <a:ext cx="4585320" cy="194040"/>
            </p14:xfrm>
          </p:contentPart>
        </mc:Choice>
        <mc:Fallback xmlns="">
          <p:pic>
            <p:nvPicPr>
              <p:cNvPr id="16" name="Ink 15">
                <a:extLst>
                  <a:ext uri="{FF2B5EF4-FFF2-40B4-BE49-F238E27FC236}">
                    <a16:creationId xmlns:a16="http://schemas.microsoft.com/office/drawing/2014/main" id="{A280F5A3-F139-B1E6-9692-624177741212}"/>
                  </a:ext>
                </a:extLst>
              </p:cNvPr>
              <p:cNvPicPr/>
              <p:nvPr/>
            </p:nvPicPr>
            <p:blipFill>
              <a:blip r:embed="rId22"/>
              <a:stretch>
                <a:fillRect/>
              </a:stretch>
            </p:blipFill>
            <p:spPr>
              <a:xfrm>
                <a:off x="6524429" y="4215514"/>
                <a:ext cx="469296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DE320DC6-B127-583E-3A77-DAA892C908CF}"/>
                  </a:ext>
                </a:extLst>
              </p14:cNvPr>
              <p14:cNvContentPartPr/>
              <p14:nvPr/>
            </p14:nvContentPartPr>
            <p14:xfrm>
              <a:off x="-226651" y="209794"/>
              <a:ext cx="360" cy="360"/>
            </p14:xfrm>
          </p:contentPart>
        </mc:Choice>
        <mc:Fallback xmlns="">
          <p:pic>
            <p:nvPicPr>
              <p:cNvPr id="17" name="Ink 16">
                <a:extLst>
                  <a:ext uri="{FF2B5EF4-FFF2-40B4-BE49-F238E27FC236}">
                    <a16:creationId xmlns:a16="http://schemas.microsoft.com/office/drawing/2014/main" id="{DE320DC6-B127-583E-3A77-DAA892C908CF}"/>
                  </a:ext>
                </a:extLst>
              </p:cNvPr>
              <p:cNvPicPr/>
              <p:nvPr/>
            </p:nvPicPr>
            <p:blipFill>
              <a:blip r:embed="rId24"/>
              <a:stretch>
                <a:fillRect/>
              </a:stretch>
            </p:blipFill>
            <p:spPr>
              <a:xfrm>
                <a:off x="-244651" y="191794"/>
                <a:ext cx="36000" cy="36000"/>
              </a:xfrm>
              <a:prstGeom prst="rect">
                <a:avLst/>
              </a:prstGeom>
            </p:spPr>
          </p:pic>
        </mc:Fallback>
      </mc:AlternateContent>
      <p:grpSp>
        <p:nvGrpSpPr>
          <p:cNvPr id="22" name="Group 21">
            <a:extLst>
              <a:ext uri="{FF2B5EF4-FFF2-40B4-BE49-F238E27FC236}">
                <a16:creationId xmlns:a16="http://schemas.microsoft.com/office/drawing/2014/main" id="{25E8945D-03EC-29BA-39A8-A5C306438D1A}"/>
              </a:ext>
            </a:extLst>
          </p:cNvPr>
          <p:cNvGrpSpPr/>
          <p:nvPr/>
        </p:nvGrpSpPr>
        <p:grpSpPr>
          <a:xfrm>
            <a:off x="1711589" y="4418914"/>
            <a:ext cx="2707920" cy="258840"/>
            <a:chOff x="1711589" y="4418914"/>
            <a:chExt cx="2707920" cy="258840"/>
          </a:xfrm>
        </p:grpSpPr>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6B159422-42B3-CDD8-92CA-C187C2304A64}"/>
                    </a:ext>
                  </a:extLst>
                </p14:cNvPr>
                <p14:cNvContentPartPr/>
                <p14:nvPr/>
              </p14:nvContentPartPr>
              <p14:xfrm>
                <a:off x="1772789" y="4627354"/>
                <a:ext cx="2539440" cy="30240"/>
              </p14:xfrm>
            </p:contentPart>
          </mc:Choice>
          <mc:Fallback xmlns="">
            <p:pic>
              <p:nvPicPr>
                <p:cNvPr id="18" name="Ink 17">
                  <a:extLst>
                    <a:ext uri="{FF2B5EF4-FFF2-40B4-BE49-F238E27FC236}">
                      <a16:creationId xmlns:a16="http://schemas.microsoft.com/office/drawing/2014/main" id="{6B159422-42B3-CDD8-92CA-C187C2304A64}"/>
                    </a:ext>
                  </a:extLst>
                </p:cNvPr>
                <p:cNvPicPr/>
                <p:nvPr/>
              </p:nvPicPr>
              <p:blipFill>
                <a:blip r:embed="rId26"/>
                <a:stretch>
                  <a:fillRect/>
                </a:stretch>
              </p:blipFill>
              <p:spPr>
                <a:xfrm>
                  <a:off x="1754789" y="4609714"/>
                  <a:ext cx="257508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BB82E500-41DC-F523-A045-A2A0FBD62212}"/>
                    </a:ext>
                  </a:extLst>
                </p14:cNvPr>
                <p14:cNvContentPartPr/>
                <p14:nvPr/>
              </p14:nvContentPartPr>
              <p14:xfrm>
                <a:off x="1725989" y="4418914"/>
                <a:ext cx="249120" cy="258840"/>
              </p14:xfrm>
            </p:contentPart>
          </mc:Choice>
          <mc:Fallback xmlns="">
            <p:pic>
              <p:nvPicPr>
                <p:cNvPr id="19" name="Ink 18">
                  <a:extLst>
                    <a:ext uri="{FF2B5EF4-FFF2-40B4-BE49-F238E27FC236}">
                      <a16:creationId xmlns:a16="http://schemas.microsoft.com/office/drawing/2014/main" id="{BB82E500-41DC-F523-A045-A2A0FBD62212}"/>
                    </a:ext>
                  </a:extLst>
                </p:cNvPr>
                <p:cNvPicPr/>
                <p:nvPr/>
              </p:nvPicPr>
              <p:blipFill>
                <a:blip r:embed="rId28"/>
                <a:stretch>
                  <a:fillRect/>
                </a:stretch>
              </p:blipFill>
              <p:spPr>
                <a:xfrm>
                  <a:off x="1707989" y="4400914"/>
                  <a:ext cx="28476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935782C5-764F-C181-AA67-A5EC3EE195CA}"/>
                    </a:ext>
                  </a:extLst>
                </p14:cNvPr>
                <p14:cNvContentPartPr/>
                <p14:nvPr/>
              </p14:nvContentPartPr>
              <p14:xfrm>
                <a:off x="1864949" y="4421794"/>
                <a:ext cx="2554560" cy="196560"/>
              </p14:xfrm>
            </p:contentPart>
          </mc:Choice>
          <mc:Fallback xmlns="">
            <p:pic>
              <p:nvPicPr>
                <p:cNvPr id="20" name="Ink 19">
                  <a:extLst>
                    <a:ext uri="{FF2B5EF4-FFF2-40B4-BE49-F238E27FC236}">
                      <a16:creationId xmlns:a16="http://schemas.microsoft.com/office/drawing/2014/main" id="{935782C5-764F-C181-AA67-A5EC3EE195CA}"/>
                    </a:ext>
                  </a:extLst>
                </p:cNvPr>
                <p:cNvPicPr/>
                <p:nvPr/>
              </p:nvPicPr>
              <p:blipFill>
                <a:blip r:embed="rId30"/>
                <a:stretch>
                  <a:fillRect/>
                </a:stretch>
              </p:blipFill>
              <p:spPr>
                <a:xfrm>
                  <a:off x="1847309" y="4403794"/>
                  <a:ext cx="259020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1" name="Ink 20">
                  <a:extLst>
                    <a:ext uri="{FF2B5EF4-FFF2-40B4-BE49-F238E27FC236}">
                      <a16:creationId xmlns:a16="http://schemas.microsoft.com/office/drawing/2014/main" id="{0C707FD6-3C63-F2C7-D553-26730C7C3CE4}"/>
                    </a:ext>
                  </a:extLst>
                </p14:cNvPr>
                <p14:cNvContentPartPr/>
                <p14:nvPr/>
              </p14:nvContentPartPr>
              <p14:xfrm>
                <a:off x="1711589" y="4427914"/>
                <a:ext cx="307440" cy="232560"/>
              </p14:xfrm>
            </p:contentPart>
          </mc:Choice>
          <mc:Fallback xmlns="">
            <p:pic>
              <p:nvPicPr>
                <p:cNvPr id="21" name="Ink 20">
                  <a:extLst>
                    <a:ext uri="{FF2B5EF4-FFF2-40B4-BE49-F238E27FC236}">
                      <a16:creationId xmlns:a16="http://schemas.microsoft.com/office/drawing/2014/main" id="{0C707FD6-3C63-F2C7-D553-26730C7C3CE4}"/>
                    </a:ext>
                  </a:extLst>
                </p:cNvPr>
                <p:cNvPicPr/>
                <p:nvPr/>
              </p:nvPicPr>
              <p:blipFill>
                <a:blip r:embed="rId32"/>
                <a:stretch>
                  <a:fillRect/>
                </a:stretch>
              </p:blipFill>
              <p:spPr>
                <a:xfrm>
                  <a:off x="1693949" y="4409914"/>
                  <a:ext cx="343080" cy="268200"/>
                </a:xfrm>
                <a:prstGeom prst="rect">
                  <a:avLst/>
                </a:prstGeom>
              </p:spPr>
            </p:pic>
          </mc:Fallback>
        </mc:AlternateContent>
      </p:grpSp>
    </p:spTree>
    <p:extLst>
      <p:ext uri="{BB962C8B-B14F-4D97-AF65-F5344CB8AC3E}">
        <p14:creationId xmlns:p14="http://schemas.microsoft.com/office/powerpoint/2010/main" val="234483786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11F2D-EDAD-DF1C-EAF0-8DC305D265A8}"/>
              </a:ext>
            </a:extLst>
          </p:cNvPr>
          <p:cNvSpPr>
            <a:spLocks noGrp="1"/>
          </p:cNvSpPr>
          <p:nvPr>
            <p:ph type="title"/>
          </p:nvPr>
        </p:nvSpPr>
        <p:spPr>
          <a:xfrm>
            <a:off x="144236" y="138793"/>
            <a:ext cx="10515600" cy="645659"/>
          </a:xfrm>
        </p:spPr>
        <p:txBody>
          <a:bodyPr>
            <a:normAutofit fontScale="90000"/>
          </a:bodyPr>
          <a:lstStyle/>
          <a:p>
            <a:r>
              <a:rPr lang="en-US" dirty="0"/>
              <a:t>postSlice.js</a:t>
            </a:r>
          </a:p>
        </p:txBody>
      </p:sp>
      <p:pic>
        <p:nvPicPr>
          <p:cNvPr id="5" name="Picture 4">
            <a:extLst>
              <a:ext uri="{FF2B5EF4-FFF2-40B4-BE49-F238E27FC236}">
                <a16:creationId xmlns:a16="http://schemas.microsoft.com/office/drawing/2014/main" id="{D84A3DB4-8B8C-9A87-2DFE-DB26A673C212}"/>
              </a:ext>
            </a:extLst>
          </p:cNvPr>
          <p:cNvPicPr>
            <a:picLocks noChangeAspect="1"/>
          </p:cNvPicPr>
          <p:nvPr/>
        </p:nvPicPr>
        <p:blipFill>
          <a:blip r:embed="rId2"/>
          <a:srcRect t="35286" r="21742" b="11483"/>
          <a:stretch>
            <a:fillRect/>
          </a:stretch>
        </p:blipFill>
        <p:spPr>
          <a:xfrm>
            <a:off x="0" y="3142120"/>
            <a:ext cx="4620075" cy="2315820"/>
          </a:xfrm>
          <a:prstGeom prst="rect">
            <a:avLst/>
          </a:prstGeom>
        </p:spPr>
      </p:pic>
      <p:sp>
        <p:nvSpPr>
          <p:cNvPr id="9" name="TextBox 8">
            <a:extLst>
              <a:ext uri="{FF2B5EF4-FFF2-40B4-BE49-F238E27FC236}">
                <a16:creationId xmlns:a16="http://schemas.microsoft.com/office/drawing/2014/main" id="{53EBC886-605B-0E25-6564-392DBC6A9667}"/>
              </a:ext>
            </a:extLst>
          </p:cNvPr>
          <p:cNvSpPr txBox="1"/>
          <p:nvPr/>
        </p:nvSpPr>
        <p:spPr>
          <a:xfrm>
            <a:off x="7808335" y="230714"/>
            <a:ext cx="4322989" cy="2862322"/>
          </a:xfrm>
          <a:prstGeom prst="rect">
            <a:avLst/>
          </a:prstGeom>
          <a:solidFill>
            <a:schemeClr val="accent1">
              <a:lumMod val="40000"/>
              <a:lumOff val="60000"/>
            </a:schemeClr>
          </a:solidFill>
          <a:effectLst>
            <a:glow rad="101600">
              <a:schemeClr val="accent5">
                <a:satMod val="175000"/>
                <a:alpha val="40000"/>
              </a:schemeClr>
            </a:glow>
          </a:effectLst>
        </p:spPr>
        <p:txBody>
          <a:bodyPr wrap="square">
            <a:spAutoFit/>
          </a:bodyPr>
          <a:lstStyle/>
          <a:p>
            <a:pPr>
              <a:buNone/>
            </a:pPr>
            <a:r>
              <a:rPr lang="en-US" b="1" dirty="0"/>
              <a:t>🎯 What is </a:t>
            </a:r>
            <a:r>
              <a:rPr lang="en-US" b="1" dirty="0" err="1">
                <a:highlight>
                  <a:srgbClr val="C0C0C0"/>
                </a:highlight>
                <a:latin typeface="Courier New" panose="02070309020205020404" pitchFamily="49" charset="0"/>
              </a:rPr>
              <a:t>createSlice</a:t>
            </a:r>
            <a:r>
              <a:rPr lang="en-US" b="1" dirty="0"/>
              <a:t> in Redux Toolkit?</a:t>
            </a:r>
          </a:p>
          <a:p>
            <a:pPr>
              <a:buNone/>
            </a:pPr>
            <a:r>
              <a:rPr lang="en-US" dirty="0" err="1">
                <a:highlight>
                  <a:srgbClr val="FFFF00"/>
                </a:highlight>
                <a:latin typeface="Courier New" panose="02070309020205020404" pitchFamily="49" charset="0"/>
              </a:rPr>
              <a:t>createSlice</a:t>
            </a:r>
            <a:r>
              <a:rPr lang="en-US" dirty="0"/>
              <a:t> is a </a:t>
            </a:r>
            <a:r>
              <a:rPr lang="en-US" b="1" dirty="0"/>
              <a:t>shortcut function</a:t>
            </a:r>
            <a:r>
              <a:rPr lang="en-US" dirty="0"/>
              <a:t> that helps you create:</a:t>
            </a:r>
          </a:p>
          <a:p>
            <a:pPr>
              <a:buFont typeface="Arial" panose="020B0604020202020204" pitchFamily="34" charset="0"/>
              <a:buChar char="•"/>
            </a:pPr>
            <a:r>
              <a:rPr lang="en-US" b="1" dirty="0"/>
              <a:t>State</a:t>
            </a:r>
            <a:r>
              <a:rPr lang="en-US" dirty="0"/>
              <a:t> (initial data)</a:t>
            </a:r>
          </a:p>
          <a:p>
            <a:pPr>
              <a:buFont typeface="Arial" panose="020B0604020202020204" pitchFamily="34" charset="0"/>
              <a:buChar char="•"/>
            </a:pPr>
            <a:r>
              <a:rPr lang="en-US" b="1" dirty="0"/>
              <a:t>Actions</a:t>
            </a:r>
            <a:r>
              <a:rPr lang="en-US" dirty="0"/>
              <a:t> (functions that update the state)</a:t>
            </a:r>
          </a:p>
          <a:p>
            <a:pPr>
              <a:buFont typeface="Arial" panose="020B0604020202020204" pitchFamily="34" charset="0"/>
              <a:buChar char="•"/>
            </a:pPr>
            <a:r>
              <a:rPr lang="en-US" b="1" dirty="0"/>
              <a:t>Reducer</a:t>
            </a:r>
            <a:r>
              <a:rPr lang="en-US" dirty="0"/>
              <a:t> (the logic that Redux uses to modify the store)</a:t>
            </a:r>
          </a:p>
          <a:p>
            <a:pPr>
              <a:buNone/>
            </a:pPr>
            <a:r>
              <a:rPr lang="en-US" dirty="0"/>
              <a:t>All in </a:t>
            </a:r>
            <a:r>
              <a:rPr lang="en-US" b="1" dirty="0"/>
              <a:t>one single place</a:t>
            </a:r>
            <a:r>
              <a:rPr lang="en-US" dirty="0"/>
              <a:t>, instead of writing long and complicated Redux code.</a:t>
            </a:r>
          </a:p>
        </p:txBody>
      </p:sp>
      <p:pic>
        <p:nvPicPr>
          <p:cNvPr id="10" name="Picture 9">
            <a:extLst>
              <a:ext uri="{FF2B5EF4-FFF2-40B4-BE49-F238E27FC236}">
                <a16:creationId xmlns:a16="http://schemas.microsoft.com/office/drawing/2014/main" id="{A0FD9115-EF8F-A7CA-F319-99C708D4AEBC}"/>
              </a:ext>
            </a:extLst>
          </p:cNvPr>
          <p:cNvPicPr>
            <a:picLocks noChangeAspect="1"/>
          </p:cNvPicPr>
          <p:nvPr/>
        </p:nvPicPr>
        <p:blipFill>
          <a:blip r:embed="rId2"/>
          <a:srcRect t="-67" r="24028" b="93747"/>
          <a:stretch>
            <a:fillRect/>
          </a:stretch>
        </p:blipFill>
        <p:spPr>
          <a:xfrm>
            <a:off x="60676" y="891061"/>
            <a:ext cx="5859792" cy="359229"/>
          </a:xfrm>
          <a:prstGeom prst="rect">
            <a:avLst/>
          </a:prstGeom>
          <a:effectLst>
            <a:glow rad="139700">
              <a:schemeClr val="accent2">
                <a:satMod val="175000"/>
                <a:alpha val="40000"/>
              </a:schemeClr>
            </a:glow>
          </a:effectLst>
        </p:spPr>
      </p:pic>
      <p:cxnSp>
        <p:nvCxnSpPr>
          <p:cNvPr id="12" name="Straight Arrow Connector 11">
            <a:extLst>
              <a:ext uri="{FF2B5EF4-FFF2-40B4-BE49-F238E27FC236}">
                <a16:creationId xmlns:a16="http://schemas.microsoft.com/office/drawing/2014/main" id="{FDCE6CEF-8875-92DC-CE6E-073B71BC8463}"/>
              </a:ext>
            </a:extLst>
          </p:cNvPr>
          <p:cNvCxnSpPr>
            <a:cxnSpLocks/>
          </p:cNvCxnSpPr>
          <p:nvPr/>
        </p:nvCxnSpPr>
        <p:spPr>
          <a:xfrm flipV="1">
            <a:off x="5863999" y="470039"/>
            <a:ext cx="1932894" cy="626460"/>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C9B7098A-0906-FCDA-6E6F-7A4880EFDA97}"/>
              </a:ext>
            </a:extLst>
          </p:cNvPr>
          <p:cNvPicPr>
            <a:picLocks noChangeAspect="1"/>
          </p:cNvPicPr>
          <p:nvPr/>
        </p:nvPicPr>
        <p:blipFill>
          <a:blip r:embed="rId2"/>
          <a:srcRect l="2971" t="5659" r="46644" b="63797"/>
          <a:stretch>
            <a:fillRect/>
          </a:stretch>
        </p:blipFill>
        <p:spPr>
          <a:xfrm>
            <a:off x="90084" y="1356899"/>
            <a:ext cx="3886201" cy="1736137"/>
          </a:xfrm>
          <a:prstGeom prst="rect">
            <a:avLst/>
          </a:prstGeom>
          <a:effectLst>
            <a:glow rad="139700">
              <a:schemeClr val="accent5">
                <a:satMod val="175000"/>
                <a:alpha val="40000"/>
              </a:schemeClr>
            </a:glow>
          </a:effectLst>
        </p:spPr>
      </p:pic>
      <p:cxnSp>
        <p:nvCxnSpPr>
          <p:cNvPr id="17" name="Straight Arrow Connector 16">
            <a:extLst>
              <a:ext uri="{FF2B5EF4-FFF2-40B4-BE49-F238E27FC236}">
                <a16:creationId xmlns:a16="http://schemas.microsoft.com/office/drawing/2014/main" id="{98570054-89F1-7A41-D921-3F1CE06F615B}"/>
              </a:ext>
            </a:extLst>
          </p:cNvPr>
          <p:cNvCxnSpPr>
            <a:cxnSpLocks/>
            <a:endCxn id="20" idx="1"/>
          </p:cNvCxnSpPr>
          <p:nvPr/>
        </p:nvCxnSpPr>
        <p:spPr>
          <a:xfrm>
            <a:off x="2060678" y="1715059"/>
            <a:ext cx="2322988" cy="0"/>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7B0AC75F-8373-6848-A140-49121807B6FD}"/>
              </a:ext>
            </a:extLst>
          </p:cNvPr>
          <p:cNvSpPr/>
          <p:nvPr/>
        </p:nvSpPr>
        <p:spPr>
          <a:xfrm>
            <a:off x="331457" y="1588544"/>
            <a:ext cx="1644300" cy="387213"/>
          </a:xfrm>
          <a:prstGeom prst="ellipse">
            <a:avLst/>
          </a:prstGeom>
          <a:noFill/>
          <a:ln>
            <a:solidFill>
              <a:schemeClr val="accent1">
                <a:lumMod val="20000"/>
                <a:lumOff val="80000"/>
              </a:schemeClr>
            </a:solidFill>
          </a:ln>
          <a:effectLst>
            <a:glow rad="101600">
              <a:srgbClr val="00B0F0">
                <a:alpha val="86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20" name="TextBox 19">
            <a:extLst>
              <a:ext uri="{FF2B5EF4-FFF2-40B4-BE49-F238E27FC236}">
                <a16:creationId xmlns:a16="http://schemas.microsoft.com/office/drawing/2014/main" id="{18E6CE6A-9D2B-8A74-CAF3-BE44B876FF99}"/>
              </a:ext>
            </a:extLst>
          </p:cNvPr>
          <p:cNvSpPr txBox="1"/>
          <p:nvPr/>
        </p:nvSpPr>
        <p:spPr>
          <a:xfrm>
            <a:off x="4383666" y="1391893"/>
            <a:ext cx="3168298" cy="646331"/>
          </a:xfrm>
          <a:prstGeom prst="rect">
            <a:avLst/>
          </a:prstGeom>
          <a:solidFill>
            <a:schemeClr val="accent4">
              <a:lumMod val="60000"/>
              <a:lumOff val="40000"/>
            </a:schemeClr>
          </a:solidFill>
          <a:effectLst>
            <a:glow rad="101600">
              <a:schemeClr val="accent5">
                <a:satMod val="175000"/>
                <a:alpha val="40000"/>
              </a:schemeClr>
            </a:glow>
          </a:effectLst>
        </p:spPr>
        <p:txBody>
          <a:bodyPr wrap="square">
            <a:spAutoFit/>
          </a:bodyPr>
          <a:lstStyle/>
          <a:p>
            <a:pPr>
              <a:buNone/>
            </a:pPr>
            <a:r>
              <a:rPr lang="en-US" b="1" dirty="0"/>
              <a:t>Slice in redux store will appear as </a:t>
            </a:r>
            <a:r>
              <a:rPr lang="en-US" b="1" dirty="0" err="1"/>
              <a:t>store.post</a:t>
            </a:r>
            <a:endParaRPr lang="en-US" dirty="0"/>
          </a:p>
        </p:txBody>
      </p:sp>
      <p:sp>
        <p:nvSpPr>
          <p:cNvPr id="22" name="Oval 21">
            <a:extLst>
              <a:ext uri="{FF2B5EF4-FFF2-40B4-BE49-F238E27FC236}">
                <a16:creationId xmlns:a16="http://schemas.microsoft.com/office/drawing/2014/main" id="{F22C365F-5998-EC3E-AD19-E90CFDD66C51}"/>
              </a:ext>
            </a:extLst>
          </p:cNvPr>
          <p:cNvSpPr/>
          <p:nvPr/>
        </p:nvSpPr>
        <p:spPr>
          <a:xfrm>
            <a:off x="944056" y="2156779"/>
            <a:ext cx="1415423" cy="387214"/>
          </a:xfrm>
          <a:prstGeom prst="ellipse">
            <a:avLst/>
          </a:prstGeom>
          <a:noFill/>
          <a:ln>
            <a:solidFill>
              <a:schemeClr val="accent1">
                <a:lumMod val="20000"/>
                <a:lumOff val="80000"/>
              </a:schemeClr>
            </a:solidFill>
          </a:ln>
          <a:effectLst>
            <a:glow rad="101600">
              <a:srgbClr val="FFFF0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8A569B72-768E-A9DD-9F74-B5346E719425}"/>
              </a:ext>
            </a:extLst>
          </p:cNvPr>
          <p:cNvCxnSpPr>
            <a:cxnSpLocks/>
            <a:endCxn id="25" idx="1"/>
          </p:cNvCxnSpPr>
          <p:nvPr/>
        </p:nvCxnSpPr>
        <p:spPr>
          <a:xfrm flipV="1">
            <a:off x="2370921" y="2293385"/>
            <a:ext cx="2106385" cy="65916"/>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BB2CB5F2-FCD6-578C-5694-078D9B6820C2}"/>
              </a:ext>
            </a:extLst>
          </p:cNvPr>
          <p:cNvSpPr txBox="1"/>
          <p:nvPr/>
        </p:nvSpPr>
        <p:spPr>
          <a:xfrm>
            <a:off x="4477306" y="2108719"/>
            <a:ext cx="2935089" cy="369332"/>
          </a:xfrm>
          <a:prstGeom prst="rect">
            <a:avLst/>
          </a:prstGeom>
          <a:solidFill>
            <a:schemeClr val="accent6">
              <a:lumMod val="40000"/>
              <a:lumOff val="60000"/>
            </a:schemeClr>
          </a:solidFill>
          <a:effectLst>
            <a:glow rad="101600">
              <a:schemeClr val="accent5">
                <a:satMod val="175000"/>
                <a:alpha val="40000"/>
              </a:schemeClr>
            </a:glow>
          </a:effectLst>
        </p:spPr>
        <p:txBody>
          <a:bodyPr wrap="square">
            <a:spAutoFit/>
          </a:bodyPr>
          <a:lstStyle/>
          <a:p>
            <a:pPr>
              <a:buNone/>
            </a:pPr>
            <a:r>
              <a:rPr lang="en-US" b="1" dirty="0"/>
              <a:t>Posts array (initially empty)</a:t>
            </a:r>
            <a:endParaRPr lang="en-US" dirty="0"/>
          </a:p>
        </p:txBody>
      </p:sp>
      <p:sp>
        <p:nvSpPr>
          <p:cNvPr id="26" name="Oval 25">
            <a:extLst>
              <a:ext uri="{FF2B5EF4-FFF2-40B4-BE49-F238E27FC236}">
                <a16:creationId xmlns:a16="http://schemas.microsoft.com/office/drawing/2014/main" id="{8E91E3F2-9B97-FA0E-8FA0-A4098B47827A}"/>
              </a:ext>
            </a:extLst>
          </p:cNvPr>
          <p:cNvSpPr/>
          <p:nvPr/>
        </p:nvSpPr>
        <p:spPr>
          <a:xfrm>
            <a:off x="1052218" y="2500904"/>
            <a:ext cx="2303302" cy="387214"/>
          </a:xfrm>
          <a:prstGeom prst="ellipse">
            <a:avLst/>
          </a:prstGeom>
          <a:noFill/>
          <a:ln>
            <a:solidFill>
              <a:schemeClr val="accent1">
                <a:lumMod val="20000"/>
                <a:lumOff val="80000"/>
              </a:schemeClr>
            </a:solidFill>
          </a:ln>
          <a:effectLst>
            <a:glow rad="101600">
              <a:srgbClr val="FFFF00">
                <a:alpha val="6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Arrow Connector 26">
            <a:extLst>
              <a:ext uri="{FF2B5EF4-FFF2-40B4-BE49-F238E27FC236}">
                <a16:creationId xmlns:a16="http://schemas.microsoft.com/office/drawing/2014/main" id="{FDB0BBCC-812B-556B-AC01-C85478407E6E}"/>
              </a:ext>
            </a:extLst>
          </p:cNvPr>
          <p:cNvCxnSpPr>
            <a:cxnSpLocks/>
            <a:endCxn id="29" idx="1"/>
          </p:cNvCxnSpPr>
          <p:nvPr/>
        </p:nvCxnSpPr>
        <p:spPr>
          <a:xfrm>
            <a:off x="3383954" y="2694921"/>
            <a:ext cx="999712" cy="210770"/>
          </a:xfrm>
          <a:prstGeom prst="straightConnector1">
            <a:avLst/>
          </a:prstGeom>
          <a:ln w="57150">
            <a:solidFill>
              <a:schemeClr val="accent2">
                <a:lumMod val="40000"/>
                <a:lumOff val="6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BCB32BD7-2CE6-CDF8-E0D8-28E01A010755}"/>
              </a:ext>
            </a:extLst>
          </p:cNvPr>
          <p:cNvSpPr txBox="1"/>
          <p:nvPr/>
        </p:nvSpPr>
        <p:spPr>
          <a:xfrm>
            <a:off x="4383666" y="2613303"/>
            <a:ext cx="3396235" cy="584775"/>
          </a:xfrm>
          <a:prstGeom prst="rect">
            <a:avLst/>
          </a:prstGeom>
          <a:solidFill>
            <a:schemeClr val="tx2">
              <a:lumMod val="40000"/>
              <a:lumOff val="60000"/>
            </a:schemeClr>
          </a:solidFill>
          <a:effectLst>
            <a:glow rad="101600">
              <a:schemeClr val="accent5">
                <a:satMod val="175000"/>
                <a:alpha val="40000"/>
              </a:schemeClr>
            </a:glow>
          </a:effectLst>
        </p:spPr>
        <p:txBody>
          <a:bodyPr wrap="square">
            <a:spAutoFit/>
          </a:bodyPr>
          <a:lstStyle/>
          <a:p>
            <a:pPr>
              <a:buNone/>
            </a:pPr>
            <a:r>
              <a:rPr lang="en-US" sz="1600" b="1" dirty="0"/>
              <a:t>Used in </a:t>
            </a:r>
            <a:r>
              <a:rPr lang="en-US" sz="1600" b="1" dirty="0" err="1"/>
              <a:t>CommentDialog</a:t>
            </a:r>
            <a:endParaRPr lang="en-US" sz="1600" b="1" dirty="0"/>
          </a:p>
          <a:p>
            <a:pPr>
              <a:buNone/>
            </a:pPr>
            <a:r>
              <a:rPr lang="en-US" sz="1600" b="1" dirty="0"/>
              <a:t>Where see details of a specific post</a:t>
            </a:r>
            <a:endParaRPr lang="en-US" sz="1600" dirty="0"/>
          </a:p>
        </p:txBody>
      </p:sp>
      <p:pic>
        <p:nvPicPr>
          <p:cNvPr id="32" name="Picture 31">
            <a:extLst>
              <a:ext uri="{FF2B5EF4-FFF2-40B4-BE49-F238E27FC236}">
                <a16:creationId xmlns:a16="http://schemas.microsoft.com/office/drawing/2014/main" id="{398ABBF9-761A-2194-94E9-2EAE340B913A}"/>
              </a:ext>
            </a:extLst>
          </p:cNvPr>
          <p:cNvPicPr>
            <a:picLocks noChangeAspect="1"/>
          </p:cNvPicPr>
          <p:nvPr/>
        </p:nvPicPr>
        <p:blipFill>
          <a:blip r:embed="rId2"/>
          <a:srcRect l="3034" t="87302"/>
          <a:stretch>
            <a:fillRect/>
          </a:stretch>
        </p:blipFill>
        <p:spPr>
          <a:xfrm>
            <a:off x="46541" y="5631041"/>
            <a:ext cx="7479095" cy="721754"/>
          </a:xfrm>
          <a:prstGeom prst="rect">
            <a:avLst/>
          </a:prstGeom>
        </p:spPr>
      </p:pic>
      <p:sp>
        <p:nvSpPr>
          <p:cNvPr id="36" name="Oval 35">
            <a:extLst>
              <a:ext uri="{FF2B5EF4-FFF2-40B4-BE49-F238E27FC236}">
                <a16:creationId xmlns:a16="http://schemas.microsoft.com/office/drawing/2014/main" id="{9B5FE1FA-0EC2-15FF-2B95-2C61D03EC9EC}"/>
              </a:ext>
            </a:extLst>
          </p:cNvPr>
          <p:cNvSpPr/>
          <p:nvPr/>
        </p:nvSpPr>
        <p:spPr>
          <a:xfrm>
            <a:off x="445758" y="3067770"/>
            <a:ext cx="1195263" cy="387214"/>
          </a:xfrm>
          <a:prstGeom prst="ellipse">
            <a:avLst/>
          </a:prstGeom>
          <a:noFill/>
          <a:ln>
            <a:solidFill>
              <a:schemeClr val="accent1">
                <a:lumMod val="20000"/>
                <a:lumOff val="80000"/>
              </a:schemeClr>
            </a:solidFill>
          </a:ln>
          <a:effectLst>
            <a:glow rad="2286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a:extLst>
              <a:ext uri="{FF2B5EF4-FFF2-40B4-BE49-F238E27FC236}">
                <a16:creationId xmlns:a16="http://schemas.microsoft.com/office/drawing/2014/main" id="{058C0E13-D76A-21D2-730B-C860F9801678}"/>
              </a:ext>
            </a:extLst>
          </p:cNvPr>
          <p:cNvCxnSpPr>
            <a:cxnSpLocks/>
          </p:cNvCxnSpPr>
          <p:nvPr/>
        </p:nvCxnSpPr>
        <p:spPr>
          <a:xfrm>
            <a:off x="1630980" y="3238488"/>
            <a:ext cx="3344769" cy="105385"/>
          </a:xfrm>
          <a:prstGeom prst="straightConnector1">
            <a:avLst/>
          </a:prstGeom>
          <a:ln w="57150">
            <a:solidFill>
              <a:schemeClr val="tx2">
                <a:lumMod val="20000"/>
                <a:lumOff val="8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B34A2392-4288-BA77-B78D-D05DE6CE9644}"/>
              </a:ext>
            </a:extLst>
          </p:cNvPr>
          <p:cNvSpPr txBox="1"/>
          <p:nvPr/>
        </p:nvSpPr>
        <p:spPr>
          <a:xfrm>
            <a:off x="5065833" y="3248710"/>
            <a:ext cx="4620075" cy="338554"/>
          </a:xfrm>
          <a:prstGeom prst="rect">
            <a:avLst/>
          </a:prstGeom>
          <a:solidFill>
            <a:srgbClr val="99A8DF"/>
          </a:solidFill>
          <a:effectLst>
            <a:glow rad="101600">
              <a:schemeClr val="accent5">
                <a:satMod val="175000"/>
                <a:alpha val="40000"/>
              </a:schemeClr>
            </a:glow>
          </a:effectLst>
        </p:spPr>
        <p:txBody>
          <a:bodyPr wrap="square">
            <a:spAutoFit/>
          </a:bodyPr>
          <a:lstStyle/>
          <a:p>
            <a:pPr>
              <a:buNone/>
            </a:pPr>
            <a:r>
              <a:rPr lang="en-US" sz="1600" b="1" dirty="0"/>
              <a:t>Reducers are the function that update the state</a:t>
            </a:r>
            <a:endParaRPr lang="en-US" sz="1600" dirty="0"/>
          </a:p>
        </p:txBody>
      </p:sp>
      <p:sp>
        <p:nvSpPr>
          <p:cNvPr id="41" name="TextBox 40">
            <a:extLst>
              <a:ext uri="{FF2B5EF4-FFF2-40B4-BE49-F238E27FC236}">
                <a16:creationId xmlns:a16="http://schemas.microsoft.com/office/drawing/2014/main" id="{7880C85B-B41E-9150-982A-6896651EAE9E}"/>
              </a:ext>
            </a:extLst>
          </p:cNvPr>
          <p:cNvSpPr txBox="1"/>
          <p:nvPr/>
        </p:nvSpPr>
        <p:spPr>
          <a:xfrm>
            <a:off x="5634818" y="3703008"/>
            <a:ext cx="4347034" cy="369332"/>
          </a:xfrm>
          <a:prstGeom prst="rect">
            <a:avLst/>
          </a:prstGeom>
          <a:noFill/>
        </p:spPr>
        <p:txBody>
          <a:bodyPr wrap="square">
            <a:spAutoFit/>
          </a:bodyPr>
          <a:lstStyle/>
          <a:p>
            <a:pPr>
              <a:buNone/>
            </a:pPr>
            <a:r>
              <a:rPr lang="en-US" b="1" dirty="0"/>
              <a:t>❤️ ACTION = TRIGGER + DATA</a:t>
            </a:r>
          </a:p>
        </p:txBody>
      </p:sp>
      <p:sp>
        <p:nvSpPr>
          <p:cNvPr id="43" name="TextBox 42">
            <a:extLst>
              <a:ext uri="{FF2B5EF4-FFF2-40B4-BE49-F238E27FC236}">
                <a16:creationId xmlns:a16="http://schemas.microsoft.com/office/drawing/2014/main" id="{431740C3-8369-D7E9-C1DA-99FDAB16C565}"/>
              </a:ext>
            </a:extLst>
          </p:cNvPr>
          <p:cNvSpPr txBox="1"/>
          <p:nvPr/>
        </p:nvSpPr>
        <p:spPr>
          <a:xfrm>
            <a:off x="4734729" y="4091394"/>
            <a:ext cx="7396596" cy="646331"/>
          </a:xfrm>
          <a:prstGeom prst="rect">
            <a:avLst/>
          </a:prstGeom>
          <a:solidFill>
            <a:schemeClr val="accent6"/>
          </a:solidFill>
        </p:spPr>
        <p:txBody>
          <a:bodyPr wrap="square">
            <a:spAutoFit/>
          </a:bodyPr>
          <a:lstStyle/>
          <a:p>
            <a:pPr>
              <a:buNone/>
            </a:pPr>
            <a:r>
              <a:rPr lang="en-US" b="1" dirty="0" err="1">
                <a:latin typeface="Courier New" panose="02070309020205020404" pitchFamily="49" charset="0"/>
              </a:rPr>
              <a:t>setPosts</a:t>
            </a:r>
            <a:r>
              <a:rPr lang="en-US" b="1" dirty="0">
                <a:latin typeface="Courier New" panose="02070309020205020404" pitchFamily="49" charset="0"/>
              </a:rPr>
              <a:t>()-- </a:t>
            </a:r>
            <a:r>
              <a:rPr lang="en-US" dirty="0"/>
              <a:t>an action used to store all posts in Redux.</a:t>
            </a:r>
          </a:p>
          <a:p>
            <a:pPr>
              <a:buNone/>
            </a:pPr>
            <a:r>
              <a:rPr lang="en-US" b="1" dirty="0"/>
              <a:t> </a:t>
            </a:r>
            <a:r>
              <a:rPr lang="en-US" b="1" dirty="0" err="1">
                <a:latin typeface="Courier New" panose="02070309020205020404" pitchFamily="49" charset="0"/>
              </a:rPr>
              <a:t>setSelectedPost</a:t>
            </a:r>
            <a:r>
              <a:rPr lang="en-US" b="1" dirty="0">
                <a:latin typeface="Courier New" panose="02070309020205020404" pitchFamily="49" charset="0"/>
              </a:rPr>
              <a:t>()--</a:t>
            </a:r>
            <a:r>
              <a:rPr lang="en-US" dirty="0"/>
              <a:t> an action used to store only one selected post.</a:t>
            </a:r>
          </a:p>
        </p:txBody>
      </p:sp>
      <p:sp>
        <p:nvSpPr>
          <p:cNvPr id="44" name="TextBox 43">
            <a:extLst>
              <a:ext uri="{FF2B5EF4-FFF2-40B4-BE49-F238E27FC236}">
                <a16:creationId xmlns:a16="http://schemas.microsoft.com/office/drawing/2014/main" id="{2D91101C-8708-22B4-97FF-ED7DCC0DF9A3}"/>
              </a:ext>
            </a:extLst>
          </p:cNvPr>
          <p:cNvSpPr txBox="1"/>
          <p:nvPr/>
        </p:nvSpPr>
        <p:spPr>
          <a:xfrm>
            <a:off x="8433027" y="6029629"/>
            <a:ext cx="3275853" cy="646331"/>
          </a:xfrm>
          <a:prstGeom prst="rect">
            <a:avLst/>
          </a:prstGeom>
          <a:solidFill>
            <a:srgbClr val="FF0000"/>
          </a:solidFill>
          <a:ln>
            <a:solidFill>
              <a:srgbClr val="00B050"/>
            </a:solidFill>
          </a:ln>
        </p:spPr>
        <p:txBody>
          <a:bodyPr wrap="square" rtlCol="0">
            <a:spAutoFit/>
          </a:bodyPr>
          <a:lstStyle/>
          <a:p>
            <a:r>
              <a:rPr lang="en-US" dirty="0">
                <a:solidFill>
                  <a:srgbClr val="FFFF00"/>
                </a:solidFill>
              </a:rPr>
              <a:t>Export the reducer so that store </a:t>
            </a:r>
          </a:p>
          <a:p>
            <a:r>
              <a:rPr lang="en-US" dirty="0">
                <a:solidFill>
                  <a:srgbClr val="FFFF00"/>
                </a:solidFill>
              </a:rPr>
              <a:t>Can need that</a:t>
            </a:r>
          </a:p>
        </p:txBody>
      </p:sp>
      <p:cxnSp>
        <p:nvCxnSpPr>
          <p:cNvPr id="45" name="Straight Arrow Connector 44">
            <a:extLst>
              <a:ext uri="{FF2B5EF4-FFF2-40B4-BE49-F238E27FC236}">
                <a16:creationId xmlns:a16="http://schemas.microsoft.com/office/drawing/2014/main" id="{4C2A7D01-0C1B-0418-928F-2FF472D33AA0}"/>
              </a:ext>
            </a:extLst>
          </p:cNvPr>
          <p:cNvCxnSpPr>
            <a:cxnSpLocks/>
            <a:endCxn id="44" idx="1"/>
          </p:cNvCxnSpPr>
          <p:nvPr/>
        </p:nvCxnSpPr>
        <p:spPr>
          <a:xfrm>
            <a:off x="4086110" y="6069403"/>
            <a:ext cx="4346917" cy="283392"/>
          </a:xfrm>
          <a:prstGeom prst="straightConnector1">
            <a:avLst/>
          </a:prstGeom>
          <a:ln w="57150">
            <a:solidFill>
              <a:schemeClr val="tx2">
                <a:lumMod val="20000"/>
                <a:lumOff val="8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04446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B3CF-9F94-FCA7-2663-C789D5E7DB34}"/>
              </a:ext>
            </a:extLst>
          </p:cNvPr>
          <p:cNvSpPr>
            <a:spLocks noGrp="1"/>
          </p:cNvSpPr>
          <p:nvPr>
            <p:ph type="title"/>
          </p:nvPr>
        </p:nvSpPr>
        <p:spPr>
          <a:xfrm>
            <a:off x="244928" y="-33480"/>
            <a:ext cx="12192000" cy="645659"/>
          </a:xfrm>
        </p:spPr>
        <p:txBody>
          <a:bodyPr>
            <a:normAutofit fontScale="90000"/>
          </a:bodyPr>
          <a:lstStyle/>
          <a:p>
            <a:r>
              <a:rPr lang="en-US" dirty="0"/>
              <a:t>useGetSuggestedUsers.js --- inside the hooks folder</a:t>
            </a:r>
          </a:p>
        </p:txBody>
      </p:sp>
      <p:pic>
        <p:nvPicPr>
          <p:cNvPr id="5" name="Content Placeholder 4">
            <a:extLst>
              <a:ext uri="{FF2B5EF4-FFF2-40B4-BE49-F238E27FC236}">
                <a16:creationId xmlns:a16="http://schemas.microsoft.com/office/drawing/2014/main" id="{5695A2ED-3854-C381-3756-E01356956A50}"/>
              </a:ext>
            </a:extLst>
          </p:cNvPr>
          <p:cNvPicPr>
            <a:picLocks noGrp="1" noChangeAspect="1"/>
          </p:cNvPicPr>
          <p:nvPr>
            <p:ph idx="1"/>
          </p:nvPr>
        </p:nvPicPr>
        <p:blipFill>
          <a:blip r:embed="rId2"/>
          <a:stretch>
            <a:fillRect/>
          </a:stretch>
        </p:blipFill>
        <p:spPr>
          <a:xfrm>
            <a:off x="116855" y="730182"/>
            <a:ext cx="6753029" cy="5846438"/>
          </a:xfrm>
          <a:prstGeom prst="rect">
            <a:avLst/>
          </a:prstGeom>
        </p:spPr>
      </p:pic>
      <p:sp>
        <p:nvSpPr>
          <p:cNvPr id="3" name="Oval 2">
            <a:extLst>
              <a:ext uri="{FF2B5EF4-FFF2-40B4-BE49-F238E27FC236}">
                <a16:creationId xmlns:a16="http://schemas.microsoft.com/office/drawing/2014/main" id="{1B967C4A-4900-CE8B-A151-28F45D8C20EC}"/>
              </a:ext>
            </a:extLst>
          </p:cNvPr>
          <p:cNvSpPr/>
          <p:nvPr/>
        </p:nvSpPr>
        <p:spPr>
          <a:xfrm>
            <a:off x="121297" y="649651"/>
            <a:ext cx="4238431" cy="419870"/>
          </a:xfrm>
          <a:prstGeom prst="ellipse">
            <a:avLst/>
          </a:prstGeom>
          <a:noFill/>
          <a:ln>
            <a:solidFill>
              <a:schemeClr val="accent1">
                <a:lumMod val="20000"/>
                <a:lumOff val="80000"/>
              </a:schemeClr>
            </a:solidFill>
          </a:ln>
          <a:effectLst>
            <a:glow rad="101600">
              <a:srgbClr val="00B0F0">
                <a:alpha val="29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cxnSp>
        <p:nvCxnSpPr>
          <p:cNvPr id="4" name="Straight Arrow Connector 3">
            <a:extLst>
              <a:ext uri="{FF2B5EF4-FFF2-40B4-BE49-F238E27FC236}">
                <a16:creationId xmlns:a16="http://schemas.microsoft.com/office/drawing/2014/main" id="{D44FFA9A-3026-5078-1B8E-312D6F1367F1}"/>
              </a:ext>
            </a:extLst>
          </p:cNvPr>
          <p:cNvCxnSpPr>
            <a:cxnSpLocks/>
            <a:endCxn id="7" idx="1"/>
          </p:cNvCxnSpPr>
          <p:nvPr/>
        </p:nvCxnSpPr>
        <p:spPr>
          <a:xfrm>
            <a:off x="4359728" y="843257"/>
            <a:ext cx="3020230" cy="63202"/>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6D50BBA-0166-1641-E09D-573BC6943AC1}"/>
              </a:ext>
            </a:extLst>
          </p:cNvPr>
          <p:cNvSpPr txBox="1"/>
          <p:nvPr/>
        </p:nvSpPr>
        <p:spPr>
          <a:xfrm>
            <a:off x="7379958" y="721793"/>
            <a:ext cx="4450091" cy="369332"/>
          </a:xfrm>
          <a:prstGeom prst="rect">
            <a:avLst/>
          </a:prstGeom>
          <a:solidFill>
            <a:schemeClr val="accent4">
              <a:lumMod val="60000"/>
              <a:lumOff val="40000"/>
            </a:schemeClr>
          </a:solidFill>
          <a:effectLst>
            <a:glow rad="101600">
              <a:schemeClr val="accent5">
                <a:satMod val="175000"/>
                <a:alpha val="40000"/>
              </a:schemeClr>
            </a:glow>
          </a:effectLst>
        </p:spPr>
        <p:txBody>
          <a:bodyPr wrap="square">
            <a:spAutoFit/>
          </a:bodyPr>
          <a:lstStyle/>
          <a:p>
            <a:pPr>
              <a:buNone/>
            </a:pPr>
            <a:r>
              <a:rPr lang="en-US" b="1" dirty="0"/>
              <a:t>Authslice.js file me </a:t>
            </a:r>
            <a:r>
              <a:rPr lang="en-US" b="1" dirty="0" err="1"/>
              <a:t>suggestedUsers</a:t>
            </a:r>
            <a:r>
              <a:rPr lang="en-US" b="1" dirty="0"/>
              <a:t> array </a:t>
            </a:r>
            <a:r>
              <a:rPr lang="en-US" b="1" dirty="0" err="1"/>
              <a:t>hai</a:t>
            </a:r>
            <a:endParaRPr lang="en-US" dirty="0"/>
          </a:p>
        </p:txBody>
      </p:sp>
      <p:sp>
        <p:nvSpPr>
          <p:cNvPr id="9" name="TextBox 8">
            <a:extLst>
              <a:ext uri="{FF2B5EF4-FFF2-40B4-BE49-F238E27FC236}">
                <a16:creationId xmlns:a16="http://schemas.microsoft.com/office/drawing/2014/main" id="{F36418F6-8BFC-DA6E-E446-610BBEC8D7C3}"/>
              </a:ext>
            </a:extLst>
          </p:cNvPr>
          <p:cNvSpPr txBox="1"/>
          <p:nvPr/>
        </p:nvSpPr>
        <p:spPr>
          <a:xfrm>
            <a:off x="7229474" y="2278150"/>
            <a:ext cx="4543425" cy="4247317"/>
          </a:xfrm>
          <a:prstGeom prst="rect">
            <a:avLst/>
          </a:prstGeom>
          <a:solidFill>
            <a:srgbClr val="FFFF00"/>
          </a:solidFill>
          <a:ln>
            <a:solidFill>
              <a:srgbClr val="FF0000"/>
            </a:solidFill>
          </a:ln>
          <a:effectLst>
            <a:glow rad="139700">
              <a:schemeClr val="accent2">
                <a:satMod val="175000"/>
                <a:alpha val="40000"/>
              </a:schemeClr>
            </a:glow>
          </a:effectLst>
        </p:spPr>
        <p:txBody>
          <a:bodyPr wrap="square">
            <a:spAutoFit/>
          </a:bodyPr>
          <a:lstStyle/>
          <a:p>
            <a:r>
              <a:rPr lang="en-US" dirty="0"/>
              <a:t>This custom hook </a:t>
            </a:r>
            <a:r>
              <a:rPr lang="en-US" dirty="0" err="1">
                <a:solidFill>
                  <a:srgbClr val="FF0000"/>
                </a:solidFill>
                <a:latin typeface="Courier New" panose="02070309020205020404" pitchFamily="49" charset="0"/>
              </a:rPr>
              <a:t>useGetSuggestedUsers</a:t>
            </a:r>
            <a:r>
              <a:rPr lang="en-US" dirty="0"/>
              <a:t> automatically runs when the page loads using </a:t>
            </a:r>
            <a:r>
              <a:rPr lang="en-US" dirty="0" err="1">
                <a:solidFill>
                  <a:srgbClr val="FF0000"/>
                </a:solidFill>
                <a:latin typeface="Courier New" panose="02070309020205020404" pitchFamily="49" charset="0"/>
              </a:rPr>
              <a:t>useEffect</a:t>
            </a:r>
            <a:r>
              <a:rPr lang="en-US" dirty="0">
                <a:solidFill>
                  <a:srgbClr val="FF0000"/>
                </a:solidFill>
              </a:rPr>
              <a:t>. </a:t>
            </a:r>
            <a:r>
              <a:rPr lang="en-US" dirty="0"/>
              <a:t>It sends a </a:t>
            </a:r>
            <a:r>
              <a:rPr lang="en-US" dirty="0">
                <a:solidFill>
                  <a:srgbClr val="00B050"/>
                </a:solidFill>
              </a:rPr>
              <a:t>GET</a:t>
            </a:r>
            <a:r>
              <a:rPr lang="en-US" dirty="0"/>
              <a:t> request to your backend </a:t>
            </a:r>
            <a:r>
              <a:rPr lang="en-US" dirty="0">
                <a:solidFill>
                  <a:srgbClr val="7030A0"/>
                </a:solidFill>
                <a:latin typeface="Courier New" panose="02070309020205020404" pitchFamily="49" charset="0"/>
              </a:rPr>
              <a:t>/</a:t>
            </a:r>
            <a:r>
              <a:rPr lang="en-US" dirty="0" err="1">
                <a:solidFill>
                  <a:srgbClr val="7030A0"/>
                </a:solidFill>
                <a:latin typeface="Courier New" panose="02070309020205020404" pitchFamily="49" charset="0"/>
              </a:rPr>
              <a:t>api</a:t>
            </a:r>
            <a:r>
              <a:rPr lang="en-US" dirty="0">
                <a:solidFill>
                  <a:srgbClr val="7030A0"/>
                </a:solidFill>
                <a:latin typeface="Courier New" panose="02070309020205020404" pitchFamily="49" charset="0"/>
              </a:rPr>
              <a:t>/v1/user/suggested</a:t>
            </a:r>
            <a:r>
              <a:rPr lang="en-US" dirty="0">
                <a:solidFill>
                  <a:srgbClr val="7030A0"/>
                </a:solidFill>
              </a:rPr>
              <a:t> </a:t>
            </a:r>
            <a:r>
              <a:rPr lang="en-US" dirty="0"/>
              <a:t>using </a:t>
            </a:r>
            <a:r>
              <a:rPr lang="en-US" dirty="0" err="1"/>
              <a:t>axios</a:t>
            </a:r>
            <a:r>
              <a:rPr lang="en-US" dirty="0"/>
              <a:t> to fetch a list of suggested users. The </a:t>
            </a:r>
            <a:r>
              <a:rPr lang="en-US" dirty="0">
                <a:latin typeface="Courier New" panose="02070309020205020404" pitchFamily="49" charset="0"/>
              </a:rPr>
              <a:t>dispatch</a:t>
            </a:r>
            <a:r>
              <a:rPr lang="en-US" dirty="0"/>
              <a:t> function from Redux is used to store those users in the global state by calling the </a:t>
            </a:r>
            <a:r>
              <a:rPr lang="en-US" dirty="0" err="1">
                <a:latin typeface="Courier New" panose="02070309020205020404" pitchFamily="49" charset="0"/>
              </a:rPr>
              <a:t>setSuggestedUsers</a:t>
            </a:r>
            <a:r>
              <a:rPr lang="en-US" dirty="0"/>
              <a:t> action from </a:t>
            </a:r>
            <a:r>
              <a:rPr lang="en-US" dirty="0" err="1">
                <a:latin typeface="Courier New" panose="02070309020205020404" pitchFamily="49" charset="0"/>
              </a:rPr>
              <a:t>authSlice</a:t>
            </a:r>
            <a:r>
              <a:rPr lang="en-US" dirty="0"/>
              <a:t>. The hook also handles authentication errors and logs problems if the request fails. In short, this hook fetches suggested users once, and saves them in Redux so any component (like the right sidebar) can display them.</a:t>
            </a:r>
          </a:p>
        </p:txBody>
      </p:sp>
      <p:cxnSp>
        <p:nvCxnSpPr>
          <p:cNvPr id="10" name="Straight Arrow Connector 9">
            <a:extLst>
              <a:ext uri="{FF2B5EF4-FFF2-40B4-BE49-F238E27FC236}">
                <a16:creationId xmlns:a16="http://schemas.microsoft.com/office/drawing/2014/main" id="{48122A1E-F0F3-E6F0-62CB-0AF07952B379}"/>
              </a:ext>
            </a:extLst>
          </p:cNvPr>
          <p:cNvCxnSpPr>
            <a:cxnSpLocks/>
          </p:cNvCxnSpPr>
          <p:nvPr/>
        </p:nvCxnSpPr>
        <p:spPr>
          <a:xfrm>
            <a:off x="6874327" y="1705086"/>
            <a:ext cx="1330780" cy="480569"/>
          </a:xfrm>
          <a:prstGeom prst="straightConnector1">
            <a:avLst/>
          </a:prstGeom>
          <a:ln w="57150">
            <a:solidFill>
              <a:schemeClr val="accent5">
                <a:lumMod val="60000"/>
                <a:lumOff val="40000"/>
              </a:schemeClr>
            </a:solidFill>
            <a:tailEnd type="triangle"/>
          </a:ln>
          <a:effectLst>
            <a:glow rad="228600">
              <a:schemeClr val="accent5">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12" name="Content Placeholder 4">
            <a:extLst>
              <a:ext uri="{FF2B5EF4-FFF2-40B4-BE49-F238E27FC236}">
                <a16:creationId xmlns:a16="http://schemas.microsoft.com/office/drawing/2014/main" id="{DBB6411D-5F92-987F-68DB-33425E7F494D}"/>
              </a:ext>
            </a:extLst>
          </p:cNvPr>
          <p:cNvPicPr>
            <a:picLocks noChangeAspect="1"/>
          </p:cNvPicPr>
          <p:nvPr/>
        </p:nvPicPr>
        <p:blipFill>
          <a:blip r:embed="rId3"/>
          <a:srcRect l="77254" t="13367" r="5614" b="65593"/>
          <a:stretch>
            <a:fillRect/>
          </a:stretch>
        </p:blipFill>
        <p:spPr>
          <a:xfrm>
            <a:off x="5098718" y="1194342"/>
            <a:ext cx="1542250" cy="1021487"/>
          </a:xfrm>
          <a:prstGeom prst="rect">
            <a:avLst/>
          </a:prstGeom>
          <a:effectLst>
            <a:glow rad="228600">
              <a:schemeClr val="accent6">
                <a:satMod val="175000"/>
                <a:alpha val="40000"/>
              </a:schemeClr>
            </a:glow>
          </a:effectLst>
        </p:spPr>
      </p:pic>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42916E31-9475-65C3-BEFF-00F8847F4845}"/>
                  </a:ext>
                </a:extLst>
              </p14:cNvPr>
              <p14:cNvContentPartPr/>
              <p14:nvPr/>
            </p14:nvContentPartPr>
            <p14:xfrm>
              <a:off x="7661669" y="2519729"/>
              <a:ext cx="1331280" cy="85680"/>
            </p14:xfrm>
          </p:contentPart>
        </mc:Choice>
        <mc:Fallback xmlns="">
          <p:pic>
            <p:nvPicPr>
              <p:cNvPr id="6" name="Ink 5">
                <a:extLst>
                  <a:ext uri="{FF2B5EF4-FFF2-40B4-BE49-F238E27FC236}">
                    <a16:creationId xmlns:a16="http://schemas.microsoft.com/office/drawing/2014/main" id="{42916E31-9475-65C3-BEFF-00F8847F4845}"/>
                  </a:ext>
                </a:extLst>
              </p:cNvPr>
              <p:cNvPicPr/>
              <p:nvPr/>
            </p:nvPicPr>
            <p:blipFill>
              <a:blip r:embed="rId5"/>
              <a:stretch>
                <a:fillRect/>
              </a:stretch>
            </p:blipFill>
            <p:spPr>
              <a:xfrm>
                <a:off x="7644029" y="2502089"/>
                <a:ext cx="136692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FFA48EB6-0B9A-2208-429C-F7A7D24C7527}"/>
                  </a:ext>
                </a:extLst>
              </p14:cNvPr>
              <p14:cNvContentPartPr/>
              <p14:nvPr/>
            </p14:nvContentPartPr>
            <p14:xfrm>
              <a:off x="10333229" y="3101849"/>
              <a:ext cx="1180800" cy="46080"/>
            </p14:xfrm>
          </p:contentPart>
        </mc:Choice>
        <mc:Fallback xmlns="">
          <p:pic>
            <p:nvPicPr>
              <p:cNvPr id="8" name="Ink 7">
                <a:extLst>
                  <a:ext uri="{FF2B5EF4-FFF2-40B4-BE49-F238E27FC236}">
                    <a16:creationId xmlns:a16="http://schemas.microsoft.com/office/drawing/2014/main" id="{FFA48EB6-0B9A-2208-429C-F7A7D24C7527}"/>
                  </a:ext>
                </a:extLst>
              </p:cNvPr>
              <p:cNvPicPr/>
              <p:nvPr/>
            </p:nvPicPr>
            <p:blipFill>
              <a:blip r:embed="rId7"/>
              <a:stretch>
                <a:fillRect/>
              </a:stretch>
            </p:blipFill>
            <p:spPr>
              <a:xfrm>
                <a:off x="10315229" y="3084209"/>
                <a:ext cx="12164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F642DF78-C3AD-82ED-9770-C10FB8F3E485}"/>
                  </a:ext>
                </a:extLst>
              </p14:cNvPr>
              <p14:cNvContentPartPr/>
              <p14:nvPr/>
            </p14:nvContentPartPr>
            <p14:xfrm>
              <a:off x="10475789" y="3690809"/>
              <a:ext cx="1265400" cy="305280"/>
            </p14:xfrm>
          </p:contentPart>
        </mc:Choice>
        <mc:Fallback xmlns="">
          <p:pic>
            <p:nvPicPr>
              <p:cNvPr id="11" name="Ink 10">
                <a:extLst>
                  <a:ext uri="{FF2B5EF4-FFF2-40B4-BE49-F238E27FC236}">
                    <a16:creationId xmlns:a16="http://schemas.microsoft.com/office/drawing/2014/main" id="{F642DF78-C3AD-82ED-9770-C10FB8F3E485}"/>
                  </a:ext>
                </a:extLst>
              </p:cNvPr>
              <p:cNvPicPr/>
              <p:nvPr/>
            </p:nvPicPr>
            <p:blipFill>
              <a:blip r:embed="rId9"/>
              <a:stretch>
                <a:fillRect/>
              </a:stretch>
            </p:blipFill>
            <p:spPr>
              <a:xfrm>
                <a:off x="10458149" y="3672809"/>
                <a:ext cx="1301040" cy="340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4CF91D00-2575-B11C-FA27-2159F04BAF34}"/>
                  </a:ext>
                </a:extLst>
              </p14:cNvPr>
              <p14:cNvContentPartPr/>
              <p14:nvPr/>
            </p14:nvContentPartPr>
            <p14:xfrm>
              <a:off x="8504429" y="4476689"/>
              <a:ext cx="914040" cy="63360"/>
            </p14:xfrm>
          </p:contentPart>
        </mc:Choice>
        <mc:Fallback xmlns="">
          <p:pic>
            <p:nvPicPr>
              <p:cNvPr id="13" name="Ink 12">
                <a:extLst>
                  <a:ext uri="{FF2B5EF4-FFF2-40B4-BE49-F238E27FC236}">
                    <a16:creationId xmlns:a16="http://schemas.microsoft.com/office/drawing/2014/main" id="{4CF91D00-2575-B11C-FA27-2159F04BAF34}"/>
                  </a:ext>
                </a:extLst>
              </p:cNvPr>
              <p:cNvPicPr/>
              <p:nvPr/>
            </p:nvPicPr>
            <p:blipFill>
              <a:blip r:embed="rId11"/>
              <a:stretch>
                <a:fillRect/>
              </a:stretch>
            </p:blipFill>
            <p:spPr>
              <a:xfrm>
                <a:off x="8486789" y="4458689"/>
                <a:ext cx="94968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FA9CF7B2-A6E9-F052-9F22-31FD6A15E29F}"/>
                  </a:ext>
                </a:extLst>
              </p14:cNvPr>
              <p14:cNvContentPartPr/>
              <p14:nvPr/>
            </p14:nvContentPartPr>
            <p14:xfrm>
              <a:off x="7360349" y="4747769"/>
              <a:ext cx="2230560" cy="26640"/>
            </p14:xfrm>
          </p:contentPart>
        </mc:Choice>
        <mc:Fallback xmlns="">
          <p:pic>
            <p:nvPicPr>
              <p:cNvPr id="14" name="Ink 13">
                <a:extLst>
                  <a:ext uri="{FF2B5EF4-FFF2-40B4-BE49-F238E27FC236}">
                    <a16:creationId xmlns:a16="http://schemas.microsoft.com/office/drawing/2014/main" id="{FA9CF7B2-A6E9-F052-9F22-31FD6A15E29F}"/>
                  </a:ext>
                </a:extLst>
              </p:cNvPr>
              <p:cNvPicPr/>
              <p:nvPr/>
            </p:nvPicPr>
            <p:blipFill>
              <a:blip r:embed="rId13"/>
              <a:stretch>
                <a:fillRect/>
              </a:stretch>
            </p:blipFill>
            <p:spPr>
              <a:xfrm>
                <a:off x="7342349" y="4729769"/>
                <a:ext cx="226620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20F35087-7B22-1621-C860-28CA05C39C7A}"/>
                  </a:ext>
                </a:extLst>
              </p14:cNvPr>
              <p14:cNvContentPartPr/>
              <p14:nvPr/>
            </p14:nvContentPartPr>
            <p14:xfrm>
              <a:off x="7325069" y="5030009"/>
              <a:ext cx="1227600" cy="62280"/>
            </p14:xfrm>
          </p:contentPart>
        </mc:Choice>
        <mc:Fallback xmlns="">
          <p:pic>
            <p:nvPicPr>
              <p:cNvPr id="15" name="Ink 14">
                <a:extLst>
                  <a:ext uri="{FF2B5EF4-FFF2-40B4-BE49-F238E27FC236}">
                    <a16:creationId xmlns:a16="http://schemas.microsoft.com/office/drawing/2014/main" id="{20F35087-7B22-1621-C860-28CA05C39C7A}"/>
                  </a:ext>
                </a:extLst>
              </p:cNvPr>
              <p:cNvPicPr/>
              <p:nvPr/>
            </p:nvPicPr>
            <p:blipFill>
              <a:blip r:embed="rId15"/>
              <a:stretch>
                <a:fillRect/>
              </a:stretch>
            </p:blipFill>
            <p:spPr>
              <a:xfrm>
                <a:off x="7307069" y="5012369"/>
                <a:ext cx="12632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1519F768-A219-0682-DDAB-94C27075E244}"/>
                  </a:ext>
                </a:extLst>
              </p14:cNvPr>
              <p14:cNvContentPartPr/>
              <p14:nvPr/>
            </p14:nvContentPartPr>
            <p14:xfrm>
              <a:off x="7277909" y="5773769"/>
              <a:ext cx="1884960" cy="33480"/>
            </p14:xfrm>
          </p:contentPart>
        </mc:Choice>
        <mc:Fallback xmlns="">
          <p:pic>
            <p:nvPicPr>
              <p:cNvPr id="21" name="Ink 20">
                <a:extLst>
                  <a:ext uri="{FF2B5EF4-FFF2-40B4-BE49-F238E27FC236}">
                    <a16:creationId xmlns:a16="http://schemas.microsoft.com/office/drawing/2014/main" id="{1519F768-A219-0682-DDAB-94C27075E244}"/>
                  </a:ext>
                </a:extLst>
              </p:cNvPr>
              <p:cNvPicPr/>
              <p:nvPr/>
            </p:nvPicPr>
            <p:blipFill>
              <a:blip r:embed="rId17"/>
              <a:stretch>
                <a:fillRect/>
              </a:stretch>
            </p:blipFill>
            <p:spPr>
              <a:xfrm>
                <a:off x="7224269" y="5666129"/>
                <a:ext cx="199260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413A8785-8BE5-3367-1313-B9A9AEC4C857}"/>
                  </a:ext>
                </a:extLst>
              </p14:cNvPr>
              <p14:cNvContentPartPr/>
              <p14:nvPr/>
            </p14:nvContentPartPr>
            <p14:xfrm>
              <a:off x="7237949" y="5689889"/>
              <a:ext cx="1726920" cy="162720"/>
            </p14:xfrm>
          </p:contentPart>
        </mc:Choice>
        <mc:Fallback xmlns="">
          <p:pic>
            <p:nvPicPr>
              <p:cNvPr id="22" name="Ink 21">
                <a:extLst>
                  <a:ext uri="{FF2B5EF4-FFF2-40B4-BE49-F238E27FC236}">
                    <a16:creationId xmlns:a16="http://schemas.microsoft.com/office/drawing/2014/main" id="{413A8785-8BE5-3367-1313-B9A9AEC4C857}"/>
                  </a:ext>
                </a:extLst>
              </p:cNvPr>
              <p:cNvPicPr/>
              <p:nvPr/>
            </p:nvPicPr>
            <p:blipFill>
              <a:blip r:embed="rId19"/>
              <a:stretch>
                <a:fillRect/>
              </a:stretch>
            </p:blipFill>
            <p:spPr>
              <a:xfrm>
                <a:off x="7183949" y="5582249"/>
                <a:ext cx="1834560" cy="378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 name="Ink 22">
                <a:extLst>
                  <a:ext uri="{FF2B5EF4-FFF2-40B4-BE49-F238E27FC236}">
                    <a16:creationId xmlns:a16="http://schemas.microsoft.com/office/drawing/2014/main" id="{18BD075A-2DB3-96DA-6FB8-A585E0F1499E}"/>
                  </a:ext>
                </a:extLst>
              </p14:cNvPr>
              <p14:cNvContentPartPr/>
              <p14:nvPr/>
            </p14:nvContentPartPr>
            <p14:xfrm>
              <a:off x="9860909" y="5684489"/>
              <a:ext cx="904680" cy="122040"/>
            </p14:xfrm>
          </p:contentPart>
        </mc:Choice>
        <mc:Fallback xmlns="">
          <p:pic>
            <p:nvPicPr>
              <p:cNvPr id="23" name="Ink 22">
                <a:extLst>
                  <a:ext uri="{FF2B5EF4-FFF2-40B4-BE49-F238E27FC236}">
                    <a16:creationId xmlns:a16="http://schemas.microsoft.com/office/drawing/2014/main" id="{18BD075A-2DB3-96DA-6FB8-A585E0F1499E}"/>
                  </a:ext>
                </a:extLst>
              </p:cNvPr>
              <p:cNvPicPr/>
              <p:nvPr/>
            </p:nvPicPr>
            <p:blipFill>
              <a:blip r:embed="rId21"/>
              <a:stretch>
                <a:fillRect/>
              </a:stretch>
            </p:blipFill>
            <p:spPr>
              <a:xfrm>
                <a:off x="9807269" y="5576489"/>
                <a:ext cx="10123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4" name="Ink 23">
                <a:extLst>
                  <a:ext uri="{FF2B5EF4-FFF2-40B4-BE49-F238E27FC236}">
                    <a16:creationId xmlns:a16="http://schemas.microsoft.com/office/drawing/2014/main" id="{4251D3A9-D3F6-F79D-99BF-223D330DF927}"/>
                  </a:ext>
                </a:extLst>
              </p14:cNvPr>
              <p14:cNvContentPartPr/>
              <p14:nvPr/>
            </p14:nvContentPartPr>
            <p14:xfrm>
              <a:off x="10791509" y="5651009"/>
              <a:ext cx="65160" cy="160200"/>
            </p14:xfrm>
          </p:contentPart>
        </mc:Choice>
        <mc:Fallback xmlns="">
          <p:pic>
            <p:nvPicPr>
              <p:cNvPr id="24" name="Ink 23">
                <a:extLst>
                  <a:ext uri="{FF2B5EF4-FFF2-40B4-BE49-F238E27FC236}">
                    <a16:creationId xmlns:a16="http://schemas.microsoft.com/office/drawing/2014/main" id="{4251D3A9-D3F6-F79D-99BF-223D330DF927}"/>
                  </a:ext>
                </a:extLst>
              </p:cNvPr>
              <p:cNvPicPr/>
              <p:nvPr/>
            </p:nvPicPr>
            <p:blipFill>
              <a:blip r:embed="rId23"/>
              <a:stretch>
                <a:fillRect/>
              </a:stretch>
            </p:blipFill>
            <p:spPr>
              <a:xfrm>
                <a:off x="10737509" y="5543009"/>
                <a:ext cx="172800" cy="375840"/>
              </a:xfrm>
              <a:prstGeom prst="rect">
                <a:avLst/>
              </a:prstGeom>
            </p:spPr>
          </p:pic>
        </mc:Fallback>
      </mc:AlternateContent>
    </p:spTree>
    <p:extLst>
      <p:ext uri="{BB962C8B-B14F-4D97-AF65-F5344CB8AC3E}">
        <p14:creationId xmlns:p14="http://schemas.microsoft.com/office/powerpoint/2010/main" val="104138565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39102-E656-DA5F-74FB-62D54CD10CE7}"/>
              </a:ext>
            </a:extLst>
          </p:cNvPr>
          <p:cNvSpPr>
            <a:spLocks noGrp="1"/>
          </p:cNvSpPr>
          <p:nvPr>
            <p:ph type="title"/>
          </p:nvPr>
        </p:nvSpPr>
        <p:spPr>
          <a:xfrm>
            <a:off x="269422" y="98348"/>
            <a:ext cx="10515600" cy="661307"/>
          </a:xfrm>
        </p:spPr>
        <p:txBody>
          <a:bodyPr>
            <a:normAutofit fontScale="90000"/>
          </a:bodyPr>
          <a:lstStyle/>
          <a:p>
            <a:r>
              <a:rPr lang="en-US" dirty="0" err="1"/>
              <a:t>RightSidebar.jsx</a:t>
            </a:r>
            <a:endParaRPr lang="en-US" dirty="0"/>
          </a:p>
        </p:txBody>
      </p:sp>
      <p:pic>
        <p:nvPicPr>
          <p:cNvPr id="5" name="Picture 4">
            <a:extLst>
              <a:ext uri="{FF2B5EF4-FFF2-40B4-BE49-F238E27FC236}">
                <a16:creationId xmlns:a16="http://schemas.microsoft.com/office/drawing/2014/main" id="{1E47D396-4769-6DD5-5092-E45B76E04A97}"/>
              </a:ext>
            </a:extLst>
          </p:cNvPr>
          <p:cNvPicPr>
            <a:picLocks noChangeAspect="1"/>
          </p:cNvPicPr>
          <p:nvPr/>
        </p:nvPicPr>
        <p:blipFill>
          <a:blip r:embed="rId2"/>
          <a:srcRect r="36751" b="80993"/>
          <a:stretch>
            <a:fillRect/>
          </a:stretch>
        </p:blipFill>
        <p:spPr>
          <a:xfrm>
            <a:off x="269422" y="902378"/>
            <a:ext cx="4482193" cy="910093"/>
          </a:xfrm>
          <a:prstGeom prst="rect">
            <a:avLst/>
          </a:prstGeom>
          <a:effectLst>
            <a:glow rad="228600">
              <a:schemeClr val="accent2">
                <a:satMod val="175000"/>
                <a:alpha val="40000"/>
              </a:schemeClr>
            </a:glow>
          </a:effectLst>
        </p:spPr>
      </p:pic>
      <p:pic>
        <p:nvPicPr>
          <p:cNvPr id="4" name="Content Placeholder 4">
            <a:extLst>
              <a:ext uri="{FF2B5EF4-FFF2-40B4-BE49-F238E27FC236}">
                <a16:creationId xmlns:a16="http://schemas.microsoft.com/office/drawing/2014/main" id="{D59FBE03-0EC4-CE41-5DAF-84AF8AF3997C}"/>
              </a:ext>
            </a:extLst>
          </p:cNvPr>
          <p:cNvPicPr>
            <a:picLocks noGrp="1" noChangeAspect="1"/>
          </p:cNvPicPr>
          <p:nvPr>
            <p:ph idx="1"/>
          </p:nvPr>
        </p:nvPicPr>
        <p:blipFill>
          <a:blip r:embed="rId3"/>
          <a:srcRect l="76444" t="3737" r="5745" b="65680"/>
          <a:stretch>
            <a:fillRect/>
          </a:stretch>
        </p:blipFill>
        <p:spPr>
          <a:xfrm>
            <a:off x="5435033" y="354179"/>
            <a:ext cx="1436914" cy="1330779"/>
          </a:xfrm>
          <a:prstGeom prst="rect">
            <a:avLst/>
          </a:prstGeom>
          <a:effectLst>
            <a:glow rad="139700">
              <a:schemeClr val="accent5">
                <a:satMod val="175000"/>
                <a:alpha val="40000"/>
              </a:schemeClr>
            </a:glow>
          </a:effectLst>
        </p:spPr>
      </p:pic>
      <p:sp>
        <p:nvSpPr>
          <p:cNvPr id="7" name="TextBox 6">
            <a:extLst>
              <a:ext uri="{FF2B5EF4-FFF2-40B4-BE49-F238E27FC236}">
                <a16:creationId xmlns:a16="http://schemas.microsoft.com/office/drawing/2014/main" id="{B2C32BB7-2E9A-8033-DD2F-90073B72D460}"/>
              </a:ext>
            </a:extLst>
          </p:cNvPr>
          <p:cNvSpPr txBox="1"/>
          <p:nvPr/>
        </p:nvSpPr>
        <p:spPr>
          <a:xfrm>
            <a:off x="7749950" y="325601"/>
            <a:ext cx="4159022" cy="369332"/>
          </a:xfrm>
          <a:prstGeom prst="rect">
            <a:avLst/>
          </a:prstGeom>
          <a:noFill/>
        </p:spPr>
        <p:txBody>
          <a:bodyPr wrap="square">
            <a:spAutoFit/>
          </a:bodyPr>
          <a:lstStyle/>
          <a:p>
            <a:r>
              <a:rPr lang="en-US" dirty="0">
                <a:highlight>
                  <a:srgbClr val="FFFF00"/>
                </a:highlight>
              </a:rPr>
              <a:t>UI components to display profile picture.</a:t>
            </a:r>
          </a:p>
        </p:txBody>
      </p:sp>
      <p:sp>
        <p:nvSpPr>
          <p:cNvPr id="8" name="Rectangle 7">
            <a:extLst>
              <a:ext uri="{FF2B5EF4-FFF2-40B4-BE49-F238E27FC236}">
                <a16:creationId xmlns:a16="http://schemas.microsoft.com/office/drawing/2014/main" id="{58589AAB-8FC5-3B80-F15D-FDCD7DF1114A}"/>
              </a:ext>
            </a:extLst>
          </p:cNvPr>
          <p:cNvSpPr/>
          <p:nvPr/>
        </p:nvSpPr>
        <p:spPr>
          <a:xfrm>
            <a:off x="334736" y="1077686"/>
            <a:ext cx="4294415" cy="194024"/>
          </a:xfrm>
          <a:prstGeom prst="rect">
            <a:avLst/>
          </a:prstGeom>
          <a:noFill/>
          <a:ln>
            <a:solidFill>
              <a:schemeClr val="accent5"/>
            </a:solidFill>
          </a:ln>
          <a:effectLst>
            <a:glow rad="101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C4A1EF1-7485-30FA-5D99-6CADD1AA7BDB}"/>
              </a:ext>
            </a:extLst>
          </p:cNvPr>
          <p:cNvCxnSpPr>
            <a:stCxn id="8" idx="3"/>
            <a:endCxn id="7" idx="1"/>
          </p:cNvCxnSpPr>
          <p:nvPr/>
        </p:nvCxnSpPr>
        <p:spPr>
          <a:xfrm flipV="1">
            <a:off x="4629151" y="510267"/>
            <a:ext cx="3120799" cy="664431"/>
          </a:xfrm>
          <a:prstGeom prst="straightConnector1">
            <a:avLst/>
          </a:prstGeom>
          <a:ln w="57150">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Rectangle 1">
            <a:extLst>
              <a:ext uri="{FF2B5EF4-FFF2-40B4-BE49-F238E27FC236}">
                <a16:creationId xmlns:a16="http://schemas.microsoft.com/office/drawing/2014/main" id="{EE99BEED-1ABE-35B1-AD3D-CD496F00FB62}"/>
              </a:ext>
            </a:extLst>
          </p:cNvPr>
          <p:cNvSpPr>
            <a:spLocks noChangeArrowheads="1"/>
          </p:cNvSpPr>
          <p:nvPr/>
        </p:nvSpPr>
        <p:spPr bwMode="auto">
          <a:xfrm>
            <a:off x="7445831" y="723135"/>
            <a:ext cx="4680856" cy="2308324"/>
          </a:xfrm>
          <a:prstGeom prst="rect">
            <a:avLst/>
          </a:prstGeom>
          <a:solidFill>
            <a:schemeClr val="accent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FF0000"/>
                </a:solidFill>
                <a:effectLst/>
                <a:highlight>
                  <a:srgbClr val="FFFF00"/>
                </a:highlight>
                <a:latin typeface="Arial" panose="020B0604020202020204" pitchFamily="34" charset="0"/>
              </a:rPr>
              <a:t>Avatar, </a:t>
            </a: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AvatarImage</a:t>
            </a:r>
            <a:r>
              <a:rPr kumimoji="0" lang="en-US" altLang="en-US" sz="1800" b="1" i="0" u="none" strike="noStrike" cap="none" normalizeH="0" baseline="0" dirty="0">
                <a:ln>
                  <a:noFill/>
                </a:ln>
                <a:solidFill>
                  <a:srgbClr val="FF0000"/>
                </a:solidFill>
                <a:effectLst/>
                <a:highlight>
                  <a:srgbClr val="FFFF00"/>
                </a:highlight>
                <a:latin typeface="Arial" panose="020B0604020202020204" pitchFamily="34" charset="0"/>
              </a:rPr>
              <a:t>, </a:t>
            </a: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AvatarFallback</a:t>
            </a:r>
            <a:r>
              <a:rPr kumimoji="0" lang="en-US" altLang="en-US" sz="1800" b="0" i="0" u="none" strike="noStrike" cap="none" normalizeH="0" baseline="0" dirty="0">
                <a:ln>
                  <a:noFill/>
                </a:ln>
                <a:effectLst/>
                <a:highlight>
                  <a:srgbClr val="FFFF00"/>
                </a:highlight>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rPr>
              <a:t>→ UI components to display profile picture.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useSelector</a:t>
            </a:r>
            <a:r>
              <a:rPr kumimoji="0" lang="en-US" altLang="en-US" sz="1800" b="0" i="0" u="none" strike="noStrike" cap="none" normalizeH="0" baseline="0" dirty="0">
                <a:ln>
                  <a:noFill/>
                </a:ln>
                <a:solidFill>
                  <a:srgbClr val="FF0000"/>
                </a:solidFill>
                <a:effectLst/>
                <a:latin typeface="Arial" panose="020B0604020202020204" pitchFamily="34" charset="0"/>
              </a:rPr>
              <a:t> </a:t>
            </a:r>
            <a:r>
              <a:rPr kumimoji="0" lang="en-US" altLang="en-US" sz="1800" b="0" i="0" u="none" strike="noStrike" cap="none" normalizeH="0" baseline="0" dirty="0">
                <a:ln>
                  <a:noFill/>
                </a:ln>
                <a:effectLst/>
                <a:latin typeface="Arial" panose="020B0604020202020204" pitchFamily="34" charset="0"/>
              </a:rPr>
              <a:t>→ Reads data from Redux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rgbClr val="FF0000"/>
                </a:solidFill>
                <a:effectLst/>
                <a:highlight>
                  <a:srgbClr val="FFFF00"/>
                </a:highlight>
                <a:latin typeface="Arial" panose="020B0604020202020204" pitchFamily="34" charset="0"/>
              </a:rPr>
              <a:t>Link</a:t>
            </a:r>
            <a:r>
              <a:rPr kumimoji="0" lang="en-US" altLang="en-US" sz="1800" b="0" i="0" u="none" strike="noStrike" cap="none" normalizeH="0" baseline="0" dirty="0">
                <a:ln>
                  <a:noFill/>
                </a:ln>
                <a:effectLst/>
                <a:latin typeface="Arial" panose="020B0604020202020204" pitchFamily="34" charset="0"/>
              </a:rPr>
              <a:t> → For navigation without refreshing page.</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SuggestedUsers</a:t>
            </a:r>
            <a:r>
              <a:rPr kumimoji="0" lang="en-US" altLang="en-US" sz="1800" b="0" i="0" u="none" strike="noStrike" cap="none" normalizeH="0" baseline="0" dirty="0">
                <a:ln>
                  <a:noFill/>
                </a:ln>
                <a:effectLst/>
                <a:latin typeface="Arial" panose="020B0604020202020204" pitchFamily="34" charset="0"/>
              </a:rPr>
              <a:t> → Shows the list of suggested users.</a:t>
            </a:r>
          </a:p>
        </p:txBody>
      </p:sp>
      <p:pic>
        <p:nvPicPr>
          <p:cNvPr id="14" name="Picture 13">
            <a:extLst>
              <a:ext uri="{FF2B5EF4-FFF2-40B4-BE49-F238E27FC236}">
                <a16:creationId xmlns:a16="http://schemas.microsoft.com/office/drawing/2014/main" id="{B1B47D1F-6E12-345C-A1E1-466572EF30FD}"/>
              </a:ext>
            </a:extLst>
          </p:cNvPr>
          <p:cNvPicPr>
            <a:picLocks noChangeAspect="1"/>
          </p:cNvPicPr>
          <p:nvPr/>
        </p:nvPicPr>
        <p:blipFill>
          <a:blip r:embed="rId2"/>
          <a:srcRect t="19400" b="72150"/>
          <a:stretch>
            <a:fillRect/>
          </a:stretch>
        </p:blipFill>
        <p:spPr>
          <a:xfrm>
            <a:off x="65313" y="2096287"/>
            <a:ext cx="7086600" cy="404591"/>
          </a:xfrm>
          <a:prstGeom prst="rect">
            <a:avLst/>
          </a:prstGeom>
        </p:spPr>
      </p:pic>
      <p:cxnSp>
        <p:nvCxnSpPr>
          <p:cNvPr id="15" name="Straight Arrow Connector 14">
            <a:extLst>
              <a:ext uri="{FF2B5EF4-FFF2-40B4-BE49-F238E27FC236}">
                <a16:creationId xmlns:a16="http://schemas.microsoft.com/office/drawing/2014/main" id="{6CF2197C-F38F-992C-B92C-27F282250ADF}"/>
              </a:ext>
            </a:extLst>
          </p:cNvPr>
          <p:cNvCxnSpPr>
            <a:cxnSpLocks/>
          </p:cNvCxnSpPr>
          <p:nvPr/>
        </p:nvCxnSpPr>
        <p:spPr>
          <a:xfrm>
            <a:off x="4727123" y="1600102"/>
            <a:ext cx="2713264" cy="138891"/>
          </a:xfrm>
          <a:prstGeom prst="straightConnector1">
            <a:avLst/>
          </a:prstGeom>
          <a:ln w="57150">
            <a:solidFill>
              <a:schemeClr val="bg1">
                <a:lumMod val="5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16A8490D-60E0-A5DE-F1A7-3F930557802D}"/>
              </a:ext>
            </a:extLst>
          </p:cNvPr>
          <p:cNvSpPr/>
          <p:nvPr/>
        </p:nvSpPr>
        <p:spPr>
          <a:xfrm>
            <a:off x="128998" y="2253343"/>
            <a:ext cx="3642902" cy="345679"/>
          </a:xfrm>
          <a:prstGeom prst="ellipse">
            <a:avLst/>
          </a:prstGeom>
          <a:noFill/>
          <a:ln>
            <a:solidFill>
              <a:srgbClr val="92D05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id="{279D4524-D4E3-3C59-52EA-0DC8C0A8BC35}"/>
              </a:ext>
            </a:extLst>
          </p:cNvPr>
          <p:cNvCxnSpPr>
            <a:cxnSpLocks/>
          </p:cNvCxnSpPr>
          <p:nvPr/>
        </p:nvCxnSpPr>
        <p:spPr>
          <a:xfrm>
            <a:off x="3662802" y="2445542"/>
            <a:ext cx="3777585" cy="943211"/>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0209DB2-0375-3015-C357-C30503897ABA}"/>
              </a:ext>
            </a:extLst>
          </p:cNvPr>
          <p:cNvSpPr/>
          <p:nvPr/>
        </p:nvSpPr>
        <p:spPr>
          <a:xfrm>
            <a:off x="7369628" y="3102624"/>
            <a:ext cx="4757059" cy="923330"/>
          </a:xfrm>
          <a:prstGeom prst="rect">
            <a:avLst/>
          </a:prstGeom>
          <a:solidFill>
            <a:srgbClr val="FF0000"/>
          </a:solidFill>
        </p:spPr>
        <p:txBody>
          <a:bodyPr wrap="square">
            <a:spAutoFit/>
          </a:bodyPr>
          <a:lstStyle/>
          <a:p>
            <a:pPr lvl="0" eaLnBrk="0" fontAlgn="base" hangingPunct="0">
              <a:spcBef>
                <a:spcPct val="0"/>
              </a:spcBef>
              <a:spcAft>
                <a:spcPct val="0"/>
              </a:spcAft>
            </a:pPr>
            <a:r>
              <a:rPr lang="en-US" altLang="en-US" dirty="0">
                <a:solidFill>
                  <a:srgbClr val="FFFF00"/>
                </a:solidFill>
                <a:latin typeface="Arial" panose="020B0604020202020204" pitchFamily="34" charset="0"/>
              </a:rPr>
              <a:t>We go to </a:t>
            </a:r>
            <a:r>
              <a:rPr lang="en-US" altLang="en-US" b="1" dirty="0">
                <a:solidFill>
                  <a:srgbClr val="FFFF00"/>
                </a:solidFill>
                <a:latin typeface="Arial" panose="020B0604020202020204" pitchFamily="34" charset="0"/>
              </a:rPr>
              <a:t>Redux store → auth slice → user</a:t>
            </a:r>
            <a:r>
              <a:rPr lang="en-US" altLang="en-US" dirty="0">
                <a:solidFill>
                  <a:srgbClr val="FFFF00"/>
                </a:solidFill>
                <a:latin typeface="Arial" panose="020B0604020202020204" pitchFamily="34" charset="0"/>
              </a:rPr>
              <a:t>. This gives us the logged-in user details (username, image, bio, id, </a:t>
            </a:r>
            <a:r>
              <a:rPr lang="en-US" altLang="en-US" dirty="0" err="1">
                <a:solidFill>
                  <a:srgbClr val="FFFF00"/>
                </a:solidFill>
                <a:latin typeface="Arial" panose="020B0604020202020204" pitchFamily="34" charset="0"/>
              </a:rPr>
              <a:t>etc</a:t>
            </a:r>
            <a:r>
              <a:rPr lang="en-US" altLang="en-US" dirty="0">
                <a:solidFill>
                  <a:srgbClr val="FFFF00"/>
                </a:solidFill>
                <a:latin typeface="Arial" panose="020B0604020202020204" pitchFamily="34" charset="0"/>
              </a:rPr>
              <a:t>).</a:t>
            </a:r>
          </a:p>
        </p:txBody>
      </p:sp>
      <p:pic>
        <p:nvPicPr>
          <p:cNvPr id="28" name="Picture 27">
            <a:extLst>
              <a:ext uri="{FF2B5EF4-FFF2-40B4-BE49-F238E27FC236}">
                <a16:creationId xmlns:a16="http://schemas.microsoft.com/office/drawing/2014/main" id="{75E64BFB-1A18-8E47-E3C9-B7C43F6EDE99}"/>
              </a:ext>
            </a:extLst>
          </p:cNvPr>
          <p:cNvPicPr>
            <a:picLocks noChangeAspect="1"/>
          </p:cNvPicPr>
          <p:nvPr/>
        </p:nvPicPr>
        <p:blipFill>
          <a:blip r:embed="rId2"/>
          <a:srcRect t="26716" b="38327"/>
          <a:stretch>
            <a:fillRect/>
          </a:stretch>
        </p:blipFill>
        <p:spPr>
          <a:xfrm>
            <a:off x="123554" y="2623033"/>
            <a:ext cx="7086600" cy="1673784"/>
          </a:xfrm>
          <a:prstGeom prst="rect">
            <a:avLst/>
          </a:prstGeom>
          <a:effectLst>
            <a:glow rad="228600">
              <a:schemeClr val="accent3">
                <a:satMod val="175000"/>
                <a:alpha val="40000"/>
              </a:schemeClr>
            </a:glow>
          </a:effectLst>
        </p:spPr>
      </p:pic>
      <p:cxnSp>
        <p:nvCxnSpPr>
          <p:cNvPr id="29" name="Straight Arrow Connector 28">
            <a:extLst>
              <a:ext uri="{FF2B5EF4-FFF2-40B4-BE49-F238E27FC236}">
                <a16:creationId xmlns:a16="http://schemas.microsoft.com/office/drawing/2014/main" id="{1AFE9495-47BF-DEB9-D639-5D14BD7484EB}"/>
              </a:ext>
            </a:extLst>
          </p:cNvPr>
          <p:cNvCxnSpPr>
            <a:cxnSpLocks/>
          </p:cNvCxnSpPr>
          <p:nvPr/>
        </p:nvCxnSpPr>
        <p:spPr>
          <a:xfrm>
            <a:off x="3717351" y="2469553"/>
            <a:ext cx="3777585" cy="943211"/>
          </a:xfrm>
          <a:prstGeom prst="straightConnector1">
            <a:avLst/>
          </a:prstGeom>
          <a:ln w="76200">
            <a:solidFill>
              <a:srgbClr val="92D05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1" name="Rectangle 3">
            <a:extLst>
              <a:ext uri="{FF2B5EF4-FFF2-40B4-BE49-F238E27FC236}">
                <a16:creationId xmlns:a16="http://schemas.microsoft.com/office/drawing/2014/main" id="{EF1ABB0F-6C75-195C-8E10-85ADD52510A6}"/>
              </a:ext>
            </a:extLst>
          </p:cNvPr>
          <p:cNvSpPr>
            <a:spLocks noChangeArrowheads="1"/>
          </p:cNvSpPr>
          <p:nvPr/>
        </p:nvSpPr>
        <p:spPr bwMode="auto">
          <a:xfrm>
            <a:off x="7210154" y="4707619"/>
            <a:ext cx="498184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AvatarImage</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 shows user's real profile picture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rgbClr val="FF0000"/>
                </a:solidFill>
                <a:effectLst/>
                <a:highlight>
                  <a:srgbClr val="FFFF00"/>
                </a:highlight>
                <a:latin typeface="Arial" panose="020B0604020202020204" pitchFamily="34" charset="0"/>
              </a:rPr>
              <a:t>AvatarFallback</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 shows a default image ONLY if picture fails to load</a:t>
            </a:r>
            <a:b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b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(your fallback is actually still loading the picture again or default /profile.jpeg</a:t>
            </a:r>
          </a:p>
        </p:txBody>
      </p:sp>
      <p:pic>
        <p:nvPicPr>
          <p:cNvPr id="32" name="Picture 31">
            <a:extLst>
              <a:ext uri="{FF2B5EF4-FFF2-40B4-BE49-F238E27FC236}">
                <a16:creationId xmlns:a16="http://schemas.microsoft.com/office/drawing/2014/main" id="{ECECA638-27F8-C6A5-B150-833346B2653F}"/>
              </a:ext>
            </a:extLst>
          </p:cNvPr>
          <p:cNvPicPr>
            <a:picLocks noChangeAspect="1"/>
          </p:cNvPicPr>
          <p:nvPr/>
        </p:nvPicPr>
        <p:blipFill>
          <a:blip r:embed="rId2"/>
          <a:srcRect t="61679"/>
          <a:stretch>
            <a:fillRect/>
          </a:stretch>
        </p:blipFill>
        <p:spPr>
          <a:xfrm>
            <a:off x="0" y="4512836"/>
            <a:ext cx="7086600" cy="1834897"/>
          </a:xfrm>
          <a:prstGeom prst="rect">
            <a:avLst/>
          </a:prstGeom>
        </p:spPr>
      </p:pic>
      <p:cxnSp>
        <p:nvCxnSpPr>
          <p:cNvPr id="33" name="Straight Arrow Connector 32">
            <a:extLst>
              <a:ext uri="{FF2B5EF4-FFF2-40B4-BE49-F238E27FC236}">
                <a16:creationId xmlns:a16="http://schemas.microsoft.com/office/drawing/2014/main" id="{156DA2A9-A8FE-0391-C08D-41A9B1225F03}"/>
              </a:ext>
            </a:extLst>
          </p:cNvPr>
          <p:cNvCxnSpPr>
            <a:cxnSpLocks/>
          </p:cNvCxnSpPr>
          <p:nvPr/>
        </p:nvCxnSpPr>
        <p:spPr>
          <a:xfrm>
            <a:off x="7210154" y="4240604"/>
            <a:ext cx="1664425" cy="418421"/>
          </a:xfrm>
          <a:prstGeom prst="straightConnector1">
            <a:avLst/>
          </a:prstGeom>
          <a:ln w="76200">
            <a:solidFill>
              <a:srgbClr val="00B0F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37" name="Content Placeholder 4">
            <a:extLst>
              <a:ext uri="{FF2B5EF4-FFF2-40B4-BE49-F238E27FC236}">
                <a16:creationId xmlns:a16="http://schemas.microsoft.com/office/drawing/2014/main" id="{65D0D606-BC34-07B7-1D9F-C0AE7F19738E}"/>
              </a:ext>
            </a:extLst>
          </p:cNvPr>
          <p:cNvPicPr>
            <a:picLocks noChangeAspect="1"/>
          </p:cNvPicPr>
          <p:nvPr/>
        </p:nvPicPr>
        <p:blipFill>
          <a:blip r:embed="rId3"/>
          <a:srcRect l="76444" t="3737" r="5745" b="65680"/>
          <a:stretch>
            <a:fillRect/>
          </a:stretch>
        </p:blipFill>
        <p:spPr>
          <a:xfrm>
            <a:off x="4517911" y="5106242"/>
            <a:ext cx="1834243" cy="1698760"/>
          </a:xfrm>
          <a:prstGeom prst="rect">
            <a:avLst/>
          </a:prstGeom>
          <a:effectLst>
            <a:glow rad="139700">
              <a:schemeClr val="accent5">
                <a:satMod val="175000"/>
                <a:alpha val="40000"/>
              </a:schemeClr>
            </a:glow>
          </a:effectLst>
        </p:spPr>
      </p:pic>
      <p:sp>
        <p:nvSpPr>
          <p:cNvPr id="38" name="Oval 37">
            <a:extLst>
              <a:ext uri="{FF2B5EF4-FFF2-40B4-BE49-F238E27FC236}">
                <a16:creationId xmlns:a16="http://schemas.microsoft.com/office/drawing/2014/main" id="{745BEFB9-776F-6108-BBA8-B51E14C69A75}"/>
              </a:ext>
            </a:extLst>
          </p:cNvPr>
          <p:cNvSpPr/>
          <p:nvPr/>
        </p:nvSpPr>
        <p:spPr>
          <a:xfrm>
            <a:off x="4399464" y="5106242"/>
            <a:ext cx="1834243" cy="453637"/>
          </a:xfrm>
          <a:prstGeom prst="ellipse">
            <a:avLst/>
          </a:prstGeom>
          <a:noFill/>
          <a:ln>
            <a:solidFill>
              <a:srgbClr val="92D050"/>
            </a:solidFill>
          </a:ln>
          <a:effectLst>
            <a:glow rad="1397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9" name="Straight Arrow Connector 38">
            <a:extLst>
              <a:ext uri="{FF2B5EF4-FFF2-40B4-BE49-F238E27FC236}">
                <a16:creationId xmlns:a16="http://schemas.microsoft.com/office/drawing/2014/main" id="{055F8077-C14D-21C8-53FD-B42A301A98DB}"/>
              </a:ext>
            </a:extLst>
          </p:cNvPr>
          <p:cNvCxnSpPr>
            <a:cxnSpLocks/>
            <a:endCxn id="40" idx="1"/>
          </p:cNvCxnSpPr>
          <p:nvPr/>
        </p:nvCxnSpPr>
        <p:spPr>
          <a:xfrm>
            <a:off x="6839291" y="4143324"/>
            <a:ext cx="2432616" cy="245510"/>
          </a:xfrm>
          <a:prstGeom prst="straightConnector1">
            <a:avLst/>
          </a:prstGeom>
          <a:ln w="76200">
            <a:solidFill>
              <a:srgbClr val="00B0F0"/>
            </a:solidFill>
            <a:tailEnd type="triangle"/>
          </a:ln>
          <a:effectLst>
            <a:glow rad="101600">
              <a:schemeClr val="accent4">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40" name="Content Placeholder 4">
            <a:extLst>
              <a:ext uri="{FF2B5EF4-FFF2-40B4-BE49-F238E27FC236}">
                <a16:creationId xmlns:a16="http://schemas.microsoft.com/office/drawing/2014/main" id="{3A52AA10-BB39-6B29-C7FD-45B39413C175}"/>
              </a:ext>
            </a:extLst>
          </p:cNvPr>
          <p:cNvPicPr>
            <a:picLocks noChangeAspect="1"/>
          </p:cNvPicPr>
          <p:nvPr/>
        </p:nvPicPr>
        <p:blipFill>
          <a:blip r:embed="rId3"/>
          <a:srcRect l="76444" t="3737" r="5745" b="86951"/>
          <a:stretch>
            <a:fillRect/>
          </a:stretch>
        </p:blipFill>
        <p:spPr>
          <a:xfrm>
            <a:off x="9271907" y="4081090"/>
            <a:ext cx="2182585" cy="615488"/>
          </a:xfrm>
          <a:prstGeom prst="rect">
            <a:avLst/>
          </a:prstGeom>
          <a:effectLst>
            <a:glow rad="139700">
              <a:schemeClr val="accent5">
                <a:satMod val="175000"/>
                <a:alpha val="40000"/>
              </a:schemeClr>
            </a:glow>
          </a:effectLst>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B12DB458-EFFF-C5D9-4047-40C91A1AAEDB}"/>
                  </a:ext>
                </a:extLst>
              </p14:cNvPr>
              <p14:cNvContentPartPr/>
              <p14:nvPr/>
            </p14:nvContentPartPr>
            <p14:xfrm>
              <a:off x="4392869" y="5165587"/>
              <a:ext cx="407520" cy="94680"/>
            </p14:xfrm>
          </p:contentPart>
        </mc:Choice>
        <mc:Fallback xmlns="">
          <p:pic>
            <p:nvPicPr>
              <p:cNvPr id="3" name="Ink 2">
                <a:extLst>
                  <a:ext uri="{FF2B5EF4-FFF2-40B4-BE49-F238E27FC236}">
                    <a16:creationId xmlns:a16="http://schemas.microsoft.com/office/drawing/2014/main" id="{B12DB458-EFFF-C5D9-4047-40C91A1AAEDB}"/>
                  </a:ext>
                </a:extLst>
              </p:cNvPr>
              <p:cNvPicPr/>
              <p:nvPr/>
            </p:nvPicPr>
            <p:blipFill>
              <a:blip r:embed="rId5"/>
              <a:stretch>
                <a:fillRect/>
              </a:stretch>
            </p:blipFill>
            <p:spPr>
              <a:xfrm>
                <a:off x="4338869" y="5057947"/>
                <a:ext cx="515160" cy="310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95377282-59CE-8DD7-E2C7-21882FC7AF2F}"/>
                  </a:ext>
                </a:extLst>
              </p14:cNvPr>
              <p14:cNvContentPartPr/>
              <p14:nvPr/>
            </p14:nvContentPartPr>
            <p14:xfrm>
              <a:off x="4815509" y="5107987"/>
              <a:ext cx="1493640" cy="459360"/>
            </p14:xfrm>
          </p:contentPart>
        </mc:Choice>
        <mc:Fallback xmlns="">
          <p:pic>
            <p:nvPicPr>
              <p:cNvPr id="6" name="Ink 5">
                <a:extLst>
                  <a:ext uri="{FF2B5EF4-FFF2-40B4-BE49-F238E27FC236}">
                    <a16:creationId xmlns:a16="http://schemas.microsoft.com/office/drawing/2014/main" id="{95377282-59CE-8DD7-E2C7-21882FC7AF2F}"/>
                  </a:ext>
                </a:extLst>
              </p:cNvPr>
              <p:cNvPicPr/>
              <p:nvPr/>
            </p:nvPicPr>
            <p:blipFill>
              <a:blip r:embed="rId7"/>
              <a:stretch>
                <a:fillRect/>
              </a:stretch>
            </p:blipFill>
            <p:spPr>
              <a:xfrm>
                <a:off x="4761869" y="5000347"/>
                <a:ext cx="1601280" cy="675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98ED07FA-D1E1-7540-F89B-3DFC60171A99}"/>
                  </a:ext>
                </a:extLst>
              </p14:cNvPr>
              <p14:cNvContentPartPr/>
              <p14:nvPr/>
            </p14:nvContentPartPr>
            <p14:xfrm>
              <a:off x="4324469" y="5171707"/>
              <a:ext cx="1286280" cy="428040"/>
            </p14:xfrm>
          </p:contentPart>
        </mc:Choice>
        <mc:Fallback xmlns="">
          <p:pic>
            <p:nvPicPr>
              <p:cNvPr id="9" name="Ink 8">
                <a:extLst>
                  <a:ext uri="{FF2B5EF4-FFF2-40B4-BE49-F238E27FC236}">
                    <a16:creationId xmlns:a16="http://schemas.microsoft.com/office/drawing/2014/main" id="{98ED07FA-D1E1-7540-F89B-3DFC60171A99}"/>
                  </a:ext>
                </a:extLst>
              </p:cNvPr>
              <p:cNvPicPr/>
              <p:nvPr/>
            </p:nvPicPr>
            <p:blipFill>
              <a:blip r:embed="rId9"/>
              <a:stretch>
                <a:fillRect/>
              </a:stretch>
            </p:blipFill>
            <p:spPr>
              <a:xfrm>
                <a:off x="4270829" y="5063707"/>
                <a:ext cx="1393920" cy="643680"/>
              </a:xfrm>
              <a:prstGeom prst="rect">
                <a:avLst/>
              </a:prstGeom>
            </p:spPr>
          </p:pic>
        </mc:Fallback>
      </mc:AlternateContent>
    </p:spTree>
    <p:extLst>
      <p:ext uri="{BB962C8B-B14F-4D97-AF65-F5344CB8AC3E}">
        <p14:creationId xmlns:p14="http://schemas.microsoft.com/office/powerpoint/2010/main" val="128412109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C7E6-2DAA-D21E-B36A-77023DF26749}"/>
              </a:ext>
            </a:extLst>
          </p:cNvPr>
          <p:cNvSpPr>
            <a:spLocks noGrp="1"/>
          </p:cNvSpPr>
          <p:nvPr>
            <p:ph type="title"/>
          </p:nvPr>
        </p:nvSpPr>
        <p:spPr>
          <a:xfrm>
            <a:off x="162521" y="46716"/>
            <a:ext cx="10515600" cy="556647"/>
          </a:xfrm>
        </p:spPr>
        <p:txBody>
          <a:bodyPr>
            <a:normAutofit fontScale="90000"/>
          </a:bodyPr>
          <a:lstStyle/>
          <a:p>
            <a:r>
              <a:rPr lang="en-US" dirty="0" err="1"/>
              <a:t>SuggestedUsers.jsx</a:t>
            </a:r>
            <a:endParaRPr lang="en-US" dirty="0"/>
          </a:p>
        </p:txBody>
      </p:sp>
      <p:pic>
        <p:nvPicPr>
          <p:cNvPr id="5" name="Content Placeholder 4">
            <a:extLst>
              <a:ext uri="{FF2B5EF4-FFF2-40B4-BE49-F238E27FC236}">
                <a16:creationId xmlns:a16="http://schemas.microsoft.com/office/drawing/2014/main" id="{A73307E5-88DC-1883-3833-6AC22A5A96DC}"/>
              </a:ext>
            </a:extLst>
          </p:cNvPr>
          <p:cNvPicPr>
            <a:picLocks noGrp="1" noChangeAspect="1"/>
          </p:cNvPicPr>
          <p:nvPr>
            <p:ph idx="1"/>
          </p:nvPr>
        </p:nvPicPr>
        <p:blipFill>
          <a:blip r:embed="rId2"/>
          <a:srcRect r="34334" b="81297"/>
          <a:stretch>
            <a:fillRect/>
          </a:stretch>
        </p:blipFill>
        <p:spPr>
          <a:xfrm>
            <a:off x="162522" y="603363"/>
            <a:ext cx="4091072" cy="1086644"/>
          </a:xfrm>
          <a:prstGeom prst="rect">
            <a:avLst/>
          </a:prstGeom>
          <a:effectLst>
            <a:glow rad="228600">
              <a:schemeClr val="accent5">
                <a:satMod val="175000"/>
                <a:alpha val="40000"/>
              </a:schemeClr>
            </a:glow>
          </a:effectLst>
        </p:spPr>
      </p:pic>
      <p:sp>
        <p:nvSpPr>
          <p:cNvPr id="3" name="Rectangle 1">
            <a:extLst>
              <a:ext uri="{FF2B5EF4-FFF2-40B4-BE49-F238E27FC236}">
                <a16:creationId xmlns:a16="http://schemas.microsoft.com/office/drawing/2014/main" id="{6D5CA562-9C5E-B502-8319-1BF6B4A5D2D4}"/>
              </a:ext>
            </a:extLst>
          </p:cNvPr>
          <p:cNvSpPr>
            <a:spLocks noChangeArrowheads="1"/>
          </p:cNvSpPr>
          <p:nvPr/>
        </p:nvSpPr>
        <p:spPr bwMode="auto">
          <a:xfrm>
            <a:off x="6533470" y="75937"/>
            <a:ext cx="5070020" cy="1815882"/>
          </a:xfrm>
          <a:prstGeom prst="rect">
            <a:avLst/>
          </a:prstGeom>
          <a:solidFill>
            <a:schemeClr val="accent3"/>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useSelector</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read data from Redux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useDispatch</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send actions to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lumMod val="95000"/>
                    <a:lumOff val="5000"/>
                  </a:schemeClr>
                </a:solidFill>
                <a:effectLst/>
                <a:latin typeface="Arial" panose="020B0604020202020204" pitchFamily="34" charset="0"/>
              </a:rPr>
              <a:t>Link</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navigate to user profile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axios</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make API call</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lumMod val="95000"/>
                    <a:lumOff val="5000"/>
                  </a:schemeClr>
                </a:solidFill>
                <a:effectLst/>
                <a:latin typeface="Arial" panose="020B0604020202020204" pitchFamily="34" charset="0"/>
              </a:rPr>
              <a:t>toast</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popup messages</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setAuthUser</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update logged-in user in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err="1">
                <a:ln>
                  <a:noFill/>
                </a:ln>
                <a:solidFill>
                  <a:schemeClr val="tx1">
                    <a:lumMod val="95000"/>
                    <a:lumOff val="5000"/>
                  </a:schemeClr>
                </a:solidFill>
                <a:effectLst/>
                <a:latin typeface="Arial" panose="020B0604020202020204" pitchFamily="34" charset="0"/>
              </a:rPr>
              <a:t>setSuggestedUsers</a:t>
            </a:r>
            <a:r>
              <a:rPr kumimoji="0" lang="en-US" altLang="en-US" sz="1600" b="0" i="0" u="none" strike="noStrike" cap="none" normalizeH="0" baseline="0" dirty="0">
                <a:ln>
                  <a:noFill/>
                </a:ln>
                <a:solidFill>
                  <a:schemeClr val="tx1">
                    <a:lumMod val="95000"/>
                    <a:lumOff val="5000"/>
                  </a:schemeClr>
                </a:solidFill>
                <a:effectLst/>
                <a:latin typeface="Arial" panose="020B0604020202020204" pitchFamily="34" charset="0"/>
              </a:rPr>
              <a:t> → update suggestions list</a:t>
            </a:r>
          </a:p>
        </p:txBody>
      </p:sp>
      <p:pic>
        <p:nvPicPr>
          <p:cNvPr id="4" name="Content Placeholder 4">
            <a:extLst>
              <a:ext uri="{FF2B5EF4-FFF2-40B4-BE49-F238E27FC236}">
                <a16:creationId xmlns:a16="http://schemas.microsoft.com/office/drawing/2014/main" id="{B9DC83A4-CBD3-16CF-C83E-54B4BD237ED2}"/>
              </a:ext>
            </a:extLst>
          </p:cNvPr>
          <p:cNvPicPr>
            <a:picLocks noChangeAspect="1"/>
          </p:cNvPicPr>
          <p:nvPr/>
        </p:nvPicPr>
        <p:blipFill>
          <a:blip r:embed="rId2"/>
          <a:srcRect t="19031" r="19554" b="69306"/>
          <a:stretch>
            <a:fillRect/>
          </a:stretch>
        </p:blipFill>
        <p:spPr>
          <a:xfrm>
            <a:off x="82621" y="1907836"/>
            <a:ext cx="5011894" cy="677635"/>
          </a:xfrm>
          <a:prstGeom prst="rect">
            <a:avLst/>
          </a:prstGeom>
        </p:spPr>
      </p:pic>
      <p:cxnSp>
        <p:nvCxnSpPr>
          <p:cNvPr id="6" name="Straight Arrow Connector 5">
            <a:extLst>
              <a:ext uri="{FF2B5EF4-FFF2-40B4-BE49-F238E27FC236}">
                <a16:creationId xmlns:a16="http://schemas.microsoft.com/office/drawing/2014/main" id="{A80B15A7-BBC9-AFFF-533B-D554C3626EB7}"/>
              </a:ext>
            </a:extLst>
          </p:cNvPr>
          <p:cNvCxnSpPr>
            <a:cxnSpLocks/>
          </p:cNvCxnSpPr>
          <p:nvPr/>
        </p:nvCxnSpPr>
        <p:spPr>
          <a:xfrm flipV="1">
            <a:off x="4253594" y="603363"/>
            <a:ext cx="2279876" cy="475091"/>
          </a:xfrm>
          <a:prstGeom prst="straightConnector1">
            <a:avLst/>
          </a:prstGeom>
          <a:ln w="57150">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8" name="Content Placeholder 4">
            <a:extLst>
              <a:ext uri="{FF2B5EF4-FFF2-40B4-BE49-F238E27FC236}">
                <a16:creationId xmlns:a16="http://schemas.microsoft.com/office/drawing/2014/main" id="{C8C07B3E-F742-344D-8204-AAA32FC84B51}"/>
              </a:ext>
            </a:extLst>
          </p:cNvPr>
          <p:cNvPicPr>
            <a:picLocks noChangeAspect="1"/>
          </p:cNvPicPr>
          <p:nvPr/>
        </p:nvPicPr>
        <p:blipFill>
          <a:blip r:embed="rId2"/>
          <a:srcRect l="3670" t="31160" b="565"/>
          <a:stretch>
            <a:fillRect/>
          </a:stretch>
        </p:blipFill>
        <p:spPr>
          <a:xfrm>
            <a:off x="0" y="2650823"/>
            <a:ext cx="6001515" cy="3966701"/>
          </a:xfrm>
          <a:prstGeom prst="rect">
            <a:avLst/>
          </a:prstGeom>
        </p:spPr>
      </p:pic>
      <p:sp>
        <p:nvSpPr>
          <p:cNvPr id="10" name="TextBox 9">
            <a:extLst>
              <a:ext uri="{FF2B5EF4-FFF2-40B4-BE49-F238E27FC236}">
                <a16:creationId xmlns:a16="http://schemas.microsoft.com/office/drawing/2014/main" id="{9EFD0B00-2D62-D03A-C9AD-FAD8F823E0BC}"/>
              </a:ext>
            </a:extLst>
          </p:cNvPr>
          <p:cNvSpPr txBox="1"/>
          <p:nvPr/>
        </p:nvSpPr>
        <p:spPr>
          <a:xfrm>
            <a:off x="6716487" y="1891819"/>
            <a:ext cx="5563282" cy="923330"/>
          </a:xfrm>
          <a:prstGeom prst="rect">
            <a:avLst/>
          </a:prstGeom>
          <a:noFill/>
        </p:spPr>
        <p:txBody>
          <a:bodyPr wrap="square">
            <a:spAutoFit/>
          </a:bodyPr>
          <a:lstStyle/>
          <a:p>
            <a:r>
              <a:rPr lang="en-US" dirty="0" err="1">
                <a:highlight>
                  <a:srgbClr val="00FF00"/>
                </a:highlight>
                <a:latin typeface="Courier New" panose="02070309020205020404" pitchFamily="49" charset="0"/>
              </a:rPr>
              <a:t>suggestedUsers</a:t>
            </a:r>
            <a:r>
              <a:rPr lang="en-US" dirty="0">
                <a:highlight>
                  <a:srgbClr val="00FF00"/>
                </a:highlight>
              </a:rPr>
              <a:t> → list of users suggested</a:t>
            </a:r>
          </a:p>
          <a:p>
            <a:r>
              <a:rPr lang="en-US" dirty="0" err="1">
                <a:highlight>
                  <a:srgbClr val="00FF00"/>
                </a:highlight>
                <a:latin typeface="Courier New" panose="02070309020205020404" pitchFamily="49" charset="0"/>
              </a:rPr>
              <a:t>authUser</a:t>
            </a:r>
            <a:r>
              <a:rPr lang="en-US" dirty="0">
                <a:highlight>
                  <a:srgbClr val="00FF00"/>
                </a:highlight>
              </a:rPr>
              <a:t> → currently logged-in user</a:t>
            </a:r>
          </a:p>
          <a:p>
            <a:pPr>
              <a:buNone/>
            </a:pPr>
            <a:r>
              <a:rPr lang="en-US" dirty="0">
                <a:highlight>
                  <a:srgbClr val="00FF00"/>
                </a:highlight>
              </a:rPr>
              <a:t>Both come from </a:t>
            </a:r>
            <a:r>
              <a:rPr lang="en-US" b="1" dirty="0" err="1">
                <a:highlight>
                  <a:srgbClr val="00FF00"/>
                </a:highlight>
              </a:rPr>
              <a:t>authSlice</a:t>
            </a:r>
            <a:r>
              <a:rPr lang="en-US" dirty="0">
                <a:highlight>
                  <a:srgbClr val="00FF00"/>
                </a:highlight>
              </a:rPr>
              <a:t>.</a:t>
            </a:r>
          </a:p>
        </p:txBody>
      </p:sp>
      <p:cxnSp>
        <p:nvCxnSpPr>
          <p:cNvPr id="11" name="Straight Arrow Connector 10">
            <a:extLst>
              <a:ext uri="{FF2B5EF4-FFF2-40B4-BE49-F238E27FC236}">
                <a16:creationId xmlns:a16="http://schemas.microsoft.com/office/drawing/2014/main" id="{B9D1D8F7-C6AB-EB25-4CD4-5CA126AFB0BD}"/>
              </a:ext>
            </a:extLst>
          </p:cNvPr>
          <p:cNvCxnSpPr>
            <a:cxnSpLocks/>
          </p:cNvCxnSpPr>
          <p:nvPr/>
        </p:nvCxnSpPr>
        <p:spPr>
          <a:xfrm flipV="1">
            <a:off x="5094515" y="2109648"/>
            <a:ext cx="1738992" cy="368103"/>
          </a:xfrm>
          <a:prstGeom prst="straightConnector1">
            <a:avLst/>
          </a:prstGeom>
          <a:ln w="57150">
            <a:solidFill>
              <a:schemeClr val="bg2">
                <a:lumMod val="1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4500D05-E4D7-2FBC-9D85-A45BB50907B0}"/>
              </a:ext>
            </a:extLst>
          </p:cNvPr>
          <p:cNvSpPr txBox="1"/>
          <p:nvPr/>
        </p:nvSpPr>
        <p:spPr>
          <a:xfrm>
            <a:off x="6001515" y="2772798"/>
            <a:ext cx="6432353" cy="3693319"/>
          </a:xfrm>
          <a:prstGeom prst="rect">
            <a:avLst/>
          </a:prstGeom>
          <a:noFill/>
        </p:spPr>
        <p:txBody>
          <a:bodyPr wrap="square">
            <a:spAutoFit/>
          </a:bodyPr>
          <a:lstStyle/>
          <a:p>
            <a:r>
              <a:rPr lang="en-US" dirty="0">
                <a:highlight>
                  <a:srgbClr val="FFFF00"/>
                </a:highlight>
              </a:rPr>
              <a:t>The </a:t>
            </a:r>
            <a:r>
              <a:rPr lang="en-US" dirty="0" err="1">
                <a:highlight>
                  <a:srgbClr val="00FFFF"/>
                </a:highlight>
                <a:latin typeface="Courier New" panose="02070309020205020404" pitchFamily="49" charset="0"/>
              </a:rPr>
              <a:t>handleFollow</a:t>
            </a:r>
            <a:r>
              <a:rPr lang="en-US" dirty="0">
                <a:highlight>
                  <a:srgbClr val="FFFF00"/>
                </a:highlight>
              </a:rPr>
              <a:t> function is responsible for following or unfollowing a user and instantly updating the UI. When the follow button is clicked, it sends a request to the backend using Axios to the </a:t>
            </a:r>
            <a:r>
              <a:rPr lang="en-US" dirty="0">
                <a:highlight>
                  <a:srgbClr val="FFFF00"/>
                </a:highlight>
                <a:latin typeface="Courier New" panose="02070309020205020404" pitchFamily="49" charset="0"/>
              </a:rPr>
              <a:t>/</a:t>
            </a:r>
            <a:r>
              <a:rPr lang="en-US" dirty="0" err="1">
                <a:highlight>
                  <a:srgbClr val="FFFF00"/>
                </a:highlight>
                <a:latin typeface="Courier New" panose="02070309020205020404" pitchFamily="49" charset="0"/>
              </a:rPr>
              <a:t>followorunfollow</a:t>
            </a:r>
            <a:r>
              <a:rPr lang="en-US" dirty="0">
                <a:highlight>
                  <a:srgbClr val="FFFF00"/>
                </a:highlight>
                <a:latin typeface="Courier New" panose="02070309020205020404" pitchFamily="49" charset="0"/>
              </a:rPr>
              <a:t>/:id</a:t>
            </a:r>
            <a:r>
              <a:rPr lang="en-US" dirty="0">
                <a:highlight>
                  <a:srgbClr val="FFFF00"/>
                </a:highlight>
              </a:rPr>
              <a:t> route, which returns whether the action performed was a follow or an unfollow. Based on this response, the function updates the logged-in user (</a:t>
            </a:r>
            <a:r>
              <a:rPr lang="en-US" dirty="0" err="1">
                <a:highlight>
                  <a:srgbClr val="FFFF00"/>
                </a:highlight>
                <a:latin typeface="Courier New" panose="02070309020205020404" pitchFamily="49" charset="0"/>
              </a:rPr>
              <a:t>authUser</a:t>
            </a:r>
            <a:r>
              <a:rPr lang="en-US" dirty="0">
                <a:highlight>
                  <a:srgbClr val="FFFF00"/>
                </a:highlight>
              </a:rPr>
              <a:t>) in Redux by either adding the target user’s ID to their </a:t>
            </a:r>
            <a:r>
              <a:rPr lang="en-US" dirty="0">
                <a:highlight>
                  <a:srgbClr val="FFFF00"/>
                </a:highlight>
                <a:latin typeface="Courier New" panose="02070309020205020404" pitchFamily="49" charset="0"/>
              </a:rPr>
              <a:t>following</a:t>
            </a:r>
            <a:r>
              <a:rPr lang="en-US" dirty="0">
                <a:highlight>
                  <a:srgbClr val="FFFF00"/>
                </a:highlight>
              </a:rPr>
              <a:t> list (if followed) or removing it (if unfollowed). If the user was just followed, the function also removes that person from the </a:t>
            </a:r>
            <a:r>
              <a:rPr lang="en-US" dirty="0" err="1">
                <a:highlight>
                  <a:srgbClr val="FFFF00"/>
                </a:highlight>
                <a:latin typeface="Courier New" panose="02070309020205020404" pitchFamily="49" charset="0"/>
              </a:rPr>
              <a:t>suggestedUsers</a:t>
            </a:r>
            <a:r>
              <a:rPr lang="en-US" dirty="0">
                <a:highlight>
                  <a:srgbClr val="FFFF00"/>
                </a:highlight>
              </a:rPr>
              <a:t> list in Redux so they disappear from the suggestions instantly without needing a page refresh. Finally, it displays a toast message to notify the user of the successful follow/unfollow action, or an error toast if something went wrong. </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BAC8F07A-4ADE-D9A3-F0FA-476548281E87}"/>
                  </a:ext>
                </a:extLst>
              </p14:cNvPr>
              <p14:cNvContentPartPr/>
              <p14:nvPr/>
            </p14:nvContentPartPr>
            <p14:xfrm>
              <a:off x="6036269" y="3419369"/>
              <a:ext cx="666720" cy="193680"/>
            </p14:xfrm>
          </p:contentPart>
        </mc:Choice>
        <mc:Fallback xmlns="">
          <p:pic>
            <p:nvPicPr>
              <p:cNvPr id="7" name="Ink 6">
                <a:extLst>
                  <a:ext uri="{FF2B5EF4-FFF2-40B4-BE49-F238E27FC236}">
                    <a16:creationId xmlns:a16="http://schemas.microsoft.com/office/drawing/2014/main" id="{BAC8F07A-4ADE-D9A3-F0FA-476548281E87}"/>
                  </a:ext>
                </a:extLst>
              </p:cNvPr>
              <p:cNvPicPr/>
              <p:nvPr/>
            </p:nvPicPr>
            <p:blipFill>
              <a:blip r:embed="rId4"/>
              <a:stretch>
                <a:fillRect/>
              </a:stretch>
            </p:blipFill>
            <p:spPr>
              <a:xfrm>
                <a:off x="5982629" y="3311729"/>
                <a:ext cx="774360" cy="4093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92CF77E7-7F31-92D1-36D2-E168A920707F}"/>
                  </a:ext>
                </a:extLst>
              </p14:cNvPr>
              <p14:cNvContentPartPr/>
              <p14:nvPr/>
            </p14:nvContentPartPr>
            <p14:xfrm>
              <a:off x="6649709" y="3460409"/>
              <a:ext cx="959040" cy="126000"/>
            </p14:xfrm>
          </p:contentPart>
        </mc:Choice>
        <mc:Fallback xmlns="">
          <p:pic>
            <p:nvPicPr>
              <p:cNvPr id="9" name="Ink 8">
                <a:extLst>
                  <a:ext uri="{FF2B5EF4-FFF2-40B4-BE49-F238E27FC236}">
                    <a16:creationId xmlns:a16="http://schemas.microsoft.com/office/drawing/2014/main" id="{92CF77E7-7F31-92D1-36D2-E168A920707F}"/>
                  </a:ext>
                </a:extLst>
              </p:cNvPr>
              <p:cNvPicPr/>
              <p:nvPr/>
            </p:nvPicPr>
            <p:blipFill>
              <a:blip r:embed="rId6"/>
              <a:stretch>
                <a:fillRect/>
              </a:stretch>
            </p:blipFill>
            <p:spPr>
              <a:xfrm>
                <a:off x="6596069" y="3352769"/>
                <a:ext cx="1066680" cy="341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AB391F86-6CC8-E0D8-9D2C-5B8A2C99A488}"/>
                  </a:ext>
                </a:extLst>
              </p14:cNvPr>
              <p14:cNvContentPartPr/>
              <p14:nvPr/>
            </p14:nvContentPartPr>
            <p14:xfrm>
              <a:off x="7897829" y="3445289"/>
              <a:ext cx="1419840" cy="164160"/>
            </p14:xfrm>
          </p:contentPart>
        </mc:Choice>
        <mc:Fallback xmlns="">
          <p:pic>
            <p:nvPicPr>
              <p:cNvPr id="12" name="Ink 11">
                <a:extLst>
                  <a:ext uri="{FF2B5EF4-FFF2-40B4-BE49-F238E27FC236}">
                    <a16:creationId xmlns:a16="http://schemas.microsoft.com/office/drawing/2014/main" id="{AB391F86-6CC8-E0D8-9D2C-5B8A2C99A488}"/>
                  </a:ext>
                </a:extLst>
              </p:cNvPr>
              <p:cNvPicPr/>
              <p:nvPr/>
            </p:nvPicPr>
            <p:blipFill>
              <a:blip r:embed="rId8"/>
              <a:stretch>
                <a:fillRect/>
              </a:stretch>
            </p:blipFill>
            <p:spPr>
              <a:xfrm>
                <a:off x="7844189" y="3337289"/>
                <a:ext cx="152748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2206A70E-AF6E-E435-7778-FF687189FC7C}"/>
                  </a:ext>
                </a:extLst>
              </p14:cNvPr>
              <p14:cNvContentPartPr/>
              <p14:nvPr/>
            </p14:nvContentPartPr>
            <p14:xfrm>
              <a:off x="6511109" y="3890969"/>
              <a:ext cx="2310480" cy="59400"/>
            </p14:xfrm>
          </p:contentPart>
        </mc:Choice>
        <mc:Fallback xmlns="">
          <p:pic>
            <p:nvPicPr>
              <p:cNvPr id="13" name="Ink 12">
                <a:extLst>
                  <a:ext uri="{FF2B5EF4-FFF2-40B4-BE49-F238E27FC236}">
                    <a16:creationId xmlns:a16="http://schemas.microsoft.com/office/drawing/2014/main" id="{2206A70E-AF6E-E435-7778-FF687189FC7C}"/>
                  </a:ext>
                </a:extLst>
              </p:cNvPr>
              <p:cNvPicPr/>
              <p:nvPr/>
            </p:nvPicPr>
            <p:blipFill>
              <a:blip r:embed="rId10"/>
              <a:stretch>
                <a:fillRect/>
              </a:stretch>
            </p:blipFill>
            <p:spPr>
              <a:xfrm>
                <a:off x="6493109" y="3873329"/>
                <a:ext cx="234612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D1D2C72C-DF7C-332A-BF74-C39DEE550F59}"/>
                  </a:ext>
                </a:extLst>
              </p14:cNvPr>
              <p14:cNvContentPartPr/>
              <p14:nvPr/>
            </p14:nvContentPartPr>
            <p14:xfrm>
              <a:off x="6413909" y="4161329"/>
              <a:ext cx="1644120" cy="31680"/>
            </p14:xfrm>
          </p:contentPart>
        </mc:Choice>
        <mc:Fallback xmlns="">
          <p:pic>
            <p:nvPicPr>
              <p:cNvPr id="14" name="Ink 13">
                <a:extLst>
                  <a:ext uri="{FF2B5EF4-FFF2-40B4-BE49-F238E27FC236}">
                    <a16:creationId xmlns:a16="http://schemas.microsoft.com/office/drawing/2014/main" id="{D1D2C72C-DF7C-332A-BF74-C39DEE550F59}"/>
                  </a:ext>
                </a:extLst>
              </p:cNvPr>
              <p:cNvPicPr/>
              <p:nvPr/>
            </p:nvPicPr>
            <p:blipFill>
              <a:blip r:embed="rId12"/>
              <a:stretch>
                <a:fillRect/>
              </a:stretch>
            </p:blipFill>
            <p:spPr>
              <a:xfrm>
                <a:off x="6395909" y="4143689"/>
                <a:ext cx="1679760" cy="67320"/>
              </a:xfrm>
              <a:prstGeom prst="rect">
                <a:avLst/>
              </a:prstGeom>
            </p:spPr>
          </p:pic>
        </mc:Fallback>
      </mc:AlternateContent>
      <p:grpSp>
        <p:nvGrpSpPr>
          <p:cNvPr id="18" name="Group 17">
            <a:extLst>
              <a:ext uri="{FF2B5EF4-FFF2-40B4-BE49-F238E27FC236}">
                <a16:creationId xmlns:a16="http://schemas.microsoft.com/office/drawing/2014/main" id="{3F4F0248-7051-CF9B-8494-814068FB45FB}"/>
              </a:ext>
            </a:extLst>
          </p:cNvPr>
          <p:cNvGrpSpPr/>
          <p:nvPr/>
        </p:nvGrpSpPr>
        <p:grpSpPr>
          <a:xfrm>
            <a:off x="10684589" y="4424849"/>
            <a:ext cx="1290600" cy="87840"/>
            <a:chOff x="10684589" y="4424849"/>
            <a:chExt cx="1290600" cy="87840"/>
          </a:xfrm>
        </p:grpSpPr>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C30E2F8D-A443-B0B2-FA74-B3A562AD9B2C}"/>
                    </a:ext>
                  </a:extLst>
                </p14:cNvPr>
                <p14:cNvContentPartPr/>
                <p14:nvPr/>
              </p14:nvContentPartPr>
              <p14:xfrm>
                <a:off x="10684589" y="4424849"/>
                <a:ext cx="34200" cy="16200"/>
              </p14:xfrm>
            </p:contentPart>
          </mc:Choice>
          <mc:Fallback xmlns="">
            <p:pic>
              <p:nvPicPr>
                <p:cNvPr id="15" name="Ink 14">
                  <a:extLst>
                    <a:ext uri="{FF2B5EF4-FFF2-40B4-BE49-F238E27FC236}">
                      <a16:creationId xmlns:a16="http://schemas.microsoft.com/office/drawing/2014/main" id="{C30E2F8D-A443-B0B2-FA74-B3A562AD9B2C}"/>
                    </a:ext>
                  </a:extLst>
                </p:cNvPr>
                <p:cNvPicPr/>
                <p:nvPr/>
              </p:nvPicPr>
              <p:blipFill>
                <a:blip r:embed="rId14"/>
                <a:stretch>
                  <a:fillRect/>
                </a:stretch>
              </p:blipFill>
              <p:spPr>
                <a:xfrm>
                  <a:off x="10666949" y="4406849"/>
                  <a:ext cx="6984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E097A617-0A77-9D86-10D0-80FAA872F2A7}"/>
                    </a:ext>
                  </a:extLst>
                </p14:cNvPr>
                <p14:cNvContentPartPr/>
                <p14:nvPr/>
              </p14:nvContentPartPr>
              <p14:xfrm>
                <a:off x="10787549" y="4478849"/>
                <a:ext cx="1187640" cy="33840"/>
              </p14:xfrm>
            </p:contentPart>
          </mc:Choice>
          <mc:Fallback xmlns="">
            <p:pic>
              <p:nvPicPr>
                <p:cNvPr id="16" name="Ink 15">
                  <a:extLst>
                    <a:ext uri="{FF2B5EF4-FFF2-40B4-BE49-F238E27FC236}">
                      <a16:creationId xmlns:a16="http://schemas.microsoft.com/office/drawing/2014/main" id="{E097A617-0A77-9D86-10D0-80FAA872F2A7}"/>
                    </a:ext>
                  </a:extLst>
                </p:cNvPr>
                <p:cNvPicPr/>
                <p:nvPr/>
              </p:nvPicPr>
              <p:blipFill>
                <a:blip r:embed="rId16"/>
                <a:stretch>
                  <a:fillRect/>
                </a:stretch>
              </p:blipFill>
              <p:spPr>
                <a:xfrm>
                  <a:off x="10769909" y="4460849"/>
                  <a:ext cx="1223280" cy="6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0D1EA489-739B-996A-1AE2-2D0DFE927E89}"/>
                  </a:ext>
                </a:extLst>
              </p14:cNvPr>
              <p14:cNvContentPartPr/>
              <p14:nvPr/>
            </p14:nvContentPartPr>
            <p14:xfrm>
              <a:off x="6141389" y="5341769"/>
              <a:ext cx="1516320" cy="235800"/>
            </p14:xfrm>
          </p:contentPart>
        </mc:Choice>
        <mc:Fallback xmlns="">
          <p:pic>
            <p:nvPicPr>
              <p:cNvPr id="19" name="Ink 18">
                <a:extLst>
                  <a:ext uri="{FF2B5EF4-FFF2-40B4-BE49-F238E27FC236}">
                    <a16:creationId xmlns:a16="http://schemas.microsoft.com/office/drawing/2014/main" id="{0D1EA489-739B-996A-1AE2-2D0DFE927E89}"/>
                  </a:ext>
                </a:extLst>
              </p:cNvPr>
              <p:cNvPicPr/>
              <p:nvPr/>
            </p:nvPicPr>
            <p:blipFill>
              <a:blip r:embed="rId18"/>
              <a:stretch>
                <a:fillRect/>
              </a:stretch>
            </p:blipFill>
            <p:spPr>
              <a:xfrm>
                <a:off x="6087749" y="5233769"/>
                <a:ext cx="162396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CCB43B04-E7A2-06A8-7B39-E43EA38F145E}"/>
                  </a:ext>
                </a:extLst>
              </p14:cNvPr>
              <p14:cNvContentPartPr/>
              <p14:nvPr/>
            </p14:nvContentPartPr>
            <p14:xfrm>
              <a:off x="6027989" y="5316209"/>
              <a:ext cx="2062080" cy="234000"/>
            </p14:xfrm>
          </p:contentPart>
        </mc:Choice>
        <mc:Fallback xmlns="">
          <p:pic>
            <p:nvPicPr>
              <p:cNvPr id="20" name="Ink 19">
                <a:extLst>
                  <a:ext uri="{FF2B5EF4-FFF2-40B4-BE49-F238E27FC236}">
                    <a16:creationId xmlns:a16="http://schemas.microsoft.com/office/drawing/2014/main" id="{CCB43B04-E7A2-06A8-7B39-E43EA38F145E}"/>
                  </a:ext>
                </a:extLst>
              </p:cNvPr>
              <p:cNvPicPr/>
              <p:nvPr/>
            </p:nvPicPr>
            <p:blipFill>
              <a:blip r:embed="rId20"/>
              <a:stretch>
                <a:fillRect/>
              </a:stretch>
            </p:blipFill>
            <p:spPr>
              <a:xfrm>
                <a:off x="5973989" y="5208569"/>
                <a:ext cx="2169720" cy="449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1" name="Ink 20">
                <a:extLst>
                  <a:ext uri="{FF2B5EF4-FFF2-40B4-BE49-F238E27FC236}">
                    <a16:creationId xmlns:a16="http://schemas.microsoft.com/office/drawing/2014/main" id="{408A0B93-9F80-3D70-5F5D-C84AAED1AB2A}"/>
                  </a:ext>
                </a:extLst>
              </p14:cNvPr>
              <p14:cNvContentPartPr/>
              <p14:nvPr/>
            </p14:nvContentPartPr>
            <p14:xfrm>
              <a:off x="6067949" y="5885369"/>
              <a:ext cx="915120" cy="150840"/>
            </p14:xfrm>
          </p:contentPart>
        </mc:Choice>
        <mc:Fallback xmlns="">
          <p:pic>
            <p:nvPicPr>
              <p:cNvPr id="21" name="Ink 20">
                <a:extLst>
                  <a:ext uri="{FF2B5EF4-FFF2-40B4-BE49-F238E27FC236}">
                    <a16:creationId xmlns:a16="http://schemas.microsoft.com/office/drawing/2014/main" id="{408A0B93-9F80-3D70-5F5D-C84AAED1AB2A}"/>
                  </a:ext>
                </a:extLst>
              </p:cNvPr>
              <p:cNvPicPr/>
              <p:nvPr/>
            </p:nvPicPr>
            <p:blipFill>
              <a:blip r:embed="rId22"/>
              <a:stretch>
                <a:fillRect/>
              </a:stretch>
            </p:blipFill>
            <p:spPr>
              <a:xfrm>
                <a:off x="6013949" y="5777729"/>
                <a:ext cx="1022760" cy="3664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2" name="Ink 21">
                <a:extLst>
                  <a:ext uri="{FF2B5EF4-FFF2-40B4-BE49-F238E27FC236}">
                    <a16:creationId xmlns:a16="http://schemas.microsoft.com/office/drawing/2014/main" id="{3787F3F0-0F5C-09E1-3E15-CD21209DA1D1}"/>
                  </a:ext>
                </a:extLst>
              </p14:cNvPr>
              <p14:cNvContentPartPr/>
              <p14:nvPr/>
            </p14:nvContentPartPr>
            <p14:xfrm>
              <a:off x="6911429" y="5874209"/>
              <a:ext cx="1483200" cy="174240"/>
            </p14:xfrm>
          </p:contentPart>
        </mc:Choice>
        <mc:Fallback xmlns="">
          <p:pic>
            <p:nvPicPr>
              <p:cNvPr id="22" name="Ink 21">
                <a:extLst>
                  <a:ext uri="{FF2B5EF4-FFF2-40B4-BE49-F238E27FC236}">
                    <a16:creationId xmlns:a16="http://schemas.microsoft.com/office/drawing/2014/main" id="{3787F3F0-0F5C-09E1-3E15-CD21209DA1D1}"/>
                  </a:ext>
                </a:extLst>
              </p:cNvPr>
              <p:cNvPicPr/>
              <p:nvPr/>
            </p:nvPicPr>
            <p:blipFill>
              <a:blip r:embed="rId24"/>
              <a:stretch>
                <a:fillRect/>
              </a:stretch>
            </p:blipFill>
            <p:spPr>
              <a:xfrm>
                <a:off x="6857789" y="5766569"/>
                <a:ext cx="1590840" cy="389880"/>
              </a:xfrm>
              <a:prstGeom prst="rect">
                <a:avLst/>
              </a:prstGeom>
            </p:spPr>
          </p:pic>
        </mc:Fallback>
      </mc:AlternateContent>
    </p:spTree>
    <p:extLst>
      <p:ext uri="{BB962C8B-B14F-4D97-AF65-F5344CB8AC3E}">
        <p14:creationId xmlns:p14="http://schemas.microsoft.com/office/powerpoint/2010/main" val="135773632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07D54-6B86-E4E4-77D3-D3A842A71A1E}"/>
              </a:ext>
            </a:extLst>
          </p:cNvPr>
          <p:cNvSpPr>
            <a:spLocks noGrp="1"/>
          </p:cNvSpPr>
          <p:nvPr>
            <p:ph type="ctrTitle"/>
          </p:nvPr>
        </p:nvSpPr>
        <p:spPr>
          <a:xfrm>
            <a:off x="-182336" y="58350"/>
            <a:ext cx="5146222" cy="619805"/>
          </a:xfrm>
        </p:spPr>
        <p:txBody>
          <a:bodyPr>
            <a:noAutofit/>
          </a:bodyPr>
          <a:lstStyle/>
          <a:p>
            <a:r>
              <a:rPr lang="en-US" sz="4800" b="1" i="1" dirty="0" err="1">
                <a:solidFill>
                  <a:srgbClr val="FF0000"/>
                </a:solidFill>
              </a:rPr>
              <a:t>SuggestedBox.jsx</a:t>
            </a:r>
            <a:endParaRPr lang="en-US" sz="4800" b="1" i="1" dirty="0">
              <a:solidFill>
                <a:srgbClr val="FF0000"/>
              </a:solidFill>
            </a:endParaRPr>
          </a:p>
        </p:txBody>
      </p:sp>
      <p:pic>
        <p:nvPicPr>
          <p:cNvPr id="5" name="Picture 4">
            <a:extLst>
              <a:ext uri="{FF2B5EF4-FFF2-40B4-BE49-F238E27FC236}">
                <a16:creationId xmlns:a16="http://schemas.microsoft.com/office/drawing/2014/main" id="{F9AA6CEE-536C-6774-A632-C1465242BC8D}"/>
              </a:ext>
            </a:extLst>
          </p:cNvPr>
          <p:cNvPicPr>
            <a:picLocks noChangeAspect="1"/>
          </p:cNvPicPr>
          <p:nvPr/>
        </p:nvPicPr>
        <p:blipFill>
          <a:blip r:embed="rId2"/>
          <a:srcRect r="46092" b="80528"/>
          <a:stretch>
            <a:fillRect/>
          </a:stretch>
        </p:blipFill>
        <p:spPr>
          <a:xfrm>
            <a:off x="132691" y="612322"/>
            <a:ext cx="4316845" cy="1134836"/>
          </a:xfrm>
          <a:prstGeom prst="rect">
            <a:avLst/>
          </a:prstGeom>
        </p:spPr>
      </p:pic>
      <p:pic>
        <p:nvPicPr>
          <p:cNvPr id="4" name="Picture 3">
            <a:extLst>
              <a:ext uri="{FF2B5EF4-FFF2-40B4-BE49-F238E27FC236}">
                <a16:creationId xmlns:a16="http://schemas.microsoft.com/office/drawing/2014/main" id="{CE719767-188A-D028-A3F7-0BC3F808AC46}"/>
              </a:ext>
            </a:extLst>
          </p:cNvPr>
          <p:cNvPicPr>
            <a:picLocks noChangeAspect="1"/>
          </p:cNvPicPr>
          <p:nvPr/>
        </p:nvPicPr>
        <p:blipFill>
          <a:blip r:embed="rId2"/>
          <a:srcRect l="-306" t="21087" r="33144" b="73399"/>
          <a:stretch>
            <a:fillRect/>
          </a:stretch>
        </p:blipFill>
        <p:spPr>
          <a:xfrm>
            <a:off x="132691" y="1983921"/>
            <a:ext cx="5378202" cy="324517"/>
          </a:xfrm>
          <a:prstGeom prst="rect">
            <a:avLst/>
          </a:prstGeom>
        </p:spPr>
      </p:pic>
      <p:pic>
        <p:nvPicPr>
          <p:cNvPr id="7" name="Picture 6">
            <a:extLst>
              <a:ext uri="{FF2B5EF4-FFF2-40B4-BE49-F238E27FC236}">
                <a16:creationId xmlns:a16="http://schemas.microsoft.com/office/drawing/2014/main" id="{D8D99EB7-8D00-159A-582D-CB39FC1703AC}"/>
              </a:ext>
            </a:extLst>
          </p:cNvPr>
          <p:cNvPicPr>
            <a:picLocks noChangeAspect="1"/>
          </p:cNvPicPr>
          <p:nvPr/>
        </p:nvPicPr>
        <p:blipFill>
          <a:blip r:embed="rId3"/>
          <a:srcRect l="5393"/>
          <a:stretch>
            <a:fillRect/>
          </a:stretch>
        </p:blipFill>
        <p:spPr>
          <a:xfrm>
            <a:off x="4811926" y="5297219"/>
            <a:ext cx="7251466" cy="1447950"/>
          </a:xfrm>
          <a:prstGeom prst="rect">
            <a:avLst/>
          </a:prstGeom>
          <a:effectLst>
            <a:glow rad="228600">
              <a:schemeClr val="accent6">
                <a:satMod val="175000"/>
                <a:alpha val="40000"/>
              </a:schemeClr>
            </a:glow>
          </a:effectLst>
        </p:spPr>
      </p:pic>
      <p:sp>
        <p:nvSpPr>
          <p:cNvPr id="14" name="Rectangle 5">
            <a:extLst>
              <a:ext uri="{FF2B5EF4-FFF2-40B4-BE49-F238E27FC236}">
                <a16:creationId xmlns:a16="http://schemas.microsoft.com/office/drawing/2014/main" id="{B7B92FF1-BBFF-48E8-F36B-74961EEF06CE}"/>
              </a:ext>
            </a:extLst>
          </p:cNvPr>
          <p:cNvSpPr>
            <a:spLocks noChangeArrowheads="1"/>
          </p:cNvSpPr>
          <p:nvPr/>
        </p:nvSpPr>
        <p:spPr bwMode="auto">
          <a:xfrm>
            <a:off x="5510893" y="-43906"/>
            <a:ext cx="6481762" cy="707886"/>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Arial Unicode MS"/>
              </a:rPr>
              <a:t>React</a:t>
            </a:r>
            <a:r>
              <a:rPr kumimoji="0" lang="en-US" altLang="en-US" b="0" i="0" u="none" strike="noStrike" cap="none" normalizeH="0" baseline="0" dirty="0">
                <a:ln>
                  <a:noFill/>
                </a:ln>
                <a:solidFill>
                  <a:schemeClr val="tx1"/>
                </a:solidFill>
                <a:effectLst/>
              </a:rPr>
              <a:t>: lets you create components.</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a:ln>
                  <a:noFill/>
                </a:ln>
                <a:solidFill>
                  <a:schemeClr val="tx1"/>
                </a:solidFill>
                <a:effectLst/>
                <a:latin typeface="Arial Unicode MS"/>
              </a:rPr>
              <a:t>useRef</a:t>
            </a:r>
            <a:r>
              <a:rPr kumimoji="0" lang="en-US" altLang="en-US" b="0" i="0" u="none" strike="noStrike" cap="none" normalizeH="0" baseline="0" dirty="0">
                <a:ln>
                  <a:noFill/>
                </a:ln>
                <a:solidFill>
                  <a:schemeClr val="tx1"/>
                </a:solidFill>
                <a:effectLst/>
              </a:rPr>
              <a:t>: used to control and scroll the suggestion box horizontally.</a:t>
            </a:r>
            <a:endParaRPr kumimoji="0" lang="en-US" altLang="en-US" sz="4800" b="0" i="0" u="none" strike="noStrike" cap="none" normalizeH="0" baseline="0" dirty="0">
              <a:ln>
                <a:noFill/>
              </a:ln>
              <a:solidFill>
                <a:schemeClr val="tx1"/>
              </a:solidFill>
              <a:effectLst/>
              <a:latin typeface="Arial" panose="020B0604020202020204" pitchFamily="34" charset="0"/>
            </a:endParaRPr>
          </a:p>
        </p:txBody>
      </p:sp>
      <p:cxnSp>
        <p:nvCxnSpPr>
          <p:cNvPr id="15" name="Straight Arrow Connector 14">
            <a:extLst>
              <a:ext uri="{FF2B5EF4-FFF2-40B4-BE49-F238E27FC236}">
                <a16:creationId xmlns:a16="http://schemas.microsoft.com/office/drawing/2014/main" id="{44FFEE40-DDF4-8CCF-A6D2-25905E8BD620}"/>
              </a:ext>
            </a:extLst>
          </p:cNvPr>
          <p:cNvCxnSpPr>
            <a:cxnSpLocks/>
          </p:cNvCxnSpPr>
          <p:nvPr/>
        </p:nvCxnSpPr>
        <p:spPr>
          <a:xfrm flipV="1">
            <a:off x="2481943" y="467630"/>
            <a:ext cx="3028950" cy="210525"/>
          </a:xfrm>
          <a:prstGeom prst="straightConnector1">
            <a:avLst/>
          </a:prstGeom>
          <a:ln w="57150">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9" name="Rectangle 6">
            <a:extLst>
              <a:ext uri="{FF2B5EF4-FFF2-40B4-BE49-F238E27FC236}">
                <a16:creationId xmlns:a16="http://schemas.microsoft.com/office/drawing/2014/main" id="{720A7A4A-88AC-3290-E381-82C58DA862D6}"/>
              </a:ext>
            </a:extLst>
          </p:cNvPr>
          <p:cNvSpPr>
            <a:spLocks noChangeArrowheads="1"/>
          </p:cNvSpPr>
          <p:nvPr/>
        </p:nvSpPr>
        <p:spPr bwMode="auto">
          <a:xfrm>
            <a:off x="6547417" y="678155"/>
            <a:ext cx="5282292" cy="584775"/>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chemeClr val="tx1"/>
                </a:solidFill>
                <a:effectLst/>
                <a:latin typeface="Arial Unicode MS"/>
              </a:rPr>
              <a:t>setAuthUser</a:t>
            </a:r>
            <a:r>
              <a:rPr kumimoji="0" lang="en-US" altLang="en-US" sz="1600" b="0" i="0" u="none" strike="noStrike" cap="none" normalizeH="0" baseline="0" dirty="0">
                <a:ln>
                  <a:noFill/>
                </a:ln>
                <a:solidFill>
                  <a:schemeClr val="tx1"/>
                </a:solidFill>
                <a:effectLst/>
              </a:rPr>
              <a:t>: updates the logged-in user state in Redux.</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err="1">
                <a:ln>
                  <a:noFill/>
                </a:ln>
                <a:solidFill>
                  <a:schemeClr val="tx1"/>
                </a:solidFill>
                <a:effectLst/>
                <a:latin typeface="Arial Unicode MS"/>
              </a:rPr>
              <a:t>setSuggestedUsers</a:t>
            </a:r>
            <a:r>
              <a:rPr kumimoji="0" lang="en-US" altLang="en-US" sz="1600" b="0" i="0" u="none" strike="noStrike" cap="none" normalizeH="0" baseline="0" dirty="0">
                <a:ln>
                  <a:noFill/>
                </a:ln>
                <a:solidFill>
                  <a:schemeClr val="tx1"/>
                </a:solidFill>
                <a:effectLst/>
              </a:rPr>
              <a:t>: updates the suggestions list.</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cxnSp>
        <p:nvCxnSpPr>
          <p:cNvPr id="20" name="Straight Arrow Connector 19">
            <a:extLst>
              <a:ext uri="{FF2B5EF4-FFF2-40B4-BE49-F238E27FC236}">
                <a16:creationId xmlns:a16="http://schemas.microsoft.com/office/drawing/2014/main" id="{48C9B94A-CCF8-55C0-1299-AFEE3DFD3D7C}"/>
              </a:ext>
            </a:extLst>
          </p:cNvPr>
          <p:cNvCxnSpPr>
            <a:cxnSpLocks/>
            <a:endCxn id="19" idx="1"/>
          </p:cNvCxnSpPr>
          <p:nvPr/>
        </p:nvCxnSpPr>
        <p:spPr>
          <a:xfrm flipV="1">
            <a:off x="4340678" y="970543"/>
            <a:ext cx="2206739" cy="537834"/>
          </a:xfrm>
          <a:prstGeom prst="straightConnector1">
            <a:avLst/>
          </a:prstGeom>
          <a:ln w="5715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2" name="Rectangle 6">
            <a:extLst>
              <a:ext uri="{FF2B5EF4-FFF2-40B4-BE49-F238E27FC236}">
                <a16:creationId xmlns:a16="http://schemas.microsoft.com/office/drawing/2014/main" id="{24917AA8-68D4-2940-F010-DB4B76CAB7C1}"/>
              </a:ext>
            </a:extLst>
          </p:cNvPr>
          <p:cNvSpPr>
            <a:spLocks noChangeArrowheads="1"/>
          </p:cNvSpPr>
          <p:nvPr/>
        </p:nvSpPr>
        <p:spPr bwMode="auto">
          <a:xfrm>
            <a:off x="6707620" y="1610176"/>
            <a:ext cx="5282292" cy="338554"/>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Unicode MS"/>
              </a:rPr>
              <a:t>This hook allow us to use dispatch from react store</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cxnSp>
        <p:nvCxnSpPr>
          <p:cNvPr id="23" name="Straight Arrow Connector 22">
            <a:extLst>
              <a:ext uri="{FF2B5EF4-FFF2-40B4-BE49-F238E27FC236}">
                <a16:creationId xmlns:a16="http://schemas.microsoft.com/office/drawing/2014/main" id="{48726435-CC6B-C674-DFCC-013041E82DDB}"/>
              </a:ext>
            </a:extLst>
          </p:cNvPr>
          <p:cNvCxnSpPr>
            <a:cxnSpLocks/>
          </p:cNvCxnSpPr>
          <p:nvPr/>
        </p:nvCxnSpPr>
        <p:spPr>
          <a:xfrm flipV="1">
            <a:off x="2237014" y="1745140"/>
            <a:ext cx="4376057" cy="396492"/>
          </a:xfrm>
          <a:prstGeom prst="straightConnector1">
            <a:avLst/>
          </a:prstGeom>
          <a:ln w="57150">
            <a:solidFill>
              <a:schemeClr val="accent4">
                <a:lumMod val="40000"/>
                <a:lumOff val="6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4257E469-9011-6905-1677-332790733E6B}"/>
              </a:ext>
            </a:extLst>
          </p:cNvPr>
          <p:cNvSpPr txBox="1"/>
          <p:nvPr/>
        </p:nvSpPr>
        <p:spPr>
          <a:xfrm>
            <a:off x="6372226" y="1198233"/>
            <a:ext cx="6376306" cy="369332"/>
          </a:xfrm>
          <a:prstGeom prst="rect">
            <a:avLst/>
          </a:prstGeom>
          <a:noFill/>
        </p:spPr>
        <p:txBody>
          <a:bodyPr wrap="square">
            <a:spAutoFit/>
          </a:bodyPr>
          <a:lstStyle/>
          <a:p>
            <a:r>
              <a:rPr lang="en-US" dirty="0">
                <a:solidFill>
                  <a:srgbClr val="FF0000"/>
                </a:solidFill>
              </a:rPr>
              <a:t>Left and right arrow icons for scrolling the suggestion list.</a:t>
            </a:r>
          </a:p>
        </p:txBody>
      </p:sp>
      <p:cxnSp>
        <p:nvCxnSpPr>
          <p:cNvPr id="28" name="Straight Arrow Connector 27">
            <a:extLst>
              <a:ext uri="{FF2B5EF4-FFF2-40B4-BE49-F238E27FC236}">
                <a16:creationId xmlns:a16="http://schemas.microsoft.com/office/drawing/2014/main" id="{C3EAF65D-C614-8B94-2DEC-3662D10D6E50}"/>
              </a:ext>
            </a:extLst>
          </p:cNvPr>
          <p:cNvCxnSpPr>
            <a:cxnSpLocks/>
            <a:endCxn id="26" idx="1"/>
          </p:cNvCxnSpPr>
          <p:nvPr/>
        </p:nvCxnSpPr>
        <p:spPr>
          <a:xfrm flipV="1">
            <a:off x="3791631" y="1382899"/>
            <a:ext cx="2580595" cy="265737"/>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0" name="Rectangle 7">
            <a:extLst>
              <a:ext uri="{FF2B5EF4-FFF2-40B4-BE49-F238E27FC236}">
                <a16:creationId xmlns:a16="http://schemas.microsoft.com/office/drawing/2014/main" id="{A5557E1C-C01B-55AB-A1D5-A176CAA6BBE8}"/>
              </a:ext>
            </a:extLst>
          </p:cNvPr>
          <p:cNvSpPr>
            <a:spLocks noChangeArrowheads="1"/>
          </p:cNvSpPr>
          <p:nvPr/>
        </p:nvSpPr>
        <p:spPr bwMode="auto">
          <a:xfrm>
            <a:off x="5902779" y="2045234"/>
            <a:ext cx="6199414" cy="1015663"/>
          </a:xfrm>
          <a:prstGeom prst="rect">
            <a:avLst/>
          </a:prstGeom>
          <a:solidFill>
            <a:schemeClr val="bg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panose="020B0604020202020204" pitchFamily="34" charset="0"/>
              </a:rPr>
              <a:t>Reads data from the Redux store’s </a:t>
            </a:r>
            <a:r>
              <a:rPr kumimoji="0" lang="en-US" altLang="en-US" sz="1200" b="0" i="0" u="none" strike="noStrike" cap="none" normalizeH="0" baseline="0" dirty="0">
                <a:ln>
                  <a:noFill/>
                </a:ln>
                <a:solidFill>
                  <a:schemeClr val="tx1"/>
                </a:solidFill>
                <a:effectLst/>
                <a:latin typeface="Arial Unicode MS"/>
              </a:rPr>
              <a:t>auth slice</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err="1">
                <a:ln>
                  <a:noFill/>
                </a:ln>
                <a:solidFill>
                  <a:schemeClr val="tx1"/>
                </a:solidFill>
                <a:effectLst/>
                <a:highlight>
                  <a:srgbClr val="FFFF00"/>
                </a:highlight>
                <a:latin typeface="Arial Unicode MS"/>
              </a:rPr>
              <a:t>suggestedUsers</a:t>
            </a:r>
            <a:r>
              <a:rPr kumimoji="0" lang="en-US" altLang="en-US" sz="1600" b="0" i="0" u="none" strike="noStrike" cap="none" normalizeH="0" baseline="0" dirty="0">
                <a:ln>
                  <a:noFill/>
                </a:ln>
                <a:solidFill>
                  <a:schemeClr val="tx1"/>
                </a:solidFill>
                <a:effectLst/>
              </a:rPr>
              <a:t> → List of users suggested to follow (default: empty array)</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err="1">
                <a:ln>
                  <a:noFill/>
                </a:ln>
                <a:solidFill>
                  <a:schemeClr val="tx1"/>
                </a:solidFill>
                <a:effectLst/>
                <a:highlight>
                  <a:srgbClr val="FFFF00"/>
                </a:highlight>
                <a:latin typeface="Arial Unicode MS"/>
              </a:rPr>
              <a:t>authUser</a:t>
            </a:r>
            <a:r>
              <a:rPr kumimoji="0" lang="en-US" altLang="en-US" sz="1600" b="0" i="0" u="none" strike="noStrike" cap="none" normalizeH="0" baseline="0" dirty="0">
                <a:ln>
                  <a:noFill/>
                </a:ln>
                <a:solidFill>
                  <a:schemeClr val="tx1"/>
                </a:solidFill>
                <a:effectLst/>
              </a:rPr>
              <a:t> → Logged-in user information.</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200" b="0" i="0" u="none" strike="noStrike" cap="none" normalizeH="0" baseline="0" dirty="0">
                <a:ln>
                  <a:noFill/>
                </a:ln>
                <a:solidFill>
                  <a:schemeClr val="tx1"/>
                </a:solidFill>
                <a:effectLst/>
                <a:latin typeface="Arial" panose="020B0604020202020204" pitchFamily="34" charset="0"/>
              </a:rPr>
              <a:t>This automatically re-renders the component when auth data</a:t>
            </a:r>
            <a:r>
              <a:rPr kumimoji="0" lang="en-US" altLang="en-US" sz="1400" b="0" i="0" u="none" strike="noStrike" cap="none" normalizeH="0" baseline="0" dirty="0">
                <a:ln>
                  <a:noFill/>
                </a:ln>
                <a:solidFill>
                  <a:schemeClr val="tx1"/>
                </a:solidFill>
                <a:effectLst/>
                <a:latin typeface="Arial" panose="020B0604020202020204" pitchFamily="34" charset="0"/>
              </a:rPr>
              <a:t> changes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pic>
        <p:nvPicPr>
          <p:cNvPr id="31" name="Picture 30">
            <a:extLst>
              <a:ext uri="{FF2B5EF4-FFF2-40B4-BE49-F238E27FC236}">
                <a16:creationId xmlns:a16="http://schemas.microsoft.com/office/drawing/2014/main" id="{8CA2BE55-F793-B58A-4BF4-D27B099D635D}"/>
              </a:ext>
            </a:extLst>
          </p:cNvPr>
          <p:cNvPicPr>
            <a:picLocks noChangeAspect="1"/>
          </p:cNvPicPr>
          <p:nvPr/>
        </p:nvPicPr>
        <p:blipFill>
          <a:blip r:embed="rId2"/>
          <a:srcRect l="3628" t="35434" r="60612" b="61118"/>
          <a:stretch>
            <a:fillRect/>
          </a:stretch>
        </p:blipFill>
        <p:spPr>
          <a:xfrm>
            <a:off x="251691" y="3286278"/>
            <a:ext cx="2863602" cy="333428"/>
          </a:xfrm>
          <a:prstGeom prst="rect">
            <a:avLst/>
          </a:prstGeom>
        </p:spPr>
      </p:pic>
      <p:cxnSp>
        <p:nvCxnSpPr>
          <p:cNvPr id="33" name="Straight Arrow Connector 32">
            <a:extLst>
              <a:ext uri="{FF2B5EF4-FFF2-40B4-BE49-F238E27FC236}">
                <a16:creationId xmlns:a16="http://schemas.microsoft.com/office/drawing/2014/main" id="{7954FEED-F51B-C1E3-233D-FC946ADF7854}"/>
              </a:ext>
            </a:extLst>
          </p:cNvPr>
          <p:cNvCxnSpPr>
            <a:cxnSpLocks/>
            <a:stCxn id="37" idx="3"/>
          </p:cNvCxnSpPr>
          <p:nvPr/>
        </p:nvCxnSpPr>
        <p:spPr>
          <a:xfrm flipV="1">
            <a:off x="5444047" y="2414080"/>
            <a:ext cx="458732" cy="187184"/>
          </a:xfrm>
          <a:prstGeom prst="straightConnector1">
            <a:avLst/>
          </a:prstGeom>
          <a:ln w="57150">
            <a:solidFill>
              <a:schemeClr val="accent2">
                <a:lumMod val="75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37" name="Picture 36">
            <a:extLst>
              <a:ext uri="{FF2B5EF4-FFF2-40B4-BE49-F238E27FC236}">
                <a16:creationId xmlns:a16="http://schemas.microsoft.com/office/drawing/2014/main" id="{55437C38-4B02-F030-3F2B-135133662ECE}"/>
              </a:ext>
            </a:extLst>
          </p:cNvPr>
          <p:cNvPicPr>
            <a:picLocks noChangeAspect="1"/>
          </p:cNvPicPr>
          <p:nvPr/>
        </p:nvPicPr>
        <p:blipFill>
          <a:blip r:embed="rId2"/>
          <a:srcRect l="3316" t="26074" r="33144" b="71010"/>
          <a:stretch>
            <a:fillRect/>
          </a:stretch>
        </p:blipFill>
        <p:spPr>
          <a:xfrm>
            <a:off x="145271" y="2434550"/>
            <a:ext cx="5298776" cy="333428"/>
          </a:xfrm>
          <a:prstGeom prst="rect">
            <a:avLst/>
          </a:prstGeom>
        </p:spPr>
      </p:pic>
      <p:pic>
        <p:nvPicPr>
          <p:cNvPr id="38" name="Picture 37">
            <a:extLst>
              <a:ext uri="{FF2B5EF4-FFF2-40B4-BE49-F238E27FC236}">
                <a16:creationId xmlns:a16="http://schemas.microsoft.com/office/drawing/2014/main" id="{25DDB218-8F10-32AC-147B-F71C20E6F34A}"/>
              </a:ext>
            </a:extLst>
          </p:cNvPr>
          <p:cNvPicPr>
            <a:picLocks noChangeAspect="1"/>
          </p:cNvPicPr>
          <p:nvPr/>
        </p:nvPicPr>
        <p:blipFill>
          <a:blip r:embed="rId2"/>
          <a:srcRect l="2821" t="28297" r="74265" b="68855"/>
          <a:stretch>
            <a:fillRect/>
          </a:stretch>
        </p:blipFill>
        <p:spPr>
          <a:xfrm>
            <a:off x="251691" y="2826545"/>
            <a:ext cx="5085936" cy="464720"/>
          </a:xfrm>
          <a:prstGeom prst="rect">
            <a:avLst/>
          </a:prstGeom>
          <a:effectLst>
            <a:glow rad="139700">
              <a:schemeClr val="accent6">
                <a:satMod val="175000"/>
                <a:alpha val="40000"/>
              </a:schemeClr>
            </a:glow>
          </a:effectLst>
        </p:spPr>
      </p:pic>
      <p:sp>
        <p:nvSpPr>
          <p:cNvPr id="40" name="Rectangle 7">
            <a:extLst>
              <a:ext uri="{FF2B5EF4-FFF2-40B4-BE49-F238E27FC236}">
                <a16:creationId xmlns:a16="http://schemas.microsoft.com/office/drawing/2014/main" id="{69586DB2-3039-DA23-4B6B-A87798FA8101}"/>
              </a:ext>
            </a:extLst>
          </p:cNvPr>
          <p:cNvSpPr>
            <a:spLocks noChangeArrowheads="1"/>
          </p:cNvSpPr>
          <p:nvPr/>
        </p:nvSpPr>
        <p:spPr bwMode="auto">
          <a:xfrm>
            <a:off x="7045779" y="3098502"/>
            <a:ext cx="3101676" cy="523220"/>
          </a:xfrm>
          <a:prstGeom prst="rect">
            <a:avLst/>
          </a:prstGeom>
          <a:solidFill>
            <a:schemeClr val="bg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rPr>
              <a:t>Create a reference to html element, </a:t>
            </a:r>
          </a:p>
          <a:p>
            <a:pPr marL="0" marR="0" lvl="0" indent="0" algn="l" defTabSz="914400" rtl="0" eaLnBrk="0" fontAlgn="base" latinLnBrk="0" hangingPunct="0">
              <a:lnSpc>
                <a:spcPct val="100000"/>
              </a:lnSpc>
              <a:spcBef>
                <a:spcPct val="0"/>
              </a:spcBef>
              <a:spcAft>
                <a:spcPct val="0"/>
              </a:spcAft>
              <a:buClrTx/>
              <a:buSzTx/>
              <a:tabLst/>
            </a:pPr>
            <a:r>
              <a:rPr lang="en-US" altLang="en-US" sz="1400" dirty="0">
                <a:highlight>
                  <a:srgbClr val="00FFFF"/>
                </a:highlight>
                <a:latin typeface="Arial" panose="020B0604020202020204" pitchFamily="34" charset="0"/>
              </a:rPr>
              <a:t>Used for horizontal scrolling</a:t>
            </a:r>
            <a:endParaRPr kumimoji="0" lang="en-US" altLang="en-US" sz="2400" b="0" i="0" u="none" strike="noStrike" cap="none" normalizeH="0" baseline="0" dirty="0">
              <a:ln>
                <a:noFill/>
              </a:ln>
              <a:solidFill>
                <a:schemeClr val="tx1"/>
              </a:solidFill>
              <a:effectLst/>
              <a:highlight>
                <a:srgbClr val="00FFFF"/>
              </a:highlight>
              <a:latin typeface="Arial" panose="020B0604020202020204" pitchFamily="34" charset="0"/>
            </a:endParaRPr>
          </a:p>
        </p:txBody>
      </p:sp>
      <p:cxnSp>
        <p:nvCxnSpPr>
          <p:cNvPr id="41" name="Straight Arrow Connector 40">
            <a:extLst>
              <a:ext uri="{FF2B5EF4-FFF2-40B4-BE49-F238E27FC236}">
                <a16:creationId xmlns:a16="http://schemas.microsoft.com/office/drawing/2014/main" id="{CFA118CC-9F8B-0401-A503-AECFBC2A5078}"/>
              </a:ext>
            </a:extLst>
          </p:cNvPr>
          <p:cNvCxnSpPr>
            <a:cxnSpLocks/>
          </p:cNvCxnSpPr>
          <p:nvPr/>
        </p:nvCxnSpPr>
        <p:spPr>
          <a:xfrm>
            <a:off x="5146222" y="3124966"/>
            <a:ext cx="1814573" cy="131132"/>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FE64FA6F-0405-8E44-F2DB-D39BEA8EC6C4}"/>
              </a:ext>
            </a:extLst>
          </p:cNvPr>
          <p:cNvPicPr>
            <a:picLocks noChangeAspect="1"/>
          </p:cNvPicPr>
          <p:nvPr/>
        </p:nvPicPr>
        <p:blipFill>
          <a:blip r:embed="rId2"/>
          <a:srcRect l="9492" t="40381" r="583" b="51723"/>
          <a:stretch>
            <a:fillRect/>
          </a:stretch>
        </p:blipFill>
        <p:spPr>
          <a:xfrm>
            <a:off x="73477" y="3648253"/>
            <a:ext cx="7200901" cy="680015"/>
          </a:xfrm>
          <a:prstGeom prst="rect">
            <a:avLst/>
          </a:prstGeom>
        </p:spPr>
      </p:pic>
      <p:pic>
        <p:nvPicPr>
          <p:cNvPr id="45" name="Picture 44">
            <a:extLst>
              <a:ext uri="{FF2B5EF4-FFF2-40B4-BE49-F238E27FC236}">
                <a16:creationId xmlns:a16="http://schemas.microsoft.com/office/drawing/2014/main" id="{23BE3C6E-8E43-C0FD-FDE2-B245D1E57C78}"/>
              </a:ext>
            </a:extLst>
          </p:cNvPr>
          <p:cNvPicPr>
            <a:picLocks noChangeAspect="1"/>
          </p:cNvPicPr>
          <p:nvPr/>
        </p:nvPicPr>
        <p:blipFill>
          <a:blip r:embed="rId2"/>
          <a:srcRect l="12582" t="49977" r="18293" b="32530"/>
          <a:stretch>
            <a:fillRect/>
          </a:stretch>
        </p:blipFill>
        <p:spPr>
          <a:xfrm>
            <a:off x="73477" y="4354799"/>
            <a:ext cx="5535386" cy="1166002"/>
          </a:xfrm>
          <a:prstGeom prst="rect">
            <a:avLst/>
          </a:prstGeom>
          <a:effectLst>
            <a:glow rad="228600">
              <a:schemeClr val="accent2">
                <a:satMod val="175000"/>
                <a:alpha val="40000"/>
              </a:schemeClr>
            </a:glow>
          </a:effectLst>
        </p:spPr>
      </p:pic>
      <p:pic>
        <p:nvPicPr>
          <p:cNvPr id="46" name="Picture 45">
            <a:extLst>
              <a:ext uri="{FF2B5EF4-FFF2-40B4-BE49-F238E27FC236}">
                <a16:creationId xmlns:a16="http://schemas.microsoft.com/office/drawing/2014/main" id="{C1DE1C5A-DC43-B71F-D054-08AF8DE12A0E}"/>
              </a:ext>
            </a:extLst>
          </p:cNvPr>
          <p:cNvPicPr>
            <a:picLocks noChangeAspect="1"/>
          </p:cNvPicPr>
          <p:nvPr/>
        </p:nvPicPr>
        <p:blipFill>
          <a:blip r:embed="rId2"/>
          <a:srcRect l="11905" t="71395" r="30253" b="14685"/>
          <a:stretch>
            <a:fillRect/>
          </a:stretch>
        </p:blipFill>
        <p:spPr>
          <a:xfrm>
            <a:off x="74839" y="5704165"/>
            <a:ext cx="4631872" cy="819248"/>
          </a:xfrm>
          <a:prstGeom prst="rect">
            <a:avLst/>
          </a:prstGeom>
        </p:spPr>
      </p:pic>
      <p:cxnSp>
        <p:nvCxnSpPr>
          <p:cNvPr id="48" name="Straight Arrow Connector 47">
            <a:extLst>
              <a:ext uri="{FF2B5EF4-FFF2-40B4-BE49-F238E27FC236}">
                <a16:creationId xmlns:a16="http://schemas.microsoft.com/office/drawing/2014/main" id="{AC62267D-1D8F-1DB4-FAD6-C82D04661143}"/>
              </a:ext>
            </a:extLst>
          </p:cNvPr>
          <p:cNvCxnSpPr>
            <a:cxnSpLocks/>
          </p:cNvCxnSpPr>
          <p:nvPr/>
        </p:nvCxnSpPr>
        <p:spPr>
          <a:xfrm flipV="1">
            <a:off x="7187913" y="3769719"/>
            <a:ext cx="731444" cy="14540"/>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0" name="Rectangle 7">
            <a:extLst>
              <a:ext uri="{FF2B5EF4-FFF2-40B4-BE49-F238E27FC236}">
                <a16:creationId xmlns:a16="http://schemas.microsoft.com/office/drawing/2014/main" id="{33CE2086-6EA7-63DA-D9C3-5DC80BB9CDB9}"/>
              </a:ext>
            </a:extLst>
          </p:cNvPr>
          <p:cNvSpPr>
            <a:spLocks noChangeArrowheads="1"/>
          </p:cNvSpPr>
          <p:nvPr/>
        </p:nvSpPr>
        <p:spPr bwMode="auto">
          <a:xfrm>
            <a:off x="7919357" y="3582500"/>
            <a:ext cx="2620736" cy="307777"/>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rPr>
              <a:t>Axios to send data to backend</a:t>
            </a:r>
            <a:endParaRPr kumimoji="0" lang="en-US" altLang="en-US" sz="2400" b="0" i="0" u="none" strike="noStrike" cap="none" normalizeH="0" baseline="0" dirty="0">
              <a:ln>
                <a:noFill/>
              </a:ln>
              <a:solidFill>
                <a:schemeClr val="tx1"/>
              </a:solidFill>
              <a:effectLst/>
              <a:highlight>
                <a:srgbClr val="00FFFF"/>
              </a:highlight>
              <a:latin typeface="Arial" panose="020B0604020202020204" pitchFamily="34" charset="0"/>
            </a:endParaRPr>
          </a:p>
        </p:txBody>
      </p:sp>
      <p:sp>
        <p:nvSpPr>
          <p:cNvPr id="52" name="TextBox 51">
            <a:extLst>
              <a:ext uri="{FF2B5EF4-FFF2-40B4-BE49-F238E27FC236}">
                <a16:creationId xmlns:a16="http://schemas.microsoft.com/office/drawing/2014/main" id="{CA88EA0B-494B-33E9-0B36-63DAEDD04397}"/>
              </a:ext>
            </a:extLst>
          </p:cNvPr>
          <p:cNvSpPr txBox="1"/>
          <p:nvPr/>
        </p:nvSpPr>
        <p:spPr>
          <a:xfrm>
            <a:off x="6707620" y="4053082"/>
            <a:ext cx="5535386" cy="923330"/>
          </a:xfrm>
          <a:prstGeom prst="rect">
            <a:avLst/>
          </a:prstGeom>
          <a:solidFill>
            <a:schemeClr val="accent3"/>
          </a:solidFill>
          <a:effectLst>
            <a:glow rad="139700">
              <a:schemeClr val="accent6">
                <a:satMod val="175000"/>
                <a:alpha val="40000"/>
              </a:schemeClr>
            </a:glow>
          </a:effectLst>
        </p:spPr>
        <p:txBody>
          <a:bodyPr wrap="square">
            <a:spAutoFit/>
          </a:bodyPr>
          <a:lstStyle/>
          <a:p>
            <a:pPr>
              <a:buNone/>
            </a:pPr>
            <a:r>
              <a:rPr lang="en-US" i="1" dirty="0">
                <a:ln w="0"/>
                <a:effectLst>
                  <a:outerShdw blurRad="38100" dist="19050" dir="2700000" algn="tl" rotWithShape="0">
                    <a:schemeClr val="dk1">
                      <a:alpha val="40000"/>
                    </a:schemeClr>
                  </a:outerShdw>
                </a:effectLst>
                <a:highlight>
                  <a:srgbClr val="FFFF00"/>
                </a:highlight>
              </a:rPr>
              <a:t>Update current user (</a:t>
            </a:r>
            <a:r>
              <a:rPr lang="en-US" i="1" dirty="0" err="1">
                <a:ln w="0"/>
                <a:effectLst>
                  <a:outerShdw blurRad="38100" dist="19050" dir="2700000" algn="tl" rotWithShape="0">
                    <a:schemeClr val="dk1">
                      <a:alpha val="40000"/>
                    </a:schemeClr>
                  </a:outerShdw>
                </a:effectLst>
                <a:highlight>
                  <a:srgbClr val="FFFF00"/>
                </a:highlight>
              </a:rPr>
              <a:t>authUser</a:t>
            </a:r>
            <a:r>
              <a:rPr lang="en-US" i="1" dirty="0">
                <a:ln w="0"/>
                <a:effectLst>
                  <a:outerShdw blurRad="38100" dist="19050" dir="2700000" algn="tl" rotWithShape="0">
                    <a:schemeClr val="dk1">
                      <a:alpha val="40000"/>
                    </a:schemeClr>
                  </a:outerShdw>
                </a:effectLst>
                <a:highlight>
                  <a:srgbClr val="FFFF00"/>
                </a:highlight>
              </a:rPr>
              <a:t>) in Redux</a:t>
            </a:r>
          </a:p>
          <a:p>
            <a:pPr>
              <a:buNone/>
            </a:pPr>
            <a:r>
              <a:rPr lang="en-US" b="1" dirty="0">
                <a:highlight>
                  <a:srgbClr val="FF0000"/>
                </a:highlight>
              </a:rPr>
              <a:t>If followed</a:t>
            </a:r>
            <a:r>
              <a:rPr lang="en-US" dirty="0"/>
              <a:t>--Add </a:t>
            </a:r>
            <a:r>
              <a:rPr lang="en-US" dirty="0" err="1"/>
              <a:t>targetUserId</a:t>
            </a:r>
            <a:r>
              <a:rPr lang="en-US" dirty="0"/>
              <a:t> to following list.</a:t>
            </a:r>
          </a:p>
          <a:p>
            <a:pPr>
              <a:buNone/>
            </a:pPr>
            <a:r>
              <a:rPr lang="en-US" b="1" dirty="0">
                <a:highlight>
                  <a:srgbClr val="00FF00"/>
                </a:highlight>
              </a:rPr>
              <a:t>If unfollowed </a:t>
            </a:r>
            <a:r>
              <a:rPr lang="en-US" b="1" dirty="0"/>
              <a:t>-- </a:t>
            </a:r>
            <a:r>
              <a:rPr lang="en-US" dirty="0"/>
              <a:t>Remove </a:t>
            </a:r>
            <a:r>
              <a:rPr lang="en-US" dirty="0" err="1"/>
              <a:t>targetUserId</a:t>
            </a:r>
            <a:r>
              <a:rPr lang="en-US" dirty="0"/>
              <a:t> from following list.</a:t>
            </a:r>
          </a:p>
        </p:txBody>
      </p:sp>
      <p:cxnSp>
        <p:nvCxnSpPr>
          <p:cNvPr id="53" name="Straight Arrow Connector 52">
            <a:extLst>
              <a:ext uri="{FF2B5EF4-FFF2-40B4-BE49-F238E27FC236}">
                <a16:creationId xmlns:a16="http://schemas.microsoft.com/office/drawing/2014/main" id="{FEF370F4-04FD-2ED3-65B9-574E2FBB8D3D}"/>
              </a:ext>
            </a:extLst>
          </p:cNvPr>
          <p:cNvCxnSpPr>
            <a:cxnSpLocks/>
            <a:endCxn id="52" idx="1"/>
          </p:cNvCxnSpPr>
          <p:nvPr/>
        </p:nvCxnSpPr>
        <p:spPr>
          <a:xfrm flipV="1">
            <a:off x="5608863" y="4514747"/>
            <a:ext cx="1098757" cy="205676"/>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9D3EAA4C-9C60-3246-4452-935877DA66E6}"/>
              </a:ext>
            </a:extLst>
          </p:cNvPr>
          <p:cNvCxnSpPr>
            <a:cxnSpLocks/>
          </p:cNvCxnSpPr>
          <p:nvPr/>
        </p:nvCxnSpPr>
        <p:spPr>
          <a:xfrm flipV="1">
            <a:off x="4706711" y="5297219"/>
            <a:ext cx="2180523" cy="440857"/>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8" name="Rectangle 7">
            <a:extLst>
              <a:ext uri="{FF2B5EF4-FFF2-40B4-BE49-F238E27FC236}">
                <a16:creationId xmlns:a16="http://schemas.microsoft.com/office/drawing/2014/main" id="{9DCA70A4-6E23-19BF-0874-6B1243D31099}"/>
              </a:ext>
            </a:extLst>
          </p:cNvPr>
          <p:cNvSpPr>
            <a:spLocks noChangeArrowheads="1"/>
          </p:cNvSpPr>
          <p:nvPr/>
        </p:nvSpPr>
        <p:spPr bwMode="auto">
          <a:xfrm>
            <a:off x="6887234" y="5019115"/>
            <a:ext cx="5176158" cy="307777"/>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rPr>
              <a:t>If we follow </a:t>
            </a:r>
            <a:r>
              <a:rPr kumimoji="0" lang="en-US" altLang="en-US" sz="1400" b="0" i="0" u="none" strike="noStrike" cap="none" normalizeH="0" baseline="0" dirty="0" err="1">
                <a:ln>
                  <a:noFill/>
                </a:ln>
                <a:solidFill>
                  <a:schemeClr val="tx1"/>
                </a:solidFill>
                <a:effectLst/>
                <a:highlight>
                  <a:srgbClr val="00FFFF"/>
                </a:highlight>
                <a:latin typeface="Arial" panose="020B0604020202020204" pitchFamily="34" charset="0"/>
              </a:rPr>
              <a:t>someone..</a:t>
            </a:r>
            <a:r>
              <a:rPr lang="en-US" altLang="en-US" sz="1400" dirty="0" err="1">
                <a:highlight>
                  <a:srgbClr val="00FFFF"/>
                </a:highlight>
                <a:latin typeface="Arial" panose="020B0604020202020204" pitchFamily="34" charset="0"/>
              </a:rPr>
              <a:t>the</a:t>
            </a:r>
            <a:r>
              <a:rPr lang="en-US" altLang="en-US" sz="1400" dirty="0">
                <a:highlight>
                  <a:srgbClr val="00FFFF"/>
                </a:highlight>
                <a:latin typeface="Arial" panose="020B0604020202020204" pitchFamily="34" charset="0"/>
              </a:rPr>
              <a:t> person should disappear from the list</a:t>
            </a:r>
            <a:endParaRPr kumimoji="0" lang="en-US" altLang="en-US" sz="1400" b="0" i="0" u="none" strike="noStrike" cap="none" normalizeH="0" baseline="0" dirty="0">
              <a:ln>
                <a:noFill/>
              </a:ln>
              <a:solidFill>
                <a:schemeClr val="tx1"/>
              </a:solidFill>
              <a:effectLst/>
              <a:highlight>
                <a:srgbClr val="00FFFF"/>
              </a:highlight>
              <a:latin typeface="Arial" panose="020B0604020202020204" pitchFamily="34" charset="0"/>
            </a:endParaRPr>
          </a:p>
        </p:txBody>
      </p:sp>
      <p:pic>
        <p:nvPicPr>
          <p:cNvPr id="64" name="Picture 63">
            <a:extLst>
              <a:ext uri="{FF2B5EF4-FFF2-40B4-BE49-F238E27FC236}">
                <a16:creationId xmlns:a16="http://schemas.microsoft.com/office/drawing/2014/main" id="{B26A286D-9FC9-982E-5F7E-C4D3D8950B2A}"/>
              </a:ext>
            </a:extLst>
          </p:cNvPr>
          <p:cNvPicPr>
            <a:picLocks noChangeAspect="1"/>
          </p:cNvPicPr>
          <p:nvPr/>
        </p:nvPicPr>
        <p:blipFill>
          <a:blip r:embed="rId4"/>
          <a:srcRect t="1" r="45868" b="9361"/>
          <a:stretch>
            <a:fillRect/>
          </a:stretch>
        </p:blipFill>
        <p:spPr>
          <a:xfrm>
            <a:off x="5298957" y="5841608"/>
            <a:ext cx="1509102" cy="385639"/>
          </a:xfrm>
          <a:prstGeom prst="rect">
            <a:avLst/>
          </a:prstGeom>
          <a:effectLst>
            <a:glow rad="139700">
              <a:schemeClr val="accent4">
                <a:satMod val="175000"/>
                <a:alpha val="40000"/>
              </a:schemeClr>
            </a:glow>
          </a:effectLst>
        </p:spPr>
      </p:pic>
      <p:cxnSp>
        <p:nvCxnSpPr>
          <p:cNvPr id="65" name="Straight Arrow Connector 64">
            <a:extLst>
              <a:ext uri="{FF2B5EF4-FFF2-40B4-BE49-F238E27FC236}">
                <a16:creationId xmlns:a16="http://schemas.microsoft.com/office/drawing/2014/main" id="{52F9610E-7283-BB58-C2BF-75D8C90B44DB}"/>
              </a:ext>
            </a:extLst>
          </p:cNvPr>
          <p:cNvCxnSpPr>
            <a:cxnSpLocks/>
          </p:cNvCxnSpPr>
          <p:nvPr/>
        </p:nvCxnSpPr>
        <p:spPr>
          <a:xfrm flipV="1">
            <a:off x="4730383" y="6016180"/>
            <a:ext cx="713664" cy="144377"/>
          </a:xfrm>
          <a:prstGeom prst="straightConnector1">
            <a:avLst/>
          </a:prstGeom>
          <a:ln w="57150">
            <a:solidFill>
              <a:srgbClr val="FF0000"/>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E6AA5F14-4C52-660F-0900-7DC59FB584D8}"/>
                  </a:ext>
                </a:extLst>
              </p14:cNvPr>
              <p14:cNvContentPartPr/>
              <p14:nvPr/>
            </p14:nvContentPartPr>
            <p14:xfrm>
              <a:off x="5542781" y="4478129"/>
              <a:ext cx="1150200" cy="278640"/>
            </p14:xfrm>
          </p:contentPart>
        </mc:Choice>
        <mc:Fallback xmlns="">
          <p:pic>
            <p:nvPicPr>
              <p:cNvPr id="3" name="Ink 2">
                <a:extLst>
                  <a:ext uri="{FF2B5EF4-FFF2-40B4-BE49-F238E27FC236}">
                    <a16:creationId xmlns:a16="http://schemas.microsoft.com/office/drawing/2014/main" id="{E6AA5F14-4C52-660F-0900-7DC59FB584D8}"/>
                  </a:ext>
                </a:extLst>
              </p:cNvPr>
              <p:cNvPicPr/>
              <p:nvPr/>
            </p:nvPicPr>
            <p:blipFill>
              <a:blip r:embed="rId6"/>
              <a:stretch>
                <a:fillRect/>
              </a:stretch>
            </p:blipFill>
            <p:spPr>
              <a:xfrm>
                <a:off x="5525141" y="4460489"/>
                <a:ext cx="118584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8A4EA4C9-507F-5BDE-EA7E-4EF0C6A09098}"/>
                  </a:ext>
                </a:extLst>
              </p14:cNvPr>
              <p14:cNvContentPartPr/>
              <p14:nvPr/>
            </p14:nvContentPartPr>
            <p14:xfrm>
              <a:off x="4714781" y="5978609"/>
              <a:ext cx="699120" cy="196920"/>
            </p14:xfrm>
          </p:contentPart>
        </mc:Choice>
        <mc:Fallback xmlns="">
          <p:pic>
            <p:nvPicPr>
              <p:cNvPr id="6" name="Ink 5">
                <a:extLst>
                  <a:ext uri="{FF2B5EF4-FFF2-40B4-BE49-F238E27FC236}">
                    <a16:creationId xmlns:a16="http://schemas.microsoft.com/office/drawing/2014/main" id="{8A4EA4C9-507F-5BDE-EA7E-4EF0C6A09098}"/>
                  </a:ext>
                </a:extLst>
              </p:cNvPr>
              <p:cNvPicPr/>
              <p:nvPr/>
            </p:nvPicPr>
            <p:blipFill>
              <a:blip r:embed="rId8"/>
              <a:stretch>
                <a:fillRect/>
              </a:stretch>
            </p:blipFill>
            <p:spPr>
              <a:xfrm>
                <a:off x="4696781" y="5960969"/>
                <a:ext cx="73476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AB2427D2-D915-84A1-B28C-85ED0DD98F51}"/>
                  </a:ext>
                </a:extLst>
              </p14:cNvPr>
              <p14:cNvContentPartPr/>
              <p14:nvPr/>
            </p14:nvContentPartPr>
            <p14:xfrm>
              <a:off x="4666901" y="5195249"/>
              <a:ext cx="2226960" cy="553320"/>
            </p14:xfrm>
          </p:contentPart>
        </mc:Choice>
        <mc:Fallback xmlns="">
          <p:pic>
            <p:nvPicPr>
              <p:cNvPr id="8" name="Ink 7">
                <a:extLst>
                  <a:ext uri="{FF2B5EF4-FFF2-40B4-BE49-F238E27FC236}">
                    <a16:creationId xmlns:a16="http://schemas.microsoft.com/office/drawing/2014/main" id="{AB2427D2-D915-84A1-B28C-85ED0DD98F51}"/>
                  </a:ext>
                </a:extLst>
              </p:cNvPr>
              <p:cNvPicPr/>
              <p:nvPr/>
            </p:nvPicPr>
            <p:blipFill>
              <a:blip r:embed="rId10"/>
              <a:stretch>
                <a:fillRect/>
              </a:stretch>
            </p:blipFill>
            <p:spPr>
              <a:xfrm>
                <a:off x="4649261" y="5177249"/>
                <a:ext cx="2262600" cy="588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9274AE0A-050A-93F4-3576-6BA82B0FA210}"/>
                  </a:ext>
                </a:extLst>
              </p14:cNvPr>
              <p14:cNvContentPartPr/>
              <p14:nvPr/>
            </p14:nvContentPartPr>
            <p14:xfrm>
              <a:off x="4290701" y="932129"/>
              <a:ext cx="2214720" cy="606600"/>
            </p14:xfrm>
          </p:contentPart>
        </mc:Choice>
        <mc:Fallback xmlns="">
          <p:pic>
            <p:nvPicPr>
              <p:cNvPr id="9" name="Ink 8">
                <a:extLst>
                  <a:ext uri="{FF2B5EF4-FFF2-40B4-BE49-F238E27FC236}">
                    <a16:creationId xmlns:a16="http://schemas.microsoft.com/office/drawing/2014/main" id="{9274AE0A-050A-93F4-3576-6BA82B0FA210}"/>
                  </a:ext>
                </a:extLst>
              </p:cNvPr>
              <p:cNvPicPr/>
              <p:nvPr/>
            </p:nvPicPr>
            <p:blipFill>
              <a:blip r:embed="rId12"/>
              <a:stretch>
                <a:fillRect/>
              </a:stretch>
            </p:blipFill>
            <p:spPr>
              <a:xfrm>
                <a:off x="4272701" y="914129"/>
                <a:ext cx="2250360" cy="642240"/>
              </a:xfrm>
              <a:prstGeom prst="rect">
                <a:avLst/>
              </a:prstGeom>
            </p:spPr>
          </p:pic>
        </mc:Fallback>
      </mc:AlternateContent>
    </p:spTree>
    <p:extLst>
      <p:ext uri="{BB962C8B-B14F-4D97-AF65-F5344CB8AC3E}">
        <p14:creationId xmlns:p14="http://schemas.microsoft.com/office/powerpoint/2010/main" val="216799553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1C8C-03A9-6683-4464-640542C5CE19}"/>
              </a:ext>
            </a:extLst>
          </p:cNvPr>
          <p:cNvSpPr>
            <a:spLocks noGrp="1"/>
          </p:cNvSpPr>
          <p:nvPr>
            <p:ph type="title"/>
          </p:nvPr>
        </p:nvSpPr>
        <p:spPr>
          <a:xfrm>
            <a:off x="552450" y="334615"/>
            <a:ext cx="10515600" cy="988559"/>
          </a:xfrm>
        </p:spPr>
        <p:txBody>
          <a:bodyPr/>
          <a:lstStyle/>
          <a:p>
            <a:r>
              <a:rPr lang="en-US" dirty="0"/>
              <a:t>These are the left and right scroll functions</a:t>
            </a:r>
          </a:p>
        </p:txBody>
      </p:sp>
      <p:pic>
        <p:nvPicPr>
          <p:cNvPr id="5" name="Content Placeholder 4">
            <a:extLst>
              <a:ext uri="{FF2B5EF4-FFF2-40B4-BE49-F238E27FC236}">
                <a16:creationId xmlns:a16="http://schemas.microsoft.com/office/drawing/2014/main" id="{9C78F7ED-AFEC-392C-E83A-995F63C2DB09}"/>
              </a:ext>
            </a:extLst>
          </p:cNvPr>
          <p:cNvPicPr>
            <a:picLocks noGrp="1" noChangeAspect="1"/>
          </p:cNvPicPr>
          <p:nvPr>
            <p:ph idx="1"/>
          </p:nvPr>
        </p:nvPicPr>
        <p:blipFill>
          <a:blip r:embed="rId2"/>
          <a:stretch>
            <a:fillRect/>
          </a:stretch>
        </p:blipFill>
        <p:spPr>
          <a:xfrm>
            <a:off x="1159588" y="1632858"/>
            <a:ext cx="8039443" cy="2465546"/>
          </a:xfrm>
          <a:prstGeom prst="rect">
            <a:avLst/>
          </a:prstGeom>
        </p:spPr>
      </p:pic>
      <p:pic>
        <p:nvPicPr>
          <p:cNvPr id="3" name="Picture 2">
            <a:extLst>
              <a:ext uri="{FF2B5EF4-FFF2-40B4-BE49-F238E27FC236}">
                <a16:creationId xmlns:a16="http://schemas.microsoft.com/office/drawing/2014/main" id="{173D8870-0437-B6FD-3ACD-E286F83C0D4A}"/>
              </a:ext>
            </a:extLst>
          </p:cNvPr>
          <p:cNvPicPr>
            <a:picLocks noChangeAspect="1"/>
          </p:cNvPicPr>
          <p:nvPr/>
        </p:nvPicPr>
        <p:blipFill>
          <a:blip r:embed="rId3"/>
          <a:srcRect l="5010" r="7007"/>
          <a:stretch>
            <a:fillRect/>
          </a:stretch>
        </p:blipFill>
        <p:spPr>
          <a:xfrm>
            <a:off x="963386" y="4627746"/>
            <a:ext cx="8039443" cy="1726161"/>
          </a:xfrm>
          <a:prstGeom prst="rect">
            <a:avLst/>
          </a:prstGeom>
          <a:effectLst>
            <a:glow rad="228600">
              <a:schemeClr val="accent6">
                <a:satMod val="175000"/>
                <a:alpha val="40000"/>
              </a:schemeClr>
            </a:glow>
          </a:effectLst>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C9972A6-99D8-BE87-7B07-0606FC3DC896}"/>
                  </a:ext>
                </a:extLst>
              </p14:cNvPr>
              <p14:cNvContentPartPr/>
              <p14:nvPr/>
            </p14:nvContentPartPr>
            <p14:xfrm>
              <a:off x="1102011" y="5641084"/>
              <a:ext cx="221040" cy="720"/>
            </p14:xfrm>
          </p:contentPart>
        </mc:Choice>
        <mc:Fallback xmlns="">
          <p:pic>
            <p:nvPicPr>
              <p:cNvPr id="8" name="Ink 7">
                <a:extLst>
                  <a:ext uri="{FF2B5EF4-FFF2-40B4-BE49-F238E27FC236}">
                    <a16:creationId xmlns:a16="http://schemas.microsoft.com/office/drawing/2014/main" id="{5C9972A6-99D8-BE87-7B07-0606FC3DC896}"/>
                  </a:ext>
                </a:extLst>
              </p:cNvPr>
              <p:cNvPicPr/>
              <p:nvPr/>
            </p:nvPicPr>
            <p:blipFill>
              <a:blip r:embed="rId5"/>
              <a:stretch>
                <a:fillRect/>
              </a:stretch>
            </p:blipFill>
            <p:spPr>
              <a:xfrm>
                <a:off x="1048371" y="5425084"/>
                <a:ext cx="32868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9A319E13-EDDA-866D-B7E5-7A81E2547B6A}"/>
                  </a:ext>
                </a:extLst>
              </p14:cNvPr>
              <p14:cNvContentPartPr/>
              <p14:nvPr/>
            </p14:nvContentPartPr>
            <p14:xfrm>
              <a:off x="1052331" y="5447044"/>
              <a:ext cx="335880" cy="344160"/>
            </p14:xfrm>
          </p:contentPart>
        </mc:Choice>
        <mc:Fallback xmlns="">
          <p:pic>
            <p:nvPicPr>
              <p:cNvPr id="9" name="Ink 8">
                <a:extLst>
                  <a:ext uri="{FF2B5EF4-FFF2-40B4-BE49-F238E27FC236}">
                    <a16:creationId xmlns:a16="http://schemas.microsoft.com/office/drawing/2014/main" id="{9A319E13-EDDA-866D-B7E5-7A81E2547B6A}"/>
                  </a:ext>
                </a:extLst>
              </p:cNvPr>
              <p:cNvPicPr/>
              <p:nvPr/>
            </p:nvPicPr>
            <p:blipFill>
              <a:blip r:embed="rId7"/>
              <a:stretch>
                <a:fillRect/>
              </a:stretch>
            </p:blipFill>
            <p:spPr>
              <a:xfrm>
                <a:off x="998331" y="5339404"/>
                <a:ext cx="443520" cy="559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9" name="Ink 18">
                <a:extLst>
                  <a:ext uri="{FF2B5EF4-FFF2-40B4-BE49-F238E27FC236}">
                    <a16:creationId xmlns:a16="http://schemas.microsoft.com/office/drawing/2014/main" id="{EDA41993-54A9-EE8E-BDD2-BFDD8B3B86BA}"/>
                  </a:ext>
                </a:extLst>
              </p14:cNvPr>
              <p14:cNvContentPartPr/>
              <p14:nvPr/>
            </p14:nvContentPartPr>
            <p14:xfrm>
              <a:off x="8514771" y="5625244"/>
              <a:ext cx="278280" cy="49320"/>
            </p14:xfrm>
          </p:contentPart>
        </mc:Choice>
        <mc:Fallback xmlns="">
          <p:pic>
            <p:nvPicPr>
              <p:cNvPr id="19" name="Ink 18">
                <a:extLst>
                  <a:ext uri="{FF2B5EF4-FFF2-40B4-BE49-F238E27FC236}">
                    <a16:creationId xmlns:a16="http://schemas.microsoft.com/office/drawing/2014/main" id="{EDA41993-54A9-EE8E-BDD2-BFDD8B3B86BA}"/>
                  </a:ext>
                </a:extLst>
              </p:cNvPr>
              <p:cNvPicPr/>
              <p:nvPr/>
            </p:nvPicPr>
            <p:blipFill>
              <a:blip r:embed="rId17"/>
              <a:stretch>
                <a:fillRect/>
              </a:stretch>
            </p:blipFill>
            <p:spPr>
              <a:xfrm>
                <a:off x="8460771" y="5517244"/>
                <a:ext cx="38592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B81BC6EF-650C-7E61-08A7-1C3B3A7B2786}"/>
                  </a:ext>
                </a:extLst>
              </p14:cNvPr>
              <p14:cNvContentPartPr/>
              <p14:nvPr/>
            </p14:nvContentPartPr>
            <p14:xfrm>
              <a:off x="8521611" y="5535244"/>
              <a:ext cx="222480" cy="262080"/>
            </p14:xfrm>
          </p:contentPart>
        </mc:Choice>
        <mc:Fallback xmlns="">
          <p:pic>
            <p:nvPicPr>
              <p:cNvPr id="20" name="Ink 19">
                <a:extLst>
                  <a:ext uri="{FF2B5EF4-FFF2-40B4-BE49-F238E27FC236}">
                    <a16:creationId xmlns:a16="http://schemas.microsoft.com/office/drawing/2014/main" id="{B81BC6EF-650C-7E61-08A7-1C3B3A7B2786}"/>
                  </a:ext>
                </a:extLst>
              </p:cNvPr>
              <p:cNvPicPr/>
              <p:nvPr/>
            </p:nvPicPr>
            <p:blipFill>
              <a:blip r:embed="rId19"/>
              <a:stretch>
                <a:fillRect/>
              </a:stretch>
            </p:blipFill>
            <p:spPr>
              <a:xfrm>
                <a:off x="8467611" y="5427604"/>
                <a:ext cx="330120" cy="477720"/>
              </a:xfrm>
              <a:prstGeom prst="rect">
                <a:avLst/>
              </a:prstGeom>
            </p:spPr>
          </p:pic>
        </mc:Fallback>
      </mc:AlternateContent>
      <p:grpSp>
        <p:nvGrpSpPr>
          <p:cNvPr id="11" name="Group 10">
            <a:extLst>
              <a:ext uri="{FF2B5EF4-FFF2-40B4-BE49-F238E27FC236}">
                <a16:creationId xmlns:a16="http://schemas.microsoft.com/office/drawing/2014/main" id="{84431ED6-3BB3-8022-0CC0-1AE4BD5FECD3}"/>
              </a:ext>
            </a:extLst>
          </p:cNvPr>
          <p:cNvGrpSpPr/>
          <p:nvPr/>
        </p:nvGrpSpPr>
        <p:grpSpPr>
          <a:xfrm>
            <a:off x="2750189" y="2034634"/>
            <a:ext cx="135000" cy="95040"/>
            <a:chOff x="2750189" y="2034634"/>
            <a:chExt cx="135000" cy="95040"/>
          </a:xfrm>
        </p:grpSpPr>
        <mc:AlternateContent xmlns:mc="http://schemas.openxmlformats.org/markup-compatibility/2006" xmlns:p14="http://schemas.microsoft.com/office/powerpoint/2010/main">
          <mc:Choice Requires="p14">
            <p:contentPart p14:bwMode="auto" r:id="rId20">
              <p14:nvContentPartPr>
                <p14:cNvPr id="4" name="Ink 3">
                  <a:extLst>
                    <a:ext uri="{FF2B5EF4-FFF2-40B4-BE49-F238E27FC236}">
                      <a16:creationId xmlns:a16="http://schemas.microsoft.com/office/drawing/2014/main" id="{A7F112C8-72BA-BE5C-8026-075C18A9E1FD}"/>
                    </a:ext>
                  </a:extLst>
                </p14:cNvPr>
                <p14:cNvContentPartPr/>
                <p14:nvPr/>
              </p14:nvContentPartPr>
              <p14:xfrm>
                <a:off x="2750189" y="2034634"/>
                <a:ext cx="68040" cy="49680"/>
              </p14:xfrm>
            </p:contentPart>
          </mc:Choice>
          <mc:Fallback xmlns="">
            <p:pic>
              <p:nvPicPr>
                <p:cNvPr id="4" name="Ink 3">
                  <a:extLst>
                    <a:ext uri="{FF2B5EF4-FFF2-40B4-BE49-F238E27FC236}">
                      <a16:creationId xmlns:a16="http://schemas.microsoft.com/office/drawing/2014/main" id="{A7F112C8-72BA-BE5C-8026-075C18A9E1FD}"/>
                    </a:ext>
                  </a:extLst>
                </p:cNvPr>
                <p:cNvPicPr/>
                <p:nvPr/>
              </p:nvPicPr>
              <p:blipFill>
                <a:blip r:embed="rId21"/>
                <a:stretch>
                  <a:fillRect/>
                </a:stretch>
              </p:blipFill>
              <p:spPr>
                <a:xfrm>
                  <a:off x="2732549" y="2016634"/>
                  <a:ext cx="10368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6" name="Ink 5">
                  <a:extLst>
                    <a:ext uri="{FF2B5EF4-FFF2-40B4-BE49-F238E27FC236}">
                      <a16:creationId xmlns:a16="http://schemas.microsoft.com/office/drawing/2014/main" id="{701A2787-5654-467A-8604-DA5FB3316F7B}"/>
                    </a:ext>
                  </a:extLst>
                </p14:cNvPr>
                <p14:cNvContentPartPr/>
                <p14:nvPr/>
              </p14:nvContentPartPr>
              <p14:xfrm>
                <a:off x="2859989" y="2119594"/>
                <a:ext cx="9360" cy="2880"/>
              </p14:xfrm>
            </p:contentPart>
          </mc:Choice>
          <mc:Fallback xmlns="">
            <p:pic>
              <p:nvPicPr>
                <p:cNvPr id="6" name="Ink 5">
                  <a:extLst>
                    <a:ext uri="{FF2B5EF4-FFF2-40B4-BE49-F238E27FC236}">
                      <a16:creationId xmlns:a16="http://schemas.microsoft.com/office/drawing/2014/main" id="{701A2787-5654-467A-8604-DA5FB3316F7B}"/>
                    </a:ext>
                  </a:extLst>
                </p:cNvPr>
                <p:cNvPicPr/>
                <p:nvPr/>
              </p:nvPicPr>
              <p:blipFill>
                <a:blip r:embed="rId23"/>
                <a:stretch>
                  <a:fillRect/>
                </a:stretch>
              </p:blipFill>
              <p:spPr>
                <a:xfrm>
                  <a:off x="2841989" y="2101594"/>
                  <a:ext cx="450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7" name="Ink 6">
                  <a:extLst>
                    <a:ext uri="{FF2B5EF4-FFF2-40B4-BE49-F238E27FC236}">
                      <a16:creationId xmlns:a16="http://schemas.microsoft.com/office/drawing/2014/main" id="{34FB74F5-41B0-1358-543C-F5C8AACD17D9}"/>
                    </a:ext>
                  </a:extLst>
                </p14:cNvPr>
                <p14:cNvContentPartPr/>
                <p14:nvPr/>
              </p14:nvContentPartPr>
              <p14:xfrm>
                <a:off x="2858189" y="2099434"/>
                <a:ext cx="18720" cy="20520"/>
              </p14:xfrm>
            </p:contentPart>
          </mc:Choice>
          <mc:Fallback xmlns="">
            <p:pic>
              <p:nvPicPr>
                <p:cNvPr id="7" name="Ink 6">
                  <a:extLst>
                    <a:ext uri="{FF2B5EF4-FFF2-40B4-BE49-F238E27FC236}">
                      <a16:creationId xmlns:a16="http://schemas.microsoft.com/office/drawing/2014/main" id="{34FB74F5-41B0-1358-543C-F5C8AACD17D9}"/>
                    </a:ext>
                  </a:extLst>
                </p:cNvPr>
                <p:cNvPicPr/>
                <p:nvPr/>
              </p:nvPicPr>
              <p:blipFill>
                <a:blip r:embed="rId25"/>
                <a:stretch>
                  <a:fillRect/>
                </a:stretch>
              </p:blipFill>
              <p:spPr>
                <a:xfrm>
                  <a:off x="2840549" y="2081434"/>
                  <a:ext cx="5436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0" name="Ink 9">
                  <a:extLst>
                    <a:ext uri="{FF2B5EF4-FFF2-40B4-BE49-F238E27FC236}">
                      <a16:creationId xmlns:a16="http://schemas.microsoft.com/office/drawing/2014/main" id="{21F0AD26-CA5F-9F30-2CB0-8FFD258288AA}"/>
                    </a:ext>
                  </a:extLst>
                </p14:cNvPr>
                <p14:cNvContentPartPr/>
                <p14:nvPr/>
              </p14:nvContentPartPr>
              <p14:xfrm>
                <a:off x="2861429" y="2100874"/>
                <a:ext cx="23760" cy="28800"/>
              </p14:xfrm>
            </p:contentPart>
          </mc:Choice>
          <mc:Fallback xmlns="">
            <p:pic>
              <p:nvPicPr>
                <p:cNvPr id="10" name="Ink 9">
                  <a:extLst>
                    <a:ext uri="{FF2B5EF4-FFF2-40B4-BE49-F238E27FC236}">
                      <a16:creationId xmlns:a16="http://schemas.microsoft.com/office/drawing/2014/main" id="{21F0AD26-CA5F-9F30-2CB0-8FFD258288AA}"/>
                    </a:ext>
                  </a:extLst>
                </p:cNvPr>
                <p:cNvPicPr/>
                <p:nvPr/>
              </p:nvPicPr>
              <p:blipFill>
                <a:blip r:embed="rId27"/>
                <a:stretch>
                  <a:fillRect/>
                </a:stretch>
              </p:blipFill>
              <p:spPr>
                <a:xfrm>
                  <a:off x="2843789" y="2083234"/>
                  <a:ext cx="59400" cy="64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4030746D-F1FA-380C-2E10-E8C50D8D4DF9}"/>
                  </a:ext>
                </a:extLst>
              </p14:cNvPr>
              <p14:cNvContentPartPr/>
              <p14:nvPr/>
            </p14:nvContentPartPr>
            <p14:xfrm>
              <a:off x="3741989" y="2877034"/>
              <a:ext cx="5623560" cy="2381760"/>
            </p14:xfrm>
          </p:contentPart>
        </mc:Choice>
        <mc:Fallback xmlns="">
          <p:pic>
            <p:nvPicPr>
              <p:cNvPr id="23" name="Ink 22">
                <a:extLst>
                  <a:ext uri="{FF2B5EF4-FFF2-40B4-BE49-F238E27FC236}">
                    <a16:creationId xmlns:a16="http://schemas.microsoft.com/office/drawing/2014/main" id="{4030746D-F1FA-380C-2E10-E8C50D8D4DF9}"/>
                  </a:ext>
                </a:extLst>
              </p:cNvPr>
              <p:cNvPicPr/>
              <p:nvPr/>
            </p:nvPicPr>
            <p:blipFill>
              <a:blip r:embed="rId29"/>
              <a:stretch>
                <a:fillRect/>
              </a:stretch>
            </p:blipFill>
            <p:spPr>
              <a:xfrm>
                <a:off x="3724349" y="2859394"/>
                <a:ext cx="5659200" cy="2417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5" name="Ink 24">
                <a:extLst>
                  <a:ext uri="{FF2B5EF4-FFF2-40B4-BE49-F238E27FC236}">
                    <a16:creationId xmlns:a16="http://schemas.microsoft.com/office/drawing/2014/main" id="{4EEB8B23-A8C5-FFD1-9A05-8FA61A17EA9E}"/>
                  </a:ext>
                </a:extLst>
              </p14:cNvPr>
              <p14:cNvContentPartPr/>
              <p14:nvPr/>
            </p14:nvContentPartPr>
            <p14:xfrm>
              <a:off x="8738789" y="5081314"/>
              <a:ext cx="433080" cy="560880"/>
            </p14:xfrm>
          </p:contentPart>
        </mc:Choice>
        <mc:Fallback xmlns="">
          <p:pic>
            <p:nvPicPr>
              <p:cNvPr id="25" name="Ink 24">
                <a:extLst>
                  <a:ext uri="{FF2B5EF4-FFF2-40B4-BE49-F238E27FC236}">
                    <a16:creationId xmlns:a16="http://schemas.microsoft.com/office/drawing/2014/main" id="{4EEB8B23-A8C5-FFD1-9A05-8FA61A17EA9E}"/>
                  </a:ext>
                </a:extLst>
              </p:cNvPr>
              <p:cNvPicPr/>
              <p:nvPr/>
            </p:nvPicPr>
            <p:blipFill>
              <a:blip r:embed="rId31"/>
              <a:stretch>
                <a:fillRect/>
              </a:stretch>
            </p:blipFill>
            <p:spPr>
              <a:xfrm>
                <a:off x="8721149" y="5063674"/>
                <a:ext cx="468720" cy="596520"/>
              </a:xfrm>
              <a:prstGeom prst="rect">
                <a:avLst/>
              </a:prstGeom>
            </p:spPr>
          </p:pic>
        </mc:Fallback>
      </mc:AlternateContent>
      <p:grpSp>
        <p:nvGrpSpPr>
          <p:cNvPr id="27" name="Group 26">
            <a:extLst>
              <a:ext uri="{FF2B5EF4-FFF2-40B4-BE49-F238E27FC236}">
                <a16:creationId xmlns:a16="http://schemas.microsoft.com/office/drawing/2014/main" id="{6B54A32E-3DF6-6168-94E7-4C7753B0466E}"/>
              </a:ext>
            </a:extLst>
          </p:cNvPr>
          <p:cNvGrpSpPr/>
          <p:nvPr/>
        </p:nvGrpSpPr>
        <p:grpSpPr>
          <a:xfrm>
            <a:off x="393629" y="1848514"/>
            <a:ext cx="2606400" cy="3980880"/>
            <a:chOff x="393629" y="1848514"/>
            <a:chExt cx="2606400" cy="3980880"/>
          </a:xfrm>
        </p:grpSpPr>
        <mc:AlternateContent xmlns:mc="http://schemas.openxmlformats.org/markup-compatibility/2006" xmlns:p14="http://schemas.microsoft.com/office/powerpoint/2010/main">
          <mc:Choice Requires="p14">
            <p:contentPart p14:bwMode="auto" r:id="rId32">
              <p14:nvContentPartPr>
                <p14:cNvPr id="13" name="Ink 12">
                  <a:extLst>
                    <a:ext uri="{FF2B5EF4-FFF2-40B4-BE49-F238E27FC236}">
                      <a16:creationId xmlns:a16="http://schemas.microsoft.com/office/drawing/2014/main" id="{AC2E59E1-A998-6A76-FF7D-6D12F95A6FCF}"/>
                    </a:ext>
                  </a:extLst>
                </p14:cNvPr>
                <p14:cNvContentPartPr/>
                <p14:nvPr/>
              </p14:nvContentPartPr>
              <p14:xfrm>
                <a:off x="1931909" y="1848514"/>
                <a:ext cx="1068120" cy="303480"/>
              </p14:xfrm>
            </p:contentPart>
          </mc:Choice>
          <mc:Fallback xmlns="">
            <p:pic>
              <p:nvPicPr>
                <p:cNvPr id="13" name="Ink 12">
                  <a:extLst>
                    <a:ext uri="{FF2B5EF4-FFF2-40B4-BE49-F238E27FC236}">
                      <a16:creationId xmlns:a16="http://schemas.microsoft.com/office/drawing/2014/main" id="{AC2E59E1-A998-6A76-FF7D-6D12F95A6FCF}"/>
                    </a:ext>
                  </a:extLst>
                </p:cNvPr>
                <p:cNvPicPr/>
                <p:nvPr/>
              </p:nvPicPr>
              <p:blipFill>
                <a:blip r:embed="rId33"/>
                <a:stretch>
                  <a:fillRect/>
                </a:stretch>
              </p:blipFill>
              <p:spPr>
                <a:xfrm>
                  <a:off x="1913909" y="1830514"/>
                  <a:ext cx="1103760" cy="339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8" name="Ink 17">
                  <a:extLst>
                    <a:ext uri="{FF2B5EF4-FFF2-40B4-BE49-F238E27FC236}">
                      <a16:creationId xmlns:a16="http://schemas.microsoft.com/office/drawing/2014/main" id="{A39257FF-EFBA-1317-42AC-A464DF8AA184}"/>
                    </a:ext>
                  </a:extLst>
                </p14:cNvPr>
                <p14:cNvContentPartPr/>
                <p14:nvPr/>
              </p14:nvContentPartPr>
              <p14:xfrm>
                <a:off x="1900949" y="2844634"/>
                <a:ext cx="1063440" cy="398520"/>
              </p14:xfrm>
            </p:contentPart>
          </mc:Choice>
          <mc:Fallback xmlns="">
            <p:pic>
              <p:nvPicPr>
                <p:cNvPr id="18" name="Ink 17">
                  <a:extLst>
                    <a:ext uri="{FF2B5EF4-FFF2-40B4-BE49-F238E27FC236}">
                      <a16:creationId xmlns:a16="http://schemas.microsoft.com/office/drawing/2014/main" id="{A39257FF-EFBA-1317-42AC-A464DF8AA184}"/>
                    </a:ext>
                  </a:extLst>
                </p:cNvPr>
                <p:cNvPicPr/>
                <p:nvPr/>
              </p:nvPicPr>
              <p:blipFill>
                <a:blip r:embed="rId35"/>
                <a:stretch>
                  <a:fillRect/>
                </a:stretch>
              </p:blipFill>
              <p:spPr>
                <a:xfrm>
                  <a:off x="1883309" y="2826634"/>
                  <a:ext cx="1099080" cy="43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532F99DC-6F9D-4AD4-7DF0-CD3005638B17}"/>
                    </a:ext>
                  </a:extLst>
                </p14:cNvPr>
                <p14:cNvContentPartPr/>
                <p14:nvPr/>
              </p14:nvContentPartPr>
              <p14:xfrm>
                <a:off x="393629" y="2114554"/>
                <a:ext cx="1032480" cy="3714840"/>
              </p14:xfrm>
            </p:contentPart>
          </mc:Choice>
          <mc:Fallback xmlns="">
            <p:pic>
              <p:nvPicPr>
                <p:cNvPr id="26" name="Ink 25">
                  <a:extLst>
                    <a:ext uri="{FF2B5EF4-FFF2-40B4-BE49-F238E27FC236}">
                      <a16:creationId xmlns:a16="http://schemas.microsoft.com/office/drawing/2014/main" id="{532F99DC-6F9D-4AD4-7DF0-CD3005638B17}"/>
                    </a:ext>
                  </a:extLst>
                </p:cNvPr>
                <p:cNvPicPr/>
                <p:nvPr/>
              </p:nvPicPr>
              <p:blipFill>
                <a:blip r:embed="rId37"/>
                <a:stretch>
                  <a:fillRect/>
                </a:stretch>
              </p:blipFill>
              <p:spPr>
                <a:xfrm>
                  <a:off x="375629" y="2096554"/>
                  <a:ext cx="1068120" cy="3750480"/>
                </a:xfrm>
                <a:prstGeom prst="rect">
                  <a:avLst/>
                </a:prstGeom>
              </p:spPr>
            </p:pic>
          </mc:Fallback>
        </mc:AlternateContent>
      </p:grpSp>
      <p:grpSp>
        <p:nvGrpSpPr>
          <p:cNvPr id="30" name="Group 29">
            <a:extLst>
              <a:ext uri="{FF2B5EF4-FFF2-40B4-BE49-F238E27FC236}">
                <a16:creationId xmlns:a16="http://schemas.microsoft.com/office/drawing/2014/main" id="{C21D8AE8-0CC9-68E5-08A2-0CD3F8D94616}"/>
              </a:ext>
            </a:extLst>
          </p:cNvPr>
          <p:cNvGrpSpPr/>
          <p:nvPr/>
        </p:nvGrpSpPr>
        <p:grpSpPr>
          <a:xfrm>
            <a:off x="3621749" y="1093234"/>
            <a:ext cx="4082760" cy="106920"/>
            <a:chOff x="3621749" y="1093234"/>
            <a:chExt cx="4082760" cy="106920"/>
          </a:xfrm>
        </p:grpSpPr>
        <mc:AlternateContent xmlns:mc="http://schemas.openxmlformats.org/markup-compatibility/2006" xmlns:p14="http://schemas.microsoft.com/office/powerpoint/2010/main">
          <mc:Choice Requires="p14">
            <p:contentPart p14:bwMode="auto" r:id="rId38">
              <p14:nvContentPartPr>
                <p14:cNvPr id="28" name="Ink 27">
                  <a:extLst>
                    <a:ext uri="{FF2B5EF4-FFF2-40B4-BE49-F238E27FC236}">
                      <a16:creationId xmlns:a16="http://schemas.microsoft.com/office/drawing/2014/main" id="{1D3C8C1F-0C2E-2428-68DF-52CD99DCC6F5}"/>
                    </a:ext>
                  </a:extLst>
                </p14:cNvPr>
                <p14:cNvContentPartPr/>
                <p14:nvPr/>
              </p14:nvContentPartPr>
              <p14:xfrm>
                <a:off x="3621749" y="1104754"/>
                <a:ext cx="1201320" cy="74160"/>
              </p14:xfrm>
            </p:contentPart>
          </mc:Choice>
          <mc:Fallback xmlns="">
            <p:pic>
              <p:nvPicPr>
                <p:cNvPr id="28" name="Ink 27">
                  <a:extLst>
                    <a:ext uri="{FF2B5EF4-FFF2-40B4-BE49-F238E27FC236}">
                      <a16:creationId xmlns:a16="http://schemas.microsoft.com/office/drawing/2014/main" id="{1D3C8C1F-0C2E-2428-68DF-52CD99DCC6F5}"/>
                    </a:ext>
                  </a:extLst>
                </p:cNvPr>
                <p:cNvPicPr/>
                <p:nvPr/>
              </p:nvPicPr>
              <p:blipFill>
                <a:blip r:embed="rId39"/>
                <a:stretch>
                  <a:fillRect/>
                </a:stretch>
              </p:blipFill>
              <p:spPr>
                <a:xfrm>
                  <a:off x="3604109" y="1086754"/>
                  <a:ext cx="123696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C2C63C6F-46E1-327A-AF48-0478841DD324}"/>
                    </a:ext>
                  </a:extLst>
                </p14:cNvPr>
                <p14:cNvContentPartPr/>
                <p14:nvPr/>
              </p14:nvContentPartPr>
              <p14:xfrm>
                <a:off x="5789669" y="1093234"/>
                <a:ext cx="1914840" cy="106920"/>
              </p14:xfrm>
            </p:contentPart>
          </mc:Choice>
          <mc:Fallback xmlns="">
            <p:pic>
              <p:nvPicPr>
                <p:cNvPr id="29" name="Ink 28">
                  <a:extLst>
                    <a:ext uri="{FF2B5EF4-FFF2-40B4-BE49-F238E27FC236}">
                      <a16:creationId xmlns:a16="http://schemas.microsoft.com/office/drawing/2014/main" id="{C2C63C6F-46E1-327A-AF48-0478841DD324}"/>
                    </a:ext>
                  </a:extLst>
                </p:cNvPr>
                <p:cNvPicPr/>
                <p:nvPr/>
              </p:nvPicPr>
              <p:blipFill>
                <a:blip r:embed="rId41"/>
                <a:stretch>
                  <a:fillRect/>
                </a:stretch>
              </p:blipFill>
              <p:spPr>
                <a:xfrm>
                  <a:off x="5772029" y="1075234"/>
                  <a:ext cx="1950480" cy="14256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42">
            <p14:nvContentPartPr>
              <p14:cNvPr id="31" name="Ink 30">
                <a:extLst>
                  <a:ext uri="{FF2B5EF4-FFF2-40B4-BE49-F238E27FC236}">
                    <a16:creationId xmlns:a16="http://schemas.microsoft.com/office/drawing/2014/main" id="{9CD4C404-779C-A3A1-6432-C8F1658F19C8}"/>
                  </a:ext>
                </a:extLst>
              </p14:cNvPr>
              <p14:cNvContentPartPr/>
              <p14:nvPr/>
            </p14:nvContentPartPr>
            <p14:xfrm>
              <a:off x="4577549" y="3165754"/>
              <a:ext cx="1035360" cy="570240"/>
            </p14:xfrm>
          </p:contentPart>
        </mc:Choice>
        <mc:Fallback xmlns="">
          <p:pic>
            <p:nvPicPr>
              <p:cNvPr id="31" name="Ink 30">
                <a:extLst>
                  <a:ext uri="{FF2B5EF4-FFF2-40B4-BE49-F238E27FC236}">
                    <a16:creationId xmlns:a16="http://schemas.microsoft.com/office/drawing/2014/main" id="{9CD4C404-779C-A3A1-6432-C8F1658F19C8}"/>
                  </a:ext>
                </a:extLst>
              </p:cNvPr>
              <p:cNvPicPr/>
              <p:nvPr/>
            </p:nvPicPr>
            <p:blipFill>
              <a:blip r:embed="rId43"/>
              <a:stretch>
                <a:fillRect/>
              </a:stretch>
            </p:blipFill>
            <p:spPr>
              <a:xfrm>
                <a:off x="4573229" y="3161434"/>
                <a:ext cx="1044000" cy="57888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44">
            <p14:nvContentPartPr>
              <p14:cNvPr id="32" name="Ink 31">
                <a:extLst>
                  <a:ext uri="{FF2B5EF4-FFF2-40B4-BE49-F238E27FC236}">
                    <a16:creationId xmlns:a16="http://schemas.microsoft.com/office/drawing/2014/main" id="{3DF7842E-779E-81F2-17EB-7A718C441CE7}"/>
                  </a:ext>
                </a:extLst>
              </p14:cNvPr>
              <p14:cNvContentPartPr/>
              <p14:nvPr/>
            </p14:nvContentPartPr>
            <p14:xfrm>
              <a:off x="4555229" y="2117794"/>
              <a:ext cx="1255320" cy="567360"/>
            </p14:xfrm>
          </p:contentPart>
        </mc:Choice>
        <mc:Fallback xmlns="">
          <p:pic>
            <p:nvPicPr>
              <p:cNvPr id="32" name="Ink 31">
                <a:extLst>
                  <a:ext uri="{FF2B5EF4-FFF2-40B4-BE49-F238E27FC236}">
                    <a16:creationId xmlns:a16="http://schemas.microsoft.com/office/drawing/2014/main" id="{3DF7842E-779E-81F2-17EB-7A718C441CE7}"/>
                  </a:ext>
                </a:extLst>
              </p:cNvPr>
              <p:cNvPicPr/>
              <p:nvPr/>
            </p:nvPicPr>
            <p:blipFill>
              <a:blip r:embed="rId45"/>
              <a:stretch>
                <a:fillRect/>
              </a:stretch>
            </p:blipFill>
            <p:spPr>
              <a:xfrm>
                <a:off x="4550909" y="2113474"/>
                <a:ext cx="1263960" cy="576000"/>
              </a:xfrm>
              <a:prstGeom prst="rect">
                <a:avLst/>
              </a:prstGeom>
            </p:spPr>
          </p:pic>
        </mc:Fallback>
      </mc:AlternateContent>
    </p:spTree>
    <p:extLst>
      <p:ext uri="{BB962C8B-B14F-4D97-AF65-F5344CB8AC3E}">
        <p14:creationId xmlns:p14="http://schemas.microsoft.com/office/powerpoint/2010/main" val="113651604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B473F-8B21-BF64-CDB0-63183D5F44A6}"/>
              </a:ext>
            </a:extLst>
          </p:cNvPr>
          <p:cNvSpPr>
            <a:spLocks noGrp="1"/>
          </p:cNvSpPr>
          <p:nvPr>
            <p:ph type="title"/>
          </p:nvPr>
        </p:nvSpPr>
        <p:spPr>
          <a:xfrm>
            <a:off x="838200" y="365125"/>
            <a:ext cx="10515600" cy="712561"/>
          </a:xfrm>
        </p:spPr>
        <p:txBody>
          <a:bodyPr/>
          <a:lstStyle/>
          <a:p>
            <a:r>
              <a:rPr lang="en-US" dirty="0" err="1"/>
              <a:t>Profile.jsx</a:t>
            </a:r>
            <a:endParaRPr lang="en-US" dirty="0"/>
          </a:p>
        </p:txBody>
      </p:sp>
      <p:pic>
        <p:nvPicPr>
          <p:cNvPr id="5" name="Picture 4">
            <a:extLst>
              <a:ext uri="{FF2B5EF4-FFF2-40B4-BE49-F238E27FC236}">
                <a16:creationId xmlns:a16="http://schemas.microsoft.com/office/drawing/2014/main" id="{0ECBE1DF-E3A3-7B1F-922A-E9546D11333D}"/>
              </a:ext>
            </a:extLst>
          </p:cNvPr>
          <p:cNvPicPr>
            <a:picLocks noChangeAspect="1"/>
          </p:cNvPicPr>
          <p:nvPr/>
        </p:nvPicPr>
        <p:blipFill>
          <a:blip r:embed="rId2"/>
          <a:srcRect l="21225" r="20190"/>
          <a:stretch>
            <a:fillRect/>
          </a:stretch>
        </p:blipFill>
        <p:spPr>
          <a:xfrm>
            <a:off x="4653642" y="1077686"/>
            <a:ext cx="5731329" cy="5207708"/>
          </a:xfrm>
          <a:prstGeom prst="rect">
            <a:avLst/>
          </a:prstGeom>
        </p:spPr>
      </p:pic>
      <p:pic>
        <p:nvPicPr>
          <p:cNvPr id="7" name="Picture 6">
            <a:extLst>
              <a:ext uri="{FF2B5EF4-FFF2-40B4-BE49-F238E27FC236}">
                <a16:creationId xmlns:a16="http://schemas.microsoft.com/office/drawing/2014/main" id="{65C3EAE3-1854-205D-9E92-885F1936976C}"/>
              </a:ext>
            </a:extLst>
          </p:cNvPr>
          <p:cNvPicPr>
            <a:picLocks noChangeAspect="1"/>
          </p:cNvPicPr>
          <p:nvPr/>
        </p:nvPicPr>
        <p:blipFill>
          <a:blip r:embed="rId2"/>
          <a:srcRect r="82622" b="15876"/>
          <a:stretch>
            <a:fillRect/>
          </a:stretch>
        </p:blipFill>
        <p:spPr>
          <a:xfrm>
            <a:off x="1238250" y="954359"/>
            <a:ext cx="2116677" cy="5454363"/>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16477113-091B-6EB4-4FA1-DBFE42972835}"/>
                  </a:ext>
                </a:extLst>
              </p14:cNvPr>
              <p14:cNvContentPartPr/>
              <p14:nvPr/>
            </p14:nvContentPartPr>
            <p14:xfrm>
              <a:off x="864149" y="1132114"/>
              <a:ext cx="2423880" cy="5302800"/>
            </p14:xfrm>
          </p:contentPart>
        </mc:Choice>
        <mc:Fallback xmlns="">
          <p:pic>
            <p:nvPicPr>
              <p:cNvPr id="6" name="Ink 5">
                <a:extLst>
                  <a:ext uri="{FF2B5EF4-FFF2-40B4-BE49-F238E27FC236}">
                    <a16:creationId xmlns:a16="http://schemas.microsoft.com/office/drawing/2014/main" id="{16477113-091B-6EB4-4FA1-DBFE42972835}"/>
                  </a:ext>
                </a:extLst>
              </p:cNvPr>
              <p:cNvPicPr/>
              <p:nvPr/>
            </p:nvPicPr>
            <p:blipFill>
              <a:blip r:embed="rId4"/>
              <a:stretch>
                <a:fillRect/>
              </a:stretch>
            </p:blipFill>
            <p:spPr>
              <a:xfrm>
                <a:off x="846149" y="1114114"/>
                <a:ext cx="2459520" cy="5338440"/>
              </a:xfrm>
              <a:prstGeom prst="rect">
                <a:avLst/>
              </a:prstGeom>
            </p:spPr>
          </p:pic>
        </mc:Fallback>
      </mc:AlternateContent>
      <p:grpSp>
        <p:nvGrpSpPr>
          <p:cNvPr id="16" name="Group 15">
            <a:extLst>
              <a:ext uri="{FF2B5EF4-FFF2-40B4-BE49-F238E27FC236}">
                <a16:creationId xmlns:a16="http://schemas.microsoft.com/office/drawing/2014/main" id="{12CD9714-BC0C-01A3-D1BA-809A2A736D4E}"/>
              </a:ext>
            </a:extLst>
          </p:cNvPr>
          <p:cNvGrpSpPr/>
          <p:nvPr/>
        </p:nvGrpSpPr>
        <p:grpSpPr>
          <a:xfrm>
            <a:off x="3227549" y="65434"/>
            <a:ext cx="4587120" cy="1688040"/>
            <a:chOff x="3227549" y="65434"/>
            <a:chExt cx="4587120" cy="1688040"/>
          </a:xfrm>
        </p:grpSpPr>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AE715FB4-9218-D468-0196-942801B70BB2}"/>
                    </a:ext>
                  </a:extLst>
                </p14:cNvPr>
                <p14:cNvContentPartPr/>
                <p14:nvPr/>
              </p14:nvContentPartPr>
              <p14:xfrm>
                <a:off x="3934229" y="129154"/>
                <a:ext cx="1265400" cy="933480"/>
              </p14:xfrm>
            </p:contentPart>
          </mc:Choice>
          <mc:Fallback xmlns="">
            <p:pic>
              <p:nvPicPr>
                <p:cNvPr id="8" name="Ink 7">
                  <a:extLst>
                    <a:ext uri="{FF2B5EF4-FFF2-40B4-BE49-F238E27FC236}">
                      <a16:creationId xmlns:a16="http://schemas.microsoft.com/office/drawing/2014/main" id="{AE715FB4-9218-D468-0196-942801B70BB2}"/>
                    </a:ext>
                  </a:extLst>
                </p:cNvPr>
                <p:cNvPicPr/>
                <p:nvPr/>
              </p:nvPicPr>
              <p:blipFill>
                <a:blip r:embed="rId6"/>
                <a:stretch>
                  <a:fillRect/>
                </a:stretch>
              </p:blipFill>
              <p:spPr>
                <a:xfrm>
                  <a:off x="3916229" y="111514"/>
                  <a:ext cx="1301040" cy="969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D2DED703-8CB4-0282-15B2-6296644B44F3}"/>
                    </a:ext>
                  </a:extLst>
                </p14:cNvPr>
                <p14:cNvContentPartPr/>
                <p14:nvPr/>
              </p14:nvContentPartPr>
              <p14:xfrm>
                <a:off x="4983989" y="421834"/>
                <a:ext cx="519840" cy="369360"/>
              </p14:xfrm>
            </p:contentPart>
          </mc:Choice>
          <mc:Fallback xmlns="">
            <p:pic>
              <p:nvPicPr>
                <p:cNvPr id="9" name="Ink 8">
                  <a:extLst>
                    <a:ext uri="{FF2B5EF4-FFF2-40B4-BE49-F238E27FC236}">
                      <a16:creationId xmlns:a16="http://schemas.microsoft.com/office/drawing/2014/main" id="{D2DED703-8CB4-0282-15B2-6296644B44F3}"/>
                    </a:ext>
                  </a:extLst>
                </p:cNvPr>
                <p:cNvPicPr/>
                <p:nvPr/>
              </p:nvPicPr>
              <p:blipFill>
                <a:blip r:embed="rId8"/>
                <a:stretch>
                  <a:fillRect/>
                </a:stretch>
              </p:blipFill>
              <p:spPr>
                <a:xfrm>
                  <a:off x="4966349" y="403834"/>
                  <a:ext cx="555480" cy="405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A8CABA19-E118-F6ED-21FA-331C78EAD060}"/>
                    </a:ext>
                  </a:extLst>
                </p14:cNvPr>
                <p14:cNvContentPartPr/>
                <p14:nvPr/>
              </p14:nvContentPartPr>
              <p14:xfrm>
                <a:off x="5258669" y="341554"/>
                <a:ext cx="327240" cy="125280"/>
              </p14:xfrm>
            </p:contentPart>
          </mc:Choice>
          <mc:Fallback xmlns="">
            <p:pic>
              <p:nvPicPr>
                <p:cNvPr id="10" name="Ink 9">
                  <a:extLst>
                    <a:ext uri="{FF2B5EF4-FFF2-40B4-BE49-F238E27FC236}">
                      <a16:creationId xmlns:a16="http://schemas.microsoft.com/office/drawing/2014/main" id="{A8CABA19-E118-F6ED-21FA-331C78EAD060}"/>
                    </a:ext>
                  </a:extLst>
                </p:cNvPr>
                <p:cNvPicPr/>
                <p:nvPr/>
              </p:nvPicPr>
              <p:blipFill>
                <a:blip r:embed="rId10"/>
                <a:stretch>
                  <a:fillRect/>
                </a:stretch>
              </p:blipFill>
              <p:spPr>
                <a:xfrm>
                  <a:off x="5241029" y="323554"/>
                  <a:ext cx="3628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9D80C9EA-1C39-5C93-11C8-CAE31CE10011}"/>
                    </a:ext>
                  </a:extLst>
                </p14:cNvPr>
                <p14:cNvContentPartPr/>
                <p14:nvPr/>
              </p14:nvContentPartPr>
              <p14:xfrm>
                <a:off x="5580149" y="65434"/>
                <a:ext cx="271800" cy="290520"/>
              </p14:xfrm>
            </p:contentPart>
          </mc:Choice>
          <mc:Fallback xmlns="">
            <p:pic>
              <p:nvPicPr>
                <p:cNvPr id="11" name="Ink 10">
                  <a:extLst>
                    <a:ext uri="{FF2B5EF4-FFF2-40B4-BE49-F238E27FC236}">
                      <a16:creationId xmlns:a16="http://schemas.microsoft.com/office/drawing/2014/main" id="{9D80C9EA-1C39-5C93-11C8-CAE31CE10011}"/>
                    </a:ext>
                  </a:extLst>
                </p:cNvPr>
                <p:cNvPicPr/>
                <p:nvPr/>
              </p:nvPicPr>
              <p:blipFill>
                <a:blip r:embed="rId12"/>
                <a:stretch>
                  <a:fillRect/>
                </a:stretch>
              </p:blipFill>
              <p:spPr>
                <a:xfrm>
                  <a:off x="5562509" y="47794"/>
                  <a:ext cx="30744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99B2B74B-C917-9772-DB97-CC3051D07A8D}"/>
                    </a:ext>
                  </a:extLst>
                </p14:cNvPr>
                <p14:cNvContentPartPr/>
                <p14:nvPr/>
              </p14:nvContentPartPr>
              <p14:xfrm>
                <a:off x="5605349" y="463954"/>
                <a:ext cx="61560" cy="333000"/>
              </p14:xfrm>
            </p:contentPart>
          </mc:Choice>
          <mc:Fallback xmlns="">
            <p:pic>
              <p:nvPicPr>
                <p:cNvPr id="12" name="Ink 11">
                  <a:extLst>
                    <a:ext uri="{FF2B5EF4-FFF2-40B4-BE49-F238E27FC236}">
                      <a16:creationId xmlns:a16="http://schemas.microsoft.com/office/drawing/2014/main" id="{99B2B74B-C917-9772-DB97-CC3051D07A8D}"/>
                    </a:ext>
                  </a:extLst>
                </p:cNvPr>
                <p:cNvPicPr/>
                <p:nvPr/>
              </p:nvPicPr>
              <p:blipFill>
                <a:blip r:embed="rId14"/>
                <a:stretch>
                  <a:fillRect/>
                </a:stretch>
              </p:blipFill>
              <p:spPr>
                <a:xfrm>
                  <a:off x="5587349" y="445954"/>
                  <a:ext cx="97200" cy="368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DA984434-7140-A75F-8480-F1E55B39E264}"/>
                    </a:ext>
                  </a:extLst>
                </p14:cNvPr>
                <p14:cNvContentPartPr/>
                <p14:nvPr/>
              </p14:nvContentPartPr>
              <p14:xfrm>
                <a:off x="5800469" y="237514"/>
                <a:ext cx="1061640" cy="630000"/>
              </p14:xfrm>
            </p:contentPart>
          </mc:Choice>
          <mc:Fallback xmlns="">
            <p:pic>
              <p:nvPicPr>
                <p:cNvPr id="13" name="Ink 12">
                  <a:extLst>
                    <a:ext uri="{FF2B5EF4-FFF2-40B4-BE49-F238E27FC236}">
                      <a16:creationId xmlns:a16="http://schemas.microsoft.com/office/drawing/2014/main" id="{DA984434-7140-A75F-8480-F1E55B39E264}"/>
                    </a:ext>
                  </a:extLst>
                </p:cNvPr>
                <p:cNvPicPr/>
                <p:nvPr/>
              </p:nvPicPr>
              <p:blipFill>
                <a:blip r:embed="rId16"/>
                <a:stretch>
                  <a:fillRect/>
                </a:stretch>
              </p:blipFill>
              <p:spPr>
                <a:xfrm>
                  <a:off x="5782469" y="219514"/>
                  <a:ext cx="1097280" cy="665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5EFA9A86-FE2D-6B74-9542-50A690BAAA3F}"/>
                    </a:ext>
                  </a:extLst>
                </p14:cNvPr>
                <p14:cNvContentPartPr/>
                <p14:nvPr/>
              </p14:nvContentPartPr>
              <p14:xfrm>
                <a:off x="6893789" y="320314"/>
                <a:ext cx="920880" cy="496800"/>
              </p14:xfrm>
            </p:contentPart>
          </mc:Choice>
          <mc:Fallback xmlns="">
            <p:pic>
              <p:nvPicPr>
                <p:cNvPr id="14" name="Ink 13">
                  <a:extLst>
                    <a:ext uri="{FF2B5EF4-FFF2-40B4-BE49-F238E27FC236}">
                      <a16:creationId xmlns:a16="http://schemas.microsoft.com/office/drawing/2014/main" id="{5EFA9A86-FE2D-6B74-9542-50A690BAAA3F}"/>
                    </a:ext>
                  </a:extLst>
                </p:cNvPr>
                <p:cNvPicPr/>
                <p:nvPr/>
              </p:nvPicPr>
              <p:blipFill>
                <a:blip r:embed="rId18"/>
                <a:stretch>
                  <a:fillRect/>
                </a:stretch>
              </p:blipFill>
              <p:spPr>
                <a:xfrm>
                  <a:off x="6876149" y="302674"/>
                  <a:ext cx="956520" cy="532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BE4B795D-C5F6-71C3-C962-9BA0301E9986}"/>
                    </a:ext>
                  </a:extLst>
                </p14:cNvPr>
                <p14:cNvContentPartPr/>
                <p14:nvPr/>
              </p14:nvContentPartPr>
              <p14:xfrm>
                <a:off x="3227549" y="1015834"/>
                <a:ext cx="1046520" cy="737640"/>
              </p14:xfrm>
            </p:contentPart>
          </mc:Choice>
          <mc:Fallback xmlns="">
            <p:pic>
              <p:nvPicPr>
                <p:cNvPr id="15" name="Ink 14">
                  <a:extLst>
                    <a:ext uri="{FF2B5EF4-FFF2-40B4-BE49-F238E27FC236}">
                      <a16:creationId xmlns:a16="http://schemas.microsoft.com/office/drawing/2014/main" id="{BE4B795D-C5F6-71C3-C962-9BA0301E9986}"/>
                    </a:ext>
                  </a:extLst>
                </p:cNvPr>
                <p:cNvPicPr/>
                <p:nvPr/>
              </p:nvPicPr>
              <p:blipFill>
                <a:blip r:embed="rId20"/>
                <a:stretch>
                  <a:fillRect/>
                </a:stretch>
              </p:blipFill>
              <p:spPr>
                <a:xfrm>
                  <a:off x="3209909" y="997834"/>
                  <a:ext cx="1082160" cy="773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65" name="Ink 64">
                <a:extLst>
                  <a:ext uri="{FF2B5EF4-FFF2-40B4-BE49-F238E27FC236}">
                    <a16:creationId xmlns:a16="http://schemas.microsoft.com/office/drawing/2014/main" id="{C5FF74A1-DB46-78D4-4785-65ED05AD4553}"/>
                  </a:ext>
                </a:extLst>
              </p14:cNvPr>
              <p14:cNvContentPartPr/>
              <p14:nvPr/>
            </p14:nvContentPartPr>
            <p14:xfrm>
              <a:off x="8663909" y="1166674"/>
              <a:ext cx="31320" cy="372600"/>
            </p14:xfrm>
          </p:contentPart>
        </mc:Choice>
        <mc:Fallback xmlns="">
          <p:pic>
            <p:nvPicPr>
              <p:cNvPr id="65" name="Ink 64">
                <a:extLst>
                  <a:ext uri="{FF2B5EF4-FFF2-40B4-BE49-F238E27FC236}">
                    <a16:creationId xmlns:a16="http://schemas.microsoft.com/office/drawing/2014/main" id="{C5FF74A1-DB46-78D4-4785-65ED05AD4553}"/>
                  </a:ext>
                </a:extLst>
              </p:cNvPr>
              <p:cNvPicPr/>
              <p:nvPr/>
            </p:nvPicPr>
            <p:blipFill>
              <a:blip r:embed="rId22"/>
              <a:stretch>
                <a:fillRect/>
              </a:stretch>
            </p:blipFill>
            <p:spPr>
              <a:xfrm>
                <a:off x="8646269" y="1148674"/>
                <a:ext cx="66960" cy="408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6" name="Ink 65">
                <a:extLst>
                  <a:ext uri="{FF2B5EF4-FFF2-40B4-BE49-F238E27FC236}">
                    <a16:creationId xmlns:a16="http://schemas.microsoft.com/office/drawing/2014/main" id="{7A7794CE-4E58-C921-D840-19254C823E38}"/>
                  </a:ext>
                </a:extLst>
              </p14:cNvPr>
              <p14:cNvContentPartPr/>
              <p14:nvPr/>
            </p14:nvContentPartPr>
            <p14:xfrm>
              <a:off x="8657069" y="1095034"/>
              <a:ext cx="762480" cy="89640"/>
            </p14:xfrm>
          </p:contentPart>
        </mc:Choice>
        <mc:Fallback xmlns="">
          <p:pic>
            <p:nvPicPr>
              <p:cNvPr id="66" name="Ink 65">
                <a:extLst>
                  <a:ext uri="{FF2B5EF4-FFF2-40B4-BE49-F238E27FC236}">
                    <a16:creationId xmlns:a16="http://schemas.microsoft.com/office/drawing/2014/main" id="{7A7794CE-4E58-C921-D840-19254C823E38}"/>
                  </a:ext>
                </a:extLst>
              </p:cNvPr>
              <p:cNvPicPr/>
              <p:nvPr/>
            </p:nvPicPr>
            <p:blipFill>
              <a:blip r:embed="rId24"/>
              <a:stretch>
                <a:fillRect/>
              </a:stretch>
            </p:blipFill>
            <p:spPr>
              <a:xfrm>
                <a:off x="8639069" y="1077034"/>
                <a:ext cx="79812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7" name="Ink 66">
                <a:extLst>
                  <a:ext uri="{FF2B5EF4-FFF2-40B4-BE49-F238E27FC236}">
                    <a16:creationId xmlns:a16="http://schemas.microsoft.com/office/drawing/2014/main" id="{1F30E6E3-56C1-FADD-B333-1DC4D504FC22}"/>
                  </a:ext>
                </a:extLst>
              </p14:cNvPr>
              <p14:cNvContentPartPr/>
              <p14:nvPr/>
            </p14:nvContentPartPr>
            <p14:xfrm>
              <a:off x="8707109" y="1098634"/>
              <a:ext cx="638280" cy="427320"/>
            </p14:xfrm>
          </p:contentPart>
        </mc:Choice>
        <mc:Fallback xmlns="">
          <p:pic>
            <p:nvPicPr>
              <p:cNvPr id="67" name="Ink 66">
                <a:extLst>
                  <a:ext uri="{FF2B5EF4-FFF2-40B4-BE49-F238E27FC236}">
                    <a16:creationId xmlns:a16="http://schemas.microsoft.com/office/drawing/2014/main" id="{1F30E6E3-56C1-FADD-B333-1DC4D504FC22}"/>
                  </a:ext>
                </a:extLst>
              </p:cNvPr>
              <p:cNvPicPr/>
              <p:nvPr/>
            </p:nvPicPr>
            <p:blipFill>
              <a:blip r:embed="rId26"/>
              <a:stretch>
                <a:fillRect/>
              </a:stretch>
            </p:blipFill>
            <p:spPr>
              <a:xfrm>
                <a:off x="8689469" y="1080634"/>
                <a:ext cx="673920" cy="462960"/>
              </a:xfrm>
              <a:prstGeom prst="rect">
                <a:avLst/>
              </a:prstGeom>
            </p:spPr>
          </p:pic>
        </mc:Fallback>
      </mc:AlternateContent>
      <p:grpSp>
        <p:nvGrpSpPr>
          <p:cNvPr id="92" name="Group 91">
            <a:extLst>
              <a:ext uri="{FF2B5EF4-FFF2-40B4-BE49-F238E27FC236}">
                <a16:creationId xmlns:a16="http://schemas.microsoft.com/office/drawing/2014/main" id="{E1B8C28D-74B1-0723-5C9D-7BA1160C7DC5}"/>
              </a:ext>
            </a:extLst>
          </p:cNvPr>
          <p:cNvGrpSpPr/>
          <p:nvPr/>
        </p:nvGrpSpPr>
        <p:grpSpPr>
          <a:xfrm>
            <a:off x="9929309" y="1038874"/>
            <a:ext cx="2129040" cy="2836440"/>
            <a:chOff x="9929309" y="1038874"/>
            <a:chExt cx="2129040" cy="2836440"/>
          </a:xfrm>
        </p:grpSpPr>
        <mc:AlternateContent xmlns:mc="http://schemas.openxmlformats.org/markup-compatibility/2006" xmlns:p14="http://schemas.microsoft.com/office/powerpoint/2010/main">
          <mc:Choice Requires="p14">
            <p:contentPart p14:bwMode="auto" r:id="rId27">
              <p14:nvContentPartPr>
                <p14:cNvPr id="69" name="Ink 68">
                  <a:extLst>
                    <a:ext uri="{FF2B5EF4-FFF2-40B4-BE49-F238E27FC236}">
                      <a16:creationId xmlns:a16="http://schemas.microsoft.com/office/drawing/2014/main" id="{134444D3-7781-604C-E438-C75E0B3F4AD6}"/>
                    </a:ext>
                  </a:extLst>
                </p14:cNvPr>
                <p14:cNvContentPartPr/>
                <p14:nvPr/>
              </p14:nvContentPartPr>
              <p14:xfrm>
                <a:off x="10066109" y="1038874"/>
                <a:ext cx="229320" cy="597240"/>
              </p14:xfrm>
            </p:contentPart>
          </mc:Choice>
          <mc:Fallback xmlns="">
            <p:pic>
              <p:nvPicPr>
                <p:cNvPr id="69" name="Ink 68">
                  <a:extLst>
                    <a:ext uri="{FF2B5EF4-FFF2-40B4-BE49-F238E27FC236}">
                      <a16:creationId xmlns:a16="http://schemas.microsoft.com/office/drawing/2014/main" id="{134444D3-7781-604C-E438-C75E0B3F4AD6}"/>
                    </a:ext>
                  </a:extLst>
                </p:cNvPr>
                <p:cNvPicPr/>
                <p:nvPr/>
              </p:nvPicPr>
              <p:blipFill>
                <a:blip r:embed="rId28"/>
                <a:stretch>
                  <a:fillRect/>
                </a:stretch>
              </p:blipFill>
              <p:spPr>
                <a:xfrm>
                  <a:off x="10048109" y="1020874"/>
                  <a:ext cx="264960" cy="6328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0" name="Ink 69">
                  <a:extLst>
                    <a:ext uri="{FF2B5EF4-FFF2-40B4-BE49-F238E27FC236}">
                      <a16:creationId xmlns:a16="http://schemas.microsoft.com/office/drawing/2014/main" id="{92C0367B-14E5-CBBC-EF95-8571177DD119}"/>
                    </a:ext>
                  </a:extLst>
                </p14:cNvPr>
                <p14:cNvContentPartPr/>
                <p14:nvPr/>
              </p14:nvContentPartPr>
              <p14:xfrm>
                <a:off x="10381109" y="1214914"/>
                <a:ext cx="1523520" cy="395640"/>
              </p14:xfrm>
            </p:contentPart>
          </mc:Choice>
          <mc:Fallback xmlns="">
            <p:pic>
              <p:nvPicPr>
                <p:cNvPr id="70" name="Ink 69">
                  <a:extLst>
                    <a:ext uri="{FF2B5EF4-FFF2-40B4-BE49-F238E27FC236}">
                      <a16:creationId xmlns:a16="http://schemas.microsoft.com/office/drawing/2014/main" id="{92C0367B-14E5-CBBC-EF95-8571177DD119}"/>
                    </a:ext>
                  </a:extLst>
                </p:cNvPr>
                <p:cNvPicPr/>
                <p:nvPr/>
              </p:nvPicPr>
              <p:blipFill>
                <a:blip r:embed="rId30"/>
                <a:stretch>
                  <a:fillRect/>
                </a:stretch>
              </p:blipFill>
              <p:spPr>
                <a:xfrm>
                  <a:off x="10363109" y="1197274"/>
                  <a:ext cx="155916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1" name="Ink 70">
                  <a:extLst>
                    <a:ext uri="{FF2B5EF4-FFF2-40B4-BE49-F238E27FC236}">
                      <a16:creationId xmlns:a16="http://schemas.microsoft.com/office/drawing/2014/main" id="{517DAF48-CF51-3786-4E9F-4ABBD7E10561}"/>
                    </a:ext>
                  </a:extLst>
                </p14:cNvPr>
                <p14:cNvContentPartPr/>
                <p14:nvPr/>
              </p14:nvContentPartPr>
              <p14:xfrm>
                <a:off x="9942629" y="1800634"/>
                <a:ext cx="167400" cy="624600"/>
              </p14:xfrm>
            </p:contentPart>
          </mc:Choice>
          <mc:Fallback xmlns="">
            <p:pic>
              <p:nvPicPr>
                <p:cNvPr id="71" name="Ink 70">
                  <a:extLst>
                    <a:ext uri="{FF2B5EF4-FFF2-40B4-BE49-F238E27FC236}">
                      <a16:creationId xmlns:a16="http://schemas.microsoft.com/office/drawing/2014/main" id="{517DAF48-CF51-3786-4E9F-4ABBD7E10561}"/>
                    </a:ext>
                  </a:extLst>
                </p:cNvPr>
                <p:cNvPicPr/>
                <p:nvPr/>
              </p:nvPicPr>
              <p:blipFill>
                <a:blip r:embed="rId32"/>
                <a:stretch>
                  <a:fillRect/>
                </a:stretch>
              </p:blipFill>
              <p:spPr>
                <a:xfrm>
                  <a:off x="9924989" y="1782994"/>
                  <a:ext cx="203040" cy="6602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72" name="Ink 71">
                  <a:extLst>
                    <a:ext uri="{FF2B5EF4-FFF2-40B4-BE49-F238E27FC236}">
                      <a16:creationId xmlns:a16="http://schemas.microsoft.com/office/drawing/2014/main" id="{EBB40470-1E67-FFBD-4A76-6186CBF336C0}"/>
                    </a:ext>
                  </a:extLst>
                </p14:cNvPr>
                <p14:cNvContentPartPr/>
                <p14:nvPr/>
              </p14:nvContentPartPr>
              <p14:xfrm>
                <a:off x="10192829" y="1724314"/>
                <a:ext cx="1395000" cy="584640"/>
              </p14:xfrm>
            </p:contentPart>
          </mc:Choice>
          <mc:Fallback xmlns="">
            <p:pic>
              <p:nvPicPr>
                <p:cNvPr id="72" name="Ink 71">
                  <a:extLst>
                    <a:ext uri="{FF2B5EF4-FFF2-40B4-BE49-F238E27FC236}">
                      <a16:creationId xmlns:a16="http://schemas.microsoft.com/office/drawing/2014/main" id="{EBB40470-1E67-FFBD-4A76-6186CBF336C0}"/>
                    </a:ext>
                  </a:extLst>
                </p:cNvPr>
                <p:cNvPicPr/>
                <p:nvPr/>
              </p:nvPicPr>
              <p:blipFill>
                <a:blip r:embed="rId34"/>
                <a:stretch>
                  <a:fillRect/>
                </a:stretch>
              </p:blipFill>
              <p:spPr>
                <a:xfrm>
                  <a:off x="10175189" y="1706674"/>
                  <a:ext cx="1430640" cy="620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73" name="Ink 72">
                  <a:extLst>
                    <a:ext uri="{FF2B5EF4-FFF2-40B4-BE49-F238E27FC236}">
                      <a16:creationId xmlns:a16="http://schemas.microsoft.com/office/drawing/2014/main" id="{50B80A64-47E7-539F-03D6-00A9B32FF13F}"/>
                    </a:ext>
                  </a:extLst>
                </p14:cNvPr>
                <p14:cNvContentPartPr/>
                <p14:nvPr/>
              </p14:nvContentPartPr>
              <p14:xfrm>
                <a:off x="10458509" y="1869034"/>
                <a:ext cx="467640" cy="67680"/>
              </p14:xfrm>
            </p:contentPart>
          </mc:Choice>
          <mc:Fallback xmlns="">
            <p:pic>
              <p:nvPicPr>
                <p:cNvPr id="73" name="Ink 72">
                  <a:extLst>
                    <a:ext uri="{FF2B5EF4-FFF2-40B4-BE49-F238E27FC236}">
                      <a16:creationId xmlns:a16="http://schemas.microsoft.com/office/drawing/2014/main" id="{50B80A64-47E7-539F-03D6-00A9B32FF13F}"/>
                    </a:ext>
                  </a:extLst>
                </p:cNvPr>
                <p:cNvPicPr/>
                <p:nvPr/>
              </p:nvPicPr>
              <p:blipFill>
                <a:blip r:embed="rId36"/>
                <a:stretch>
                  <a:fillRect/>
                </a:stretch>
              </p:blipFill>
              <p:spPr>
                <a:xfrm>
                  <a:off x="10440509" y="1851034"/>
                  <a:ext cx="50328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75" name="Ink 74">
                  <a:extLst>
                    <a:ext uri="{FF2B5EF4-FFF2-40B4-BE49-F238E27FC236}">
                      <a16:creationId xmlns:a16="http://schemas.microsoft.com/office/drawing/2014/main" id="{5457AEA7-155E-23A0-D2CD-B1B27B016050}"/>
                    </a:ext>
                  </a:extLst>
                </p14:cNvPr>
                <p14:cNvContentPartPr/>
                <p14:nvPr/>
              </p14:nvContentPartPr>
              <p14:xfrm>
                <a:off x="9977189" y="2439994"/>
                <a:ext cx="152280" cy="606600"/>
              </p14:xfrm>
            </p:contentPart>
          </mc:Choice>
          <mc:Fallback xmlns="">
            <p:pic>
              <p:nvPicPr>
                <p:cNvPr id="75" name="Ink 74">
                  <a:extLst>
                    <a:ext uri="{FF2B5EF4-FFF2-40B4-BE49-F238E27FC236}">
                      <a16:creationId xmlns:a16="http://schemas.microsoft.com/office/drawing/2014/main" id="{5457AEA7-155E-23A0-D2CD-B1B27B016050}"/>
                    </a:ext>
                  </a:extLst>
                </p:cNvPr>
                <p:cNvPicPr/>
                <p:nvPr/>
              </p:nvPicPr>
              <p:blipFill>
                <a:blip r:embed="rId38"/>
                <a:stretch>
                  <a:fillRect/>
                </a:stretch>
              </p:blipFill>
              <p:spPr>
                <a:xfrm>
                  <a:off x="9959549" y="2421994"/>
                  <a:ext cx="187920" cy="6422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76" name="Ink 75">
                  <a:extLst>
                    <a:ext uri="{FF2B5EF4-FFF2-40B4-BE49-F238E27FC236}">
                      <a16:creationId xmlns:a16="http://schemas.microsoft.com/office/drawing/2014/main" id="{41C19B89-8B67-F025-A0D3-7DD8E703CCC5}"/>
                    </a:ext>
                  </a:extLst>
                </p14:cNvPr>
                <p14:cNvContentPartPr/>
                <p14:nvPr/>
              </p14:nvContentPartPr>
              <p14:xfrm>
                <a:off x="10207229" y="2477434"/>
                <a:ext cx="229680" cy="402840"/>
              </p14:xfrm>
            </p:contentPart>
          </mc:Choice>
          <mc:Fallback xmlns="">
            <p:pic>
              <p:nvPicPr>
                <p:cNvPr id="76" name="Ink 75">
                  <a:extLst>
                    <a:ext uri="{FF2B5EF4-FFF2-40B4-BE49-F238E27FC236}">
                      <a16:creationId xmlns:a16="http://schemas.microsoft.com/office/drawing/2014/main" id="{41C19B89-8B67-F025-A0D3-7DD8E703CCC5}"/>
                    </a:ext>
                  </a:extLst>
                </p:cNvPr>
                <p:cNvPicPr/>
                <p:nvPr/>
              </p:nvPicPr>
              <p:blipFill>
                <a:blip r:embed="rId40"/>
                <a:stretch>
                  <a:fillRect/>
                </a:stretch>
              </p:blipFill>
              <p:spPr>
                <a:xfrm>
                  <a:off x="10189589" y="2459794"/>
                  <a:ext cx="265320" cy="4384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77" name="Ink 76">
                  <a:extLst>
                    <a:ext uri="{FF2B5EF4-FFF2-40B4-BE49-F238E27FC236}">
                      <a16:creationId xmlns:a16="http://schemas.microsoft.com/office/drawing/2014/main" id="{2FCFD66C-3D40-028E-B727-16C30BE915DC}"/>
                    </a:ext>
                  </a:extLst>
                </p14:cNvPr>
                <p14:cNvContentPartPr/>
                <p14:nvPr/>
              </p14:nvContentPartPr>
              <p14:xfrm>
                <a:off x="10552469" y="2484994"/>
                <a:ext cx="194760" cy="383760"/>
              </p14:xfrm>
            </p:contentPart>
          </mc:Choice>
          <mc:Fallback xmlns="">
            <p:pic>
              <p:nvPicPr>
                <p:cNvPr id="77" name="Ink 76">
                  <a:extLst>
                    <a:ext uri="{FF2B5EF4-FFF2-40B4-BE49-F238E27FC236}">
                      <a16:creationId xmlns:a16="http://schemas.microsoft.com/office/drawing/2014/main" id="{2FCFD66C-3D40-028E-B727-16C30BE915DC}"/>
                    </a:ext>
                  </a:extLst>
                </p:cNvPr>
                <p:cNvPicPr/>
                <p:nvPr/>
              </p:nvPicPr>
              <p:blipFill>
                <a:blip r:embed="rId42"/>
                <a:stretch>
                  <a:fillRect/>
                </a:stretch>
              </p:blipFill>
              <p:spPr>
                <a:xfrm>
                  <a:off x="10534829" y="2467354"/>
                  <a:ext cx="23040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78" name="Ink 77">
                  <a:extLst>
                    <a:ext uri="{FF2B5EF4-FFF2-40B4-BE49-F238E27FC236}">
                      <a16:creationId xmlns:a16="http://schemas.microsoft.com/office/drawing/2014/main" id="{182DE726-A62D-9861-5E2C-8EC84F9BF20B}"/>
                    </a:ext>
                  </a:extLst>
                </p14:cNvPr>
                <p14:cNvContentPartPr/>
                <p14:nvPr/>
              </p14:nvContentPartPr>
              <p14:xfrm>
                <a:off x="10850189" y="2517034"/>
                <a:ext cx="618840" cy="311760"/>
              </p14:xfrm>
            </p:contentPart>
          </mc:Choice>
          <mc:Fallback xmlns="">
            <p:pic>
              <p:nvPicPr>
                <p:cNvPr id="78" name="Ink 77">
                  <a:extLst>
                    <a:ext uri="{FF2B5EF4-FFF2-40B4-BE49-F238E27FC236}">
                      <a16:creationId xmlns:a16="http://schemas.microsoft.com/office/drawing/2014/main" id="{182DE726-A62D-9861-5E2C-8EC84F9BF20B}"/>
                    </a:ext>
                  </a:extLst>
                </p:cNvPr>
                <p:cNvPicPr/>
                <p:nvPr/>
              </p:nvPicPr>
              <p:blipFill>
                <a:blip r:embed="rId44"/>
                <a:stretch>
                  <a:fillRect/>
                </a:stretch>
              </p:blipFill>
              <p:spPr>
                <a:xfrm>
                  <a:off x="10832189" y="2499034"/>
                  <a:ext cx="65448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79" name="Ink 78">
                  <a:extLst>
                    <a:ext uri="{FF2B5EF4-FFF2-40B4-BE49-F238E27FC236}">
                      <a16:creationId xmlns:a16="http://schemas.microsoft.com/office/drawing/2014/main" id="{57D3940D-8C01-6227-27D0-6CAC2B882A63}"/>
                    </a:ext>
                  </a:extLst>
                </p14:cNvPr>
                <p14:cNvContentPartPr/>
                <p14:nvPr/>
              </p14:nvContentPartPr>
              <p14:xfrm>
                <a:off x="11559749" y="2528554"/>
                <a:ext cx="375120" cy="264240"/>
              </p14:xfrm>
            </p:contentPart>
          </mc:Choice>
          <mc:Fallback xmlns="">
            <p:pic>
              <p:nvPicPr>
                <p:cNvPr id="79" name="Ink 78">
                  <a:extLst>
                    <a:ext uri="{FF2B5EF4-FFF2-40B4-BE49-F238E27FC236}">
                      <a16:creationId xmlns:a16="http://schemas.microsoft.com/office/drawing/2014/main" id="{57D3940D-8C01-6227-27D0-6CAC2B882A63}"/>
                    </a:ext>
                  </a:extLst>
                </p:cNvPr>
                <p:cNvPicPr/>
                <p:nvPr/>
              </p:nvPicPr>
              <p:blipFill>
                <a:blip r:embed="rId46"/>
                <a:stretch>
                  <a:fillRect/>
                </a:stretch>
              </p:blipFill>
              <p:spPr>
                <a:xfrm>
                  <a:off x="11541749" y="2510554"/>
                  <a:ext cx="410760" cy="29988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80" name="Ink 79">
                  <a:extLst>
                    <a:ext uri="{FF2B5EF4-FFF2-40B4-BE49-F238E27FC236}">
                      <a16:creationId xmlns:a16="http://schemas.microsoft.com/office/drawing/2014/main" id="{679F34E7-78DE-55E6-BE98-08C501FBE4FC}"/>
                    </a:ext>
                  </a:extLst>
                </p14:cNvPr>
                <p14:cNvContentPartPr/>
                <p14:nvPr/>
              </p14:nvContentPartPr>
              <p14:xfrm>
                <a:off x="9987989" y="3040834"/>
                <a:ext cx="208440" cy="44640"/>
              </p14:xfrm>
            </p:contentPart>
          </mc:Choice>
          <mc:Fallback xmlns="">
            <p:pic>
              <p:nvPicPr>
                <p:cNvPr id="80" name="Ink 79">
                  <a:extLst>
                    <a:ext uri="{FF2B5EF4-FFF2-40B4-BE49-F238E27FC236}">
                      <a16:creationId xmlns:a16="http://schemas.microsoft.com/office/drawing/2014/main" id="{679F34E7-78DE-55E6-BE98-08C501FBE4FC}"/>
                    </a:ext>
                  </a:extLst>
                </p:cNvPr>
                <p:cNvPicPr/>
                <p:nvPr/>
              </p:nvPicPr>
              <p:blipFill>
                <a:blip r:embed="rId48"/>
                <a:stretch>
                  <a:fillRect/>
                </a:stretch>
              </p:blipFill>
              <p:spPr>
                <a:xfrm>
                  <a:off x="9970349" y="3023194"/>
                  <a:ext cx="24408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2" name="Ink 81">
                  <a:extLst>
                    <a:ext uri="{FF2B5EF4-FFF2-40B4-BE49-F238E27FC236}">
                      <a16:creationId xmlns:a16="http://schemas.microsoft.com/office/drawing/2014/main" id="{3B9C221E-203C-B995-ABAB-7C1E66B5C3F8}"/>
                    </a:ext>
                  </a:extLst>
                </p14:cNvPr>
                <p14:cNvContentPartPr/>
                <p14:nvPr/>
              </p14:nvContentPartPr>
              <p14:xfrm>
                <a:off x="10567949" y="2897194"/>
                <a:ext cx="823320" cy="596520"/>
              </p14:xfrm>
            </p:contentPart>
          </mc:Choice>
          <mc:Fallback xmlns="">
            <p:pic>
              <p:nvPicPr>
                <p:cNvPr id="82" name="Ink 81">
                  <a:extLst>
                    <a:ext uri="{FF2B5EF4-FFF2-40B4-BE49-F238E27FC236}">
                      <a16:creationId xmlns:a16="http://schemas.microsoft.com/office/drawing/2014/main" id="{3B9C221E-203C-B995-ABAB-7C1E66B5C3F8}"/>
                    </a:ext>
                  </a:extLst>
                </p:cNvPr>
                <p:cNvPicPr/>
                <p:nvPr/>
              </p:nvPicPr>
              <p:blipFill>
                <a:blip r:embed="rId50"/>
                <a:stretch>
                  <a:fillRect/>
                </a:stretch>
              </p:blipFill>
              <p:spPr>
                <a:xfrm>
                  <a:off x="10549949" y="2879194"/>
                  <a:ext cx="858960" cy="6321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3" name="Ink 82">
                  <a:extLst>
                    <a:ext uri="{FF2B5EF4-FFF2-40B4-BE49-F238E27FC236}">
                      <a16:creationId xmlns:a16="http://schemas.microsoft.com/office/drawing/2014/main" id="{B4011C0F-814C-5B70-883E-B9788B5B49AC}"/>
                    </a:ext>
                  </a:extLst>
                </p14:cNvPr>
                <p14:cNvContentPartPr/>
                <p14:nvPr/>
              </p14:nvContentPartPr>
              <p14:xfrm>
                <a:off x="11642909" y="2945794"/>
                <a:ext cx="129600" cy="334080"/>
              </p14:xfrm>
            </p:contentPart>
          </mc:Choice>
          <mc:Fallback xmlns="">
            <p:pic>
              <p:nvPicPr>
                <p:cNvPr id="83" name="Ink 82">
                  <a:extLst>
                    <a:ext uri="{FF2B5EF4-FFF2-40B4-BE49-F238E27FC236}">
                      <a16:creationId xmlns:a16="http://schemas.microsoft.com/office/drawing/2014/main" id="{B4011C0F-814C-5B70-883E-B9788B5B49AC}"/>
                    </a:ext>
                  </a:extLst>
                </p:cNvPr>
                <p:cNvPicPr/>
                <p:nvPr/>
              </p:nvPicPr>
              <p:blipFill>
                <a:blip r:embed="rId52"/>
                <a:stretch>
                  <a:fillRect/>
                </a:stretch>
              </p:blipFill>
              <p:spPr>
                <a:xfrm>
                  <a:off x="11624909" y="2928154"/>
                  <a:ext cx="165240" cy="3697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84" name="Ink 83">
                  <a:extLst>
                    <a:ext uri="{FF2B5EF4-FFF2-40B4-BE49-F238E27FC236}">
                      <a16:creationId xmlns:a16="http://schemas.microsoft.com/office/drawing/2014/main" id="{55A92C6B-3961-4BD2-359B-F46FE81B63DC}"/>
                    </a:ext>
                  </a:extLst>
                </p14:cNvPr>
                <p14:cNvContentPartPr/>
                <p14:nvPr/>
              </p14:nvContentPartPr>
              <p14:xfrm>
                <a:off x="11641109" y="3024634"/>
                <a:ext cx="392760" cy="261720"/>
              </p14:xfrm>
            </p:contentPart>
          </mc:Choice>
          <mc:Fallback xmlns="">
            <p:pic>
              <p:nvPicPr>
                <p:cNvPr id="84" name="Ink 83">
                  <a:extLst>
                    <a:ext uri="{FF2B5EF4-FFF2-40B4-BE49-F238E27FC236}">
                      <a16:creationId xmlns:a16="http://schemas.microsoft.com/office/drawing/2014/main" id="{55A92C6B-3961-4BD2-359B-F46FE81B63DC}"/>
                    </a:ext>
                  </a:extLst>
                </p:cNvPr>
                <p:cNvPicPr/>
                <p:nvPr/>
              </p:nvPicPr>
              <p:blipFill>
                <a:blip r:embed="rId54"/>
                <a:stretch>
                  <a:fillRect/>
                </a:stretch>
              </p:blipFill>
              <p:spPr>
                <a:xfrm>
                  <a:off x="11623469" y="3006994"/>
                  <a:ext cx="42840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86" name="Ink 85">
                  <a:extLst>
                    <a:ext uri="{FF2B5EF4-FFF2-40B4-BE49-F238E27FC236}">
                      <a16:creationId xmlns:a16="http://schemas.microsoft.com/office/drawing/2014/main" id="{36329224-DA90-BB4B-5DA1-EE73FBAB0DEB}"/>
                    </a:ext>
                  </a:extLst>
                </p14:cNvPr>
                <p14:cNvContentPartPr/>
                <p14:nvPr/>
              </p14:nvContentPartPr>
              <p14:xfrm>
                <a:off x="10464629" y="3576514"/>
                <a:ext cx="702000" cy="298800"/>
              </p14:xfrm>
            </p:contentPart>
          </mc:Choice>
          <mc:Fallback xmlns="">
            <p:pic>
              <p:nvPicPr>
                <p:cNvPr id="86" name="Ink 85">
                  <a:extLst>
                    <a:ext uri="{FF2B5EF4-FFF2-40B4-BE49-F238E27FC236}">
                      <a16:creationId xmlns:a16="http://schemas.microsoft.com/office/drawing/2014/main" id="{36329224-DA90-BB4B-5DA1-EE73FBAB0DEB}"/>
                    </a:ext>
                  </a:extLst>
                </p:cNvPr>
                <p:cNvPicPr/>
                <p:nvPr/>
              </p:nvPicPr>
              <p:blipFill>
                <a:blip r:embed="rId56"/>
                <a:stretch>
                  <a:fillRect/>
                </a:stretch>
              </p:blipFill>
              <p:spPr>
                <a:xfrm>
                  <a:off x="10446629" y="3558874"/>
                  <a:ext cx="737640" cy="3344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87" name="Ink 86">
                  <a:extLst>
                    <a:ext uri="{FF2B5EF4-FFF2-40B4-BE49-F238E27FC236}">
                      <a16:creationId xmlns:a16="http://schemas.microsoft.com/office/drawing/2014/main" id="{52EB1419-86B0-022D-580D-AB3844148023}"/>
                    </a:ext>
                  </a:extLst>
                </p14:cNvPr>
                <p14:cNvContentPartPr/>
                <p14:nvPr/>
              </p14:nvContentPartPr>
              <p14:xfrm>
                <a:off x="11169869" y="3575794"/>
                <a:ext cx="123840" cy="147600"/>
              </p14:xfrm>
            </p:contentPart>
          </mc:Choice>
          <mc:Fallback xmlns="">
            <p:pic>
              <p:nvPicPr>
                <p:cNvPr id="87" name="Ink 86">
                  <a:extLst>
                    <a:ext uri="{FF2B5EF4-FFF2-40B4-BE49-F238E27FC236}">
                      <a16:creationId xmlns:a16="http://schemas.microsoft.com/office/drawing/2014/main" id="{52EB1419-86B0-022D-580D-AB3844148023}"/>
                    </a:ext>
                  </a:extLst>
                </p:cNvPr>
                <p:cNvPicPr/>
                <p:nvPr/>
              </p:nvPicPr>
              <p:blipFill>
                <a:blip r:embed="rId58"/>
                <a:stretch>
                  <a:fillRect/>
                </a:stretch>
              </p:blipFill>
              <p:spPr>
                <a:xfrm>
                  <a:off x="11152229" y="3558154"/>
                  <a:ext cx="1594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8" name="Ink 87">
                  <a:extLst>
                    <a:ext uri="{FF2B5EF4-FFF2-40B4-BE49-F238E27FC236}">
                      <a16:creationId xmlns:a16="http://schemas.microsoft.com/office/drawing/2014/main" id="{D07F6F51-7582-CC8A-DEAB-4A06AD2C0A5D}"/>
                    </a:ext>
                  </a:extLst>
                </p14:cNvPr>
                <p14:cNvContentPartPr/>
                <p14:nvPr/>
              </p14:nvContentPartPr>
              <p14:xfrm>
                <a:off x="11294069" y="3539074"/>
                <a:ext cx="550440" cy="192240"/>
              </p14:xfrm>
            </p:contentPart>
          </mc:Choice>
          <mc:Fallback xmlns="">
            <p:pic>
              <p:nvPicPr>
                <p:cNvPr id="88" name="Ink 87">
                  <a:extLst>
                    <a:ext uri="{FF2B5EF4-FFF2-40B4-BE49-F238E27FC236}">
                      <a16:creationId xmlns:a16="http://schemas.microsoft.com/office/drawing/2014/main" id="{D07F6F51-7582-CC8A-DEAB-4A06AD2C0A5D}"/>
                    </a:ext>
                  </a:extLst>
                </p:cNvPr>
                <p:cNvPicPr/>
                <p:nvPr/>
              </p:nvPicPr>
              <p:blipFill>
                <a:blip r:embed="rId60"/>
                <a:stretch>
                  <a:fillRect/>
                </a:stretch>
              </p:blipFill>
              <p:spPr>
                <a:xfrm>
                  <a:off x="11276429" y="3521074"/>
                  <a:ext cx="5860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89" name="Ink 88">
                  <a:extLst>
                    <a:ext uri="{FF2B5EF4-FFF2-40B4-BE49-F238E27FC236}">
                      <a16:creationId xmlns:a16="http://schemas.microsoft.com/office/drawing/2014/main" id="{8E0B51E6-86F8-D737-3356-9C5045DFED8C}"/>
                    </a:ext>
                  </a:extLst>
                </p14:cNvPr>
                <p14:cNvContentPartPr/>
                <p14:nvPr/>
              </p14:nvContentPartPr>
              <p14:xfrm>
                <a:off x="11587829" y="3372754"/>
                <a:ext cx="470520" cy="410040"/>
              </p14:xfrm>
            </p:contentPart>
          </mc:Choice>
          <mc:Fallback xmlns="">
            <p:pic>
              <p:nvPicPr>
                <p:cNvPr id="89" name="Ink 88">
                  <a:extLst>
                    <a:ext uri="{FF2B5EF4-FFF2-40B4-BE49-F238E27FC236}">
                      <a16:creationId xmlns:a16="http://schemas.microsoft.com/office/drawing/2014/main" id="{8E0B51E6-86F8-D737-3356-9C5045DFED8C}"/>
                    </a:ext>
                  </a:extLst>
                </p:cNvPr>
                <p:cNvPicPr/>
                <p:nvPr/>
              </p:nvPicPr>
              <p:blipFill>
                <a:blip r:embed="rId62"/>
                <a:stretch>
                  <a:fillRect/>
                </a:stretch>
              </p:blipFill>
              <p:spPr>
                <a:xfrm>
                  <a:off x="11569829" y="3354754"/>
                  <a:ext cx="50616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91" name="Ink 90">
                  <a:extLst>
                    <a:ext uri="{FF2B5EF4-FFF2-40B4-BE49-F238E27FC236}">
                      <a16:creationId xmlns:a16="http://schemas.microsoft.com/office/drawing/2014/main" id="{D6518D53-31BB-859F-964D-6BB10D276449}"/>
                    </a:ext>
                  </a:extLst>
                </p14:cNvPr>
                <p14:cNvContentPartPr/>
                <p14:nvPr/>
              </p14:nvContentPartPr>
              <p14:xfrm>
                <a:off x="9929309" y="2387434"/>
                <a:ext cx="529560" cy="776880"/>
              </p14:xfrm>
            </p:contentPart>
          </mc:Choice>
          <mc:Fallback xmlns="">
            <p:pic>
              <p:nvPicPr>
                <p:cNvPr id="91" name="Ink 90">
                  <a:extLst>
                    <a:ext uri="{FF2B5EF4-FFF2-40B4-BE49-F238E27FC236}">
                      <a16:creationId xmlns:a16="http://schemas.microsoft.com/office/drawing/2014/main" id="{D6518D53-31BB-859F-964D-6BB10D276449}"/>
                    </a:ext>
                  </a:extLst>
                </p:cNvPr>
                <p:cNvPicPr/>
                <p:nvPr/>
              </p:nvPicPr>
              <p:blipFill>
                <a:blip r:embed="rId64"/>
                <a:stretch>
                  <a:fillRect/>
                </a:stretch>
              </p:blipFill>
              <p:spPr>
                <a:xfrm>
                  <a:off x="9911669" y="2369794"/>
                  <a:ext cx="565200" cy="812520"/>
                </a:xfrm>
                <a:prstGeom prst="rect">
                  <a:avLst/>
                </a:prstGeom>
              </p:spPr>
            </p:pic>
          </mc:Fallback>
        </mc:AlternateContent>
      </p:grpSp>
      <p:grpSp>
        <p:nvGrpSpPr>
          <p:cNvPr id="99" name="Group 98">
            <a:extLst>
              <a:ext uri="{FF2B5EF4-FFF2-40B4-BE49-F238E27FC236}">
                <a16:creationId xmlns:a16="http://schemas.microsoft.com/office/drawing/2014/main" id="{04222D8D-1236-813F-AC13-79D61BF67FAD}"/>
              </a:ext>
            </a:extLst>
          </p:cNvPr>
          <p:cNvGrpSpPr/>
          <p:nvPr/>
        </p:nvGrpSpPr>
        <p:grpSpPr>
          <a:xfrm>
            <a:off x="4191989" y="1445314"/>
            <a:ext cx="2444760" cy="1513440"/>
            <a:chOff x="4191989" y="1445314"/>
            <a:chExt cx="2444760" cy="1513440"/>
          </a:xfrm>
        </p:grpSpPr>
        <mc:AlternateContent xmlns:mc="http://schemas.openxmlformats.org/markup-compatibility/2006" xmlns:p14="http://schemas.microsoft.com/office/powerpoint/2010/main">
          <mc:Choice Requires="p14">
            <p:contentPart p14:bwMode="auto" r:id="rId65">
              <p14:nvContentPartPr>
                <p14:cNvPr id="93" name="Ink 92">
                  <a:extLst>
                    <a:ext uri="{FF2B5EF4-FFF2-40B4-BE49-F238E27FC236}">
                      <a16:creationId xmlns:a16="http://schemas.microsoft.com/office/drawing/2014/main" id="{B4B0BECF-81DE-08AE-5483-95EB6689400D}"/>
                    </a:ext>
                  </a:extLst>
                </p14:cNvPr>
                <p14:cNvContentPartPr/>
                <p14:nvPr/>
              </p14:nvContentPartPr>
              <p14:xfrm>
                <a:off x="5638829" y="1445314"/>
                <a:ext cx="997920" cy="946080"/>
              </p14:xfrm>
            </p:contentPart>
          </mc:Choice>
          <mc:Fallback xmlns="">
            <p:pic>
              <p:nvPicPr>
                <p:cNvPr id="93" name="Ink 92">
                  <a:extLst>
                    <a:ext uri="{FF2B5EF4-FFF2-40B4-BE49-F238E27FC236}">
                      <a16:creationId xmlns:a16="http://schemas.microsoft.com/office/drawing/2014/main" id="{B4B0BECF-81DE-08AE-5483-95EB6689400D}"/>
                    </a:ext>
                  </a:extLst>
                </p:cNvPr>
                <p:cNvPicPr/>
                <p:nvPr/>
              </p:nvPicPr>
              <p:blipFill>
                <a:blip r:embed="rId66"/>
                <a:stretch>
                  <a:fillRect/>
                </a:stretch>
              </p:blipFill>
              <p:spPr>
                <a:xfrm>
                  <a:off x="5621189" y="1427314"/>
                  <a:ext cx="1033560" cy="9817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94" name="Ink 93">
                  <a:extLst>
                    <a:ext uri="{FF2B5EF4-FFF2-40B4-BE49-F238E27FC236}">
                      <a16:creationId xmlns:a16="http://schemas.microsoft.com/office/drawing/2014/main" id="{231339A3-EC5A-1AE1-5072-D011FA60D539}"/>
                    </a:ext>
                  </a:extLst>
                </p14:cNvPr>
                <p14:cNvContentPartPr/>
                <p14:nvPr/>
              </p14:nvContentPartPr>
              <p14:xfrm>
                <a:off x="4191989" y="2468794"/>
                <a:ext cx="212400" cy="489960"/>
              </p14:xfrm>
            </p:contentPart>
          </mc:Choice>
          <mc:Fallback xmlns="">
            <p:pic>
              <p:nvPicPr>
                <p:cNvPr id="94" name="Ink 93">
                  <a:extLst>
                    <a:ext uri="{FF2B5EF4-FFF2-40B4-BE49-F238E27FC236}">
                      <a16:creationId xmlns:a16="http://schemas.microsoft.com/office/drawing/2014/main" id="{231339A3-EC5A-1AE1-5072-D011FA60D539}"/>
                    </a:ext>
                  </a:extLst>
                </p:cNvPr>
                <p:cNvPicPr/>
                <p:nvPr/>
              </p:nvPicPr>
              <p:blipFill>
                <a:blip r:embed="rId68"/>
                <a:stretch>
                  <a:fillRect/>
                </a:stretch>
              </p:blipFill>
              <p:spPr>
                <a:xfrm>
                  <a:off x="4174349" y="2451154"/>
                  <a:ext cx="248040" cy="5256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95" name="Ink 94">
                  <a:extLst>
                    <a:ext uri="{FF2B5EF4-FFF2-40B4-BE49-F238E27FC236}">
                      <a16:creationId xmlns:a16="http://schemas.microsoft.com/office/drawing/2014/main" id="{10647D62-71F3-CBC6-C577-02A451E58806}"/>
                    </a:ext>
                  </a:extLst>
                </p14:cNvPr>
                <p14:cNvContentPartPr/>
                <p14:nvPr/>
              </p14:nvContentPartPr>
              <p14:xfrm>
                <a:off x="4268669" y="2622154"/>
                <a:ext cx="340920" cy="263880"/>
              </p14:xfrm>
            </p:contentPart>
          </mc:Choice>
          <mc:Fallback xmlns="">
            <p:pic>
              <p:nvPicPr>
                <p:cNvPr id="95" name="Ink 94">
                  <a:extLst>
                    <a:ext uri="{FF2B5EF4-FFF2-40B4-BE49-F238E27FC236}">
                      <a16:creationId xmlns:a16="http://schemas.microsoft.com/office/drawing/2014/main" id="{10647D62-71F3-CBC6-C577-02A451E58806}"/>
                    </a:ext>
                  </a:extLst>
                </p:cNvPr>
                <p:cNvPicPr/>
                <p:nvPr/>
              </p:nvPicPr>
              <p:blipFill>
                <a:blip r:embed="rId70"/>
                <a:stretch>
                  <a:fillRect/>
                </a:stretch>
              </p:blipFill>
              <p:spPr>
                <a:xfrm>
                  <a:off x="4251029" y="2604154"/>
                  <a:ext cx="37656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96" name="Ink 95">
                  <a:extLst>
                    <a:ext uri="{FF2B5EF4-FFF2-40B4-BE49-F238E27FC236}">
                      <a16:creationId xmlns:a16="http://schemas.microsoft.com/office/drawing/2014/main" id="{B7CE3635-8B10-C725-D9C0-D7BCC6F4E686}"/>
                    </a:ext>
                  </a:extLst>
                </p14:cNvPr>
                <p14:cNvContentPartPr/>
                <p14:nvPr/>
              </p14:nvContentPartPr>
              <p14:xfrm>
                <a:off x="4637669" y="2448274"/>
                <a:ext cx="1263240" cy="406440"/>
              </p14:xfrm>
            </p:contentPart>
          </mc:Choice>
          <mc:Fallback xmlns="">
            <p:pic>
              <p:nvPicPr>
                <p:cNvPr id="96" name="Ink 95">
                  <a:extLst>
                    <a:ext uri="{FF2B5EF4-FFF2-40B4-BE49-F238E27FC236}">
                      <a16:creationId xmlns:a16="http://schemas.microsoft.com/office/drawing/2014/main" id="{B7CE3635-8B10-C725-D9C0-D7BCC6F4E686}"/>
                    </a:ext>
                  </a:extLst>
                </p:cNvPr>
                <p:cNvPicPr/>
                <p:nvPr/>
              </p:nvPicPr>
              <p:blipFill>
                <a:blip r:embed="rId72"/>
                <a:stretch>
                  <a:fillRect/>
                </a:stretch>
              </p:blipFill>
              <p:spPr>
                <a:xfrm>
                  <a:off x="4619669" y="2430634"/>
                  <a:ext cx="1298880" cy="4420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7" name="Ink 96">
                  <a:extLst>
                    <a:ext uri="{FF2B5EF4-FFF2-40B4-BE49-F238E27FC236}">
                      <a16:creationId xmlns:a16="http://schemas.microsoft.com/office/drawing/2014/main" id="{CE11F90E-1166-0307-5307-FA9F9C946D27}"/>
                    </a:ext>
                  </a:extLst>
                </p14:cNvPr>
                <p14:cNvContentPartPr/>
                <p14:nvPr/>
              </p14:nvContentPartPr>
              <p14:xfrm>
                <a:off x="4952309" y="2586154"/>
                <a:ext cx="268200" cy="47520"/>
              </p14:xfrm>
            </p:contentPart>
          </mc:Choice>
          <mc:Fallback xmlns="">
            <p:pic>
              <p:nvPicPr>
                <p:cNvPr id="97" name="Ink 96">
                  <a:extLst>
                    <a:ext uri="{FF2B5EF4-FFF2-40B4-BE49-F238E27FC236}">
                      <a16:creationId xmlns:a16="http://schemas.microsoft.com/office/drawing/2014/main" id="{CE11F90E-1166-0307-5307-FA9F9C946D27}"/>
                    </a:ext>
                  </a:extLst>
                </p:cNvPr>
                <p:cNvPicPr/>
                <p:nvPr/>
              </p:nvPicPr>
              <p:blipFill>
                <a:blip r:embed="rId74"/>
                <a:stretch>
                  <a:fillRect/>
                </a:stretch>
              </p:blipFill>
              <p:spPr>
                <a:xfrm>
                  <a:off x="4934669" y="2568514"/>
                  <a:ext cx="30384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8" name="Ink 97">
                  <a:extLst>
                    <a:ext uri="{FF2B5EF4-FFF2-40B4-BE49-F238E27FC236}">
                      <a16:creationId xmlns:a16="http://schemas.microsoft.com/office/drawing/2014/main" id="{44CD58C9-F4EB-DB1B-5864-6B726AB2BA4B}"/>
                    </a:ext>
                  </a:extLst>
                </p14:cNvPr>
                <p14:cNvContentPartPr/>
                <p14:nvPr/>
              </p14:nvContentPartPr>
              <p14:xfrm>
                <a:off x="4972829" y="1993234"/>
                <a:ext cx="606240" cy="355680"/>
              </p14:xfrm>
            </p:contentPart>
          </mc:Choice>
          <mc:Fallback xmlns="">
            <p:pic>
              <p:nvPicPr>
                <p:cNvPr id="98" name="Ink 97">
                  <a:extLst>
                    <a:ext uri="{FF2B5EF4-FFF2-40B4-BE49-F238E27FC236}">
                      <a16:creationId xmlns:a16="http://schemas.microsoft.com/office/drawing/2014/main" id="{44CD58C9-F4EB-DB1B-5864-6B726AB2BA4B}"/>
                    </a:ext>
                  </a:extLst>
                </p:cNvPr>
                <p:cNvPicPr/>
                <p:nvPr/>
              </p:nvPicPr>
              <p:blipFill>
                <a:blip r:embed="rId76"/>
                <a:stretch>
                  <a:fillRect/>
                </a:stretch>
              </p:blipFill>
              <p:spPr>
                <a:xfrm>
                  <a:off x="4954829" y="1975234"/>
                  <a:ext cx="641880" cy="391320"/>
                </a:xfrm>
                <a:prstGeom prst="rect">
                  <a:avLst/>
                </a:prstGeom>
              </p:spPr>
            </p:pic>
          </mc:Fallback>
        </mc:AlternateContent>
      </p:grpSp>
      <p:grpSp>
        <p:nvGrpSpPr>
          <p:cNvPr id="102" name="Group 101">
            <a:extLst>
              <a:ext uri="{FF2B5EF4-FFF2-40B4-BE49-F238E27FC236}">
                <a16:creationId xmlns:a16="http://schemas.microsoft.com/office/drawing/2014/main" id="{470D14D8-CCD0-E5EB-D147-E38D57413738}"/>
              </a:ext>
            </a:extLst>
          </p:cNvPr>
          <p:cNvGrpSpPr/>
          <p:nvPr/>
        </p:nvGrpSpPr>
        <p:grpSpPr>
          <a:xfrm>
            <a:off x="6533069" y="3262594"/>
            <a:ext cx="810360" cy="36720"/>
            <a:chOff x="6533069" y="3262594"/>
            <a:chExt cx="810360" cy="36720"/>
          </a:xfrm>
        </p:grpSpPr>
        <mc:AlternateContent xmlns:mc="http://schemas.openxmlformats.org/markup-compatibility/2006" xmlns:p14="http://schemas.microsoft.com/office/powerpoint/2010/main">
          <mc:Choice Requires="p14">
            <p:contentPart p14:bwMode="auto" r:id="rId77">
              <p14:nvContentPartPr>
                <p14:cNvPr id="100" name="Ink 99">
                  <a:extLst>
                    <a:ext uri="{FF2B5EF4-FFF2-40B4-BE49-F238E27FC236}">
                      <a16:creationId xmlns:a16="http://schemas.microsoft.com/office/drawing/2014/main" id="{4B1EEAC1-4DE7-86A2-5ADA-8BCE262580C7}"/>
                    </a:ext>
                  </a:extLst>
                </p14:cNvPr>
                <p14:cNvContentPartPr/>
                <p14:nvPr/>
              </p14:nvContentPartPr>
              <p14:xfrm>
                <a:off x="6533069" y="3275554"/>
                <a:ext cx="316800" cy="23760"/>
              </p14:xfrm>
            </p:contentPart>
          </mc:Choice>
          <mc:Fallback xmlns="">
            <p:pic>
              <p:nvPicPr>
                <p:cNvPr id="100" name="Ink 99">
                  <a:extLst>
                    <a:ext uri="{FF2B5EF4-FFF2-40B4-BE49-F238E27FC236}">
                      <a16:creationId xmlns:a16="http://schemas.microsoft.com/office/drawing/2014/main" id="{4B1EEAC1-4DE7-86A2-5ADA-8BCE262580C7}"/>
                    </a:ext>
                  </a:extLst>
                </p:cNvPr>
                <p:cNvPicPr/>
                <p:nvPr/>
              </p:nvPicPr>
              <p:blipFill>
                <a:blip r:embed="rId78"/>
                <a:stretch>
                  <a:fillRect/>
                </a:stretch>
              </p:blipFill>
              <p:spPr>
                <a:xfrm>
                  <a:off x="6515429" y="3257914"/>
                  <a:ext cx="35244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01" name="Ink 100">
                  <a:extLst>
                    <a:ext uri="{FF2B5EF4-FFF2-40B4-BE49-F238E27FC236}">
                      <a16:creationId xmlns:a16="http://schemas.microsoft.com/office/drawing/2014/main" id="{3EB8F793-0B78-CA61-2677-E2615703FAF6}"/>
                    </a:ext>
                  </a:extLst>
                </p14:cNvPr>
                <p14:cNvContentPartPr/>
                <p14:nvPr/>
              </p14:nvContentPartPr>
              <p14:xfrm>
                <a:off x="7082429" y="3262594"/>
                <a:ext cx="261000" cy="33480"/>
              </p14:xfrm>
            </p:contentPart>
          </mc:Choice>
          <mc:Fallback xmlns="">
            <p:pic>
              <p:nvPicPr>
                <p:cNvPr id="101" name="Ink 100">
                  <a:extLst>
                    <a:ext uri="{FF2B5EF4-FFF2-40B4-BE49-F238E27FC236}">
                      <a16:creationId xmlns:a16="http://schemas.microsoft.com/office/drawing/2014/main" id="{3EB8F793-0B78-CA61-2677-E2615703FAF6}"/>
                    </a:ext>
                  </a:extLst>
                </p:cNvPr>
                <p:cNvPicPr/>
                <p:nvPr/>
              </p:nvPicPr>
              <p:blipFill>
                <a:blip r:embed="rId80"/>
                <a:stretch>
                  <a:fillRect/>
                </a:stretch>
              </p:blipFill>
              <p:spPr>
                <a:xfrm>
                  <a:off x="7064429" y="3244954"/>
                  <a:ext cx="296640" cy="69120"/>
                </a:xfrm>
                <a:prstGeom prst="rect">
                  <a:avLst/>
                </a:prstGeom>
              </p:spPr>
            </p:pic>
          </mc:Fallback>
        </mc:AlternateContent>
      </p:grpSp>
    </p:spTree>
    <p:extLst>
      <p:ext uri="{BB962C8B-B14F-4D97-AF65-F5344CB8AC3E}">
        <p14:creationId xmlns:p14="http://schemas.microsoft.com/office/powerpoint/2010/main" val="219213708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487E-E2E7-7976-082C-BD9706B258EB}"/>
              </a:ext>
            </a:extLst>
          </p:cNvPr>
          <p:cNvSpPr>
            <a:spLocks noGrp="1"/>
          </p:cNvSpPr>
          <p:nvPr>
            <p:ph type="title"/>
          </p:nvPr>
        </p:nvSpPr>
        <p:spPr>
          <a:xfrm>
            <a:off x="247649" y="65314"/>
            <a:ext cx="2509157" cy="637495"/>
          </a:xfrm>
        </p:spPr>
        <p:txBody>
          <a:bodyPr>
            <a:normAutofit fontScale="90000"/>
          </a:bodyPr>
          <a:lstStyle/>
          <a:p>
            <a:r>
              <a:rPr lang="en-US" dirty="0" err="1">
                <a:highlight>
                  <a:srgbClr val="00FFFF"/>
                </a:highlight>
              </a:rPr>
              <a:t>Profile.jsx</a:t>
            </a:r>
            <a:endParaRPr lang="en-US" dirty="0">
              <a:highlight>
                <a:srgbClr val="00FFFF"/>
              </a:highlight>
            </a:endParaRPr>
          </a:p>
        </p:txBody>
      </p:sp>
      <p:pic>
        <p:nvPicPr>
          <p:cNvPr id="5" name="Content Placeholder 4">
            <a:extLst>
              <a:ext uri="{FF2B5EF4-FFF2-40B4-BE49-F238E27FC236}">
                <a16:creationId xmlns:a16="http://schemas.microsoft.com/office/drawing/2014/main" id="{DFF22AB7-87EF-534F-ED72-C58523C8EAB5}"/>
              </a:ext>
            </a:extLst>
          </p:cNvPr>
          <p:cNvPicPr>
            <a:picLocks noGrp="1" noChangeAspect="1"/>
          </p:cNvPicPr>
          <p:nvPr>
            <p:ph idx="1"/>
          </p:nvPr>
        </p:nvPicPr>
        <p:blipFill>
          <a:blip r:embed="rId2"/>
          <a:srcRect l="805" r="34973" b="92363"/>
          <a:stretch>
            <a:fillRect/>
          </a:stretch>
        </p:blipFill>
        <p:spPr>
          <a:xfrm>
            <a:off x="178956" y="714060"/>
            <a:ext cx="4765222" cy="544627"/>
          </a:xfrm>
          <a:prstGeom prst="rect">
            <a:avLst/>
          </a:prstGeom>
        </p:spPr>
      </p:pic>
      <p:sp>
        <p:nvSpPr>
          <p:cNvPr id="6" name="TextBox 5">
            <a:extLst>
              <a:ext uri="{FF2B5EF4-FFF2-40B4-BE49-F238E27FC236}">
                <a16:creationId xmlns:a16="http://schemas.microsoft.com/office/drawing/2014/main" id="{802E10CC-5C51-6BF5-D89D-F7C1BCA2AE10}"/>
              </a:ext>
            </a:extLst>
          </p:cNvPr>
          <p:cNvSpPr txBox="1"/>
          <p:nvPr/>
        </p:nvSpPr>
        <p:spPr>
          <a:xfrm>
            <a:off x="5751083" y="49998"/>
            <a:ext cx="6193268" cy="923330"/>
          </a:xfrm>
          <a:prstGeom prst="rect">
            <a:avLst/>
          </a:prstGeom>
          <a:solidFill>
            <a:srgbClr val="00B0F0"/>
          </a:solidFill>
        </p:spPr>
        <p:txBody>
          <a:bodyPr wrap="square">
            <a:spAutoFit/>
          </a:bodyPr>
          <a:lstStyle/>
          <a:p>
            <a:pPr>
              <a:buNone/>
            </a:pPr>
            <a:r>
              <a:rPr lang="en-US" b="1" dirty="0" err="1">
                <a:latin typeface="Courier New" panose="02070309020205020404" pitchFamily="49" charset="0"/>
              </a:rPr>
              <a:t>useState</a:t>
            </a:r>
            <a:r>
              <a:rPr lang="en-US" b="1" dirty="0"/>
              <a:t> is used to store component-level states like:</a:t>
            </a:r>
          </a:p>
          <a:p>
            <a:pPr>
              <a:buFont typeface="Arial" panose="020B0604020202020204" pitchFamily="34" charset="0"/>
              <a:buChar char="•"/>
            </a:pPr>
            <a:r>
              <a:rPr lang="en-US" b="1" dirty="0" err="1">
                <a:latin typeface="Courier New" panose="02070309020205020404" pitchFamily="49" charset="0"/>
              </a:rPr>
              <a:t>activeTab</a:t>
            </a:r>
            <a:endParaRPr lang="en-US" b="1" dirty="0"/>
          </a:p>
          <a:p>
            <a:pPr>
              <a:buFont typeface="Arial" panose="020B0604020202020204" pitchFamily="34" charset="0"/>
              <a:buChar char="•"/>
            </a:pPr>
            <a:r>
              <a:rPr lang="en-US" b="1" dirty="0"/>
              <a:t>dialog open/close states (comments, followers, following</a:t>
            </a:r>
            <a:r>
              <a:rPr lang="en-US" dirty="0"/>
              <a:t>)</a:t>
            </a:r>
          </a:p>
        </p:txBody>
      </p:sp>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514E1648-D611-B5FC-7D70-D824A8E4828F}"/>
                  </a:ext>
                </a:extLst>
              </p14:cNvPr>
              <p14:cNvContentPartPr/>
              <p14:nvPr/>
            </p14:nvContentPartPr>
            <p14:xfrm>
              <a:off x="2106321" y="285621"/>
              <a:ext cx="3592800" cy="449280"/>
            </p14:xfrm>
          </p:contentPart>
        </mc:Choice>
        <mc:Fallback xmlns="">
          <p:pic>
            <p:nvPicPr>
              <p:cNvPr id="11" name="Ink 10">
                <a:extLst>
                  <a:ext uri="{FF2B5EF4-FFF2-40B4-BE49-F238E27FC236}">
                    <a16:creationId xmlns:a16="http://schemas.microsoft.com/office/drawing/2014/main" id="{514E1648-D611-B5FC-7D70-D824A8E4828F}"/>
                  </a:ext>
                </a:extLst>
              </p:cNvPr>
              <p:cNvPicPr/>
              <p:nvPr/>
            </p:nvPicPr>
            <p:blipFill>
              <a:blip r:embed="rId4"/>
              <a:stretch>
                <a:fillRect/>
              </a:stretch>
            </p:blipFill>
            <p:spPr>
              <a:xfrm>
                <a:off x="2087241" y="266901"/>
                <a:ext cx="3630600" cy="48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6C0B39F3-F16C-0A68-DF41-B5E6310FA5F1}"/>
                  </a:ext>
                </a:extLst>
              </p14:cNvPr>
              <p14:cNvContentPartPr/>
              <p14:nvPr/>
            </p14:nvContentPartPr>
            <p14:xfrm>
              <a:off x="5559801" y="211461"/>
              <a:ext cx="185040" cy="281520"/>
            </p14:xfrm>
          </p:contentPart>
        </mc:Choice>
        <mc:Fallback xmlns="">
          <p:pic>
            <p:nvPicPr>
              <p:cNvPr id="12" name="Ink 11">
                <a:extLst>
                  <a:ext uri="{FF2B5EF4-FFF2-40B4-BE49-F238E27FC236}">
                    <a16:creationId xmlns:a16="http://schemas.microsoft.com/office/drawing/2014/main" id="{6C0B39F3-F16C-0A68-DF41-B5E6310FA5F1}"/>
                  </a:ext>
                </a:extLst>
              </p:cNvPr>
              <p:cNvPicPr/>
              <p:nvPr/>
            </p:nvPicPr>
            <p:blipFill>
              <a:blip r:embed="rId6"/>
              <a:stretch>
                <a:fillRect/>
              </a:stretch>
            </p:blipFill>
            <p:spPr>
              <a:xfrm>
                <a:off x="5550801" y="202821"/>
                <a:ext cx="202680" cy="299160"/>
              </a:xfrm>
              <a:prstGeom prst="rect">
                <a:avLst/>
              </a:prstGeom>
            </p:spPr>
          </p:pic>
        </mc:Fallback>
      </mc:AlternateContent>
      <p:sp>
        <p:nvSpPr>
          <p:cNvPr id="13" name="Rectangle 12">
            <a:extLst>
              <a:ext uri="{FF2B5EF4-FFF2-40B4-BE49-F238E27FC236}">
                <a16:creationId xmlns:a16="http://schemas.microsoft.com/office/drawing/2014/main" id="{749E883D-1E9C-938B-ACB7-4647C98EFCBA}"/>
              </a:ext>
            </a:extLst>
          </p:cNvPr>
          <p:cNvSpPr/>
          <p:nvPr/>
        </p:nvSpPr>
        <p:spPr>
          <a:xfrm>
            <a:off x="1322614" y="702809"/>
            <a:ext cx="636815" cy="195262"/>
          </a:xfrm>
          <a:prstGeom prst="rect">
            <a:avLst/>
          </a:prstGeom>
          <a:noFill/>
          <a:effectLst>
            <a:glow rad="228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a16="http://schemas.microsoft.com/office/drawing/2014/main" id="{D0F3DA39-8DB5-E169-E819-BBE5DF0C7540}"/>
              </a:ext>
            </a:extLst>
          </p:cNvPr>
          <p:cNvPicPr>
            <a:picLocks noChangeAspect="1"/>
          </p:cNvPicPr>
          <p:nvPr/>
        </p:nvPicPr>
        <p:blipFill>
          <a:blip r:embed="rId7"/>
          <a:srcRect l="31156" t="8535" r="59580" b="73735"/>
          <a:stretch>
            <a:fillRect/>
          </a:stretch>
        </p:blipFill>
        <p:spPr>
          <a:xfrm>
            <a:off x="6733474" y="1022470"/>
            <a:ext cx="1028700" cy="1048104"/>
          </a:xfrm>
          <a:prstGeom prst="rect">
            <a:avLst/>
          </a:prstGeom>
        </p:spPr>
      </p:pic>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BF166074-402C-A2B8-B6C2-A81C2BBF6D29}"/>
                  </a:ext>
                </a:extLst>
              </p14:cNvPr>
              <p14:cNvContentPartPr/>
              <p14:nvPr/>
            </p14:nvContentPartPr>
            <p14:xfrm flipV="1">
              <a:off x="4805737" y="1022470"/>
              <a:ext cx="1888977" cy="236217"/>
            </p14:xfrm>
          </p:contentPart>
        </mc:Choice>
        <mc:Fallback xmlns="">
          <p:pic>
            <p:nvPicPr>
              <p:cNvPr id="15" name="Ink 14">
                <a:extLst>
                  <a:ext uri="{FF2B5EF4-FFF2-40B4-BE49-F238E27FC236}">
                    <a16:creationId xmlns:a16="http://schemas.microsoft.com/office/drawing/2014/main" id="{BF166074-402C-A2B8-B6C2-A81C2BBF6D29}"/>
                  </a:ext>
                </a:extLst>
              </p:cNvPr>
              <p:cNvPicPr/>
              <p:nvPr/>
            </p:nvPicPr>
            <p:blipFill>
              <a:blip r:embed="rId9"/>
              <a:stretch>
                <a:fillRect/>
              </a:stretch>
            </p:blipFill>
            <p:spPr>
              <a:xfrm flipV="1">
                <a:off x="4786660" y="1003414"/>
                <a:ext cx="1926411" cy="273969"/>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AF29EBAC-9329-6594-C291-FAB66F5BDE11}"/>
                  </a:ext>
                </a:extLst>
              </p14:cNvPr>
              <p14:cNvContentPartPr/>
              <p14:nvPr/>
            </p14:nvContentPartPr>
            <p14:xfrm>
              <a:off x="6462321" y="1072221"/>
              <a:ext cx="240480" cy="380880"/>
            </p14:xfrm>
          </p:contentPart>
        </mc:Choice>
        <mc:Fallback xmlns="">
          <p:pic>
            <p:nvPicPr>
              <p:cNvPr id="16" name="Ink 15">
                <a:extLst>
                  <a:ext uri="{FF2B5EF4-FFF2-40B4-BE49-F238E27FC236}">
                    <a16:creationId xmlns:a16="http://schemas.microsoft.com/office/drawing/2014/main" id="{AF29EBAC-9329-6594-C291-FAB66F5BDE11}"/>
                  </a:ext>
                </a:extLst>
              </p:cNvPr>
              <p:cNvPicPr/>
              <p:nvPr/>
            </p:nvPicPr>
            <p:blipFill>
              <a:blip r:embed="rId11"/>
              <a:stretch>
                <a:fillRect/>
              </a:stretch>
            </p:blipFill>
            <p:spPr>
              <a:xfrm>
                <a:off x="6453681" y="1063221"/>
                <a:ext cx="258120" cy="398520"/>
              </a:xfrm>
              <a:prstGeom prst="rect">
                <a:avLst/>
              </a:prstGeom>
            </p:spPr>
          </p:pic>
        </mc:Fallback>
      </mc:AlternateContent>
      <p:sp>
        <p:nvSpPr>
          <p:cNvPr id="17" name="TextBox 16">
            <a:extLst>
              <a:ext uri="{FF2B5EF4-FFF2-40B4-BE49-F238E27FC236}">
                <a16:creationId xmlns:a16="http://schemas.microsoft.com/office/drawing/2014/main" id="{9DF0B986-F024-2850-0A76-D08AB3353C00}"/>
              </a:ext>
            </a:extLst>
          </p:cNvPr>
          <p:cNvSpPr txBox="1"/>
          <p:nvPr/>
        </p:nvSpPr>
        <p:spPr>
          <a:xfrm>
            <a:off x="7617279" y="1177190"/>
            <a:ext cx="2956963" cy="369332"/>
          </a:xfrm>
          <a:prstGeom prst="rect">
            <a:avLst/>
          </a:prstGeom>
          <a:noFill/>
        </p:spPr>
        <p:txBody>
          <a:bodyPr wrap="none" rtlCol="0">
            <a:spAutoFit/>
          </a:bodyPr>
          <a:lstStyle/>
          <a:p>
            <a:r>
              <a:rPr lang="en-US" dirty="0"/>
              <a:t>This is used for profile images</a:t>
            </a:r>
          </a:p>
        </p:txBody>
      </p:sp>
      <p:sp>
        <p:nvSpPr>
          <p:cNvPr id="18" name="Rectangle 17">
            <a:extLst>
              <a:ext uri="{FF2B5EF4-FFF2-40B4-BE49-F238E27FC236}">
                <a16:creationId xmlns:a16="http://schemas.microsoft.com/office/drawing/2014/main" id="{0DCE6DEA-0498-7BA1-FB31-9C6349F5E054}"/>
              </a:ext>
            </a:extLst>
          </p:cNvPr>
          <p:cNvSpPr/>
          <p:nvPr/>
        </p:nvSpPr>
        <p:spPr>
          <a:xfrm>
            <a:off x="685799" y="1079559"/>
            <a:ext cx="1307870" cy="179128"/>
          </a:xfrm>
          <a:prstGeom prst="rect">
            <a:avLst/>
          </a:prstGeom>
          <a:noFill/>
          <a:effectLst>
            <a:glow rad="228600">
              <a:schemeClr val="accent2">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D036F40E-BE00-32BD-BBAD-2720655B1A13}"/>
              </a:ext>
            </a:extLst>
          </p:cNvPr>
          <p:cNvCxnSpPr>
            <a:cxnSpLocks/>
          </p:cNvCxnSpPr>
          <p:nvPr/>
        </p:nvCxnSpPr>
        <p:spPr>
          <a:xfrm>
            <a:off x="4362023" y="1167165"/>
            <a:ext cx="3018396" cy="1023786"/>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AF69EA3-5221-1D93-CE86-A41031DDC038}"/>
              </a:ext>
            </a:extLst>
          </p:cNvPr>
          <p:cNvSpPr txBox="1"/>
          <p:nvPr/>
        </p:nvSpPr>
        <p:spPr>
          <a:xfrm>
            <a:off x="7380419" y="2009435"/>
            <a:ext cx="4733988" cy="646331"/>
          </a:xfrm>
          <a:prstGeom prst="rect">
            <a:avLst/>
          </a:prstGeom>
          <a:solidFill>
            <a:srgbClr val="FFFF00"/>
          </a:solidFill>
        </p:spPr>
        <p:txBody>
          <a:bodyPr wrap="none" rtlCol="0">
            <a:spAutoFit/>
          </a:bodyPr>
          <a:lstStyle/>
          <a:p>
            <a:r>
              <a:rPr lang="en-US" dirty="0"/>
              <a:t>This is the custom hook(made by Master </a:t>
            </a:r>
            <a:r>
              <a:rPr lang="en-US" dirty="0" err="1"/>
              <a:t>sparsh</a:t>
            </a:r>
            <a:r>
              <a:rPr lang="en-US" dirty="0"/>
              <a:t>)</a:t>
            </a:r>
          </a:p>
          <a:p>
            <a:r>
              <a:rPr lang="en-US" dirty="0"/>
              <a:t>This hook is used for fetching the profile data</a:t>
            </a:r>
          </a:p>
        </p:txBody>
      </p:sp>
      <p:pic>
        <p:nvPicPr>
          <p:cNvPr id="23" name="Content Placeholder 4">
            <a:extLst>
              <a:ext uri="{FF2B5EF4-FFF2-40B4-BE49-F238E27FC236}">
                <a16:creationId xmlns:a16="http://schemas.microsoft.com/office/drawing/2014/main" id="{EABBDF57-F9FB-E0E7-061D-758707BB52C9}"/>
              </a:ext>
            </a:extLst>
          </p:cNvPr>
          <p:cNvPicPr>
            <a:picLocks noChangeAspect="1"/>
          </p:cNvPicPr>
          <p:nvPr/>
        </p:nvPicPr>
        <p:blipFill>
          <a:blip r:embed="rId2"/>
          <a:srcRect l="805" t="7525" r="34973" b="61928"/>
          <a:stretch>
            <a:fillRect/>
          </a:stretch>
        </p:blipFill>
        <p:spPr>
          <a:xfrm>
            <a:off x="247649" y="1379064"/>
            <a:ext cx="4765222" cy="2178296"/>
          </a:xfrm>
          <a:prstGeom prst="rect">
            <a:avLst/>
          </a:prstGeom>
        </p:spPr>
      </p:pic>
      <p:sp>
        <p:nvSpPr>
          <p:cNvPr id="24" name="Rounded Rectangle 13">
            <a:extLst>
              <a:ext uri="{FF2B5EF4-FFF2-40B4-BE49-F238E27FC236}">
                <a16:creationId xmlns:a16="http://schemas.microsoft.com/office/drawing/2014/main" id="{2F2BA752-19E8-8C33-1900-E8440164AEA7}"/>
              </a:ext>
            </a:extLst>
          </p:cNvPr>
          <p:cNvSpPr/>
          <p:nvPr/>
        </p:nvSpPr>
        <p:spPr>
          <a:xfrm>
            <a:off x="1283376" y="1386442"/>
            <a:ext cx="710293" cy="160080"/>
          </a:xfrm>
          <a:prstGeom prst="roundRect">
            <a:avLst/>
          </a:prstGeom>
          <a:noFill/>
          <a:ln w="38100">
            <a:solidFill>
              <a:srgbClr val="FFC000">
                <a:alpha val="18039"/>
              </a:srgbClr>
            </a:solidFill>
          </a:ln>
          <a:effectLst>
            <a:glow rad="635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effectLst>
                <a:glow rad="228600">
                  <a:schemeClr val="accent6">
                    <a:satMod val="175000"/>
                    <a:alpha val="40000"/>
                  </a:schemeClr>
                </a:glow>
              </a:effectLst>
            </a:endParaRPr>
          </a:p>
        </p:txBody>
      </p:sp>
      <p:sp>
        <p:nvSpPr>
          <p:cNvPr id="28" name="TextBox 27">
            <a:extLst>
              <a:ext uri="{FF2B5EF4-FFF2-40B4-BE49-F238E27FC236}">
                <a16:creationId xmlns:a16="http://schemas.microsoft.com/office/drawing/2014/main" id="{EE83E80E-F3DE-5D69-459E-F0FD9D25006E}"/>
              </a:ext>
            </a:extLst>
          </p:cNvPr>
          <p:cNvSpPr txBox="1"/>
          <p:nvPr/>
        </p:nvSpPr>
        <p:spPr>
          <a:xfrm>
            <a:off x="7380419" y="2669988"/>
            <a:ext cx="4811581" cy="646331"/>
          </a:xfrm>
          <a:prstGeom prst="rect">
            <a:avLst/>
          </a:prstGeom>
          <a:solidFill>
            <a:schemeClr val="accent1">
              <a:lumMod val="40000"/>
              <a:lumOff val="60000"/>
            </a:schemeClr>
          </a:solidFill>
        </p:spPr>
        <p:txBody>
          <a:bodyPr wrap="square" rtlCol="0">
            <a:spAutoFit/>
          </a:bodyPr>
          <a:lstStyle/>
          <a:p>
            <a:r>
              <a:rPr lang="en-US" dirty="0" err="1">
                <a:highlight>
                  <a:srgbClr val="00FF00"/>
                </a:highlight>
              </a:rPr>
              <a:t>useParams</a:t>
            </a:r>
            <a:r>
              <a:rPr lang="en-US" dirty="0">
                <a:highlight>
                  <a:srgbClr val="00FF00"/>
                </a:highlight>
              </a:rPr>
              <a:t>() </a:t>
            </a:r>
            <a:r>
              <a:rPr lang="en-US" dirty="0"/>
              <a:t>→ gets id from URL</a:t>
            </a:r>
            <a:br>
              <a:rPr lang="en-US" dirty="0"/>
            </a:br>
            <a:r>
              <a:rPr lang="en-US" dirty="0"/>
              <a:t>Example: If URL = /profile/123 → params.id = 123</a:t>
            </a:r>
          </a:p>
        </p:txBody>
      </p:sp>
      <p:cxnSp>
        <p:nvCxnSpPr>
          <p:cNvPr id="31" name="Straight Connector 30">
            <a:extLst>
              <a:ext uri="{FF2B5EF4-FFF2-40B4-BE49-F238E27FC236}">
                <a16:creationId xmlns:a16="http://schemas.microsoft.com/office/drawing/2014/main" id="{3A86CC6E-7C7B-CEC1-6395-6BA19DE6FAA2}"/>
              </a:ext>
            </a:extLst>
          </p:cNvPr>
          <p:cNvCxnSpPr>
            <a:cxnSpLocks/>
            <a:stCxn id="24" idx="3"/>
            <a:endCxn id="28" idx="1"/>
          </p:cNvCxnSpPr>
          <p:nvPr/>
        </p:nvCxnSpPr>
        <p:spPr>
          <a:xfrm>
            <a:off x="1993669" y="1466482"/>
            <a:ext cx="5386750" cy="1526672"/>
          </a:xfrm>
          <a:prstGeom prst="line">
            <a:avLst/>
          </a:prstGeom>
          <a:ln w="38100">
            <a:solidFill>
              <a:srgbClr val="FFFF00">
                <a:alpha val="50196"/>
              </a:srgbClr>
            </a:solidFill>
          </a:ln>
          <a:effectLst>
            <a:glow rad="139700">
              <a:schemeClr val="accent6">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485B03B9-8DBB-0A93-362E-3D67848F14D0}"/>
              </a:ext>
            </a:extLst>
          </p:cNvPr>
          <p:cNvCxnSpPr>
            <a:cxnSpLocks/>
          </p:cNvCxnSpPr>
          <p:nvPr/>
        </p:nvCxnSpPr>
        <p:spPr>
          <a:xfrm>
            <a:off x="3355521" y="2993153"/>
            <a:ext cx="4261758" cy="1036108"/>
          </a:xfrm>
          <a:prstGeom prst="bentConnector3">
            <a:avLst>
              <a:gd name="adj1" fmla="val 50000"/>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id="{ABEB951C-7C5C-0D45-00D0-6D226B43E92D}"/>
              </a:ext>
            </a:extLst>
          </p:cNvPr>
          <p:cNvPicPr>
            <a:picLocks noChangeAspect="1"/>
          </p:cNvPicPr>
          <p:nvPr/>
        </p:nvPicPr>
        <p:blipFill>
          <a:blip r:embed="rId12"/>
          <a:stretch>
            <a:fillRect/>
          </a:stretch>
        </p:blipFill>
        <p:spPr>
          <a:xfrm>
            <a:off x="7617279" y="3456456"/>
            <a:ext cx="4419833" cy="2089517"/>
          </a:xfrm>
          <a:prstGeom prst="rect">
            <a:avLst/>
          </a:prstGeom>
          <a:effectLst>
            <a:glow rad="101600">
              <a:schemeClr val="accent5">
                <a:satMod val="175000"/>
                <a:alpha val="40000"/>
              </a:schemeClr>
            </a:glow>
          </a:effectLst>
        </p:spPr>
      </p:pic>
      <p:pic>
        <p:nvPicPr>
          <p:cNvPr id="52" name="Picture 51">
            <a:extLst>
              <a:ext uri="{FF2B5EF4-FFF2-40B4-BE49-F238E27FC236}">
                <a16:creationId xmlns:a16="http://schemas.microsoft.com/office/drawing/2014/main" id="{13193A7D-CEE0-EC72-1551-6D0E29C05F94}"/>
              </a:ext>
            </a:extLst>
          </p:cNvPr>
          <p:cNvPicPr>
            <a:picLocks noChangeAspect="1"/>
          </p:cNvPicPr>
          <p:nvPr/>
        </p:nvPicPr>
        <p:blipFill>
          <a:blip r:embed="rId13"/>
          <a:stretch>
            <a:fillRect/>
          </a:stretch>
        </p:blipFill>
        <p:spPr>
          <a:xfrm>
            <a:off x="3925961" y="4352426"/>
            <a:ext cx="3416476" cy="2019404"/>
          </a:xfrm>
          <a:prstGeom prst="rect">
            <a:avLst/>
          </a:prstGeom>
          <a:effectLst>
            <a:glow rad="139700">
              <a:schemeClr val="accent2">
                <a:satMod val="175000"/>
                <a:alpha val="40000"/>
              </a:schemeClr>
            </a:glow>
          </a:effectLst>
        </p:spPr>
      </p:pic>
      <mc:AlternateContent xmlns:mc="http://schemas.openxmlformats.org/markup-compatibility/2006" xmlns:p14="http://schemas.microsoft.com/office/powerpoint/2010/main">
        <mc:Choice Requires="p14">
          <p:contentPart p14:bwMode="auto" r:id="rId14">
            <p14:nvContentPartPr>
              <p14:cNvPr id="60" name="Ink 59">
                <a:extLst>
                  <a:ext uri="{FF2B5EF4-FFF2-40B4-BE49-F238E27FC236}">
                    <a16:creationId xmlns:a16="http://schemas.microsoft.com/office/drawing/2014/main" id="{C73785B5-D8DE-20E0-E713-321EA79BFDEB}"/>
                  </a:ext>
                </a:extLst>
              </p14:cNvPr>
              <p14:cNvContentPartPr/>
              <p14:nvPr/>
            </p14:nvContentPartPr>
            <p14:xfrm>
              <a:off x="3853491" y="3224044"/>
              <a:ext cx="1298880" cy="1126440"/>
            </p14:xfrm>
          </p:contentPart>
        </mc:Choice>
        <mc:Fallback xmlns="">
          <p:pic>
            <p:nvPicPr>
              <p:cNvPr id="60" name="Ink 59">
                <a:extLst>
                  <a:ext uri="{FF2B5EF4-FFF2-40B4-BE49-F238E27FC236}">
                    <a16:creationId xmlns:a16="http://schemas.microsoft.com/office/drawing/2014/main" id="{C73785B5-D8DE-20E0-E713-321EA79BFDEB}"/>
                  </a:ext>
                </a:extLst>
              </p:cNvPr>
              <p:cNvPicPr/>
              <p:nvPr/>
            </p:nvPicPr>
            <p:blipFill>
              <a:blip r:embed="rId15"/>
              <a:stretch>
                <a:fillRect/>
              </a:stretch>
            </p:blipFill>
            <p:spPr>
              <a:xfrm>
                <a:off x="3835491" y="3206404"/>
                <a:ext cx="1334520" cy="1162080"/>
              </a:xfrm>
              <a:prstGeom prst="rect">
                <a:avLst/>
              </a:prstGeom>
            </p:spPr>
          </p:pic>
        </mc:Fallback>
      </mc:AlternateContent>
      <p:pic>
        <p:nvPicPr>
          <p:cNvPr id="61" name="Picture 60">
            <a:extLst>
              <a:ext uri="{FF2B5EF4-FFF2-40B4-BE49-F238E27FC236}">
                <a16:creationId xmlns:a16="http://schemas.microsoft.com/office/drawing/2014/main" id="{FD773169-2CB5-99F5-D1AC-05FB33B85359}"/>
              </a:ext>
            </a:extLst>
          </p:cNvPr>
          <p:cNvPicPr>
            <a:picLocks noChangeAspect="1"/>
          </p:cNvPicPr>
          <p:nvPr/>
        </p:nvPicPr>
        <p:blipFill>
          <a:blip r:embed="rId16"/>
          <a:srcRect l="5010" r="7007"/>
          <a:stretch>
            <a:fillRect/>
          </a:stretch>
        </p:blipFill>
        <p:spPr>
          <a:xfrm>
            <a:off x="100141" y="4429030"/>
            <a:ext cx="3550978" cy="1726161"/>
          </a:xfrm>
          <a:prstGeom prst="rect">
            <a:avLst/>
          </a:prstGeom>
          <a:effectLst>
            <a:glow rad="228600">
              <a:schemeClr val="accent6">
                <a:satMod val="175000"/>
                <a:alpha val="40000"/>
              </a:schemeClr>
            </a:glow>
          </a:effectLst>
        </p:spPr>
      </p:pic>
      <p:grpSp>
        <p:nvGrpSpPr>
          <p:cNvPr id="65" name="Group 64">
            <a:extLst>
              <a:ext uri="{FF2B5EF4-FFF2-40B4-BE49-F238E27FC236}">
                <a16:creationId xmlns:a16="http://schemas.microsoft.com/office/drawing/2014/main" id="{C52CE81C-CB56-6EEC-FA81-81DA69E85479}"/>
              </a:ext>
            </a:extLst>
          </p:cNvPr>
          <p:cNvGrpSpPr/>
          <p:nvPr/>
        </p:nvGrpSpPr>
        <p:grpSpPr>
          <a:xfrm>
            <a:off x="1067799" y="3461644"/>
            <a:ext cx="834480" cy="956880"/>
            <a:chOff x="1067799" y="3461644"/>
            <a:chExt cx="834480" cy="956880"/>
          </a:xfrm>
        </p:grpSpPr>
        <mc:AlternateContent xmlns:mc="http://schemas.openxmlformats.org/markup-compatibility/2006" xmlns:p14="http://schemas.microsoft.com/office/powerpoint/2010/main">
          <mc:Choice Requires="p14">
            <p:contentPart p14:bwMode="auto" r:id="rId17">
              <p14:nvContentPartPr>
                <p14:cNvPr id="62" name="Ink 61">
                  <a:extLst>
                    <a:ext uri="{FF2B5EF4-FFF2-40B4-BE49-F238E27FC236}">
                      <a16:creationId xmlns:a16="http://schemas.microsoft.com/office/drawing/2014/main" id="{24C11089-51F2-C3DE-E5CA-C23C4CEBFE10}"/>
                    </a:ext>
                  </a:extLst>
                </p14:cNvPr>
                <p14:cNvContentPartPr/>
                <p14:nvPr/>
              </p14:nvContentPartPr>
              <p14:xfrm>
                <a:off x="1901919" y="3526804"/>
                <a:ext cx="360" cy="360"/>
              </p14:xfrm>
            </p:contentPart>
          </mc:Choice>
          <mc:Fallback xmlns="">
            <p:pic>
              <p:nvPicPr>
                <p:cNvPr id="62" name="Ink 61">
                  <a:extLst>
                    <a:ext uri="{FF2B5EF4-FFF2-40B4-BE49-F238E27FC236}">
                      <a16:creationId xmlns:a16="http://schemas.microsoft.com/office/drawing/2014/main" id="{24C11089-51F2-C3DE-E5CA-C23C4CEBFE10}"/>
                    </a:ext>
                  </a:extLst>
                </p:cNvPr>
                <p:cNvPicPr/>
                <p:nvPr/>
              </p:nvPicPr>
              <p:blipFill>
                <a:blip r:embed="rId18"/>
                <a:stretch>
                  <a:fillRect/>
                </a:stretch>
              </p:blipFill>
              <p:spPr>
                <a:xfrm>
                  <a:off x="1884279" y="3509164"/>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3" name="Ink 62">
                  <a:extLst>
                    <a:ext uri="{FF2B5EF4-FFF2-40B4-BE49-F238E27FC236}">
                      <a16:creationId xmlns:a16="http://schemas.microsoft.com/office/drawing/2014/main" id="{67521D98-109F-0FB6-B0E0-4A7918846F8A}"/>
                    </a:ext>
                  </a:extLst>
                </p14:cNvPr>
                <p14:cNvContentPartPr/>
                <p14:nvPr/>
              </p14:nvContentPartPr>
              <p14:xfrm>
                <a:off x="1067799" y="3461644"/>
                <a:ext cx="369360" cy="956880"/>
              </p14:xfrm>
            </p:contentPart>
          </mc:Choice>
          <mc:Fallback xmlns="">
            <p:pic>
              <p:nvPicPr>
                <p:cNvPr id="63" name="Ink 62">
                  <a:extLst>
                    <a:ext uri="{FF2B5EF4-FFF2-40B4-BE49-F238E27FC236}">
                      <a16:creationId xmlns:a16="http://schemas.microsoft.com/office/drawing/2014/main" id="{67521D98-109F-0FB6-B0E0-4A7918846F8A}"/>
                    </a:ext>
                  </a:extLst>
                </p:cNvPr>
                <p:cNvPicPr/>
                <p:nvPr/>
              </p:nvPicPr>
              <p:blipFill>
                <a:blip r:embed="rId20"/>
                <a:stretch>
                  <a:fillRect/>
                </a:stretch>
              </p:blipFill>
              <p:spPr>
                <a:xfrm>
                  <a:off x="1049799" y="3443644"/>
                  <a:ext cx="405000" cy="992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4" name="Ink 63">
                  <a:extLst>
                    <a:ext uri="{FF2B5EF4-FFF2-40B4-BE49-F238E27FC236}">
                      <a16:creationId xmlns:a16="http://schemas.microsoft.com/office/drawing/2014/main" id="{04AB7D7A-FB50-C90A-287C-4DE15913AAF9}"/>
                    </a:ext>
                  </a:extLst>
                </p14:cNvPr>
                <p14:cNvContentPartPr/>
                <p14:nvPr/>
              </p14:nvContentPartPr>
              <p14:xfrm>
                <a:off x="1251039" y="4097044"/>
                <a:ext cx="366480" cy="320040"/>
              </p14:xfrm>
            </p:contentPart>
          </mc:Choice>
          <mc:Fallback xmlns="">
            <p:pic>
              <p:nvPicPr>
                <p:cNvPr id="64" name="Ink 63">
                  <a:extLst>
                    <a:ext uri="{FF2B5EF4-FFF2-40B4-BE49-F238E27FC236}">
                      <a16:creationId xmlns:a16="http://schemas.microsoft.com/office/drawing/2014/main" id="{04AB7D7A-FB50-C90A-287C-4DE15913AAF9}"/>
                    </a:ext>
                  </a:extLst>
                </p:cNvPr>
                <p:cNvPicPr/>
                <p:nvPr/>
              </p:nvPicPr>
              <p:blipFill>
                <a:blip r:embed="rId22"/>
                <a:stretch>
                  <a:fillRect/>
                </a:stretch>
              </p:blipFill>
              <p:spPr>
                <a:xfrm>
                  <a:off x="1233039" y="4079044"/>
                  <a:ext cx="402120" cy="35568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23">
            <p14:nvContentPartPr>
              <p14:cNvPr id="66" name="Ink 65">
                <a:extLst>
                  <a:ext uri="{FF2B5EF4-FFF2-40B4-BE49-F238E27FC236}">
                    <a16:creationId xmlns:a16="http://schemas.microsoft.com/office/drawing/2014/main" id="{B1FB4553-F906-4AEE-9169-E64E5B40F0D9}"/>
                  </a:ext>
                </a:extLst>
              </p14:cNvPr>
              <p14:cNvContentPartPr/>
              <p14:nvPr/>
            </p14:nvContentPartPr>
            <p14:xfrm>
              <a:off x="808239" y="3437164"/>
              <a:ext cx="3600" cy="3600"/>
            </p14:xfrm>
          </p:contentPart>
        </mc:Choice>
        <mc:Fallback xmlns="">
          <p:pic>
            <p:nvPicPr>
              <p:cNvPr id="66" name="Ink 65">
                <a:extLst>
                  <a:ext uri="{FF2B5EF4-FFF2-40B4-BE49-F238E27FC236}">
                    <a16:creationId xmlns:a16="http://schemas.microsoft.com/office/drawing/2014/main" id="{B1FB4553-F906-4AEE-9169-E64E5B40F0D9}"/>
                  </a:ext>
                </a:extLst>
              </p:cNvPr>
              <p:cNvPicPr/>
              <p:nvPr/>
            </p:nvPicPr>
            <p:blipFill>
              <a:blip r:embed="rId24"/>
              <a:stretch>
                <a:fillRect/>
              </a:stretch>
            </p:blipFill>
            <p:spPr>
              <a:xfrm>
                <a:off x="799599" y="3383164"/>
                <a:ext cx="21240" cy="111240"/>
              </a:xfrm>
              <a:prstGeom prst="rect">
                <a:avLst/>
              </a:prstGeom>
            </p:spPr>
          </p:pic>
        </mc:Fallback>
      </mc:AlternateContent>
      <p:sp>
        <p:nvSpPr>
          <p:cNvPr id="74" name="Rectangle 73">
            <a:extLst>
              <a:ext uri="{FF2B5EF4-FFF2-40B4-BE49-F238E27FC236}">
                <a16:creationId xmlns:a16="http://schemas.microsoft.com/office/drawing/2014/main" id="{7D025C6E-9089-535D-7EEC-DD9A51152667}"/>
              </a:ext>
            </a:extLst>
          </p:cNvPr>
          <p:cNvSpPr/>
          <p:nvPr/>
        </p:nvSpPr>
        <p:spPr>
          <a:xfrm>
            <a:off x="8997044" y="5910943"/>
            <a:ext cx="2947307" cy="7212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9" name="Picture 78">
            <a:extLst>
              <a:ext uri="{FF2B5EF4-FFF2-40B4-BE49-F238E27FC236}">
                <a16:creationId xmlns:a16="http://schemas.microsoft.com/office/drawing/2014/main" id="{8B3E2195-954A-4B9C-65C0-8778F6554AF8}"/>
              </a:ext>
            </a:extLst>
          </p:cNvPr>
          <p:cNvPicPr>
            <a:picLocks noChangeAspect="1"/>
          </p:cNvPicPr>
          <p:nvPr/>
        </p:nvPicPr>
        <p:blipFill>
          <a:blip r:embed="rId25"/>
          <a:stretch>
            <a:fillRect/>
          </a:stretch>
        </p:blipFill>
        <p:spPr>
          <a:xfrm>
            <a:off x="9083629" y="6034542"/>
            <a:ext cx="577880" cy="539778"/>
          </a:xfrm>
          <a:prstGeom prst="rect">
            <a:avLst/>
          </a:prstGeom>
        </p:spPr>
      </p:pic>
      <p:pic>
        <p:nvPicPr>
          <p:cNvPr id="80" name="Picture 79">
            <a:extLst>
              <a:ext uri="{FF2B5EF4-FFF2-40B4-BE49-F238E27FC236}">
                <a16:creationId xmlns:a16="http://schemas.microsoft.com/office/drawing/2014/main" id="{A421358A-EB3D-93D6-3518-B68DA1562B04}"/>
              </a:ext>
            </a:extLst>
          </p:cNvPr>
          <p:cNvPicPr>
            <a:picLocks noChangeAspect="1"/>
          </p:cNvPicPr>
          <p:nvPr/>
        </p:nvPicPr>
        <p:blipFill>
          <a:blip r:embed="rId26"/>
          <a:stretch>
            <a:fillRect/>
          </a:stretch>
        </p:blipFill>
        <p:spPr>
          <a:xfrm>
            <a:off x="9788078" y="6025016"/>
            <a:ext cx="558829" cy="539778"/>
          </a:xfrm>
          <a:prstGeom prst="rect">
            <a:avLst/>
          </a:prstGeom>
        </p:spPr>
      </p:pic>
      <p:pic>
        <p:nvPicPr>
          <p:cNvPr id="81" name="Picture 80">
            <a:extLst>
              <a:ext uri="{FF2B5EF4-FFF2-40B4-BE49-F238E27FC236}">
                <a16:creationId xmlns:a16="http://schemas.microsoft.com/office/drawing/2014/main" id="{C5478254-C02A-75B6-7337-F1A07A1733DC}"/>
              </a:ext>
            </a:extLst>
          </p:cNvPr>
          <p:cNvPicPr>
            <a:picLocks noChangeAspect="1"/>
          </p:cNvPicPr>
          <p:nvPr/>
        </p:nvPicPr>
        <p:blipFill>
          <a:blip r:embed="rId27"/>
          <a:stretch>
            <a:fillRect/>
          </a:stretch>
        </p:blipFill>
        <p:spPr>
          <a:xfrm>
            <a:off x="10452543" y="6015491"/>
            <a:ext cx="596931" cy="533427"/>
          </a:xfrm>
          <a:prstGeom prst="rect">
            <a:avLst/>
          </a:prstGeom>
        </p:spPr>
      </p:pic>
      <p:pic>
        <p:nvPicPr>
          <p:cNvPr id="82" name="Picture 81">
            <a:extLst>
              <a:ext uri="{FF2B5EF4-FFF2-40B4-BE49-F238E27FC236}">
                <a16:creationId xmlns:a16="http://schemas.microsoft.com/office/drawing/2014/main" id="{A351DE9C-8219-E0C2-E7C2-51DA08B24F14}"/>
              </a:ext>
            </a:extLst>
          </p:cNvPr>
          <p:cNvPicPr>
            <a:picLocks noChangeAspect="1"/>
          </p:cNvPicPr>
          <p:nvPr/>
        </p:nvPicPr>
        <p:blipFill>
          <a:blip r:embed="rId28"/>
          <a:stretch>
            <a:fillRect/>
          </a:stretch>
        </p:blipFill>
        <p:spPr>
          <a:xfrm>
            <a:off x="11294788" y="6015491"/>
            <a:ext cx="558829" cy="558829"/>
          </a:xfrm>
          <a:prstGeom prst="rect">
            <a:avLst/>
          </a:prstGeom>
        </p:spPr>
      </p:pic>
      <p:grpSp>
        <p:nvGrpSpPr>
          <p:cNvPr id="25" name="Group 24">
            <a:extLst>
              <a:ext uri="{FF2B5EF4-FFF2-40B4-BE49-F238E27FC236}">
                <a16:creationId xmlns:a16="http://schemas.microsoft.com/office/drawing/2014/main" id="{F2CE79E5-02DA-E1EA-ED3C-737D958D847A}"/>
              </a:ext>
            </a:extLst>
          </p:cNvPr>
          <p:cNvGrpSpPr/>
          <p:nvPr/>
        </p:nvGrpSpPr>
        <p:grpSpPr>
          <a:xfrm>
            <a:off x="4011989" y="5778558"/>
            <a:ext cx="8032320" cy="1082520"/>
            <a:chOff x="4011989" y="5778558"/>
            <a:chExt cx="8032320" cy="1082520"/>
          </a:xfrm>
        </p:grpSpPr>
        <mc:AlternateContent xmlns:mc="http://schemas.openxmlformats.org/markup-compatibility/2006" xmlns:p14="http://schemas.microsoft.com/office/powerpoint/2010/main">
          <mc:Choice Requires="p14">
            <p:contentPart p14:bwMode="auto" r:id="rId29">
              <p14:nvContentPartPr>
                <p14:cNvPr id="3" name="Ink 2">
                  <a:extLst>
                    <a:ext uri="{FF2B5EF4-FFF2-40B4-BE49-F238E27FC236}">
                      <a16:creationId xmlns:a16="http://schemas.microsoft.com/office/drawing/2014/main" id="{E6E97CDD-D1E8-C9E3-D813-161AB92226D4}"/>
                    </a:ext>
                  </a:extLst>
                </p14:cNvPr>
                <p14:cNvContentPartPr/>
                <p14:nvPr/>
              </p14:nvContentPartPr>
              <p14:xfrm>
                <a:off x="4011989" y="6355638"/>
                <a:ext cx="1207440" cy="505440"/>
              </p14:xfrm>
            </p:contentPart>
          </mc:Choice>
          <mc:Fallback xmlns="">
            <p:pic>
              <p:nvPicPr>
                <p:cNvPr id="3" name="Ink 2">
                  <a:extLst>
                    <a:ext uri="{FF2B5EF4-FFF2-40B4-BE49-F238E27FC236}">
                      <a16:creationId xmlns:a16="http://schemas.microsoft.com/office/drawing/2014/main" id="{E6E97CDD-D1E8-C9E3-D813-161AB92226D4}"/>
                    </a:ext>
                  </a:extLst>
                </p:cNvPr>
                <p:cNvPicPr/>
                <p:nvPr/>
              </p:nvPicPr>
              <p:blipFill>
                <a:blip r:embed="rId30"/>
                <a:stretch>
                  <a:fillRect/>
                </a:stretch>
              </p:blipFill>
              <p:spPr>
                <a:xfrm>
                  <a:off x="3993989" y="6337998"/>
                  <a:ext cx="1243080" cy="5410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 name="Ink 3">
                  <a:extLst>
                    <a:ext uri="{FF2B5EF4-FFF2-40B4-BE49-F238E27FC236}">
                      <a16:creationId xmlns:a16="http://schemas.microsoft.com/office/drawing/2014/main" id="{BDF68ECB-3A32-8327-761C-E623D975EFCE}"/>
                    </a:ext>
                  </a:extLst>
                </p14:cNvPr>
                <p14:cNvContentPartPr/>
                <p14:nvPr/>
              </p14:nvContentPartPr>
              <p14:xfrm>
                <a:off x="5237429" y="6384798"/>
                <a:ext cx="77040" cy="142560"/>
              </p14:xfrm>
            </p:contentPart>
          </mc:Choice>
          <mc:Fallback xmlns="">
            <p:pic>
              <p:nvPicPr>
                <p:cNvPr id="4" name="Ink 3">
                  <a:extLst>
                    <a:ext uri="{FF2B5EF4-FFF2-40B4-BE49-F238E27FC236}">
                      <a16:creationId xmlns:a16="http://schemas.microsoft.com/office/drawing/2014/main" id="{BDF68ECB-3A32-8327-761C-E623D975EFCE}"/>
                    </a:ext>
                  </a:extLst>
                </p:cNvPr>
                <p:cNvPicPr/>
                <p:nvPr/>
              </p:nvPicPr>
              <p:blipFill>
                <a:blip r:embed="rId32"/>
                <a:stretch>
                  <a:fillRect/>
                </a:stretch>
              </p:blipFill>
              <p:spPr>
                <a:xfrm>
                  <a:off x="5219789" y="6367158"/>
                  <a:ext cx="11268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7" name="Ink 6">
                  <a:extLst>
                    <a:ext uri="{FF2B5EF4-FFF2-40B4-BE49-F238E27FC236}">
                      <a16:creationId xmlns:a16="http://schemas.microsoft.com/office/drawing/2014/main" id="{5E7BEFF3-ECCB-ECAF-1B6B-FFF8286D6248}"/>
                    </a:ext>
                  </a:extLst>
                </p14:cNvPr>
                <p14:cNvContentPartPr/>
                <p14:nvPr/>
              </p14:nvContentPartPr>
              <p14:xfrm>
                <a:off x="5376389" y="6446718"/>
                <a:ext cx="270360" cy="338760"/>
              </p14:xfrm>
            </p:contentPart>
          </mc:Choice>
          <mc:Fallback xmlns="">
            <p:pic>
              <p:nvPicPr>
                <p:cNvPr id="7" name="Ink 6">
                  <a:extLst>
                    <a:ext uri="{FF2B5EF4-FFF2-40B4-BE49-F238E27FC236}">
                      <a16:creationId xmlns:a16="http://schemas.microsoft.com/office/drawing/2014/main" id="{5E7BEFF3-ECCB-ECAF-1B6B-FFF8286D6248}"/>
                    </a:ext>
                  </a:extLst>
                </p:cNvPr>
                <p:cNvPicPr/>
                <p:nvPr/>
              </p:nvPicPr>
              <p:blipFill>
                <a:blip r:embed="rId34"/>
                <a:stretch>
                  <a:fillRect/>
                </a:stretch>
              </p:blipFill>
              <p:spPr>
                <a:xfrm>
                  <a:off x="5358749" y="6428718"/>
                  <a:ext cx="306000" cy="374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8" name="Ink 7">
                  <a:extLst>
                    <a:ext uri="{FF2B5EF4-FFF2-40B4-BE49-F238E27FC236}">
                      <a16:creationId xmlns:a16="http://schemas.microsoft.com/office/drawing/2014/main" id="{CCD04AF1-75AB-E6FA-EF8A-632E7CFC12BB}"/>
                    </a:ext>
                  </a:extLst>
                </p14:cNvPr>
                <p14:cNvContentPartPr/>
                <p14:nvPr/>
              </p14:nvContentPartPr>
              <p14:xfrm>
                <a:off x="5904509" y="6311358"/>
                <a:ext cx="1435320" cy="454320"/>
              </p14:xfrm>
            </p:contentPart>
          </mc:Choice>
          <mc:Fallback xmlns="">
            <p:pic>
              <p:nvPicPr>
                <p:cNvPr id="8" name="Ink 7">
                  <a:extLst>
                    <a:ext uri="{FF2B5EF4-FFF2-40B4-BE49-F238E27FC236}">
                      <a16:creationId xmlns:a16="http://schemas.microsoft.com/office/drawing/2014/main" id="{CCD04AF1-75AB-E6FA-EF8A-632E7CFC12BB}"/>
                    </a:ext>
                  </a:extLst>
                </p:cNvPr>
                <p:cNvPicPr/>
                <p:nvPr/>
              </p:nvPicPr>
              <p:blipFill>
                <a:blip r:embed="rId36"/>
                <a:stretch>
                  <a:fillRect/>
                </a:stretch>
              </p:blipFill>
              <p:spPr>
                <a:xfrm>
                  <a:off x="5886869" y="6293358"/>
                  <a:ext cx="1470960" cy="489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9" name="Ink 8">
                  <a:extLst>
                    <a:ext uri="{FF2B5EF4-FFF2-40B4-BE49-F238E27FC236}">
                      <a16:creationId xmlns:a16="http://schemas.microsoft.com/office/drawing/2014/main" id="{F07AB9B3-6E67-6FE7-49E0-E9AA2C8CCCCC}"/>
                    </a:ext>
                  </a:extLst>
                </p14:cNvPr>
                <p14:cNvContentPartPr/>
                <p14:nvPr/>
              </p14:nvContentPartPr>
              <p14:xfrm>
                <a:off x="7160909" y="6464718"/>
                <a:ext cx="369720" cy="142200"/>
              </p14:xfrm>
            </p:contentPart>
          </mc:Choice>
          <mc:Fallback xmlns="">
            <p:pic>
              <p:nvPicPr>
                <p:cNvPr id="9" name="Ink 8">
                  <a:extLst>
                    <a:ext uri="{FF2B5EF4-FFF2-40B4-BE49-F238E27FC236}">
                      <a16:creationId xmlns:a16="http://schemas.microsoft.com/office/drawing/2014/main" id="{F07AB9B3-6E67-6FE7-49E0-E9AA2C8CCCCC}"/>
                    </a:ext>
                  </a:extLst>
                </p:cNvPr>
                <p:cNvPicPr/>
                <p:nvPr/>
              </p:nvPicPr>
              <p:blipFill>
                <a:blip r:embed="rId38"/>
                <a:stretch>
                  <a:fillRect/>
                </a:stretch>
              </p:blipFill>
              <p:spPr>
                <a:xfrm>
                  <a:off x="7143269" y="6446718"/>
                  <a:ext cx="4053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0" name="Ink 19">
                  <a:extLst>
                    <a:ext uri="{FF2B5EF4-FFF2-40B4-BE49-F238E27FC236}">
                      <a16:creationId xmlns:a16="http://schemas.microsoft.com/office/drawing/2014/main" id="{7F14BBDE-1B9E-72E4-984B-A7000733C1E8}"/>
                    </a:ext>
                  </a:extLst>
                </p14:cNvPr>
                <p14:cNvContentPartPr/>
                <p14:nvPr/>
              </p14:nvContentPartPr>
              <p14:xfrm>
                <a:off x="7663829" y="6302718"/>
                <a:ext cx="1230120" cy="287280"/>
              </p14:xfrm>
            </p:contentPart>
          </mc:Choice>
          <mc:Fallback xmlns="">
            <p:pic>
              <p:nvPicPr>
                <p:cNvPr id="20" name="Ink 19">
                  <a:extLst>
                    <a:ext uri="{FF2B5EF4-FFF2-40B4-BE49-F238E27FC236}">
                      <a16:creationId xmlns:a16="http://schemas.microsoft.com/office/drawing/2014/main" id="{7F14BBDE-1B9E-72E4-984B-A7000733C1E8}"/>
                    </a:ext>
                  </a:extLst>
                </p:cNvPr>
                <p:cNvPicPr/>
                <p:nvPr/>
              </p:nvPicPr>
              <p:blipFill>
                <a:blip r:embed="rId40"/>
                <a:stretch>
                  <a:fillRect/>
                </a:stretch>
              </p:blipFill>
              <p:spPr>
                <a:xfrm>
                  <a:off x="7646189" y="6285078"/>
                  <a:ext cx="1265760" cy="3229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2" name="Ink 21">
                  <a:extLst>
                    <a:ext uri="{FF2B5EF4-FFF2-40B4-BE49-F238E27FC236}">
                      <a16:creationId xmlns:a16="http://schemas.microsoft.com/office/drawing/2014/main" id="{26B5EAD2-D9AC-AF21-4B5D-243988666722}"/>
                    </a:ext>
                  </a:extLst>
                </p14:cNvPr>
                <p14:cNvContentPartPr/>
                <p14:nvPr/>
              </p14:nvContentPartPr>
              <p14:xfrm>
                <a:off x="8707109" y="5778558"/>
                <a:ext cx="3337200" cy="969840"/>
              </p14:xfrm>
            </p:contentPart>
          </mc:Choice>
          <mc:Fallback xmlns="">
            <p:pic>
              <p:nvPicPr>
                <p:cNvPr id="22" name="Ink 21">
                  <a:extLst>
                    <a:ext uri="{FF2B5EF4-FFF2-40B4-BE49-F238E27FC236}">
                      <a16:creationId xmlns:a16="http://schemas.microsoft.com/office/drawing/2014/main" id="{26B5EAD2-D9AC-AF21-4B5D-243988666722}"/>
                    </a:ext>
                  </a:extLst>
                </p:cNvPr>
                <p:cNvPicPr/>
                <p:nvPr/>
              </p:nvPicPr>
              <p:blipFill>
                <a:blip r:embed="rId42"/>
                <a:stretch>
                  <a:fillRect/>
                </a:stretch>
              </p:blipFill>
              <p:spPr>
                <a:xfrm>
                  <a:off x="8689109" y="5760558"/>
                  <a:ext cx="3372840" cy="1005480"/>
                </a:xfrm>
                <a:prstGeom prst="rect">
                  <a:avLst/>
                </a:prstGeom>
              </p:spPr>
            </p:pic>
          </mc:Fallback>
        </mc:AlternateContent>
      </p:grpSp>
      <p:grpSp>
        <p:nvGrpSpPr>
          <p:cNvPr id="38" name="Group 37">
            <a:extLst>
              <a:ext uri="{FF2B5EF4-FFF2-40B4-BE49-F238E27FC236}">
                <a16:creationId xmlns:a16="http://schemas.microsoft.com/office/drawing/2014/main" id="{55270CE2-DB49-C55B-2321-557CA168F2FF}"/>
              </a:ext>
            </a:extLst>
          </p:cNvPr>
          <p:cNvGrpSpPr/>
          <p:nvPr/>
        </p:nvGrpSpPr>
        <p:grpSpPr>
          <a:xfrm>
            <a:off x="230549" y="6253038"/>
            <a:ext cx="3532320" cy="659880"/>
            <a:chOff x="230549" y="6253038"/>
            <a:chExt cx="3532320" cy="659880"/>
          </a:xfrm>
        </p:grpSpPr>
        <mc:AlternateContent xmlns:mc="http://schemas.openxmlformats.org/markup-compatibility/2006" xmlns:p14="http://schemas.microsoft.com/office/powerpoint/2010/main">
          <mc:Choice Requires="p14">
            <p:contentPart p14:bwMode="auto" r:id="rId43">
              <p14:nvContentPartPr>
                <p14:cNvPr id="34" name="Ink 33">
                  <a:extLst>
                    <a:ext uri="{FF2B5EF4-FFF2-40B4-BE49-F238E27FC236}">
                      <a16:creationId xmlns:a16="http://schemas.microsoft.com/office/drawing/2014/main" id="{222F7BA0-E5A0-12BC-F638-15A96DC91E47}"/>
                    </a:ext>
                  </a:extLst>
                </p14:cNvPr>
                <p14:cNvContentPartPr/>
                <p14:nvPr/>
              </p14:nvContentPartPr>
              <p14:xfrm>
                <a:off x="230549" y="6629238"/>
                <a:ext cx="260640" cy="175320"/>
              </p14:xfrm>
            </p:contentPart>
          </mc:Choice>
          <mc:Fallback xmlns="">
            <p:pic>
              <p:nvPicPr>
                <p:cNvPr id="34" name="Ink 33">
                  <a:extLst>
                    <a:ext uri="{FF2B5EF4-FFF2-40B4-BE49-F238E27FC236}">
                      <a16:creationId xmlns:a16="http://schemas.microsoft.com/office/drawing/2014/main" id="{222F7BA0-E5A0-12BC-F638-15A96DC91E47}"/>
                    </a:ext>
                  </a:extLst>
                </p:cNvPr>
                <p:cNvPicPr/>
                <p:nvPr/>
              </p:nvPicPr>
              <p:blipFill>
                <a:blip r:embed="rId44"/>
                <a:stretch>
                  <a:fillRect/>
                </a:stretch>
              </p:blipFill>
              <p:spPr>
                <a:xfrm>
                  <a:off x="212909" y="6611238"/>
                  <a:ext cx="29628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5" name="Ink 34">
                  <a:extLst>
                    <a:ext uri="{FF2B5EF4-FFF2-40B4-BE49-F238E27FC236}">
                      <a16:creationId xmlns:a16="http://schemas.microsoft.com/office/drawing/2014/main" id="{A130DA75-79CD-06BA-B025-C1359950B4F9}"/>
                    </a:ext>
                  </a:extLst>
                </p14:cNvPr>
                <p14:cNvContentPartPr/>
                <p14:nvPr/>
              </p14:nvContentPartPr>
              <p14:xfrm>
                <a:off x="468149" y="6391998"/>
                <a:ext cx="113400" cy="86760"/>
              </p14:xfrm>
            </p:contentPart>
          </mc:Choice>
          <mc:Fallback xmlns="">
            <p:pic>
              <p:nvPicPr>
                <p:cNvPr id="35" name="Ink 34">
                  <a:extLst>
                    <a:ext uri="{FF2B5EF4-FFF2-40B4-BE49-F238E27FC236}">
                      <a16:creationId xmlns:a16="http://schemas.microsoft.com/office/drawing/2014/main" id="{A130DA75-79CD-06BA-B025-C1359950B4F9}"/>
                    </a:ext>
                  </a:extLst>
                </p:cNvPr>
                <p:cNvPicPr/>
                <p:nvPr/>
              </p:nvPicPr>
              <p:blipFill>
                <a:blip r:embed="rId46"/>
                <a:stretch>
                  <a:fillRect/>
                </a:stretch>
              </p:blipFill>
              <p:spPr>
                <a:xfrm>
                  <a:off x="450509" y="6373998"/>
                  <a:ext cx="1490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6" name="Ink 35">
                  <a:extLst>
                    <a:ext uri="{FF2B5EF4-FFF2-40B4-BE49-F238E27FC236}">
                      <a16:creationId xmlns:a16="http://schemas.microsoft.com/office/drawing/2014/main" id="{9C67E9D7-AE4E-E38B-E5B5-B270A2044308}"/>
                    </a:ext>
                  </a:extLst>
                </p14:cNvPr>
                <p14:cNvContentPartPr/>
                <p14:nvPr/>
              </p14:nvContentPartPr>
              <p14:xfrm>
                <a:off x="538709" y="6430158"/>
                <a:ext cx="1558800" cy="376560"/>
              </p14:xfrm>
            </p:contentPart>
          </mc:Choice>
          <mc:Fallback xmlns="">
            <p:pic>
              <p:nvPicPr>
                <p:cNvPr id="36" name="Ink 35">
                  <a:extLst>
                    <a:ext uri="{FF2B5EF4-FFF2-40B4-BE49-F238E27FC236}">
                      <a16:creationId xmlns:a16="http://schemas.microsoft.com/office/drawing/2014/main" id="{9C67E9D7-AE4E-E38B-E5B5-B270A2044308}"/>
                    </a:ext>
                  </a:extLst>
                </p:cNvPr>
                <p:cNvPicPr/>
                <p:nvPr/>
              </p:nvPicPr>
              <p:blipFill>
                <a:blip r:embed="rId48"/>
                <a:stretch>
                  <a:fillRect/>
                </a:stretch>
              </p:blipFill>
              <p:spPr>
                <a:xfrm>
                  <a:off x="520709" y="6412518"/>
                  <a:ext cx="159444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k 36">
                  <a:extLst>
                    <a:ext uri="{FF2B5EF4-FFF2-40B4-BE49-F238E27FC236}">
                      <a16:creationId xmlns:a16="http://schemas.microsoft.com/office/drawing/2014/main" id="{C2EBF58D-2B63-5A75-7B5C-07D4AE6C1C64}"/>
                    </a:ext>
                  </a:extLst>
                </p14:cNvPr>
                <p14:cNvContentPartPr/>
                <p14:nvPr/>
              </p14:nvContentPartPr>
              <p14:xfrm>
                <a:off x="2470829" y="6253038"/>
                <a:ext cx="1292040" cy="659880"/>
              </p14:xfrm>
            </p:contentPart>
          </mc:Choice>
          <mc:Fallback xmlns="">
            <p:pic>
              <p:nvPicPr>
                <p:cNvPr id="37" name="Ink 36">
                  <a:extLst>
                    <a:ext uri="{FF2B5EF4-FFF2-40B4-BE49-F238E27FC236}">
                      <a16:creationId xmlns:a16="http://schemas.microsoft.com/office/drawing/2014/main" id="{C2EBF58D-2B63-5A75-7B5C-07D4AE6C1C64}"/>
                    </a:ext>
                  </a:extLst>
                </p:cNvPr>
                <p:cNvPicPr/>
                <p:nvPr/>
              </p:nvPicPr>
              <p:blipFill>
                <a:blip r:embed="rId50"/>
                <a:stretch>
                  <a:fillRect/>
                </a:stretch>
              </p:blipFill>
              <p:spPr>
                <a:xfrm>
                  <a:off x="2452829" y="6235398"/>
                  <a:ext cx="1327680" cy="695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39" name="Ink 38">
                <a:extLst>
                  <a:ext uri="{FF2B5EF4-FFF2-40B4-BE49-F238E27FC236}">
                    <a16:creationId xmlns:a16="http://schemas.microsoft.com/office/drawing/2014/main" id="{73106C61-025C-3514-3679-E3B832972612}"/>
                  </a:ext>
                </a:extLst>
              </p14:cNvPr>
              <p14:cNvContentPartPr/>
              <p14:nvPr/>
            </p14:nvContentPartPr>
            <p14:xfrm>
              <a:off x="6733229" y="1053634"/>
              <a:ext cx="1057680" cy="929520"/>
            </p14:xfrm>
          </p:contentPart>
        </mc:Choice>
        <mc:Fallback xmlns="">
          <p:pic>
            <p:nvPicPr>
              <p:cNvPr id="39" name="Ink 38">
                <a:extLst>
                  <a:ext uri="{FF2B5EF4-FFF2-40B4-BE49-F238E27FC236}">
                    <a16:creationId xmlns:a16="http://schemas.microsoft.com/office/drawing/2014/main" id="{73106C61-025C-3514-3679-E3B832972612}"/>
                  </a:ext>
                </a:extLst>
              </p:cNvPr>
              <p:cNvPicPr/>
              <p:nvPr/>
            </p:nvPicPr>
            <p:blipFill>
              <a:blip r:embed="rId52"/>
              <a:stretch>
                <a:fillRect/>
              </a:stretch>
            </p:blipFill>
            <p:spPr>
              <a:xfrm>
                <a:off x="6715589" y="1035994"/>
                <a:ext cx="1093320" cy="965160"/>
              </a:xfrm>
              <a:prstGeom prst="rect">
                <a:avLst/>
              </a:prstGeom>
            </p:spPr>
          </p:pic>
        </mc:Fallback>
      </mc:AlternateContent>
    </p:spTree>
    <p:extLst>
      <p:ext uri="{BB962C8B-B14F-4D97-AF65-F5344CB8AC3E}">
        <p14:creationId xmlns:p14="http://schemas.microsoft.com/office/powerpoint/2010/main" val="20073780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47C69E45-CD1A-38A7-4088-0F35F01B2F44}"/>
              </a:ext>
            </a:extLst>
          </p:cNvPr>
          <p:cNvPicPr>
            <a:picLocks noChangeAspect="1"/>
          </p:cNvPicPr>
          <p:nvPr/>
        </p:nvPicPr>
        <p:blipFill>
          <a:blip r:embed="rId2"/>
          <a:srcRect t="38434" b="51690"/>
          <a:stretch>
            <a:fillRect/>
          </a:stretch>
        </p:blipFill>
        <p:spPr>
          <a:xfrm>
            <a:off x="77860" y="163967"/>
            <a:ext cx="6911905" cy="656016"/>
          </a:xfrm>
          <a:prstGeom prst="rect">
            <a:avLst/>
          </a:prstGeom>
        </p:spPr>
      </p:pic>
      <p:sp>
        <p:nvSpPr>
          <p:cNvPr id="6" name="TextBox 5">
            <a:extLst>
              <a:ext uri="{FF2B5EF4-FFF2-40B4-BE49-F238E27FC236}">
                <a16:creationId xmlns:a16="http://schemas.microsoft.com/office/drawing/2014/main" id="{2442DC63-F5D9-6536-2365-0E32BAF5475C}"/>
              </a:ext>
            </a:extLst>
          </p:cNvPr>
          <p:cNvSpPr txBox="1"/>
          <p:nvPr/>
        </p:nvSpPr>
        <p:spPr>
          <a:xfrm>
            <a:off x="7315809" y="50362"/>
            <a:ext cx="5010602" cy="646331"/>
          </a:xfrm>
          <a:prstGeom prst="rect">
            <a:avLst/>
          </a:prstGeom>
          <a:solidFill>
            <a:schemeClr val="accent1">
              <a:lumMod val="40000"/>
              <a:lumOff val="60000"/>
            </a:schemeClr>
          </a:solidFill>
        </p:spPr>
        <p:txBody>
          <a:bodyPr wrap="none" rtlCol="0">
            <a:spAutoFit/>
          </a:bodyPr>
          <a:lstStyle/>
          <a:p>
            <a:r>
              <a:rPr lang="en-US" dirty="0"/>
              <a:t>This </a:t>
            </a:r>
            <a:r>
              <a:rPr lang="en-US" dirty="0" err="1"/>
              <a:t>useParams</a:t>
            </a:r>
            <a:r>
              <a:rPr lang="en-US" dirty="0"/>
              <a:t>() – this is use to extract the id from </a:t>
            </a:r>
          </a:p>
          <a:p>
            <a:r>
              <a:rPr lang="en-US" dirty="0"/>
              <a:t>the </a:t>
            </a:r>
            <a:r>
              <a:rPr lang="en-US" dirty="0" err="1"/>
              <a:t>url</a:t>
            </a:r>
            <a:r>
              <a:rPr lang="en-US" dirty="0"/>
              <a:t> (params)</a:t>
            </a:r>
          </a:p>
        </p:txBody>
      </p:sp>
      <p:cxnSp>
        <p:nvCxnSpPr>
          <p:cNvPr id="7" name="Straight Arrow Connector 6">
            <a:extLst>
              <a:ext uri="{FF2B5EF4-FFF2-40B4-BE49-F238E27FC236}">
                <a16:creationId xmlns:a16="http://schemas.microsoft.com/office/drawing/2014/main" id="{52214D46-F43D-4AAA-7C78-2C162D81F7A9}"/>
              </a:ext>
            </a:extLst>
          </p:cNvPr>
          <p:cNvCxnSpPr>
            <a:cxnSpLocks/>
          </p:cNvCxnSpPr>
          <p:nvPr/>
        </p:nvCxnSpPr>
        <p:spPr>
          <a:xfrm>
            <a:off x="2116844" y="455312"/>
            <a:ext cx="5108549" cy="0"/>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A3D3DD05-71F4-4DA9-B3F8-5E516A778703}"/>
              </a:ext>
            </a:extLst>
          </p:cNvPr>
          <p:cNvCxnSpPr>
            <a:cxnSpLocks/>
          </p:cNvCxnSpPr>
          <p:nvPr/>
        </p:nvCxnSpPr>
        <p:spPr>
          <a:xfrm>
            <a:off x="2016579" y="803635"/>
            <a:ext cx="5453742" cy="118929"/>
          </a:xfrm>
          <a:prstGeom prst="straightConnector1">
            <a:avLst/>
          </a:prstGeom>
          <a:ln w="57150">
            <a:solidFill>
              <a:schemeClr val="accent6">
                <a:lumMod val="60000"/>
                <a:lumOff val="40000"/>
              </a:schemeClr>
            </a:solidFill>
            <a:tailEnd type="triangle"/>
          </a:ln>
          <a:effectLst>
            <a:glow rad="101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0777953-F9C5-37D3-14F4-0C5EC95DAC31}"/>
              </a:ext>
            </a:extLst>
          </p:cNvPr>
          <p:cNvSpPr txBox="1"/>
          <p:nvPr/>
        </p:nvSpPr>
        <p:spPr>
          <a:xfrm>
            <a:off x="7407891" y="665077"/>
            <a:ext cx="4214295" cy="646331"/>
          </a:xfrm>
          <a:prstGeom prst="rect">
            <a:avLst/>
          </a:prstGeom>
          <a:solidFill>
            <a:schemeClr val="accent3">
              <a:lumMod val="20000"/>
              <a:lumOff val="80000"/>
            </a:schemeClr>
          </a:solidFill>
        </p:spPr>
        <p:txBody>
          <a:bodyPr wrap="none" rtlCol="0">
            <a:spAutoFit/>
          </a:bodyPr>
          <a:lstStyle/>
          <a:p>
            <a:r>
              <a:rPr lang="en-US" dirty="0"/>
              <a:t>This is use to get profile details using the id</a:t>
            </a:r>
          </a:p>
          <a:p>
            <a:r>
              <a:rPr lang="en-US" dirty="0"/>
              <a:t>This is a custom hook</a:t>
            </a:r>
          </a:p>
        </p:txBody>
      </p:sp>
      <p:pic>
        <p:nvPicPr>
          <p:cNvPr id="13" name="Content Placeholder 4">
            <a:extLst>
              <a:ext uri="{FF2B5EF4-FFF2-40B4-BE49-F238E27FC236}">
                <a16:creationId xmlns:a16="http://schemas.microsoft.com/office/drawing/2014/main" id="{142C8F14-3DC5-FE35-A296-93B319FB8E0C}"/>
              </a:ext>
            </a:extLst>
          </p:cNvPr>
          <p:cNvPicPr>
            <a:picLocks noChangeAspect="1"/>
          </p:cNvPicPr>
          <p:nvPr/>
        </p:nvPicPr>
        <p:blipFill>
          <a:blip r:embed="rId2"/>
          <a:srcRect t="47975" b="33044"/>
          <a:stretch>
            <a:fillRect/>
          </a:stretch>
        </p:blipFill>
        <p:spPr>
          <a:xfrm>
            <a:off x="0" y="1029506"/>
            <a:ext cx="6911905" cy="1260849"/>
          </a:xfrm>
          <a:prstGeom prst="rect">
            <a:avLst/>
          </a:prstGeom>
        </p:spPr>
      </p:pic>
      <p:sp>
        <p:nvSpPr>
          <p:cNvPr id="19" name="TextBox 18">
            <a:extLst>
              <a:ext uri="{FF2B5EF4-FFF2-40B4-BE49-F238E27FC236}">
                <a16:creationId xmlns:a16="http://schemas.microsoft.com/office/drawing/2014/main" id="{46DB9486-6D70-548C-1038-979AB3F14CB4}"/>
              </a:ext>
            </a:extLst>
          </p:cNvPr>
          <p:cNvSpPr txBox="1"/>
          <p:nvPr/>
        </p:nvSpPr>
        <p:spPr>
          <a:xfrm>
            <a:off x="7563921" y="1317814"/>
            <a:ext cx="4422942" cy="923330"/>
          </a:xfrm>
          <a:prstGeom prst="rect">
            <a:avLst/>
          </a:prstGeom>
          <a:solidFill>
            <a:schemeClr val="accent5">
              <a:lumMod val="40000"/>
              <a:lumOff val="60000"/>
            </a:schemeClr>
          </a:solidFill>
        </p:spPr>
        <p:txBody>
          <a:bodyPr wrap="none" rtlCol="0">
            <a:spAutoFit/>
          </a:bodyPr>
          <a:lstStyle/>
          <a:p>
            <a:r>
              <a:rPr lang="en-US" dirty="0"/>
              <a:t>When the user open the profile </a:t>
            </a:r>
            <a:r>
              <a:rPr lang="en-US" dirty="0" err="1"/>
              <a:t>page..then</a:t>
            </a:r>
            <a:endParaRPr lang="en-US" dirty="0"/>
          </a:p>
          <a:p>
            <a:r>
              <a:rPr lang="en-US" dirty="0"/>
              <a:t>Default is </a:t>
            </a:r>
            <a:r>
              <a:rPr lang="en-US" dirty="0" err="1"/>
              <a:t>posts..and</a:t>
            </a:r>
            <a:r>
              <a:rPr lang="en-US" dirty="0"/>
              <a:t> later we can choose the </a:t>
            </a:r>
          </a:p>
          <a:p>
            <a:r>
              <a:rPr lang="en-US" dirty="0"/>
              <a:t>Saved posts</a:t>
            </a:r>
          </a:p>
        </p:txBody>
      </p:sp>
      <p:sp>
        <p:nvSpPr>
          <p:cNvPr id="23" name="TextBox 22">
            <a:extLst>
              <a:ext uri="{FF2B5EF4-FFF2-40B4-BE49-F238E27FC236}">
                <a16:creationId xmlns:a16="http://schemas.microsoft.com/office/drawing/2014/main" id="{0433B90D-C2BD-9DC7-3D75-3CC3C8598805}"/>
              </a:ext>
            </a:extLst>
          </p:cNvPr>
          <p:cNvSpPr txBox="1"/>
          <p:nvPr/>
        </p:nvSpPr>
        <p:spPr>
          <a:xfrm>
            <a:off x="7463841" y="2171731"/>
            <a:ext cx="4406014" cy="646331"/>
          </a:xfrm>
          <a:prstGeom prst="rect">
            <a:avLst/>
          </a:prstGeom>
          <a:solidFill>
            <a:schemeClr val="accent6">
              <a:lumMod val="60000"/>
              <a:lumOff val="40000"/>
            </a:schemeClr>
          </a:solidFill>
        </p:spPr>
        <p:txBody>
          <a:bodyPr wrap="none" rtlCol="0">
            <a:spAutoFit/>
          </a:bodyPr>
          <a:lstStyle/>
          <a:p>
            <a:r>
              <a:rPr lang="en-US" dirty="0"/>
              <a:t>This is for the remove button , like the owner</a:t>
            </a:r>
          </a:p>
          <a:p>
            <a:r>
              <a:rPr lang="en-US" dirty="0"/>
              <a:t>(Master Sparsh) can see the remove button</a:t>
            </a:r>
          </a:p>
        </p:txBody>
      </p:sp>
      <p:sp>
        <p:nvSpPr>
          <p:cNvPr id="24" name="Rectangle 1">
            <a:extLst>
              <a:ext uri="{FF2B5EF4-FFF2-40B4-BE49-F238E27FC236}">
                <a16:creationId xmlns:a16="http://schemas.microsoft.com/office/drawing/2014/main" id="{C5355D3B-1E79-F83A-A7BF-3F6F8C8F839D}"/>
              </a:ext>
            </a:extLst>
          </p:cNvPr>
          <p:cNvSpPr>
            <a:spLocks noChangeArrowheads="1"/>
          </p:cNvSpPr>
          <p:nvPr/>
        </p:nvSpPr>
        <p:spPr bwMode="auto">
          <a:xfrm>
            <a:off x="7666264" y="2871269"/>
            <a:ext cx="4000499" cy="738664"/>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err="1">
                <a:ln>
                  <a:noFill/>
                </a:ln>
                <a:solidFill>
                  <a:schemeClr val="tx1"/>
                </a:solidFill>
                <a:effectLst/>
                <a:latin typeface="Arial Unicode MS"/>
              </a:rPr>
              <a:t>userProfile</a:t>
            </a:r>
            <a:r>
              <a:rPr kumimoji="0" lang="en-US" altLang="en-US" sz="1400" b="0" i="0" u="none" strike="noStrike" cap="none" normalizeH="0" baseline="0" dirty="0">
                <a:ln>
                  <a:noFill/>
                </a:ln>
                <a:solidFill>
                  <a:schemeClr val="tx1"/>
                </a:solidFill>
                <a:effectLst/>
              </a:rPr>
              <a:t> = data of the profile you're viewing</a:t>
            </a:r>
            <a:endParaRPr kumimoji="0" lang="en-US" altLang="en-US" sz="4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latin typeface="Arial Unicode MS"/>
              </a:rPr>
              <a:t>user</a:t>
            </a:r>
            <a:r>
              <a:rPr kumimoji="0" lang="en-US" altLang="en-US" sz="1400" b="0" i="0" u="none" strike="noStrike" cap="none" normalizeH="0" baseline="0" dirty="0">
                <a:ln>
                  <a:noFill/>
                </a:ln>
                <a:solidFill>
                  <a:schemeClr val="tx1"/>
                </a:solidFill>
                <a:effectLst/>
              </a:rPr>
              <a:t> = currently logged-in user</a:t>
            </a:r>
            <a:br>
              <a:rPr kumimoji="0" lang="en-US" altLang="en-US" sz="1400" b="0" i="0" u="none" strike="noStrike" cap="none" normalizeH="0" baseline="0" dirty="0">
                <a:ln>
                  <a:noFill/>
                </a:ln>
                <a:solidFill>
                  <a:schemeClr val="tx1"/>
                </a:solidFill>
                <a:effectLst/>
              </a:rPr>
            </a:br>
            <a:r>
              <a:rPr kumimoji="0" lang="en-US" altLang="en-US" sz="1400" b="0" i="0" u="none" strike="noStrike" cap="none" normalizeH="0" baseline="0" dirty="0">
                <a:ln>
                  <a:noFill/>
                </a:ln>
                <a:solidFill>
                  <a:schemeClr val="tx1"/>
                </a:solidFill>
                <a:effectLst/>
              </a:rPr>
              <a:t>(from Redux </a:t>
            </a:r>
            <a:r>
              <a:rPr kumimoji="0" lang="en-US" altLang="en-US" sz="1400" b="0" i="0" u="none" strike="noStrike" cap="none" normalizeH="0" baseline="0" dirty="0" err="1">
                <a:ln>
                  <a:noFill/>
                </a:ln>
                <a:solidFill>
                  <a:schemeClr val="tx1"/>
                </a:solidFill>
                <a:effectLst/>
              </a:rPr>
              <a:t>authSlice</a:t>
            </a:r>
            <a:r>
              <a:rPr kumimoji="0" lang="en-US" altLang="en-US" sz="1400" b="0" i="0" u="none" strike="noStrike" cap="none" normalizeH="0" baseline="0" dirty="0">
                <a:ln>
                  <a:noFill/>
                </a:ln>
                <a:solidFill>
                  <a:schemeClr val="tx1"/>
                </a:solidFill>
                <a:effectLst/>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cxnSp>
        <p:nvCxnSpPr>
          <p:cNvPr id="26" name="Straight Arrow Connector 25">
            <a:extLst>
              <a:ext uri="{FF2B5EF4-FFF2-40B4-BE49-F238E27FC236}">
                <a16:creationId xmlns:a16="http://schemas.microsoft.com/office/drawing/2014/main" id="{AA7BE62D-C29D-4C1F-D098-28F5006AD106}"/>
              </a:ext>
            </a:extLst>
          </p:cNvPr>
          <p:cNvCxnSpPr>
            <a:cxnSpLocks/>
          </p:cNvCxnSpPr>
          <p:nvPr/>
        </p:nvCxnSpPr>
        <p:spPr>
          <a:xfrm>
            <a:off x="4318907" y="1996701"/>
            <a:ext cx="3245014" cy="113050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BDB54A3-3B15-A292-8D30-032B0666D61D}"/>
              </a:ext>
            </a:extLst>
          </p:cNvPr>
          <p:cNvCxnSpPr>
            <a:cxnSpLocks/>
          </p:cNvCxnSpPr>
          <p:nvPr/>
        </p:nvCxnSpPr>
        <p:spPr>
          <a:xfrm>
            <a:off x="5099957" y="1618771"/>
            <a:ext cx="2370364" cy="83385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9" name="Content Placeholder 4">
            <a:extLst>
              <a:ext uri="{FF2B5EF4-FFF2-40B4-BE49-F238E27FC236}">
                <a16:creationId xmlns:a16="http://schemas.microsoft.com/office/drawing/2014/main" id="{354A555D-D285-DA34-86F1-3570794CD2F2}"/>
              </a:ext>
            </a:extLst>
          </p:cNvPr>
          <p:cNvPicPr>
            <a:picLocks noChangeAspect="1"/>
          </p:cNvPicPr>
          <p:nvPr/>
        </p:nvPicPr>
        <p:blipFill>
          <a:blip r:embed="rId2"/>
          <a:srcRect l="2777" t="66644" r="34029" b="24484"/>
          <a:stretch>
            <a:fillRect/>
          </a:stretch>
        </p:blipFill>
        <p:spPr>
          <a:xfrm>
            <a:off x="67049" y="2397297"/>
            <a:ext cx="4965860" cy="670105"/>
          </a:xfrm>
          <a:prstGeom prst="rect">
            <a:avLst/>
          </a:prstGeom>
          <a:effectLst>
            <a:glow rad="228600">
              <a:schemeClr val="accent5">
                <a:satMod val="175000"/>
                <a:alpha val="40000"/>
              </a:schemeClr>
            </a:glow>
          </a:effectLst>
        </p:spPr>
      </p:pic>
      <p:pic>
        <p:nvPicPr>
          <p:cNvPr id="30" name="Content Placeholder 4">
            <a:extLst>
              <a:ext uri="{FF2B5EF4-FFF2-40B4-BE49-F238E27FC236}">
                <a16:creationId xmlns:a16="http://schemas.microsoft.com/office/drawing/2014/main" id="{7046DA25-C97C-6A9B-6FD5-843D72C6621F}"/>
              </a:ext>
            </a:extLst>
          </p:cNvPr>
          <p:cNvPicPr>
            <a:picLocks noChangeAspect="1"/>
          </p:cNvPicPr>
          <p:nvPr/>
        </p:nvPicPr>
        <p:blipFill>
          <a:blip r:embed="rId2"/>
          <a:srcRect t="82598" r="65234" b="10517"/>
          <a:stretch>
            <a:fillRect/>
          </a:stretch>
        </p:blipFill>
        <p:spPr>
          <a:xfrm>
            <a:off x="77860" y="3187217"/>
            <a:ext cx="2403021" cy="457397"/>
          </a:xfrm>
          <a:prstGeom prst="rect">
            <a:avLst/>
          </a:prstGeom>
        </p:spPr>
      </p:pic>
      <p:pic>
        <p:nvPicPr>
          <p:cNvPr id="31" name="Content Placeholder 4">
            <a:extLst>
              <a:ext uri="{FF2B5EF4-FFF2-40B4-BE49-F238E27FC236}">
                <a16:creationId xmlns:a16="http://schemas.microsoft.com/office/drawing/2014/main" id="{DF05B300-4670-9750-48F3-445ABEB3BAA6}"/>
              </a:ext>
            </a:extLst>
          </p:cNvPr>
          <p:cNvPicPr>
            <a:picLocks noChangeAspect="1"/>
          </p:cNvPicPr>
          <p:nvPr/>
        </p:nvPicPr>
        <p:blipFill>
          <a:blip r:embed="rId2"/>
          <a:srcRect l="3170" t="91446" r="36705" b="5369"/>
          <a:stretch>
            <a:fillRect/>
          </a:stretch>
        </p:blipFill>
        <p:spPr>
          <a:xfrm>
            <a:off x="67049" y="3970352"/>
            <a:ext cx="6608690" cy="483484"/>
          </a:xfrm>
          <a:prstGeom prst="rect">
            <a:avLst/>
          </a:prstGeom>
        </p:spPr>
      </p:pic>
      <p:cxnSp>
        <p:nvCxnSpPr>
          <p:cNvPr id="32" name="Straight Arrow Connector 31">
            <a:extLst>
              <a:ext uri="{FF2B5EF4-FFF2-40B4-BE49-F238E27FC236}">
                <a16:creationId xmlns:a16="http://schemas.microsoft.com/office/drawing/2014/main" id="{4B583F27-AFB6-664A-485D-1BAED3994CEC}"/>
              </a:ext>
            </a:extLst>
          </p:cNvPr>
          <p:cNvCxnSpPr>
            <a:cxnSpLocks/>
            <a:endCxn id="35" idx="1"/>
          </p:cNvCxnSpPr>
          <p:nvPr/>
        </p:nvCxnSpPr>
        <p:spPr>
          <a:xfrm>
            <a:off x="4977380" y="2861411"/>
            <a:ext cx="2896636" cy="1050601"/>
          </a:xfrm>
          <a:prstGeom prst="straightConnector1">
            <a:avLst/>
          </a:prstGeom>
          <a:ln w="57150">
            <a:solidFill>
              <a:srgbClr val="FFC000"/>
            </a:solidFill>
            <a:tailEnd type="triangle"/>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ECDBF96-11AF-2682-A5FA-F0BE3D4E9306}"/>
              </a:ext>
            </a:extLst>
          </p:cNvPr>
          <p:cNvSpPr txBox="1"/>
          <p:nvPr/>
        </p:nvSpPr>
        <p:spPr>
          <a:xfrm>
            <a:off x="7874016" y="3588846"/>
            <a:ext cx="3282043" cy="646331"/>
          </a:xfrm>
          <a:prstGeom prst="rect">
            <a:avLst/>
          </a:prstGeom>
          <a:solidFill>
            <a:schemeClr val="accent2">
              <a:lumMod val="60000"/>
              <a:lumOff val="40000"/>
            </a:schemeClr>
          </a:solidFill>
        </p:spPr>
        <p:txBody>
          <a:bodyPr wrap="square" rtlCol="0">
            <a:spAutoFit/>
          </a:bodyPr>
          <a:lstStyle/>
          <a:p>
            <a:r>
              <a:rPr lang="en-US" dirty="0"/>
              <a:t>These are for </a:t>
            </a:r>
            <a:r>
              <a:rPr lang="en-US" dirty="0" err="1"/>
              <a:t>comment,followers</a:t>
            </a:r>
            <a:endParaRPr lang="en-US" dirty="0"/>
          </a:p>
          <a:p>
            <a:r>
              <a:rPr lang="en-US" dirty="0"/>
              <a:t>and following popups</a:t>
            </a:r>
          </a:p>
        </p:txBody>
      </p:sp>
      <p:sp>
        <p:nvSpPr>
          <p:cNvPr id="38" name="TextBox 37">
            <a:extLst>
              <a:ext uri="{FF2B5EF4-FFF2-40B4-BE49-F238E27FC236}">
                <a16:creationId xmlns:a16="http://schemas.microsoft.com/office/drawing/2014/main" id="{E032948E-9B01-539D-6CE5-9D6C99DB669E}"/>
              </a:ext>
            </a:extLst>
          </p:cNvPr>
          <p:cNvSpPr txBox="1"/>
          <p:nvPr/>
        </p:nvSpPr>
        <p:spPr>
          <a:xfrm rot="282002">
            <a:off x="2779398" y="3471500"/>
            <a:ext cx="4368375" cy="369332"/>
          </a:xfrm>
          <a:prstGeom prst="rect">
            <a:avLst/>
          </a:prstGeom>
          <a:solidFill>
            <a:schemeClr val="accent3">
              <a:lumMod val="20000"/>
              <a:lumOff val="80000"/>
            </a:schemeClr>
          </a:solidFill>
        </p:spPr>
        <p:txBody>
          <a:bodyPr wrap="none" rtlCol="0">
            <a:spAutoFit/>
          </a:bodyPr>
          <a:lstStyle/>
          <a:p>
            <a:r>
              <a:rPr lang="en-US" dirty="0"/>
              <a:t>Guard: Prevent Rendering Before Data Loads</a:t>
            </a:r>
          </a:p>
        </p:txBody>
      </p:sp>
      <p:cxnSp>
        <p:nvCxnSpPr>
          <p:cNvPr id="39" name="Straight Arrow Connector 38">
            <a:extLst>
              <a:ext uri="{FF2B5EF4-FFF2-40B4-BE49-F238E27FC236}">
                <a16:creationId xmlns:a16="http://schemas.microsoft.com/office/drawing/2014/main" id="{963B5856-BF39-36AF-094F-D85FF5E05AAC}"/>
              </a:ext>
            </a:extLst>
          </p:cNvPr>
          <p:cNvCxnSpPr>
            <a:cxnSpLocks/>
          </p:cNvCxnSpPr>
          <p:nvPr/>
        </p:nvCxnSpPr>
        <p:spPr>
          <a:xfrm>
            <a:off x="2461214" y="3381486"/>
            <a:ext cx="406964" cy="89416"/>
          </a:xfrm>
          <a:prstGeom prst="straightConnector1">
            <a:avLst/>
          </a:prstGeom>
          <a:ln w="57150">
            <a:solidFill>
              <a:srgbClr val="FFC000"/>
            </a:solidFill>
            <a:tailEnd type="triangle"/>
          </a:ln>
          <a:effectLst>
            <a:glow rad="101600">
              <a:schemeClr val="accent3">
                <a:satMod val="175000"/>
                <a:alpha val="40000"/>
              </a:schemeClr>
            </a:glow>
          </a:effectLst>
        </p:spPr>
        <p:style>
          <a:lnRef idx="1">
            <a:schemeClr val="accent1"/>
          </a:lnRef>
          <a:fillRef idx="0">
            <a:schemeClr val="accent1"/>
          </a:fillRef>
          <a:effectRef idx="0">
            <a:schemeClr val="accent1"/>
          </a:effectRef>
          <a:fontRef idx="minor">
            <a:schemeClr val="tx1"/>
          </a:fontRef>
        </p:style>
      </p:cxnSp>
      <p:pic>
        <p:nvPicPr>
          <p:cNvPr id="2" name="Content Placeholder 4">
            <a:extLst>
              <a:ext uri="{FF2B5EF4-FFF2-40B4-BE49-F238E27FC236}">
                <a16:creationId xmlns:a16="http://schemas.microsoft.com/office/drawing/2014/main" id="{CF8F32B8-1CBD-38B3-9B1D-BB764D69C1B0}"/>
              </a:ext>
            </a:extLst>
          </p:cNvPr>
          <p:cNvPicPr>
            <a:picLocks noChangeAspect="1"/>
          </p:cNvPicPr>
          <p:nvPr/>
        </p:nvPicPr>
        <p:blipFill>
          <a:blip r:embed="rId2"/>
          <a:srcRect l="3170" t="94061" r="8895" b="3300"/>
          <a:stretch>
            <a:fillRect/>
          </a:stretch>
        </p:blipFill>
        <p:spPr>
          <a:xfrm>
            <a:off x="260794" y="5291330"/>
            <a:ext cx="11726069" cy="338189"/>
          </a:xfrm>
          <a:prstGeom prst="rect">
            <a:avLst/>
          </a:prstGeom>
          <a:effectLst>
            <a:glow rad="228600">
              <a:schemeClr val="accent6">
                <a:satMod val="175000"/>
                <a:alpha val="40000"/>
              </a:schemeClr>
            </a:glow>
          </a:effectLst>
        </p:spPr>
      </p:pic>
      <p:sp>
        <p:nvSpPr>
          <p:cNvPr id="14" name="TextBox 13">
            <a:extLst>
              <a:ext uri="{FF2B5EF4-FFF2-40B4-BE49-F238E27FC236}">
                <a16:creationId xmlns:a16="http://schemas.microsoft.com/office/drawing/2014/main" id="{163C7BBD-EE8F-35B0-0482-340F4B3C94A6}"/>
              </a:ext>
            </a:extLst>
          </p:cNvPr>
          <p:cNvSpPr txBox="1"/>
          <p:nvPr/>
        </p:nvSpPr>
        <p:spPr>
          <a:xfrm>
            <a:off x="193190" y="4640783"/>
            <a:ext cx="12133221" cy="369332"/>
          </a:xfrm>
          <a:prstGeom prst="rect">
            <a:avLst/>
          </a:prstGeom>
          <a:solidFill>
            <a:srgbClr val="00B0F0"/>
          </a:solidFill>
        </p:spPr>
        <p:txBody>
          <a:bodyPr wrap="square" rtlCol="0">
            <a:spAutoFit/>
          </a:bodyPr>
          <a:lstStyle/>
          <a:p>
            <a:r>
              <a:rPr lang="en-US" dirty="0">
                <a:highlight>
                  <a:srgbClr val="FFFF00"/>
                </a:highlight>
              </a:rPr>
              <a:t>Check if the user viewing the profile is logged in user or not as if it was logged in user…the user can see the Edit profile option</a:t>
            </a:r>
          </a:p>
        </p:txBody>
      </p:sp>
      <p:cxnSp>
        <p:nvCxnSpPr>
          <p:cNvPr id="18" name="Straight Arrow Connector 17">
            <a:extLst>
              <a:ext uri="{FF2B5EF4-FFF2-40B4-BE49-F238E27FC236}">
                <a16:creationId xmlns:a16="http://schemas.microsoft.com/office/drawing/2014/main" id="{C045E94B-EFF3-524A-0A6C-9D46EFFDB17E}"/>
              </a:ext>
            </a:extLst>
          </p:cNvPr>
          <p:cNvCxnSpPr>
            <a:cxnSpLocks/>
            <a:stCxn id="31" idx="3"/>
          </p:cNvCxnSpPr>
          <p:nvPr/>
        </p:nvCxnSpPr>
        <p:spPr>
          <a:xfrm>
            <a:off x="6675739" y="4212094"/>
            <a:ext cx="888182" cy="39874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5C3289C1-B38D-E6DC-284B-FEF61182D21E}"/>
              </a:ext>
            </a:extLst>
          </p:cNvPr>
          <p:cNvSpPr txBox="1"/>
          <p:nvPr/>
        </p:nvSpPr>
        <p:spPr>
          <a:xfrm>
            <a:off x="547218" y="5814892"/>
            <a:ext cx="6715563" cy="923330"/>
          </a:xfrm>
          <a:prstGeom prst="rect">
            <a:avLst/>
          </a:prstGeom>
          <a:solidFill>
            <a:srgbClr val="FF0000"/>
          </a:solidFill>
        </p:spPr>
        <p:txBody>
          <a:bodyPr wrap="square">
            <a:spAutoFit/>
          </a:bodyPr>
          <a:lstStyle/>
          <a:p>
            <a:pPr>
              <a:buNone/>
            </a:pPr>
            <a:r>
              <a:rPr lang="en-US" dirty="0" err="1">
                <a:solidFill>
                  <a:srgbClr val="FFFF00"/>
                </a:solidFill>
                <a:latin typeface="Courier New" panose="02070309020205020404" pitchFamily="49" charset="0"/>
              </a:rPr>
              <a:t>user.following</a:t>
            </a:r>
            <a:r>
              <a:rPr lang="en-US" dirty="0">
                <a:solidFill>
                  <a:srgbClr val="FFFF00"/>
                </a:solidFill>
              </a:rPr>
              <a:t> is an array of user IDs that you follow.</a:t>
            </a:r>
          </a:p>
          <a:p>
            <a:pPr>
              <a:buNone/>
            </a:pPr>
            <a:r>
              <a:rPr lang="en-US" dirty="0">
                <a:solidFill>
                  <a:srgbClr val="FFFF00"/>
                </a:solidFill>
                <a:latin typeface="Courier New" panose="02070309020205020404" pitchFamily="49" charset="0"/>
              </a:rPr>
              <a:t>.some()</a:t>
            </a:r>
            <a:r>
              <a:rPr lang="en-US" dirty="0">
                <a:solidFill>
                  <a:srgbClr val="FFFF00"/>
                </a:solidFill>
              </a:rPr>
              <a:t> checks if </a:t>
            </a:r>
            <a:r>
              <a:rPr lang="en-US" b="1" dirty="0">
                <a:solidFill>
                  <a:srgbClr val="FFFF00"/>
                </a:solidFill>
              </a:rPr>
              <a:t>any one</a:t>
            </a:r>
            <a:r>
              <a:rPr lang="en-US" dirty="0">
                <a:solidFill>
                  <a:srgbClr val="FFFF00"/>
                </a:solidFill>
              </a:rPr>
              <a:t> of those IDs matches the profile user’s ID.</a:t>
            </a:r>
          </a:p>
          <a:p>
            <a:pPr>
              <a:buNone/>
            </a:pPr>
            <a:r>
              <a:rPr lang="en-US" dirty="0">
                <a:solidFill>
                  <a:srgbClr val="FFFF00"/>
                </a:solidFill>
                <a:latin typeface="Courier New" panose="02070309020205020404" pitchFamily="49" charset="0"/>
              </a:rPr>
              <a:t>!!</a:t>
            </a:r>
            <a:r>
              <a:rPr lang="en-US" dirty="0">
                <a:solidFill>
                  <a:srgbClr val="FFFF00"/>
                </a:solidFill>
              </a:rPr>
              <a:t> converts value to </a:t>
            </a:r>
            <a:r>
              <a:rPr lang="en-US" b="1" dirty="0">
                <a:solidFill>
                  <a:srgbClr val="FFFF00"/>
                </a:solidFill>
              </a:rPr>
              <a:t>true/false</a:t>
            </a:r>
            <a:r>
              <a:rPr lang="en-US" dirty="0">
                <a:solidFill>
                  <a:srgbClr val="FFFF00"/>
                </a:solidFill>
              </a:rPr>
              <a:t> (</a:t>
            </a:r>
            <a:r>
              <a:rPr lang="en-US" dirty="0" err="1">
                <a:solidFill>
                  <a:srgbClr val="FFFF00"/>
                </a:solidFill>
              </a:rPr>
              <a:t>boolean</a:t>
            </a:r>
            <a:r>
              <a:rPr lang="en-US" dirty="0">
                <a:solidFill>
                  <a:srgbClr val="FFFF00"/>
                </a:solidFill>
              </a:rPr>
              <a:t>).</a:t>
            </a:r>
          </a:p>
        </p:txBody>
      </p:sp>
      <p:cxnSp>
        <p:nvCxnSpPr>
          <p:cNvPr id="36" name="Straight Arrow Connector 35">
            <a:extLst>
              <a:ext uri="{FF2B5EF4-FFF2-40B4-BE49-F238E27FC236}">
                <a16:creationId xmlns:a16="http://schemas.microsoft.com/office/drawing/2014/main" id="{DF2003D9-02E0-4F0D-37F4-B82331C7C7A9}"/>
              </a:ext>
            </a:extLst>
          </p:cNvPr>
          <p:cNvCxnSpPr>
            <a:cxnSpLocks/>
          </p:cNvCxnSpPr>
          <p:nvPr/>
        </p:nvCxnSpPr>
        <p:spPr>
          <a:xfrm flipH="1">
            <a:off x="7225393" y="5641684"/>
            <a:ext cx="1477736" cy="416214"/>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60652B9-4523-4F4A-F1CB-3780A601CC1B}"/>
              </a:ext>
            </a:extLst>
          </p:cNvPr>
          <p:cNvGrpSpPr/>
          <p:nvPr/>
        </p:nvGrpSpPr>
        <p:grpSpPr>
          <a:xfrm>
            <a:off x="7509749" y="1290699"/>
            <a:ext cx="2623680" cy="840600"/>
            <a:chOff x="7509749" y="1290699"/>
            <a:chExt cx="2623680" cy="84060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4074BD3F-183C-9EC0-1AF4-C78EA8C99888}"/>
                    </a:ext>
                  </a:extLst>
                </p14:cNvPr>
                <p14:cNvContentPartPr/>
                <p14:nvPr/>
              </p14:nvContentPartPr>
              <p14:xfrm>
                <a:off x="7531349" y="1309419"/>
                <a:ext cx="40320" cy="821880"/>
              </p14:xfrm>
            </p:contentPart>
          </mc:Choice>
          <mc:Fallback xmlns="">
            <p:pic>
              <p:nvPicPr>
                <p:cNvPr id="4" name="Ink 3">
                  <a:extLst>
                    <a:ext uri="{FF2B5EF4-FFF2-40B4-BE49-F238E27FC236}">
                      <a16:creationId xmlns:a16="http://schemas.microsoft.com/office/drawing/2014/main" id="{4074BD3F-183C-9EC0-1AF4-C78EA8C99888}"/>
                    </a:ext>
                  </a:extLst>
                </p:cNvPr>
                <p:cNvPicPr/>
                <p:nvPr/>
              </p:nvPicPr>
              <p:blipFill>
                <a:blip r:embed="rId4"/>
                <a:stretch>
                  <a:fillRect/>
                </a:stretch>
              </p:blipFill>
              <p:spPr>
                <a:xfrm>
                  <a:off x="7513709" y="1291419"/>
                  <a:ext cx="75960" cy="857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BB4A4258-0CEF-7886-0C25-AFDAF5E3FB06}"/>
                    </a:ext>
                  </a:extLst>
                </p14:cNvPr>
                <p14:cNvContentPartPr/>
                <p14:nvPr/>
              </p14:nvContentPartPr>
              <p14:xfrm>
                <a:off x="7509749" y="1290699"/>
                <a:ext cx="2623680" cy="65160"/>
              </p14:xfrm>
            </p:contentPart>
          </mc:Choice>
          <mc:Fallback xmlns="">
            <p:pic>
              <p:nvPicPr>
                <p:cNvPr id="5" name="Ink 4">
                  <a:extLst>
                    <a:ext uri="{FF2B5EF4-FFF2-40B4-BE49-F238E27FC236}">
                      <a16:creationId xmlns:a16="http://schemas.microsoft.com/office/drawing/2014/main" id="{BB4A4258-0CEF-7886-0C25-AFDAF5E3FB06}"/>
                    </a:ext>
                  </a:extLst>
                </p:cNvPr>
                <p:cNvPicPr/>
                <p:nvPr/>
              </p:nvPicPr>
              <p:blipFill>
                <a:blip r:embed="rId6"/>
                <a:stretch>
                  <a:fillRect/>
                </a:stretch>
              </p:blipFill>
              <p:spPr>
                <a:xfrm>
                  <a:off x="7492109" y="1273059"/>
                  <a:ext cx="2659320" cy="100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20" name="Ink 19">
                <a:extLst>
                  <a:ext uri="{FF2B5EF4-FFF2-40B4-BE49-F238E27FC236}">
                    <a16:creationId xmlns:a16="http://schemas.microsoft.com/office/drawing/2014/main" id="{4942BE39-09BF-B6B5-F556-1203F78151F1}"/>
                  </a:ext>
                </a:extLst>
              </p14:cNvPr>
              <p14:cNvContentPartPr/>
              <p14:nvPr/>
            </p14:nvContentPartPr>
            <p14:xfrm>
              <a:off x="10013909" y="1286019"/>
              <a:ext cx="2029680" cy="802440"/>
            </p14:xfrm>
          </p:contentPart>
        </mc:Choice>
        <mc:Fallback xmlns="">
          <p:pic>
            <p:nvPicPr>
              <p:cNvPr id="20" name="Ink 19">
                <a:extLst>
                  <a:ext uri="{FF2B5EF4-FFF2-40B4-BE49-F238E27FC236}">
                    <a16:creationId xmlns:a16="http://schemas.microsoft.com/office/drawing/2014/main" id="{4942BE39-09BF-B6B5-F556-1203F78151F1}"/>
                  </a:ext>
                </a:extLst>
              </p:cNvPr>
              <p:cNvPicPr/>
              <p:nvPr/>
            </p:nvPicPr>
            <p:blipFill>
              <a:blip r:embed="rId8"/>
              <a:stretch>
                <a:fillRect/>
              </a:stretch>
            </p:blipFill>
            <p:spPr>
              <a:xfrm>
                <a:off x="9995909" y="1268019"/>
                <a:ext cx="2065320" cy="838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C8FF9EFD-AB64-3795-E775-3F4BBEF59325}"/>
                  </a:ext>
                </a:extLst>
              </p14:cNvPr>
              <p14:cNvContentPartPr/>
              <p14:nvPr/>
            </p14:nvContentPartPr>
            <p14:xfrm>
              <a:off x="7509029" y="1926459"/>
              <a:ext cx="4497120" cy="294840"/>
            </p14:xfrm>
          </p:contentPart>
        </mc:Choice>
        <mc:Fallback xmlns="">
          <p:pic>
            <p:nvPicPr>
              <p:cNvPr id="21" name="Ink 20">
                <a:extLst>
                  <a:ext uri="{FF2B5EF4-FFF2-40B4-BE49-F238E27FC236}">
                    <a16:creationId xmlns:a16="http://schemas.microsoft.com/office/drawing/2014/main" id="{C8FF9EFD-AB64-3795-E775-3F4BBEF59325}"/>
                  </a:ext>
                </a:extLst>
              </p:cNvPr>
              <p:cNvPicPr/>
              <p:nvPr/>
            </p:nvPicPr>
            <p:blipFill>
              <a:blip r:embed="rId10"/>
              <a:stretch>
                <a:fillRect/>
              </a:stretch>
            </p:blipFill>
            <p:spPr>
              <a:xfrm>
                <a:off x="7491389" y="1908819"/>
                <a:ext cx="4532760" cy="330480"/>
              </a:xfrm>
              <a:prstGeom prst="rect">
                <a:avLst/>
              </a:prstGeom>
            </p:spPr>
          </p:pic>
        </mc:Fallback>
      </mc:AlternateContent>
      <p:grpSp>
        <p:nvGrpSpPr>
          <p:cNvPr id="45" name="Group 44">
            <a:extLst>
              <a:ext uri="{FF2B5EF4-FFF2-40B4-BE49-F238E27FC236}">
                <a16:creationId xmlns:a16="http://schemas.microsoft.com/office/drawing/2014/main" id="{741BBE23-02A0-2A12-398B-5439EAD8B730}"/>
              </a:ext>
            </a:extLst>
          </p:cNvPr>
          <p:cNvGrpSpPr/>
          <p:nvPr/>
        </p:nvGrpSpPr>
        <p:grpSpPr>
          <a:xfrm>
            <a:off x="7443149" y="2123379"/>
            <a:ext cx="4523400" cy="1493640"/>
            <a:chOff x="7443149" y="2123379"/>
            <a:chExt cx="4523400" cy="1493640"/>
          </a:xfrm>
        </p:grpSpPr>
        <mc:AlternateContent xmlns:mc="http://schemas.openxmlformats.org/markup-compatibility/2006" xmlns:p14="http://schemas.microsoft.com/office/powerpoint/2010/main">
          <mc:Choice Requires="p14">
            <p:contentPart p14:bwMode="auto" r:id="rId11">
              <p14:nvContentPartPr>
                <p14:cNvPr id="34" name="Ink 33">
                  <a:extLst>
                    <a:ext uri="{FF2B5EF4-FFF2-40B4-BE49-F238E27FC236}">
                      <a16:creationId xmlns:a16="http://schemas.microsoft.com/office/drawing/2014/main" id="{EB823347-738D-003F-3983-7F70AB97BCBC}"/>
                    </a:ext>
                  </a:extLst>
                </p14:cNvPr>
                <p14:cNvContentPartPr/>
                <p14:nvPr/>
              </p14:nvContentPartPr>
              <p14:xfrm>
                <a:off x="7443149" y="2193939"/>
                <a:ext cx="4523400" cy="651960"/>
              </p14:xfrm>
            </p:contentPart>
          </mc:Choice>
          <mc:Fallback xmlns="">
            <p:pic>
              <p:nvPicPr>
                <p:cNvPr id="34" name="Ink 33">
                  <a:extLst>
                    <a:ext uri="{FF2B5EF4-FFF2-40B4-BE49-F238E27FC236}">
                      <a16:creationId xmlns:a16="http://schemas.microsoft.com/office/drawing/2014/main" id="{EB823347-738D-003F-3983-7F70AB97BCBC}"/>
                    </a:ext>
                  </a:extLst>
                </p:cNvPr>
                <p:cNvPicPr/>
                <p:nvPr/>
              </p:nvPicPr>
              <p:blipFill>
                <a:blip r:embed="rId12"/>
                <a:stretch>
                  <a:fillRect/>
                </a:stretch>
              </p:blipFill>
              <p:spPr>
                <a:xfrm>
                  <a:off x="7425509" y="2175939"/>
                  <a:ext cx="4559040" cy="687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7" name="Ink 36">
                  <a:extLst>
                    <a:ext uri="{FF2B5EF4-FFF2-40B4-BE49-F238E27FC236}">
                      <a16:creationId xmlns:a16="http://schemas.microsoft.com/office/drawing/2014/main" id="{49EE2411-001C-821F-C4B7-92E990E19695}"/>
                    </a:ext>
                  </a:extLst>
                </p14:cNvPr>
                <p14:cNvContentPartPr/>
                <p14:nvPr/>
              </p14:nvContentPartPr>
              <p14:xfrm>
                <a:off x="11787269" y="2125899"/>
                <a:ext cx="29880" cy="681480"/>
              </p14:xfrm>
            </p:contentPart>
          </mc:Choice>
          <mc:Fallback xmlns="">
            <p:pic>
              <p:nvPicPr>
                <p:cNvPr id="37" name="Ink 36">
                  <a:extLst>
                    <a:ext uri="{FF2B5EF4-FFF2-40B4-BE49-F238E27FC236}">
                      <a16:creationId xmlns:a16="http://schemas.microsoft.com/office/drawing/2014/main" id="{49EE2411-001C-821F-C4B7-92E990E19695}"/>
                    </a:ext>
                  </a:extLst>
                </p:cNvPr>
                <p:cNvPicPr/>
                <p:nvPr/>
              </p:nvPicPr>
              <p:blipFill>
                <a:blip r:embed="rId14"/>
                <a:stretch>
                  <a:fillRect/>
                </a:stretch>
              </p:blipFill>
              <p:spPr>
                <a:xfrm>
                  <a:off x="11769269" y="2108259"/>
                  <a:ext cx="65520" cy="717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0" name="Ink 39">
                  <a:extLst>
                    <a:ext uri="{FF2B5EF4-FFF2-40B4-BE49-F238E27FC236}">
                      <a16:creationId xmlns:a16="http://schemas.microsoft.com/office/drawing/2014/main" id="{EFFF21D0-AAB3-74C6-D151-D108A0565D9E}"/>
                    </a:ext>
                  </a:extLst>
                </p14:cNvPr>
                <p14:cNvContentPartPr/>
                <p14:nvPr/>
              </p14:nvContentPartPr>
              <p14:xfrm>
                <a:off x="7598309" y="2123379"/>
                <a:ext cx="4242600" cy="120600"/>
              </p14:xfrm>
            </p:contentPart>
          </mc:Choice>
          <mc:Fallback xmlns="">
            <p:pic>
              <p:nvPicPr>
                <p:cNvPr id="40" name="Ink 39">
                  <a:extLst>
                    <a:ext uri="{FF2B5EF4-FFF2-40B4-BE49-F238E27FC236}">
                      <a16:creationId xmlns:a16="http://schemas.microsoft.com/office/drawing/2014/main" id="{EFFF21D0-AAB3-74C6-D151-D108A0565D9E}"/>
                    </a:ext>
                  </a:extLst>
                </p:cNvPr>
                <p:cNvPicPr/>
                <p:nvPr/>
              </p:nvPicPr>
              <p:blipFill>
                <a:blip r:embed="rId16"/>
                <a:stretch>
                  <a:fillRect/>
                </a:stretch>
              </p:blipFill>
              <p:spPr>
                <a:xfrm>
                  <a:off x="7580669" y="2105379"/>
                  <a:ext cx="427824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4" name="Ink 43">
                  <a:extLst>
                    <a:ext uri="{FF2B5EF4-FFF2-40B4-BE49-F238E27FC236}">
                      <a16:creationId xmlns:a16="http://schemas.microsoft.com/office/drawing/2014/main" id="{9C6215B6-8E2D-9E04-2E26-8AA7F707B133}"/>
                    </a:ext>
                  </a:extLst>
                </p14:cNvPr>
                <p14:cNvContentPartPr/>
                <p14:nvPr/>
              </p14:nvContentPartPr>
              <p14:xfrm>
                <a:off x="7625309" y="2804859"/>
                <a:ext cx="4029840" cy="812160"/>
              </p14:xfrm>
            </p:contentPart>
          </mc:Choice>
          <mc:Fallback xmlns="">
            <p:pic>
              <p:nvPicPr>
                <p:cNvPr id="44" name="Ink 43">
                  <a:extLst>
                    <a:ext uri="{FF2B5EF4-FFF2-40B4-BE49-F238E27FC236}">
                      <a16:creationId xmlns:a16="http://schemas.microsoft.com/office/drawing/2014/main" id="{9C6215B6-8E2D-9E04-2E26-8AA7F707B133}"/>
                    </a:ext>
                  </a:extLst>
                </p:cNvPr>
                <p:cNvPicPr/>
                <p:nvPr/>
              </p:nvPicPr>
              <p:blipFill>
                <a:blip r:embed="rId18"/>
                <a:stretch>
                  <a:fillRect/>
                </a:stretch>
              </p:blipFill>
              <p:spPr>
                <a:xfrm>
                  <a:off x="7607309" y="2786859"/>
                  <a:ext cx="4065480" cy="84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9">
            <p14:nvContentPartPr>
              <p14:cNvPr id="46" name="Ink 45">
                <a:extLst>
                  <a:ext uri="{FF2B5EF4-FFF2-40B4-BE49-F238E27FC236}">
                    <a16:creationId xmlns:a16="http://schemas.microsoft.com/office/drawing/2014/main" id="{DE3C7ECA-5A2C-3D9B-6FDC-F80E82746177}"/>
                  </a:ext>
                </a:extLst>
              </p14:cNvPr>
              <p14:cNvContentPartPr/>
              <p14:nvPr/>
            </p14:nvContentPartPr>
            <p14:xfrm>
              <a:off x="7882709" y="3596859"/>
              <a:ext cx="3288960" cy="636840"/>
            </p14:xfrm>
          </p:contentPart>
        </mc:Choice>
        <mc:Fallback xmlns="">
          <p:pic>
            <p:nvPicPr>
              <p:cNvPr id="46" name="Ink 45">
                <a:extLst>
                  <a:ext uri="{FF2B5EF4-FFF2-40B4-BE49-F238E27FC236}">
                    <a16:creationId xmlns:a16="http://schemas.microsoft.com/office/drawing/2014/main" id="{DE3C7ECA-5A2C-3D9B-6FDC-F80E82746177}"/>
                  </a:ext>
                </a:extLst>
              </p:cNvPr>
              <p:cNvPicPr/>
              <p:nvPr/>
            </p:nvPicPr>
            <p:blipFill>
              <a:blip r:embed="rId20"/>
              <a:stretch>
                <a:fillRect/>
              </a:stretch>
            </p:blipFill>
            <p:spPr>
              <a:xfrm>
                <a:off x="7864709" y="3578859"/>
                <a:ext cx="3324600" cy="672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7" name="Ink 46">
                <a:extLst>
                  <a:ext uri="{FF2B5EF4-FFF2-40B4-BE49-F238E27FC236}">
                    <a16:creationId xmlns:a16="http://schemas.microsoft.com/office/drawing/2014/main" id="{3A89C3FA-9723-90C9-5F20-915772C8269A}"/>
                  </a:ext>
                </a:extLst>
              </p14:cNvPr>
              <p14:cNvContentPartPr/>
              <p14:nvPr/>
            </p14:nvContentPartPr>
            <p14:xfrm>
              <a:off x="7348829" y="679779"/>
              <a:ext cx="106560" cy="624600"/>
            </p14:xfrm>
          </p:contentPart>
        </mc:Choice>
        <mc:Fallback xmlns="">
          <p:pic>
            <p:nvPicPr>
              <p:cNvPr id="47" name="Ink 46">
                <a:extLst>
                  <a:ext uri="{FF2B5EF4-FFF2-40B4-BE49-F238E27FC236}">
                    <a16:creationId xmlns:a16="http://schemas.microsoft.com/office/drawing/2014/main" id="{3A89C3FA-9723-90C9-5F20-915772C8269A}"/>
                  </a:ext>
                </a:extLst>
              </p:cNvPr>
              <p:cNvPicPr/>
              <p:nvPr/>
            </p:nvPicPr>
            <p:blipFill>
              <a:blip r:embed="rId22"/>
              <a:stretch>
                <a:fillRect/>
              </a:stretch>
            </p:blipFill>
            <p:spPr>
              <a:xfrm>
                <a:off x="7330829" y="661779"/>
                <a:ext cx="142200" cy="660240"/>
              </a:xfrm>
              <a:prstGeom prst="rect">
                <a:avLst/>
              </a:prstGeom>
            </p:spPr>
          </p:pic>
        </mc:Fallback>
      </mc:AlternateContent>
      <p:grpSp>
        <p:nvGrpSpPr>
          <p:cNvPr id="59" name="Group 58">
            <a:extLst>
              <a:ext uri="{FF2B5EF4-FFF2-40B4-BE49-F238E27FC236}">
                <a16:creationId xmlns:a16="http://schemas.microsoft.com/office/drawing/2014/main" id="{6A11BF77-C1B8-D61A-BA78-7C2189341F99}"/>
              </a:ext>
            </a:extLst>
          </p:cNvPr>
          <p:cNvGrpSpPr/>
          <p:nvPr/>
        </p:nvGrpSpPr>
        <p:grpSpPr>
          <a:xfrm>
            <a:off x="7247309" y="72099"/>
            <a:ext cx="4407840" cy="1260720"/>
            <a:chOff x="7247309" y="72099"/>
            <a:chExt cx="4407840" cy="1260720"/>
          </a:xfrm>
        </p:grpSpPr>
        <mc:AlternateContent xmlns:mc="http://schemas.openxmlformats.org/markup-compatibility/2006" xmlns:p14="http://schemas.microsoft.com/office/powerpoint/2010/main">
          <mc:Choice Requires="p14">
            <p:contentPart p14:bwMode="auto" r:id="rId23">
              <p14:nvContentPartPr>
                <p14:cNvPr id="51" name="Ink 50">
                  <a:extLst>
                    <a:ext uri="{FF2B5EF4-FFF2-40B4-BE49-F238E27FC236}">
                      <a16:creationId xmlns:a16="http://schemas.microsoft.com/office/drawing/2014/main" id="{AF4A6273-ACF1-3CA5-4C7C-0539F3A6E8F3}"/>
                    </a:ext>
                  </a:extLst>
                </p14:cNvPr>
                <p14:cNvContentPartPr/>
                <p14:nvPr/>
              </p14:nvContentPartPr>
              <p14:xfrm>
                <a:off x="11584589" y="678339"/>
                <a:ext cx="70560" cy="654480"/>
              </p14:xfrm>
            </p:contentPart>
          </mc:Choice>
          <mc:Fallback xmlns="">
            <p:pic>
              <p:nvPicPr>
                <p:cNvPr id="51" name="Ink 50">
                  <a:extLst>
                    <a:ext uri="{FF2B5EF4-FFF2-40B4-BE49-F238E27FC236}">
                      <a16:creationId xmlns:a16="http://schemas.microsoft.com/office/drawing/2014/main" id="{AF4A6273-ACF1-3CA5-4C7C-0539F3A6E8F3}"/>
                    </a:ext>
                  </a:extLst>
                </p:cNvPr>
                <p:cNvPicPr/>
                <p:nvPr/>
              </p:nvPicPr>
              <p:blipFill>
                <a:blip r:embed="rId24"/>
                <a:stretch>
                  <a:fillRect/>
                </a:stretch>
              </p:blipFill>
              <p:spPr>
                <a:xfrm>
                  <a:off x="11566589" y="660339"/>
                  <a:ext cx="106200" cy="690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3" name="Ink 52">
                  <a:extLst>
                    <a:ext uri="{FF2B5EF4-FFF2-40B4-BE49-F238E27FC236}">
                      <a16:creationId xmlns:a16="http://schemas.microsoft.com/office/drawing/2014/main" id="{0E6EF609-C6EE-4ACE-599C-35BE7CF059A0}"/>
                    </a:ext>
                  </a:extLst>
                </p14:cNvPr>
                <p14:cNvContentPartPr/>
                <p14:nvPr/>
              </p14:nvContentPartPr>
              <p14:xfrm>
                <a:off x="7533869" y="684099"/>
                <a:ext cx="9360" cy="360"/>
              </p14:xfrm>
            </p:contentPart>
          </mc:Choice>
          <mc:Fallback xmlns="">
            <p:pic>
              <p:nvPicPr>
                <p:cNvPr id="53" name="Ink 52">
                  <a:extLst>
                    <a:ext uri="{FF2B5EF4-FFF2-40B4-BE49-F238E27FC236}">
                      <a16:creationId xmlns:a16="http://schemas.microsoft.com/office/drawing/2014/main" id="{0E6EF609-C6EE-4ACE-599C-35BE7CF059A0}"/>
                    </a:ext>
                  </a:extLst>
                </p:cNvPr>
                <p:cNvPicPr/>
                <p:nvPr/>
              </p:nvPicPr>
              <p:blipFill>
                <a:blip r:embed="rId26"/>
                <a:stretch>
                  <a:fillRect/>
                </a:stretch>
              </p:blipFill>
              <p:spPr>
                <a:xfrm>
                  <a:off x="7516229" y="666459"/>
                  <a:ext cx="45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4" name="Ink 53">
                  <a:extLst>
                    <a:ext uri="{FF2B5EF4-FFF2-40B4-BE49-F238E27FC236}">
                      <a16:creationId xmlns:a16="http://schemas.microsoft.com/office/drawing/2014/main" id="{4554963D-2BCE-E8A2-FADA-DA68F14A9BC4}"/>
                    </a:ext>
                  </a:extLst>
                </p14:cNvPr>
                <p14:cNvContentPartPr/>
                <p14:nvPr/>
              </p14:nvContentPartPr>
              <p14:xfrm>
                <a:off x="7436309" y="632619"/>
                <a:ext cx="4072680" cy="67320"/>
              </p14:xfrm>
            </p:contentPart>
          </mc:Choice>
          <mc:Fallback xmlns="">
            <p:pic>
              <p:nvPicPr>
                <p:cNvPr id="54" name="Ink 53">
                  <a:extLst>
                    <a:ext uri="{FF2B5EF4-FFF2-40B4-BE49-F238E27FC236}">
                      <a16:creationId xmlns:a16="http://schemas.microsoft.com/office/drawing/2014/main" id="{4554963D-2BCE-E8A2-FADA-DA68F14A9BC4}"/>
                    </a:ext>
                  </a:extLst>
                </p:cNvPr>
                <p:cNvPicPr/>
                <p:nvPr/>
              </p:nvPicPr>
              <p:blipFill>
                <a:blip r:embed="rId28"/>
                <a:stretch>
                  <a:fillRect/>
                </a:stretch>
              </p:blipFill>
              <p:spPr>
                <a:xfrm>
                  <a:off x="7418669" y="614619"/>
                  <a:ext cx="41083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6" name="Ink 55">
                  <a:extLst>
                    <a:ext uri="{FF2B5EF4-FFF2-40B4-BE49-F238E27FC236}">
                      <a16:creationId xmlns:a16="http://schemas.microsoft.com/office/drawing/2014/main" id="{45DE7C67-D141-21A1-DB78-3067790F6898}"/>
                    </a:ext>
                  </a:extLst>
                </p14:cNvPr>
                <p14:cNvContentPartPr/>
                <p14:nvPr/>
              </p14:nvContentPartPr>
              <p14:xfrm>
                <a:off x="7247309" y="72099"/>
                <a:ext cx="130320" cy="643680"/>
              </p14:xfrm>
            </p:contentPart>
          </mc:Choice>
          <mc:Fallback xmlns="">
            <p:pic>
              <p:nvPicPr>
                <p:cNvPr id="56" name="Ink 55">
                  <a:extLst>
                    <a:ext uri="{FF2B5EF4-FFF2-40B4-BE49-F238E27FC236}">
                      <a16:creationId xmlns:a16="http://schemas.microsoft.com/office/drawing/2014/main" id="{45DE7C67-D141-21A1-DB78-3067790F6898}"/>
                    </a:ext>
                  </a:extLst>
                </p:cNvPr>
                <p:cNvPicPr/>
                <p:nvPr/>
              </p:nvPicPr>
              <p:blipFill>
                <a:blip r:embed="rId30"/>
                <a:stretch>
                  <a:fillRect/>
                </a:stretch>
              </p:blipFill>
              <p:spPr>
                <a:xfrm>
                  <a:off x="7229309" y="54459"/>
                  <a:ext cx="165960" cy="679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A158463C-8A1E-7965-88C8-2630B3B00701}"/>
                  </a:ext>
                </a:extLst>
              </p14:cNvPr>
              <p14:cNvContentPartPr/>
              <p14:nvPr/>
            </p14:nvContentPartPr>
            <p14:xfrm>
              <a:off x="11467589" y="35739"/>
              <a:ext cx="916920" cy="665640"/>
            </p14:xfrm>
          </p:contentPart>
        </mc:Choice>
        <mc:Fallback xmlns="">
          <p:pic>
            <p:nvPicPr>
              <p:cNvPr id="58" name="Ink 57">
                <a:extLst>
                  <a:ext uri="{FF2B5EF4-FFF2-40B4-BE49-F238E27FC236}">
                    <a16:creationId xmlns:a16="http://schemas.microsoft.com/office/drawing/2014/main" id="{A158463C-8A1E-7965-88C8-2630B3B00701}"/>
                  </a:ext>
                </a:extLst>
              </p:cNvPr>
              <p:cNvPicPr/>
              <p:nvPr/>
            </p:nvPicPr>
            <p:blipFill>
              <a:blip r:embed="rId32"/>
              <a:stretch>
                <a:fillRect/>
              </a:stretch>
            </p:blipFill>
            <p:spPr>
              <a:xfrm>
                <a:off x="11449589" y="18099"/>
                <a:ext cx="952560" cy="701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1" name="Ink 60">
                <a:extLst>
                  <a:ext uri="{FF2B5EF4-FFF2-40B4-BE49-F238E27FC236}">
                    <a16:creationId xmlns:a16="http://schemas.microsoft.com/office/drawing/2014/main" id="{449335A2-147D-1D4D-66FE-3BCF9DCD8484}"/>
                  </a:ext>
                </a:extLst>
              </p14:cNvPr>
              <p14:cNvContentPartPr/>
              <p14:nvPr/>
            </p14:nvContentPartPr>
            <p14:xfrm>
              <a:off x="7257389" y="47259"/>
              <a:ext cx="4978800" cy="39960"/>
            </p14:xfrm>
          </p:contentPart>
        </mc:Choice>
        <mc:Fallback xmlns="">
          <p:pic>
            <p:nvPicPr>
              <p:cNvPr id="61" name="Ink 60">
                <a:extLst>
                  <a:ext uri="{FF2B5EF4-FFF2-40B4-BE49-F238E27FC236}">
                    <a16:creationId xmlns:a16="http://schemas.microsoft.com/office/drawing/2014/main" id="{449335A2-147D-1D4D-66FE-3BCF9DCD8484}"/>
                  </a:ext>
                </a:extLst>
              </p:cNvPr>
              <p:cNvPicPr/>
              <p:nvPr/>
            </p:nvPicPr>
            <p:blipFill>
              <a:blip r:embed="rId34"/>
              <a:stretch>
                <a:fillRect/>
              </a:stretch>
            </p:blipFill>
            <p:spPr>
              <a:xfrm>
                <a:off x="7239389" y="29619"/>
                <a:ext cx="5014440" cy="75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2" name="Ink 61">
                <a:extLst>
                  <a:ext uri="{FF2B5EF4-FFF2-40B4-BE49-F238E27FC236}">
                    <a16:creationId xmlns:a16="http://schemas.microsoft.com/office/drawing/2014/main" id="{619B5120-B686-8F0E-8B6A-B9B7532EB546}"/>
                  </a:ext>
                </a:extLst>
              </p14:cNvPr>
              <p14:cNvContentPartPr/>
              <p14:nvPr/>
            </p14:nvContentPartPr>
            <p14:xfrm>
              <a:off x="3715709" y="1116459"/>
              <a:ext cx="3695760" cy="630000"/>
            </p14:xfrm>
          </p:contentPart>
        </mc:Choice>
        <mc:Fallback xmlns="">
          <p:pic>
            <p:nvPicPr>
              <p:cNvPr id="62" name="Ink 61">
                <a:extLst>
                  <a:ext uri="{FF2B5EF4-FFF2-40B4-BE49-F238E27FC236}">
                    <a16:creationId xmlns:a16="http://schemas.microsoft.com/office/drawing/2014/main" id="{619B5120-B686-8F0E-8B6A-B9B7532EB546}"/>
                  </a:ext>
                </a:extLst>
              </p:cNvPr>
              <p:cNvPicPr/>
              <p:nvPr/>
            </p:nvPicPr>
            <p:blipFill>
              <a:blip r:embed="rId36"/>
              <a:stretch>
                <a:fillRect/>
              </a:stretch>
            </p:blipFill>
            <p:spPr>
              <a:xfrm>
                <a:off x="3697709" y="1098459"/>
                <a:ext cx="3731400" cy="665640"/>
              </a:xfrm>
              <a:prstGeom prst="rect">
                <a:avLst/>
              </a:prstGeom>
            </p:spPr>
          </p:pic>
        </mc:Fallback>
      </mc:AlternateContent>
      <p:cxnSp>
        <p:nvCxnSpPr>
          <p:cNvPr id="64" name="Straight Connector 63">
            <a:extLst>
              <a:ext uri="{FF2B5EF4-FFF2-40B4-BE49-F238E27FC236}">
                <a16:creationId xmlns:a16="http://schemas.microsoft.com/office/drawing/2014/main" id="{629FD6CD-FA38-C4ED-F0E2-F24F18F3ECCB}"/>
              </a:ext>
            </a:extLst>
          </p:cNvPr>
          <p:cNvCxnSpPr/>
          <p:nvPr/>
        </p:nvCxnSpPr>
        <p:spPr>
          <a:xfrm flipV="1">
            <a:off x="7315809" y="47259"/>
            <a:ext cx="0" cy="3996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7">
            <p14:nvContentPartPr>
              <p14:cNvPr id="65" name="Ink 64">
                <a:extLst>
                  <a:ext uri="{FF2B5EF4-FFF2-40B4-BE49-F238E27FC236}">
                    <a16:creationId xmlns:a16="http://schemas.microsoft.com/office/drawing/2014/main" id="{A3E4A5A2-BB54-4DFA-2370-3DFA14B75DC3}"/>
                  </a:ext>
                </a:extLst>
              </p14:cNvPr>
              <p14:cNvContentPartPr/>
              <p14:nvPr/>
            </p14:nvContentPartPr>
            <p14:xfrm>
              <a:off x="7235069" y="42394"/>
              <a:ext cx="35280" cy="11520"/>
            </p14:xfrm>
          </p:contentPart>
        </mc:Choice>
        <mc:Fallback xmlns="">
          <p:pic>
            <p:nvPicPr>
              <p:cNvPr id="65" name="Ink 64">
                <a:extLst>
                  <a:ext uri="{FF2B5EF4-FFF2-40B4-BE49-F238E27FC236}">
                    <a16:creationId xmlns:a16="http://schemas.microsoft.com/office/drawing/2014/main" id="{A3E4A5A2-BB54-4DFA-2370-3DFA14B75DC3}"/>
                  </a:ext>
                </a:extLst>
              </p:cNvPr>
              <p:cNvPicPr/>
              <p:nvPr/>
            </p:nvPicPr>
            <p:blipFill>
              <a:blip r:embed="rId38"/>
              <a:stretch>
                <a:fillRect/>
              </a:stretch>
            </p:blipFill>
            <p:spPr>
              <a:xfrm>
                <a:off x="7217429" y="24754"/>
                <a:ext cx="70920" cy="47160"/>
              </a:xfrm>
              <a:prstGeom prst="rect">
                <a:avLst/>
              </a:prstGeom>
            </p:spPr>
          </p:pic>
        </mc:Fallback>
      </mc:AlternateContent>
    </p:spTree>
    <p:extLst>
      <p:ext uri="{BB962C8B-B14F-4D97-AF65-F5344CB8AC3E}">
        <p14:creationId xmlns:p14="http://schemas.microsoft.com/office/powerpoint/2010/main" val="283593745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F0B56B-3E76-0227-3C66-268D275BB348}"/>
              </a:ext>
            </a:extLst>
          </p:cNvPr>
          <p:cNvPicPr>
            <a:picLocks noChangeAspect="1"/>
          </p:cNvPicPr>
          <p:nvPr/>
        </p:nvPicPr>
        <p:blipFill>
          <a:blip r:embed="rId2"/>
          <a:srcRect l="4836" t="33782" r="22021" b="48645"/>
          <a:stretch>
            <a:fillRect/>
          </a:stretch>
        </p:blipFill>
        <p:spPr>
          <a:xfrm>
            <a:off x="0" y="3776685"/>
            <a:ext cx="5829301" cy="1286563"/>
          </a:xfrm>
          <a:prstGeom prst="rect">
            <a:avLst/>
          </a:prstGeom>
          <a:effectLst>
            <a:glow rad="139700">
              <a:schemeClr val="accent6">
                <a:satMod val="175000"/>
                <a:alpha val="40000"/>
              </a:schemeClr>
            </a:glow>
          </a:effectLst>
        </p:spPr>
      </p:pic>
      <p:pic>
        <p:nvPicPr>
          <p:cNvPr id="11" name="Content Placeholder 4">
            <a:extLst>
              <a:ext uri="{FF2B5EF4-FFF2-40B4-BE49-F238E27FC236}">
                <a16:creationId xmlns:a16="http://schemas.microsoft.com/office/drawing/2014/main" id="{A1873469-E797-2AE9-0A2E-089AC30AAC46}"/>
              </a:ext>
            </a:extLst>
          </p:cNvPr>
          <p:cNvPicPr>
            <a:picLocks noChangeAspect="1"/>
          </p:cNvPicPr>
          <p:nvPr/>
        </p:nvPicPr>
        <p:blipFill>
          <a:blip r:embed="rId3"/>
          <a:srcRect l="3170" t="96587" r="8895" b="513"/>
          <a:stretch>
            <a:fillRect/>
          </a:stretch>
        </p:blipFill>
        <p:spPr>
          <a:xfrm>
            <a:off x="94172" y="385097"/>
            <a:ext cx="11726069" cy="371683"/>
          </a:xfrm>
          <a:prstGeom prst="rect">
            <a:avLst/>
          </a:prstGeom>
          <a:effectLst>
            <a:glow rad="139700">
              <a:schemeClr val="accent2">
                <a:satMod val="175000"/>
                <a:alpha val="40000"/>
              </a:schemeClr>
            </a:glow>
          </a:effectLst>
        </p:spPr>
      </p:pic>
      <p:sp>
        <p:nvSpPr>
          <p:cNvPr id="6" name="TextBox 5">
            <a:extLst>
              <a:ext uri="{FF2B5EF4-FFF2-40B4-BE49-F238E27FC236}">
                <a16:creationId xmlns:a16="http://schemas.microsoft.com/office/drawing/2014/main" id="{80E81740-FC13-682B-A193-608575ABD265}"/>
              </a:ext>
            </a:extLst>
          </p:cNvPr>
          <p:cNvSpPr txBox="1"/>
          <p:nvPr/>
        </p:nvSpPr>
        <p:spPr>
          <a:xfrm>
            <a:off x="6678387" y="823097"/>
            <a:ext cx="5328382" cy="1477328"/>
          </a:xfrm>
          <a:prstGeom prst="rect">
            <a:avLst/>
          </a:prstGeom>
          <a:solidFill>
            <a:srgbClr val="FFFF00"/>
          </a:solidFill>
        </p:spPr>
        <p:txBody>
          <a:bodyPr wrap="none" rtlCol="0">
            <a:spAutoFit/>
          </a:bodyPr>
          <a:lstStyle/>
          <a:p>
            <a:r>
              <a:rPr lang="en-US" dirty="0"/>
              <a:t>If the post is private, the user should not see the posts </a:t>
            </a:r>
          </a:p>
          <a:p>
            <a:r>
              <a:rPr lang="en-US" dirty="0"/>
              <a:t>The user is blocked from seeing the posts if </a:t>
            </a:r>
          </a:p>
          <a:p>
            <a:r>
              <a:rPr lang="en-US" dirty="0"/>
              <a:t>1)The account is private,</a:t>
            </a:r>
          </a:p>
          <a:p>
            <a:r>
              <a:rPr lang="en-US" dirty="0"/>
              <a:t>2)The user is not in the following list</a:t>
            </a:r>
          </a:p>
          <a:p>
            <a:r>
              <a:rPr lang="en-US" dirty="0"/>
              <a:t>3)If you are not the owner</a:t>
            </a:r>
          </a:p>
        </p:txBody>
      </p:sp>
      <p:cxnSp>
        <p:nvCxnSpPr>
          <p:cNvPr id="7" name="Straight Arrow Connector 6">
            <a:extLst>
              <a:ext uri="{FF2B5EF4-FFF2-40B4-BE49-F238E27FC236}">
                <a16:creationId xmlns:a16="http://schemas.microsoft.com/office/drawing/2014/main" id="{F723974F-C269-DE9F-654B-E24CD14A936C}"/>
              </a:ext>
            </a:extLst>
          </p:cNvPr>
          <p:cNvCxnSpPr>
            <a:cxnSpLocks/>
          </p:cNvCxnSpPr>
          <p:nvPr/>
        </p:nvCxnSpPr>
        <p:spPr>
          <a:xfrm>
            <a:off x="4497162" y="803487"/>
            <a:ext cx="2181225" cy="436511"/>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84F46F07-2625-C0C7-201E-E6316EB39804}"/>
              </a:ext>
            </a:extLst>
          </p:cNvPr>
          <p:cNvPicPr>
            <a:picLocks noChangeAspect="1"/>
          </p:cNvPicPr>
          <p:nvPr/>
        </p:nvPicPr>
        <p:blipFill>
          <a:blip r:embed="rId2"/>
          <a:srcRect t="72325" r="70730" b="18626"/>
          <a:stretch>
            <a:fillRect/>
          </a:stretch>
        </p:blipFill>
        <p:spPr>
          <a:xfrm>
            <a:off x="147507" y="5318741"/>
            <a:ext cx="2767143" cy="667373"/>
          </a:xfrm>
          <a:prstGeom prst="rect">
            <a:avLst/>
          </a:prstGeom>
        </p:spPr>
      </p:pic>
      <p:pic>
        <p:nvPicPr>
          <p:cNvPr id="9" name="Picture 8">
            <a:extLst>
              <a:ext uri="{FF2B5EF4-FFF2-40B4-BE49-F238E27FC236}">
                <a16:creationId xmlns:a16="http://schemas.microsoft.com/office/drawing/2014/main" id="{56B8E08C-6534-3EC2-5183-A67659390796}"/>
              </a:ext>
            </a:extLst>
          </p:cNvPr>
          <p:cNvPicPr>
            <a:picLocks noChangeAspect="1"/>
          </p:cNvPicPr>
          <p:nvPr/>
        </p:nvPicPr>
        <p:blipFill>
          <a:blip r:embed="rId2"/>
          <a:srcRect b="87039"/>
          <a:stretch>
            <a:fillRect/>
          </a:stretch>
        </p:blipFill>
        <p:spPr>
          <a:xfrm>
            <a:off x="0" y="1286705"/>
            <a:ext cx="7969660" cy="963155"/>
          </a:xfrm>
          <a:prstGeom prst="rect">
            <a:avLst/>
          </a:prstGeom>
        </p:spPr>
      </p:pic>
      <p:sp>
        <p:nvSpPr>
          <p:cNvPr id="13" name="TextBox 12">
            <a:extLst>
              <a:ext uri="{FF2B5EF4-FFF2-40B4-BE49-F238E27FC236}">
                <a16:creationId xmlns:a16="http://schemas.microsoft.com/office/drawing/2014/main" id="{D0D9B45C-B0F6-23A1-2A66-69DC48FF8C36}"/>
              </a:ext>
            </a:extLst>
          </p:cNvPr>
          <p:cNvSpPr txBox="1"/>
          <p:nvPr/>
        </p:nvSpPr>
        <p:spPr>
          <a:xfrm>
            <a:off x="6678387" y="776390"/>
            <a:ext cx="5328382" cy="1477328"/>
          </a:xfrm>
          <a:prstGeom prst="rect">
            <a:avLst/>
          </a:prstGeom>
          <a:solidFill>
            <a:srgbClr val="FFFF00"/>
          </a:solidFill>
        </p:spPr>
        <p:txBody>
          <a:bodyPr wrap="none" rtlCol="0">
            <a:spAutoFit/>
          </a:bodyPr>
          <a:lstStyle/>
          <a:p>
            <a:r>
              <a:rPr lang="en-US" dirty="0"/>
              <a:t>If the post is private, the user should not see the posts </a:t>
            </a:r>
          </a:p>
          <a:p>
            <a:r>
              <a:rPr lang="en-US" dirty="0"/>
              <a:t>The user is blocked from seeing the posts if </a:t>
            </a:r>
          </a:p>
          <a:p>
            <a:r>
              <a:rPr lang="en-US" dirty="0"/>
              <a:t>1)The account is private,</a:t>
            </a:r>
          </a:p>
          <a:p>
            <a:r>
              <a:rPr lang="en-US" dirty="0"/>
              <a:t>2)The user is not in the following list</a:t>
            </a:r>
          </a:p>
          <a:p>
            <a:r>
              <a:rPr lang="en-US" dirty="0"/>
              <a:t>3)If you are not the owner</a:t>
            </a:r>
          </a:p>
        </p:txBody>
      </p:sp>
      <p:pic>
        <p:nvPicPr>
          <p:cNvPr id="14" name="Picture 13">
            <a:extLst>
              <a:ext uri="{FF2B5EF4-FFF2-40B4-BE49-F238E27FC236}">
                <a16:creationId xmlns:a16="http://schemas.microsoft.com/office/drawing/2014/main" id="{5DF11FB7-81DB-7FD3-4144-018DC0ED4ADC}"/>
              </a:ext>
            </a:extLst>
          </p:cNvPr>
          <p:cNvPicPr>
            <a:picLocks noChangeAspect="1"/>
          </p:cNvPicPr>
          <p:nvPr/>
        </p:nvPicPr>
        <p:blipFill>
          <a:blip r:embed="rId2"/>
          <a:srcRect l="5207" t="13682" r="29845" b="67933"/>
          <a:stretch>
            <a:fillRect/>
          </a:stretch>
        </p:blipFill>
        <p:spPr>
          <a:xfrm>
            <a:off x="31253" y="2325867"/>
            <a:ext cx="5176157" cy="1286564"/>
          </a:xfrm>
          <a:prstGeom prst="rect">
            <a:avLst/>
          </a:prstGeom>
          <a:effectLst>
            <a:glow rad="139700">
              <a:schemeClr val="accent2">
                <a:satMod val="175000"/>
                <a:alpha val="40000"/>
              </a:schemeClr>
            </a:glow>
          </a:effectLst>
        </p:spPr>
      </p:pic>
      <p:sp>
        <p:nvSpPr>
          <p:cNvPr id="16" name="TextBox 15">
            <a:extLst>
              <a:ext uri="{FF2B5EF4-FFF2-40B4-BE49-F238E27FC236}">
                <a16:creationId xmlns:a16="http://schemas.microsoft.com/office/drawing/2014/main" id="{AB456D47-398F-D65A-FF87-F423398F67BB}"/>
              </a:ext>
            </a:extLst>
          </p:cNvPr>
          <p:cNvSpPr txBox="1"/>
          <p:nvPr/>
        </p:nvSpPr>
        <p:spPr>
          <a:xfrm>
            <a:off x="5394199" y="2320035"/>
            <a:ext cx="6766548" cy="1477328"/>
          </a:xfrm>
          <a:prstGeom prst="rect">
            <a:avLst/>
          </a:prstGeom>
          <a:solidFill>
            <a:srgbClr val="FFC000"/>
          </a:solidFill>
        </p:spPr>
        <p:txBody>
          <a:bodyPr wrap="square">
            <a:spAutoFit/>
          </a:bodyPr>
          <a:lstStyle/>
          <a:p>
            <a:r>
              <a:rPr lang="en-US" dirty="0"/>
              <a:t>it creates a new user object (</a:t>
            </a:r>
            <a:r>
              <a:rPr lang="en-US" dirty="0" err="1">
                <a:solidFill>
                  <a:srgbClr val="0070C0"/>
                </a:solidFill>
                <a:latin typeface="Courier New" panose="02070309020205020404" pitchFamily="49" charset="0"/>
              </a:rPr>
              <a:t>updatedAuthUser</a:t>
            </a:r>
            <a:r>
              <a:rPr lang="en-US" dirty="0"/>
              <a:t>) by copying all the existing properties of the logged-in user using </a:t>
            </a:r>
            <a:r>
              <a:rPr lang="en-US" dirty="0">
                <a:highlight>
                  <a:srgbClr val="FFFF00"/>
                </a:highlight>
                <a:latin typeface="Courier New" panose="02070309020205020404" pitchFamily="49" charset="0"/>
              </a:rPr>
              <a:t>...user</a:t>
            </a:r>
            <a:r>
              <a:rPr lang="en-US" dirty="0"/>
              <a:t>. Then it </a:t>
            </a:r>
            <a:r>
              <a:rPr lang="en-US" dirty="0">
                <a:highlight>
                  <a:srgbClr val="FFFF00"/>
                </a:highlight>
              </a:rPr>
              <a:t>updates</a:t>
            </a:r>
            <a:r>
              <a:rPr lang="en-US" dirty="0"/>
              <a:t> only the </a:t>
            </a:r>
            <a:r>
              <a:rPr lang="en-US" dirty="0">
                <a:highlight>
                  <a:srgbClr val="FF00FF"/>
                </a:highlight>
                <a:latin typeface="Courier New" panose="02070309020205020404" pitchFamily="49" charset="0"/>
              </a:rPr>
              <a:t>following</a:t>
            </a:r>
            <a:r>
              <a:rPr lang="en-US" dirty="0">
                <a:highlight>
                  <a:srgbClr val="FF00FF"/>
                </a:highlight>
              </a:rPr>
              <a:t> array</a:t>
            </a:r>
            <a:r>
              <a:rPr lang="en-US" dirty="0"/>
              <a:t>: if the action is a follow, it adds the profile user’s ID to the array, and if it’s an unfollow, it removes that ID using </a:t>
            </a:r>
            <a:r>
              <a:rPr lang="en-US" dirty="0">
                <a:latin typeface="Courier New" panose="02070309020205020404" pitchFamily="49" charset="0"/>
              </a:rPr>
              <a:t>filter()</a:t>
            </a:r>
            <a:r>
              <a:rPr lang="en-US" dirty="0"/>
              <a:t>. Finally, it dispatches</a:t>
            </a:r>
          </a:p>
        </p:txBody>
      </p:sp>
      <p:cxnSp>
        <p:nvCxnSpPr>
          <p:cNvPr id="17" name="Straight Arrow Connector 16">
            <a:extLst>
              <a:ext uri="{FF2B5EF4-FFF2-40B4-BE49-F238E27FC236}">
                <a16:creationId xmlns:a16="http://schemas.microsoft.com/office/drawing/2014/main" id="{86F51A9D-7ED2-3B93-EE4E-CF281D7F58CA}"/>
              </a:ext>
            </a:extLst>
          </p:cNvPr>
          <p:cNvCxnSpPr>
            <a:cxnSpLocks/>
            <a:endCxn id="16" idx="1"/>
          </p:cNvCxnSpPr>
          <p:nvPr/>
        </p:nvCxnSpPr>
        <p:spPr>
          <a:xfrm flipV="1">
            <a:off x="5176157" y="3058699"/>
            <a:ext cx="218042" cy="196036"/>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A7B292F-43E5-A064-D6E4-45BC5355C3D8}"/>
              </a:ext>
            </a:extLst>
          </p:cNvPr>
          <p:cNvSpPr txBox="1"/>
          <p:nvPr/>
        </p:nvSpPr>
        <p:spPr>
          <a:xfrm>
            <a:off x="5992629" y="4164579"/>
            <a:ext cx="6168118" cy="2308324"/>
          </a:xfrm>
          <a:prstGeom prst="rect">
            <a:avLst/>
          </a:prstGeom>
          <a:solidFill>
            <a:schemeClr val="accent3">
              <a:lumMod val="40000"/>
              <a:lumOff val="60000"/>
            </a:schemeClr>
          </a:solidFill>
        </p:spPr>
        <p:txBody>
          <a:bodyPr wrap="square">
            <a:spAutoFit/>
          </a:bodyPr>
          <a:lstStyle/>
          <a:p>
            <a:pPr>
              <a:buNone/>
            </a:pPr>
            <a:r>
              <a:rPr lang="en-US" dirty="0"/>
              <a:t>It creates a new object called </a:t>
            </a:r>
            <a:r>
              <a:rPr lang="en-US" dirty="0" err="1">
                <a:highlight>
                  <a:srgbClr val="FF00FF"/>
                </a:highlight>
                <a:latin typeface="Courier New" panose="02070309020205020404" pitchFamily="49" charset="0"/>
              </a:rPr>
              <a:t>updatedProfile</a:t>
            </a:r>
            <a:r>
              <a:rPr lang="en-US" dirty="0">
                <a:highlight>
                  <a:srgbClr val="FF00FF"/>
                </a:highlight>
              </a:rPr>
              <a:t> </a:t>
            </a:r>
            <a:r>
              <a:rPr lang="en-US" dirty="0"/>
              <a:t>by copying everything from the existing </a:t>
            </a:r>
            <a:r>
              <a:rPr lang="en-US" dirty="0" err="1">
                <a:latin typeface="Courier New" panose="02070309020205020404" pitchFamily="49" charset="0"/>
              </a:rPr>
              <a:t>userProfile</a:t>
            </a:r>
            <a:r>
              <a:rPr lang="en-US" dirty="0"/>
              <a:t> using </a:t>
            </a:r>
            <a:r>
              <a:rPr lang="en-US" dirty="0">
                <a:highlight>
                  <a:srgbClr val="FFFF00"/>
                </a:highlight>
                <a:latin typeface="Courier New" panose="02070309020205020404" pitchFamily="49" charset="0"/>
              </a:rPr>
              <a:t>...</a:t>
            </a:r>
            <a:r>
              <a:rPr lang="en-US" dirty="0" err="1">
                <a:highlight>
                  <a:srgbClr val="FFFF00"/>
                </a:highlight>
                <a:latin typeface="Courier New" panose="02070309020205020404" pitchFamily="49" charset="0"/>
              </a:rPr>
              <a:t>userProfile</a:t>
            </a:r>
            <a:r>
              <a:rPr lang="en-US" dirty="0"/>
              <a:t>. Then it updates the </a:t>
            </a:r>
            <a:r>
              <a:rPr lang="en-US" dirty="0">
                <a:latin typeface="Courier New" panose="02070309020205020404" pitchFamily="49" charset="0"/>
              </a:rPr>
              <a:t>followers</a:t>
            </a:r>
            <a:r>
              <a:rPr lang="en-US" dirty="0"/>
              <a:t> array:</a:t>
            </a:r>
          </a:p>
          <a:p>
            <a:pPr>
              <a:buFont typeface="Arial" panose="020B0604020202020204" pitchFamily="34" charset="0"/>
              <a:buChar char="•"/>
            </a:pPr>
            <a:r>
              <a:rPr lang="en-US" dirty="0"/>
              <a:t>If you just </a:t>
            </a:r>
            <a:r>
              <a:rPr lang="en-US" b="1" dirty="0"/>
              <a:t>followed</a:t>
            </a:r>
            <a:r>
              <a:rPr lang="en-US" dirty="0"/>
              <a:t> them (</a:t>
            </a:r>
            <a:r>
              <a:rPr lang="en-US" dirty="0" err="1">
                <a:latin typeface="Courier New" panose="02070309020205020404" pitchFamily="49" charset="0"/>
              </a:rPr>
              <a:t>isNowFollowing</a:t>
            </a:r>
            <a:r>
              <a:rPr lang="en-US" dirty="0">
                <a:latin typeface="Courier New" panose="02070309020205020404" pitchFamily="49" charset="0"/>
              </a:rPr>
              <a:t> === true</a:t>
            </a:r>
            <a:r>
              <a:rPr lang="en-US" dirty="0"/>
              <a:t>), it adds </a:t>
            </a:r>
            <a:r>
              <a:rPr lang="en-US" b="1" dirty="0"/>
              <a:t>your</a:t>
            </a:r>
            <a:r>
              <a:rPr lang="en-US" dirty="0"/>
              <a:t> user ID (</a:t>
            </a:r>
            <a:r>
              <a:rPr lang="en-US" dirty="0" err="1">
                <a:latin typeface="Courier New" panose="02070309020205020404" pitchFamily="49" charset="0"/>
              </a:rPr>
              <a:t>updatedAuthUser</a:t>
            </a:r>
            <a:r>
              <a:rPr lang="en-US" dirty="0">
                <a:latin typeface="Courier New" panose="02070309020205020404" pitchFamily="49" charset="0"/>
              </a:rPr>
              <a:t>._id</a:t>
            </a:r>
            <a:r>
              <a:rPr lang="en-US" dirty="0"/>
              <a:t>) to their </a:t>
            </a:r>
            <a:r>
              <a:rPr lang="en-US" dirty="0">
                <a:latin typeface="Courier New" panose="02070309020205020404" pitchFamily="49" charset="0"/>
              </a:rPr>
              <a:t>followers</a:t>
            </a:r>
            <a:r>
              <a:rPr lang="en-US" dirty="0"/>
              <a:t> list.</a:t>
            </a:r>
          </a:p>
          <a:p>
            <a:pPr>
              <a:buFont typeface="Arial" panose="020B0604020202020204" pitchFamily="34" charset="0"/>
              <a:buChar char="•"/>
            </a:pPr>
            <a:r>
              <a:rPr lang="en-US" dirty="0"/>
              <a:t>If you </a:t>
            </a:r>
            <a:r>
              <a:rPr lang="en-US" b="1" dirty="0"/>
              <a:t>unfollowed</a:t>
            </a:r>
            <a:r>
              <a:rPr lang="en-US" dirty="0"/>
              <a:t> them, it removes your ID from their </a:t>
            </a:r>
            <a:r>
              <a:rPr lang="en-US" dirty="0">
                <a:latin typeface="Courier New" panose="02070309020205020404" pitchFamily="49" charset="0"/>
              </a:rPr>
              <a:t>followers</a:t>
            </a:r>
            <a:r>
              <a:rPr lang="en-US" dirty="0"/>
              <a:t> list using </a:t>
            </a:r>
            <a:r>
              <a:rPr lang="en-US" dirty="0">
                <a:latin typeface="Courier New" panose="02070309020205020404" pitchFamily="49" charset="0"/>
              </a:rPr>
              <a:t>filter()</a:t>
            </a:r>
            <a:r>
              <a:rPr lang="en-US" dirty="0"/>
              <a:t>.</a:t>
            </a:r>
          </a:p>
        </p:txBody>
      </p:sp>
      <p:cxnSp>
        <p:nvCxnSpPr>
          <p:cNvPr id="23" name="Straight Arrow Connector 22">
            <a:extLst>
              <a:ext uri="{FF2B5EF4-FFF2-40B4-BE49-F238E27FC236}">
                <a16:creationId xmlns:a16="http://schemas.microsoft.com/office/drawing/2014/main" id="{9240A4A3-B462-5CE1-2230-D36EF34F1658}"/>
              </a:ext>
            </a:extLst>
          </p:cNvPr>
          <p:cNvCxnSpPr>
            <a:cxnSpLocks/>
            <a:endCxn id="22" idx="1"/>
          </p:cNvCxnSpPr>
          <p:nvPr/>
        </p:nvCxnSpPr>
        <p:spPr>
          <a:xfrm>
            <a:off x="5394199" y="4757963"/>
            <a:ext cx="598430" cy="560778"/>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3606C02-DFCE-C61B-2C08-187B16449C89}"/>
              </a:ext>
            </a:extLst>
          </p:cNvPr>
          <p:cNvCxnSpPr>
            <a:cxnSpLocks/>
          </p:cNvCxnSpPr>
          <p:nvPr/>
        </p:nvCxnSpPr>
        <p:spPr>
          <a:xfrm>
            <a:off x="2914650" y="5585198"/>
            <a:ext cx="598430" cy="560778"/>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175DF36-C487-B162-66D6-C1200CE3B149}"/>
              </a:ext>
            </a:extLst>
          </p:cNvPr>
          <p:cNvSpPr txBox="1"/>
          <p:nvPr/>
        </p:nvSpPr>
        <p:spPr>
          <a:xfrm>
            <a:off x="429021" y="6279341"/>
            <a:ext cx="5098200" cy="369332"/>
          </a:xfrm>
          <a:prstGeom prst="rect">
            <a:avLst/>
          </a:prstGeom>
          <a:solidFill>
            <a:schemeClr val="accent2">
              <a:lumMod val="40000"/>
              <a:lumOff val="60000"/>
            </a:schemeClr>
          </a:solidFill>
        </p:spPr>
        <p:txBody>
          <a:bodyPr wrap="square">
            <a:spAutoFit/>
          </a:bodyPr>
          <a:lstStyle/>
          <a:p>
            <a:pPr>
              <a:buNone/>
            </a:pPr>
            <a:r>
              <a:rPr lang="en-US" dirty="0"/>
              <a:t>When we click on the button ..then it will be for that</a:t>
            </a:r>
          </a:p>
        </p:txBody>
      </p:sp>
    </p:spTree>
    <p:extLst>
      <p:ext uri="{BB962C8B-B14F-4D97-AF65-F5344CB8AC3E}">
        <p14:creationId xmlns:p14="http://schemas.microsoft.com/office/powerpoint/2010/main" val="337154747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C3E62CAE-6FC3-6DFA-DCE5-229B99CE9EFB}"/>
              </a:ext>
            </a:extLst>
          </p:cNvPr>
          <p:cNvPicPr>
            <a:picLocks noGrp="1" noChangeAspect="1"/>
          </p:cNvPicPr>
          <p:nvPr>
            <p:ph idx="1"/>
          </p:nvPr>
        </p:nvPicPr>
        <p:blipFill>
          <a:blip r:embed="rId2"/>
          <a:stretch>
            <a:fillRect/>
          </a:stretch>
        </p:blipFill>
        <p:spPr>
          <a:xfrm>
            <a:off x="127250" y="2534880"/>
            <a:ext cx="5569984" cy="4269847"/>
          </a:xfrm>
          <a:prstGeom prst="rect">
            <a:avLst/>
          </a:prstGeom>
          <a:effectLst>
            <a:glow rad="228600">
              <a:schemeClr val="accent2">
                <a:satMod val="175000"/>
                <a:alpha val="40000"/>
              </a:schemeClr>
            </a:glow>
          </a:effectLst>
        </p:spPr>
      </p:pic>
      <p:pic>
        <p:nvPicPr>
          <p:cNvPr id="3" name="Picture 2">
            <a:extLst>
              <a:ext uri="{FF2B5EF4-FFF2-40B4-BE49-F238E27FC236}">
                <a16:creationId xmlns:a16="http://schemas.microsoft.com/office/drawing/2014/main" id="{AF64F91F-90C6-4C2F-D4C0-880B16BBC5A4}"/>
              </a:ext>
            </a:extLst>
          </p:cNvPr>
          <p:cNvPicPr>
            <a:picLocks noChangeAspect="1"/>
          </p:cNvPicPr>
          <p:nvPr/>
        </p:nvPicPr>
        <p:blipFill>
          <a:blip r:embed="rId3"/>
          <a:srcRect l="1305" t="87052" r="70625"/>
          <a:stretch>
            <a:fillRect/>
          </a:stretch>
        </p:blipFill>
        <p:spPr>
          <a:xfrm>
            <a:off x="127250" y="782988"/>
            <a:ext cx="4639379" cy="1669463"/>
          </a:xfrm>
          <a:prstGeom prst="rect">
            <a:avLst/>
          </a:prstGeom>
        </p:spPr>
      </p:pic>
      <p:pic>
        <p:nvPicPr>
          <p:cNvPr id="5" name="Picture 4">
            <a:extLst>
              <a:ext uri="{FF2B5EF4-FFF2-40B4-BE49-F238E27FC236}">
                <a16:creationId xmlns:a16="http://schemas.microsoft.com/office/drawing/2014/main" id="{CA7D13C0-51F0-2549-AFA5-C319A1DC7FBA}"/>
              </a:ext>
            </a:extLst>
          </p:cNvPr>
          <p:cNvPicPr>
            <a:picLocks noChangeAspect="1"/>
          </p:cNvPicPr>
          <p:nvPr/>
        </p:nvPicPr>
        <p:blipFill>
          <a:blip r:embed="rId3"/>
          <a:srcRect t="81814" r="15955" b="14203"/>
          <a:stretch>
            <a:fillRect/>
          </a:stretch>
        </p:blipFill>
        <p:spPr>
          <a:xfrm>
            <a:off x="127250" y="274360"/>
            <a:ext cx="7685676" cy="426199"/>
          </a:xfrm>
          <a:prstGeom prst="rect">
            <a:avLst/>
          </a:prstGeom>
        </p:spPr>
      </p:pic>
      <p:cxnSp>
        <p:nvCxnSpPr>
          <p:cNvPr id="6" name="Straight Arrow Connector 5">
            <a:extLst>
              <a:ext uri="{FF2B5EF4-FFF2-40B4-BE49-F238E27FC236}">
                <a16:creationId xmlns:a16="http://schemas.microsoft.com/office/drawing/2014/main" id="{7356B7C1-AF88-9B02-2A44-7779ECF46738}"/>
              </a:ext>
            </a:extLst>
          </p:cNvPr>
          <p:cNvCxnSpPr>
            <a:cxnSpLocks/>
          </p:cNvCxnSpPr>
          <p:nvPr/>
        </p:nvCxnSpPr>
        <p:spPr>
          <a:xfrm>
            <a:off x="5697234" y="4000500"/>
            <a:ext cx="1797580" cy="6204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802ABD2B-C901-4286-1253-DC5A8FE05834}"/>
              </a:ext>
            </a:extLst>
          </p:cNvPr>
          <p:cNvSpPr>
            <a:spLocks noChangeArrowheads="1"/>
          </p:cNvSpPr>
          <p:nvPr/>
        </p:nvSpPr>
        <p:spPr bwMode="auto">
          <a:xfrm>
            <a:off x="7494814" y="4288522"/>
            <a:ext cx="4000499" cy="1754326"/>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This function is for the owner(Master Sparsh)</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The remove button is only shown for the owner..</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Arial Unicode MS"/>
              </a:rPr>
              <a:t>And the owner can delete it with </a:t>
            </a:r>
            <a:r>
              <a:rPr kumimoji="0" lang="en-US" altLang="en-US" b="0" i="0" u="none" strike="noStrike" cap="none" normalizeH="0" baseline="0" dirty="0" err="1">
                <a:ln>
                  <a:noFill/>
                </a:ln>
                <a:solidFill>
                  <a:schemeClr val="tx1"/>
                </a:solidFill>
                <a:effectLst/>
                <a:latin typeface="Arial Unicode MS"/>
              </a:rPr>
              <a:t>axios.delete</a:t>
            </a:r>
            <a:endParaRPr kumimoji="0" lang="en-US" altLang="en-US" b="0" i="0" u="none" strike="noStrike" cap="none" normalizeH="0" baseline="0" dirty="0">
              <a:ln>
                <a:noFill/>
              </a:ln>
              <a:solidFill>
                <a:schemeClr val="tx1"/>
              </a:solidFill>
              <a:effectLst/>
              <a:latin typeface="Arial Unicode MS"/>
            </a:endParaRPr>
          </a:p>
        </p:txBody>
      </p:sp>
      <p:sp>
        <p:nvSpPr>
          <p:cNvPr id="11" name="TextBox 10">
            <a:extLst>
              <a:ext uri="{FF2B5EF4-FFF2-40B4-BE49-F238E27FC236}">
                <a16:creationId xmlns:a16="http://schemas.microsoft.com/office/drawing/2014/main" id="{EBAF9EB0-0AEE-D852-B059-E38B3570146A}"/>
              </a:ext>
            </a:extLst>
          </p:cNvPr>
          <p:cNvSpPr txBox="1"/>
          <p:nvPr/>
        </p:nvSpPr>
        <p:spPr>
          <a:xfrm>
            <a:off x="5635399" y="1294554"/>
            <a:ext cx="6143624" cy="646331"/>
          </a:xfrm>
          <a:prstGeom prst="rect">
            <a:avLst/>
          </a:prstGeom>
          <a:solidFill>
            <a:srgbClr val="92D050"/>
          </a:solidFill>
        </p:spPr>
        <p:txBody>
          <a:bodyPr wrap="square">
            <a:spAutoFit/>
          </a:bodyPr>
          <a:lstStyle/>
          <a:p>
            <a:r>
              <a:rPr lang="en-US" dirty="0"/>
              <a:t>It selects either </a:t>
            </a:r>
            <a:r>
              <a:rPr lang="en-US" b="1" dirty="0"/>
              <a:t>posts</a:t>
            </a:r>
            <a:r>
              <a:rPr lang="en-US" dirty="0"/>
              <a:t> or </a:t>
            </a:r>
            <a:r>
              <a:rPr lang="en-US" b="1" dirty="0"/>
              <a:t>bookmarks</a:t>
            </a:r>
            <a:r>
              <a:rPr lang="en-US" dirty="0"/>
              <a:t> depending on which tab is active, making sure the UI displays the correct list.</a:t>
            </a:r>
          </a:p>
        </p:txBody>
      </p:sp>
      <p:cxnSp>
        <p:nvCxnSpPr>
          <p:cNvPr id="12" name="Straight Arrow Connector 11">
            <a:extLst>
              <a:ext uri="{FF2B5EF4-FFF2-40B4-BE49-F238E27FC236}">
                <a16:creationId xmlns:a16="http://schemas.microsoft.com/office/drawing/2014/main" id="{10374563-1393-F79D-3BBA-095D8A062C97}"/>
              </a:ext>
            </a:extLst>
          </p:cNvPr>
          <p:cNvCxnSpPr>
            <a:cxnSpLocks/>
          </p:cNvCxnSpPr>
          <p:nvPr/>
        </p:nvCxnSpPr>
        <p:spPr>
          <a:xfrm>
            <a:off x="5310791" y="700559"/>
            <a:ext cx="1797580" cy="62048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6A25214-0AB0-C0E7-3DB8-4979239C7E3E}"/>
              </a:ext>
            </a:extLst>
          </p:cNvPr>
          <p:cNvSpPr txBox="1"/>
          <p:nvPr/>
        </p:nvSpPr>
        <p:spPr>
          <a:xfrm>
            <a:off x="5921126" y="2113843"/>
            <a:ext cx="6143624" cy="646331"/>
          </a:xfrm>
          <a:prstGeom prst="rect">
            <a:avLst/>
          </a:prstGeom>
          <a:solidFill>
            <a:srgbClr val="FFC000"/>
          </a:solidFill>
        </p:spPr>
        <p:txBody>
          <a:bodyPr wrap="square">
            <a:spAutoFit/>
          </a:bodyPr>
          <a:lstStyle/>
          <a:p>
            <a:r>
              <a:rPr lang="en-US" dirty="0"/>
              <a:t>Basically when we click on the </a:t>
            </a:r>
            <a:r>
              <a:rPr lang="en-US" dirty="0" err="1"/>
              <a:t>post..the</a:t>
            </a:r>
            <a:r>
              <a:rPr lang="en-US" dirty="0"/>
              <a:t> the </a:t>
            </a:r>
            <a:r>
              <a:rPr lang="en-US" dirty="0" err="1"/>
              <a:t>commentdialog</a:t>
            </a:r>
            <a:endParaRPr lang="en-US" dirty="0"/>
          </a:p>
          <a:p>
            <a:r>
              <a:rPr lang="en-US" dirty="0"/>
              <a:t>Will open up</a:t>
            </a:r>
          </a:p>
        </p:txBody>
      </p:sp>
      <p:cxnSp>
        <p:nvCxnSpPr>
          <p:cNvPr id="14" name="Straight Arrow Connector 13">
            <a:extLst>
              <a:ext uri="{FF2B5EF4-FFF2-40B4-BE49-F238E27FC236}">
                <a16:creationId xmlns:a16="http://schemas.microsoft.com/office/drawing/2014/main" id="{6D710110-A271-4535-2E94-9219182D9657}"/>
              </a:ext>
            </a:extLst>
          </p:cNvPr>
          <p:cNvCxnSpPr>
            <a:cxnSpLocks/>
          </p:cNvCxnSpPr>
          <p:nvPr/>
        </p:nvCxnSpPr>
        <p:spPr>
          <a:xfrm>
            <a:off x="4766629" y="1630965"/>
            <a:ext cx="1154497" cy="552458"/>
          </a:xfrm>
          <a:prstGeom prst="straightConnector1">
            <a:avLst/>
          </a:prstGeom>
          <a:ln w="5715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31539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EFE14-6D98-F8F9-17D3-CF092E260475}"/>
              </a:ext>
            </a:extLst>
          </p:cNvPr>
          <p:cNvSpPr>
            <a:spLocks noGrp="1"/>
          </p:cNvSpPr>
          <p:nvPr>
            <p:ph type="title"/>
          </p:nvPr>
        </p:nvSpPr>
        <p:spPr>
          <a:xfrm>
            <a:off x="155121" y="114309"/>
            <a:ext cx="10858500" cy="694636"/>
          </a:xfrm>
        </p:spPr>
        <p:txBody>
          <a:bodyPr>
            <a:normAutofit fontScale="90000"/>
          </a:bodyPr>
          <a:lstStyle/>
          <a:p>
            <a:r>
              <a:rPr lang="en-US" dirty="0" err="1"/>
              <a:t>useGetUserProfile.jsx</a:t>
            </a:r>
            <a:r>
              <a:rPr lang="en-US" dirty="0"/>
              <a:t>  ---- file inside the hook folder</a:t>
            </a:r>
          </a:p>
        </p:txBody>
      </p:sp>
      <p:pic>
        <p:nvPicPr>
          <p:cNvPr id="5" name="Content Placeholder 4">
            <a:extLst>
              <a:ext uri="{FF2B5EF4-FFF2-40B4-BE49-F238E27FC236}">
                <a16:creationId xmlns:a16="http://schemas.microsoft.com/office/drawing/2014/main" id="{0C006703-97A4-9E02-8D56-50D0FDACDADD}"/>
              </a:ext>
            </a:extLst>
          </p:cNvPr>
          <p:cNvPicPr>
            <a:picLocks noGrp="1" noChangeAspect="1"/>
          </p:cNvPicPr>
          <p:nvPr>
            <p:ph idx="1"/>
          </p:nvPr>
        </p:nvPicPr>
        <p:blipFill>
          <a:blip r:embed="rId2"/>
          <a:stretch>
            <a:fillRect/>
          </a:stretch>
        </p:blipFill>
        <p:spPr>
          <a:xfrm>
            <a:off x="186594" y="1250732"/>
            <a:ext cx="6940827" cy="5226035"/>
          </a:xfrm>
          <a:prstGeom prst="rect">
            <a:avLst/>
          </a:prstGeom>
        </p:spPr>
      </p:pic>
      <p:sp>
        <p:nvSpPr>
          <p:cNvPr id="3" name="TextBox 2">
            <a:extLst>
              <a:ext uri="{FF2B5EF4-FFF2-40B4-BE49-F238E27FC236}">
                <a16:creationId xmlns:a16="http://schemas.microsoft.com/office/drawing/2014/main" id="{B821E3E9-2C0D-DA8E-954E-64FBAE3093E1}"/>
              </a:ext>
            </a:extLst>
          </p:cNvPr>
          <p:cNvSpPr txBox="1"/>
          <p:nvPr/>
        </p:nvSpPr>
        <p:spPr>
          <a:xfrm>
            <a:off x="7364186" y="1894114"/>
            <a:ext cx="3738459" cy="1754326"/>
          </a:xfrm>
          <a:prstGeom prst="rect">
            <a:avLst/>
          </a:prstGeom>
          <a:noFill/>
        </p:spPr>
        <p:txBody>
          <a:bodyPr wrap="none" rtlCol="0">
            <a:spAutoFit/>
          </a:bodyPr>
          <a:lstStyle/>
          <a:p>
            <a:r>
              <a:rPr lang="en-US" dirty="0">
                <a:highlight>
                  <a:srgbClr val="FFFF00"/>
                </a:highlight>
              </a:rPr>
              <a:t>We keep the profile page logic clean</a:t>
            </a:r>
          </a:p>
          <a:p>
            <a:r>
              <a:rPr lang="en-US" dirty="0">
                <a:highlight>
                  <a:srgbClr val="FFFF00"/>
                </a:highlight>
              </a:rPr>
              <a:t>By transferring the code logic to the </a:t>
            </a:r>
          </a:p>
          <a:p>
            <a:r>
              <a:rPr lang="en-US" dirty="0">
                <a:highlight>
                  <a:srgbClr val="FFFF00"/>
                </a:highlight>
              </a:rPr>
              <a:t>Custom hook…</a:t>
            </a:r>
          </a:p>
          <a:p>
            <a:endParaRPr lang="en-US" dirty="0">
              <a:highlight>
                <a:srgbClr val="FFFF00"/>
              </a:highlight>
            </a:endParaRPr>
          </a:p>
          <a:p>
            <a:r>
              <a:rPr lang="en-US" dirty="0">
                <a:highlight>
                  <a:srgbClr val="FFFF00"/>
                </a:highlight>
              </a:rPr>
              <a:t>This hook fetch the profile data from </a:t>
            </a:r>
          </a:p>
          <a:p>
            <a:r>
              <a:rPr lang="en-US" dirty="0">
                <a:highlight>
                  <a:srgbClr val="FFFF00"/>
                </a:highlight>
              </a:rPr>
              <a:t>the backend and store them in  Redux</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78CA321-CD96-0193-F306-5973DCFBFB1F}"/>
                  </a:ext>
                </a:extLst>
              </p14:cNvPr>
              <p14:cNvContentPartPr/>
              <p14:nvPr/>
            </p14:nvContentPartPr>
            <p14:xfrm>
              <a:off x="7325429" y="1549714"/>
              <a:ext cx="3986280" cy="560160"/>
            </p14:xfrm>
          </p:contentPart>
        </mc:Choice>
        <mc:Fallback xmlns="">
          <p:pic>
            <p:nvPicPr>
              <p:cNvPr id="4" name="Ink 3">
                <a:extLst>
                  <a:ext uri="{FF2B5EF4-FFF2-40B4-BE49-F238E27FC236}">
                    <a16:creationId xmlns:a16="http://schemas.microsoft.com/office/drawing/2014/main" id="{778CA321-CD96-0193-F306-5973DCFBFB1F}"/>
                  </a:ext>
                </a:extLst>
              </p:cNvPr>
              <p:cNvPicPr/>
              <p:nvPr/>
            </p:nvPicPr>
            <p:blipFill>
              <a:blip r:embed="rId4"/>
              <a:stretch>
                <a:fillRect/>
              </a:stretch>
            </p:blipFill>
            <p:spPr>
              <a:xfrm>
                <a:off x="7307789" y="1531714"/>
                <a:ext cx="4021920" cy="5958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923F8E2D-2C58-84AB-7C42-FE1EC46C4BCD}"/>
                  </a:ext>
                </a:extLst>
              </p14:cNvPr>
              <p14:cNvContentPartPr/>
              <p14:nvPr/>
            </p14:nvContentPartPr>
            <p14:xfrm>
              <a:off x="7235069" y="1611274"/>
              <a:ext cx="4262400" cy="2251800"/>
            </p14:xfrm>
          </p:contentPart>
        </mc:Choice>
        <mc:Fallback xmlns="">
          <p:pic>
            <p:nvPicPr>
              <p:cNvPr id="6" name="Ink 5">
                <a:extLst>
                  <a:ext uri="{FF2B5EF4-FFF2-40B4-BE49-F238E27FC236}">
                    <a16:creationId xmlns:a16="http://schemas.microsoft.com/office/drawing/2014/main" id="{923F8E2D-2C58-84AB-7C42-FE1EC46C4BCD}"/>
                  </a:ext>
                </a:extLst>
              </p:cNvPr>
              <p:cNvPicPr/>
              <p:nvPr/>
            </p:nvPicPr>
            <p:blipFill>
              <a:blip r:embed="rId6"/>
              <a:stretch>
                <a:fillRect/>
              </a:stretch>
            </p:blipFill>
            <p:spPr>
              <a:xfrm>
                <a:off x="7217429" y="1593634"/>
                <a:ext cx="4298040" cy="2287440"/>
              </a:xfrm>
              <a:prstGeom prst="rect">
                <a:avLst/>
              </a:prstGeom>
            </p:spPr>
          </p:pic>
        </mc:Fallback>
      </mc:AlternateContent>
    </p:spTree>
    <p:extLst>
      <p:ext uri="{BB962C8B-B14F-4D97-AF65-F5344CB8AC3E}">
        <p14:creationId xmlns:p14="http://schemas.microsoft.com/office/powerpoint/2010/main" val="369684916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6357D-CE1E-4996-B394-38EE3EEF7155}"/>
              </a:ext>
            </a:extLst>
          </p:cNvPr>
          <p:cNvSpPr>
            <a:spLocks noGrp="1"/>
          </p:cNvSpPr>
          <p:nvPr>
            <p:ph type="title"/>
          </p:nvPr>
        </p:nvSpPr>
        <p:spPr>
          <a:xfrm>
            <a:off x="127907" y="57150"/>
            <a:ext cx="10515600" cy="645659"/>
          </a:xfrm>
        </p:spPr>
        <p:txBody>
          <a:bodyPr>
            <a:normAutofit fontScale="90000"/>
          </a:bodyPr>
          <a:lstStyle/>
          <a:p>
            <a:r>
              <a:rPr lang="en-US" dirty="0" err="1"/>
              <a:t>FollowingListDialog</a:t>
            </a:r>
            <a:endParaRPr lang="en-US" dirty="0"/>
          </a:p>
        </p:txBody>
      </p:sp>
      <p:pic>
        <p:nvPicPr>
          <p:cNvPr id="5" name="Picture 4">
            <a:extLst>
              <a:ext uri="{FF2B5EF4-FFF2-40B4-BE49-F238E27FC236}">
                <a16:creationId xmlns:a16="http://schemas.microsoft.com/office/drawing/2014/main" id="{C5DBD379-D75A-41FE-A7A3-A5262D53D67F}"/>
              </a:ext>
            </a:extLst>
          </p:cNvPr>
          <p:cNvPicPr>
            <a:picLocks noChangeAspect="1"/>
          </p:cNvPicPr>
          <p:nvPr/>
        </p:nvPicPr>
        <p:blipFill>
          <a:blip r:embed="rId2"/>
          <a:stretch>
            <a:fillRect/>
          </a:stretch>
        </p:blipFill>
        <p:spPr>
          <a:xfrm>
            <a:off x="127907" y="702809"/>
            <a:ext cx="5188217" cy="1054154"/>
          </a:xfrm>
          <a:prstGeom prst="rect">
            <a:avLst/>
          </a:prstGeom>
        </p:spPr>
      </p:pic>
      <p:pic>
        <p:nvPicPr>
          <p:cNvPr id="7" name="Picture 6">
            <a:extLst>
              <a:ext uri="{FF2B5EF4-FFF2-40B4-BE49-F238E27FC236}">
                <a16:creationId xmlns:a16="http://schemas.microsoft.com/office/drawing/2014/main" id="{37B53F00-4683-D8B7-1399-51B16CD3D410}"/>
              </a:ext>
            </a:extLst>
          </p:cNvPr>
          <p:cNvPicPr>
            <a:picLocks noChangeAspect="1"/>
          </p:cNvPicPr>
          <p:nvPr/>
        </p:nvPicPr>
        <p:blipFill>
          <a:blip r:embed="rId3"/>
          <a:srcRect b="85416"/>
          <a:stretch>
            <a:fillRect/>
          </a:stretch>
        </p:blipFill>
        <p:spPr>
          <a:xfrm>
            <a:off x="-6193" y="2898321"/>
            <a:ext cx="6527961" cy="527077"/>
          </a:xfrm>
          <a:prstGeom prst="rect">
            <a:avLst/>
          </a:prstGeom>
        </p:spPr>
      </p:pic>
      <p:pic>
        <p:nvPicPr>
          <p:cNvPr id="9" name="Picture 8">
            <a:extLst>
              <a:ext uri="{FF2B5EF4-FFF2-40B4-BE49-F238E27FC236}">
                <a16:creationId xmlns:a16="http://schemas.microsoft.com/office/drawing/2014/main" id="{8AB3E7C2-47A7-1B8D-262D-FC66B1AB360B}"/>
              </a:ext>
            </a:extLst>
          </p:cNvPr>
          <p:cNvPicPr>
            <a:picLocks noChangeAspect="1"/>
          </p:cNvPicPr>
          <p:nvPr/>
        </p:nvPicPr>
        <p:blipFill>
          <a:blip r:embed="rId4"/>
          <a:srcRect b="8571"/>
          <a:stretch>
            <a:fillRect/>
          </a:stretch>
        </p:blipFill>
        <p:spPr>
          <a:xfrm>
            <a:off x="-1" y="1756963"/>
            <a:ext cx="5670235" cy="1141358"/>
          </a:xfrm>
          <a:prstGeom prst="rect">
            <a:avLst/>
          </a:prstGeom>
        </p:spPr>
      </p:pic>
      <p:sp>
        <p:nvSpPr>
          <p:cNvPr id="21" name="TextBox 20">
            <a:extLst>
              <a:ext uri="{FF2B5EF4-FFF2-40B4-BE49-F238E27FC236}">
                <a16:creationId xmlns:a16="http://schemas.microsoft.com/office/drawing/2014/main" id="{F1F63BEB-63B2-CA32-4A4D-D9F418339C60}"/>
              </a:ext>
            </a:extLst>
          </p:cNvPr>
          <p:cNvSpPr txBox="1"/>
          <p:nvPr/>
        </p:nvSpPr>
        <p:spPr>
          <a:xfrm>
            <a:off x="6195196" y="491222"/>
            <a:ext cx="5669768" cy="1477328"/>
          </a:xfrm>
          <a:prstGeom prst="rect">
            <a:avLst/>
          </a:prstGeom>
          <a:solidFill>
            <a:srgbClr val="FFC000"/>
          </a:solidFill>
        </p:spPr>
        <p:txBody>
          <a:bodyPr wrap="square">
            <a:spAutoFit/>
          </a:bodyPr>
          <a:lstStyle/>
          <a:p>
            <a:r>
              <a:rPr lang="en-US" dirty="0"/>
              <a:t>It initializes </a:t>
            </a:r>
            <a:r>
              <a:rPr lang="en-US" dirty="0">
                <a:latin typeface="Courier New" panose="02070309020205020404" pitchFamily="49" charset="0"/>
              </a:rPr>
              <a:t>loading</a:t>
            </a:r>
            <a:r>
              <a:rPr lang="en-US" dirty="0"/>
              <a:t> to track if data is being fetched and </a:t>
            </a:r>
            <a:r>
              <a:rPr lang="en-US" dirty="0">
                <a:latin typeface="Courier New" panose="02070309020205020404" pitchFamily="49" charset="0"/>
              </a:rPr>
              <a:t>users</a:t>
            </a:r>
            <a:r>
              <a:rPr lang="en-US" dirty="0"/>
              <a:t> to store the list of followers or following users. </a:t>
            </a:r>
            <a:r>
              <a:rPr lang="en-US" dirty="0" err="1">
                <a:latin typeface="Courier New" panose="02070309020205020404" pitchFamily="49" charset="0"/>
              </a:rPr>
              <a:t>useDispatch</a:t>
            </a:r>
            <a:r>
              <a:rPr lang="en-US" dirty="0"/>
              <a:t> and </a:t>
            </a:r>
            <a:r>
              <a:rPr lang="en-US" dirty="0" err="1">
                <a:latin typeface="Courier New" panose="02070309020205020404" pitchFamily="49" charset="0"/>
              </a:rPr>
              <a:t>useSelector</a:t>
            </a:r>
            <a:r>
              <a:rPr lang="en-US" dirty="0"/>
              <a:t> are used to interact with the Redux store, accessing the current user (</a:t>
            </a:r>
            <a:r>
              <a:rPr lang="en-US" dirty="0">
                <a:latin typeface="Courier New" panose="02070309020205020404" pitchFamily="49" charset="0"/>
              </a:rPr>
              <a:t>user</a:t>
            </a:r>
            <a:r>
              <a:rPr lang="en-US" dirty="0"/>
              <a:t>) and viewed profile (</a:t>
            </a:r>
            <a:r>
              <a:rPr lang="en-US" dirty="0" err="1">
                <a:latin typeface="Courier New" panose="02070309020205020404" pitchFamily="49" charset="0"/>
              </a:rPr>
              <a:t>userProfile</a:t>
            </a:r>
            <a:r>
              <a:rPr lang="en-US" dirty="0"/>
              <a:t>). </a:t>
            </a:r>
          </a:p>
        </p:txBody>
      </p:sp>
      <p:cxnSp>
        <p:nvCxnSpPr>
          <p:cNvPr id="22" name="Straight Arrow Connector 21">
            <a:extLst>
              <a:ext uri="{FF2B5EF4-FFF2-40B4-BE49-F238E27FC236}">
                <a16:creationId xmlns:a16="http://schemas.microsoft.com/office/drawing/2014/main" id="{9C08A0EF-FE93-92B6-9B01-5976086E6F7A}"/>
              </a:ext>
            </a:extLst>
          </p:cNvPr>
          <p:cNvCxnSpPr>
            <a:cxnSpLocks/>
            <a:endCxn id="21" idx="1"/>
          </p:cNvCxnSpPr>
          <p:nvPr/>
        </p:nvCxnSpPr>
        <p:spPr>
          <a:xfrm flipV="1">
            <a:off x="5622978" y="1229886"/>
            <a:ext cx="572218" cy="96976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005904E-6D38-7A57-6632-4EEFA61CEA0F}"/>
              </a:ext>
            </a:extLst>
          </p:cNvPr>
          <p:cNvSpPr/>
          <p:nvPr/>
        </p:nvSpPr>
        <p:spPr>
          <a:xfrm>
            <a:off x="0" y="3129419"/>
            <a:ext cx="6351814" cy="295979"/>
          </a:xfrm>
          <a:prstGeom prst="rect">
            <a:avLst/>
          </a:prstGeom>
          <a:noFill/>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56C839B1-6F2B-AC16-9943-1C2ACDFD929B}"/>
              </a:ext>
            </a:extLst>
          </p:cNvPr>
          <p:cNvCxnSpPr>
            <a:cxnSpLocks/>
          </p:cNvCxnSpPr>
          <p:nvPr/>
        </p:nvCxnSpPr>
        <p:spPr>
          <a:xfrm flipV="1">
            <a:off x="6235659" y="2588079"/>
            <a:ext cx="671327" cy="48159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954AC795-5328-D7E8-3D3D-66E07A59FA70}"/>
              </a:ext>
            </a:extLst>
          </p:cNvPr>
          <p:cNvSpPr txBox="1"/>
          <p:nvPr/>
        </p:nvSpPr>
        <p:spPr>
          <a:xfrm>
            <a:off x="6845761" y="2159657"/>
            <a:ext cx="5298986" cy="923330"/>
          </a:xfrm>
          <a:prstGeom prst="rect">
            <a:avLst/>
          </a:prstGeom>
          <a:solidFill>
            <a:srgbClr val="FFC000"/>
          </a:solidFill>
        </p:spPr>
        <p:txBody>
          <a:bodyPr wrap="square">
            <a:spAutoFit/>
          </a:bodyPr>
          <a:lstStyle/>
          <a:p>
            <a:r>
              <a:rPr lang="en-US" dirty="0"/>
              <a:t>This creates a set of IDs that the current user logged in </a:t>
            </a:r>
          </a:p>
          <a:p>
            <a:r>
              <a:rPr lang="en-US" dirty="0" err="1">
                <a:highlight>
                  <a:srgbClr val="FFFF00"/>
                </a:highlight>
              </a:rPr>
              <a:t>useMemo</a:t>
            </a:r>
            <a:r>
              <a:rPr lang="en-US" dirty="0">
                <a:highlight>
                  <a:srgbClr val="FFFF00"/>
                </a:highlight>
              </a:rPr>
              <a:t>() </a:t>
            </a:r>
            <a:r>
              <a:rPr lang="en-US" dirty="0">
                <a:sym typeface="Wingdings" panose="05000000000000000000" pitchFamily="2" charset="2"/>
              </a:rPr>
              <a:t> ensures this set is only recalculated when user changes </a:t>
            </a:r>
          </a:p>
        </p:txBody>
      </p:sp>
      <p:sp>
        <p:nvSpPr>
          <p:cNvPr id="29" name="TextBox 28">
            <a:extLst>
              <a:ext uri="{FF2B5EF4-FFF2-40B4-BE49-F238E27FC236}">
                <a16:creationId xmlns:a16="http://schemas.microsoft.com/office/drawing/2014/main" id="{D77E9B2C-6D1A-FA7B-949A-278BB60C0C7B}"/>
              </a:ext>
            </a:extLst>
          </p:cNvPr>
          <p:cNvSpPr txBox="1"/>
          <p:nvPr/>
        </p:nvSpPr>
        <p:spPr>
          <a:xfrm>
            <a:off x="6906986" y="3425398"/>
            <a:ext cx="5298986" cy="3139321"/>
          </a:xfrm>
          <a:prstGeom prst="rect">
            <a:avLst/>
          </a:prstGeom>
          <a:noFill/>
        </p:spPr>
        <p:txBody>
          <a:bodyPr wrap="square">
            <a:spAutoFit/>
          </a:bodyPr>
          <a:lstStyle/>
          <a:p>
            <a:r>
              <a:rPr lang="en-US" dirty="0">
                <a:highlight>
                  <a:srgbClr val="FFFF00"/>
                </a:highlight>
              </a:rPr>
              <a:t>This </a:t>
            </a:r>
            <a:r>
              <a:rPr lang="en-US" dirty="0" err="1">
                <a:highlight>
                  <a:srgbClr val="FFFF00"/>
                </a:highlight>
                <a:latin typeface="Courier New" panose="02070309020205020404" pitchFamily="49" charset="0"/>
              </a:rPr>
              <a:t>useEffect</a:t>
            </a:r>
            <a:r>
              <a:rPr lang="en-US" dirty="0">
                <a:highlight>
                  <a:srgbClr val="FFFF00"/>
                </a:highlight>
              </a:rPr>
              <a:t> hook fetches the list of followers or following users whenever the dialog opens, the </a:t>
            </a:r>
            <a:r>
              <a:rPr lang="en-US" dirty="0" err="1">
                <a:highlight>
                  <a:srgbClr val="FFFF00"/>
                </a:highlight>
                <a:latin typeface="Courier New" panose="02070309020205020404" pitchFamily="49" charset="0"/>
              </a:rPr>
              <a:t>userId</a:t>
            </a:r>
            <a:r>
              <a:rPr lang="en-US" dirty="0">
                <a:highlight>
                  <a:srgbClr val="FFFF00"/>
                </a:highlight>
              </a:rPr>
              <a:t> changes, or the </a:t>
            </a:r>
            <a:r>
              <a:rPr lang="en-US" dirty="0">
                <a:highlight>
                  <a:srgbClr val="FFFF00"/>
                </a:highlight>
                <a:latin typeface="Courier New" panose="02070309020205020404" pitchFamily="49" charset="0"/>
              </a:rPr>
              <a:t>type</a:t>
            </a:r>
            <a:r>
              <a:rPr lang="en-US" dirty="0">
                <a:highlight>
                  <a:srgbClr val="FFFF00"/>
                </a:highlight>
              </a:rPr>
              <a:t> changes. It first checks if the dialog is open and a valid </a:t>
            </a:r>
            <a:r>
              <a:rPr lang="en-US" dirty="0" err="1">
                <a:highlight>
                  <a:srgbClr val="FFFF00"/>
                </a:highlight>
                <a:latin typeface="Courier New" panose="02070309020205020404" pitchFamily="49" charset="0"/>
              </a:rPr>
              <a:t>userId</a:t>
            </a:r>
            <a:r>
              <a:rPr lang="en-US" dirty="0">
                <a:highlight>
                  <a:srgbClr val="FFFF00"/>
                </a:highlight>
              </a:rPr>
              <a:t> exists. Then it defines an asynchronous function </a:t>
            </a:r>
            <a:r>
              <a:rPr lang="en-US" dirty="0" err="1">
                <a:highlight>
                  <a:srgbClr val="FFFF00"/>
                </a:highlight>
                <a:latin typeface="Courier New" panose="02070309020205020404" pitchFamily="49" charset="0"/>
              </a:rPr>
              <a:t>fetchList</a:t>
            </a:r>
            <a:r>
              <a:rPr lang="en-US" dirty="0">
                <a:highlight>
                  <a:srgbClr val="FFFF00"/>
                </a:highlight>
              </a:rPr>
              <a:t> that sets </a:t>
            </a:r>
            <a:r>
              <a:rPr lang="en-US" dirty="0">
                <a:highlight>
                  <a:srgbClr val="FFFF00"/>
                </a:highlight>
                <a:latin typeface="Courier New" panose="02070309020205020404" pitchFamily="49" charset="0"/>
              </a:rPr>
              <a:t>loading</a:t>
            </a:r>
            <a:r>
              <a:rPr lang="en-US" dirty="0">
                <a:highlight>
                  <a:srgbClr val="FFFF00"/>
                </a:highlight>
              </a:rPr>
              <a:t> to </a:t>
            </a:r>
            <a:r>
              <a:rPr lang="en-US" dirty="0">
                <a:highlight>
                  <a:srgbClr val="FFFF00"/>
                </a:highlight>
                <a:latin typeface="Courier New" panose="02070309020205020404" pitchFamily="49" charset="0"/>
              </a:rPr>
              <a:t>true</a:t>
            </a:r>
            <a:r>
              <a:rPr lang="en-US" dirty="0">
                <a:highlight>
                  <a:srgbClr val="FFFF00"/>
                </a:highlight>
              </a:rPr>
              <a:t>, makes an API call to fetch either followers or following based on the </a:t>
            </a:r>
            <a:r>
              <a:rPr lang="en-US" dirty="0">
                <a:highlight>
                  <a:srgbClr val="FFFF00"/>
                </a:highlight>
                <a:latin typeface="Courier New" panose="02070309020205020404" pitchFamily="49" charset="0"/>
              </a:rPr>
              <a:t>type</a:t>
            </a:r>
            <a:r>
              <a:rPr lang="en-US" dirty="0">
                <a:highlight>
                  <a:srgbClr val="FFFF00"/>
                </a:highlight>
              </a:rPr>
              <a:t>, and updates the </a:t>
            </a:r>
            <a:r>
              <a:rPr lang="en-US" dirty="0">
                <a:highlight>
                  <a:srgbClr val="FFFF00"/>
                </a:highlight>
                <a:latin typeface="Courier New" panose="02070309020205020404" pitchFamily="49" charset="0"/>
              </a:rPr>
              <a:t>users</a:t>
            </a:r>
            <a:r>
              <a:rPr lang="en-US" dirty="0">
                <a:highlight>
                  <a:srgbClr val="FFFF00"/>
                </a:highlight>
              </a:rPr>
              <a:t> state with the result. If the request fails, it clears the </a:t>
            </a:r>
            <a:r>
              <a:rPr lang="en-US" dirty="0">
                <a:highlight>
                  <a:srgbClr val="FFFF00"/>
                </a:highlight>
                <a:latin typeface="Courier New" panose="02070309020205020404" pitchFamily="49" charset="0"/>
              </a:rPr>
              <a:t>users</a:t>
            </a:r>
            <a:r>
              <a:rPr lang="en-US" dirty="0">
                <a:highlight>
                  <a:srgbClr val="FFFF00"/>
                </a:highlight>
              </a:rPr>
              <a:t> list. Finally, it sets </a:t>
            </a:r>
            <a:r>
              <a:rPr lang="en-US" dirty="0">
                <a:highlight>
                  <a:srgbClr val="FFFF00"/>
                </a:highlight>
                <a:latin typeface="Courier New" panose="02070309020205020404" pitchFamily="49" charset="0"/>
              </a:rPr>
              <a:t>loading</a:t>
            </a:r>
            <a:r>
              <a:rPr lang="en-US" dirty="0">
                <a:highlight>
                  <a:srgbClr val="FFFF00"/>
                </a:highlight>
              </a:rPr>
              <a:t> back to </a:t>
            </a:r>
            <a:r>
              <a:rPr lang="en-US" dirty="0">
                <a:highlight>
                  <a:srgbClr val="FFFF00"/>
                </a:highlight>
                <a:latin typeface="Courier New" panose="02070309020205020404" pitchFamily="49" charset="0"/>
              </a:rPr>
              <a:t>false</a:t>
            </a:r>
            <a:r>
              <a:rPr lang="en-US" dirty="0">
                <a:highlight>
                  <a:srgbClr val="FFFF00"/>
                </a:highlight>
              </a:rPr>
              <a:t> after the fetch completes, ensuring the UI reflects the loading state correctly.</a:t>
            </a:r>
          </a:p>
        </p:txBody>
      </p:sp>
      <p:pic>
        <p:nvPicPr>
          <p:cNvPr id="30" name="Picture 29">
            <a:extLst>
              <a:ext uri="{FF2B5EF4-FFF2-40B4-BE49-F238E27FC236}">
                <a16:creationId xmlns:a16="http://schemas.microsoft.com/office/drawing/2014/main" id="{AF60B941-18C7-2B5C-D2B8-7C4AA594F036}"/>
              </a:ext>
            </a:extLst>
          </p:cNvPr>
          <p:cNvPicPr>
            <a:picLocks noChangeAspect="1"/>
          </p:cNvPicPr>
          <p:nvPr/>
        </p:nvPicPr>
        <p:blipFill>
          <a:blip r:embed="rId3"/>
          <a:srcRect t="15883"/>
          <a:stretch>
            <a:fillRect/>
          </a:stretch>
        </p:blipFill>
        <p:spPr>
          <a:xfrm>
            <a:off x="43361" y="3725827"/>
            <a:ext cx="6527961" cy="3040113"/>
          </a:xfrm>
          <a:prstGeom prst="rect">
            <a:avLst/>
          </a:prstGeom>
          <a:effectLst>
            <a:glow rad="228600">
              <a:schemeClr val="accent2">
                <a:satMod val="175000"/>
                <a:alpha val="40000"/>
              </a:schemeClr>
            </a:glow>
          </a:effectLst>
        </p:spPr>
      </p:pic>
      <p:cxnSp>
        <p:nvCxnSpPr>
          <p:cNvPr id="31" name="Straight Arrow Connector 30">
            <a:extLst>
              <a:ext uri="{FF2B5EF4-FFF2-40B4-BE49-F238E27FC236}">
                <a16:creationId xmlns:a16="http://schemas.microsoft.com/office/drawing/2014/main" id="{B5A6C94E-E2EC-03D3-1331-669DB5526D7D}"/>
              </a:ext>
            </a:extLst>
          </p:cNvPr>
          <p:cNvCxnSpPr>
            <a:cxnSpLocks/>
          </p:cNvCxnSpPr>
          <p:nvPr/>
        </p:nvCxnSpPr>
        <p:spPr>
          <a:xfrm flipV="1">
            <a:off x="6571322" y="4098471"/>
            <a:ext cx="466292" cy="60442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141258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90EFD6E-434C-44BA-6DFB-0C26CDB70118}"/>
              </a:ext>
            </a:extLst>
          </p:cNvPr>
          <p:cNvPicPr>
            <a:picLocks noGrp="1" noChangeAspect="1"/>
          </p:cNvPicPr>
          <p:nvPr>
            <p:ph idx="1"/>
          </p:nvPr>
        </p:nvPicPr>
        <p:blipFill>
          <a:blip r:embed="rId2"/>
          <a:stretch>
            <a:fillRect/>
          </a:stretch>
        </p:blipFill>
        <p:spPr>
          <a:xfrm>
            <a:off x="111578" y="100070"/>
            <a:ext cx="8011885" cy="4950934"/>
          </a:xfrm>
          <a:prstGeom prst="rect">
            <a:avLst/>
          </a:prstGeom>
        </p:spPr>
      </p:pic>
      <p:pic>
        <p:nvPicPr>
          <p:cNvPr id="6" name="Picture 5">
            <a:extLst>
              <a:ext uri="{FF2B5EF4-FFF2-40B4-BE49-F238E27FC236}">
                <a16:creationId xmlns:a16="http://schemas.microsoft.com/office/drawing/2014/main" id="{EF4950FE-0C3F-6ED3-F1F7-876359F347A9}"/>
              </a:ext>
            </a:extLst>
          </p:cNvPr>
          <p:cNvPicPr>
            <a:picLocks noChangeAspect="1"/>
          </p:cNvPicPr>
          <p:nvPr/>
        </p:nvPicPr>
        <p:blipFill>
          <a:blip r:embed="rId3"/>
          <a:stretch>
            <a:fillRect/>
          </a:stretch>
        </p:blipFill>
        <p:spPr>
          <a:xfrm>
            <a:off x="8705671" y="4748693"/>
            <a:ext cx="3486329" cy="2025754"/>
          </a:xfrm>
          <a:prstGeom prst="rect">
            <a:avLst/>
          </a:prstGeom>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5509BE86-06EF-CC74-939B-5FDBE78256BB}"/>
                  </a:ext>
                </a:extLst>
              </p14:cNvPr>
              <p14:cNvContentPartPr/>
              <p14:nvPr/>
            </p14:nvContentPartPr>
            <p14:xfrm>
              <a:off x="9967306" y="4824051"/>
              <a:ext cx="1040760" cy="379080"/>
            </p14:xfrm>
          </p:contentPart>
        </mc:Choice>
        <mc:Fallback xmlns="">
          <p:pic>
            <p:nvPicPr>
              <p:cNvPr id="7" name="Ink 6">
                <a:extLst>
                  <a:ext uri="{FF2B5EF4-FFF2-40B4-BE49-F238E27FC236}">
                    <a16:creationId xmlns:a16="http://schemas.microsoft.com/office/drawing/2014/main" id="{5509BE86-06EF-CC74-939B-5FDBE78256BB}"/>
                  </a:ext>
                </a:extLst>
              </p:cNvPr>
              <p:cNvPicPr/>
              <p:nvPr/>
            </p:nvPicPr>
            <p:blipFill>
              <a:blip r:embed="rId5"/>
              <a:stretch>
                <a:fillRect/>
              </a:stretch>
            </p:blipFill>
            <p:spPr>
              <a:xfrm>
                <a:off x="9949666" y="4806051"/>
                <a:ext cx="1076400" cy="414720"/>
              </a:xfrm>
              <a:prstGeom prst="rect">
                <a:avLst/>
              </a:prstGeom>
            </p:spPr>
          </p:pic>
        </mc:Fallback>
      </mc:AlternateContent>
      <p:sp>
        <p:nvSpPr>
          <p:cNvPr id="8" name="TextBox 7">
            <a:extLst>
              <a:ext uri="{FF2B5EF4-FFF2-40B4-BE49-F238E27FC236}">
                <a16:creationId xmlns:a16="http://schemas.microsoft.com/office/drawing/2014/main" id="{F5D7044D-4660-EB5E-5467-7880C8461B54}"/>
              </a:ext>
            </a:extLst>
          </p:cNvPr>
          <p:cNvSpPr txBox="1"/>
          <p:nvPr/>
        </p:nvSpPr>
        <p:spPr>
          <a:xfrm>
            <a:off x="8874445" y="4780666"/>
            <a:ext cx="559769" cy="369332"/>
          </a:xfrm>
          <a:prstGeom prst="rect">
            <a:avLst/>
          </a:prstGeom>
          <a:noFill/>
        </p:spPr>
        <p:txBody>
          <a:bodyPr wrap="none" rtlCol="0">
            <a:spAutoFit/>
          </a:bodyPr>
          <a:lstStyle/>
          <a:p>
            <a:r>
              <a:rPr lang="en-US" dirty="0"/>
              <a:t>title</a:t>
            </a:r>
          </a:p>
        </p:txBody>
      </p:sp>
      <p:grpSp>
        <p:nvGrpSpPr>
          <p:cNvPr id="9" name="Group 8">
            <a:extLst>
              <a:ext uri="{FF2B5EF4-FFF2-40B4-BE49-F238E27FC236}">
                <a16:creationId xmlns:a16="http://schemas.microsoft.com/office/drawing/2014/main" id="{F87A2337-8415-5CBA-8B9B-8A744A00155D}"/>
              </a:ext>
            </a:extLst>
          </p:cNvPr>
          <p:cNvGrpSpPr/>
          <p:nvPr/>
        </p:nvGrpSpPr>
        <p:grpSpPr>
          <a:xfrm rot="15969627">
            <a:off x="9482379" y="4648828"/>
            <a:ext cx="465120" cy="604080"/>
            <a:chOff x="9372394" y="677044"/>
            <a:chExt cx="465120" cy="604080"/>
          </a:xfrm>
        </p:grpSpPr>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0EB64CEB-F394-E6D2-3F3F-8913FF00AEAC}"/>
                    </a:ext>
                  </a:extLst>
                </p14:cNvPr>
                <p14:cNvContentPartPr/>
                <p14:nvPr/>
              </p14:nvContentPartPr>
              <p14:xfrm>
                <a:off x="9372394" y="677044"/>
                <a:ext cx="465120" cy="172080"/>
              </p14:xfrm>
            </p:contentPart>
          </mc:Choice>
          <mc:Fallback xmlns="">
            <p:pic>
              <p:nvPicPr>
                <p:cNvPr id="10" name="Ink 9">
                  <a:extLst>
                    <a:ext uri="{FF2B5EF4-FFF2-40B4-BE49-F238E27FC236}">
                      <a16:creationId xmlns:a16="http://schemas.microsoft.com/office/drawing/2014/main" id="{0EB64CEB-F394-E6D2-3F3F-8913FF00AEAC}"/>
                    </a:ext>
                  </a:extLst>
                </p:cNvPr>
                <p:cNvPicPr/>
                <p:nvPr/>
              </p:nvPicPr>
              <p:blipFill>
                <a:blip r:embed="rId7"/>
                <a:stretch>
                  <a:fillRect/>
                </a:stretch>
              </p:blipFill>
              <p:spPr>
                <a:xfrm>
                  <a:off x="9354394" y="659404"/>
                  <a:ext cx="5007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730423D9-65FD-FBE2-A308-25AEFAD73B14}"/>
                    </a:ext>
                  </a:extLst>
                </p14:cNvPr>
                <p14:cNvContentPartPr/>
                <p14:nvPr/>
              </p14:nvContentPartPr>
              <p14:xfrm>
                <a:off x="9474994" y="701884"/>
                <a:ext cx="191880" cy="579240"/>
              </p14:xfrm>
            </p:contentPart>
          </mc:Choice>
          <mc:Fallback xmlns="">
            <p:pic>
              <p:nvPicPr>
                <p:cNvPr id="11" name="Ink 10">
                  <a:extLst>
                    <a:ext uri="{FF2B5EF4-FFF2-40B4-BE49-F238E27FC236}">
                      <a16:creationId xmlns:a16="http://schemas.microsoft.com/office/drawing/2014/main" id="{730423D9-65FD-FBE2-A308-25AEFAD73B14}"/>
                    </a:ext>
                  </a:extLst>
                </p:cNvPr>
                <p:cNvPicPr/>
                <p:nvPr/>
              </p:nvPicPr>
              <p:blipFill>
                <a:blip r:embed="rId9"/>
                <a:stretch>
                  <a:fillRect/>
                </a:stretch>
              </p:blipFill>
              <p:spPr>
                <a:xfrm>
                  <a:off x="9456994" y="684244"/>
                  <a:ext cx="227520" cy="614880"/>
                </a:xfrm>
                <a:prstGeom prst="rect">
                  <a:avLst/>
                </a:prstGeom>
              </p:spPr>
            </p:pic>
          </mc:Fallback>
        </mc:AlternateContent>
      </p:grpSp>
      <p:sp>
        <p:nvSpPr>
          <p:cNvPr id="13" name="TextBox 12">
            <a:extLst>
              <a:ext uri="{FF2B5EF4-FFF2-40B4-BE49-F238E27FC236}">
                <a16:creationId xmlns:a16="http://schemas.microsoft.com/office/drawing/2014/main" id="{4F8F5176-230F-1A6C-B6DA-CF5CA765BBB6}"/>
              </a:ext>
            </a:extLst>
          </p:cNvPr>
          <p:cNvSpPr txBox="1"/>
          <p:nvPr/>
        </p:nvSpPr>
        <p:spPr>
          <a:xfrm>
            <a:off x="7010399" y="393094"/>
            <a:ext cx="5181601" cy="3693319"/>
          </a:xfrm>
          <a:prstGeom prst="rect">
            <a:avLst/>
          </a:prstGeom>
          <a:solidFill>
            <a:srgbClr val="FFFF00"/>
          </a:solidFill>
        </p:spPr>
        <p:txBody>
          <a:bodyPr wrap="square">
            <a:spAutoFit/>
          </a:bodyPr>
          <a:lstStyle/>
          <a:p>
            <a:r>
              <a:rPr lang="en-US" dirty="0"/>
              <a:t>The </a:t>
            </a:r>
            <a:r>
              <a:rPr lang="en-US" dirty="0" err="1">
                <a:latin typeface="Courier New" panose="02070309020205020404" pitchFamily="49" charset="0"/>
              </a:rPr>
              <a:t>handleFollowToggle</a:t>
            </a:r>
            <a:r>
              <a:rPr lang="en-US" dirty="0"/>
              <a:t> function handles </a:t>
            </a:r>
            <a:r>
              <a:rPr lang="en-US" b="1" dirty="0"/>
              <a:t>following or unfollowing a user</a:t>
            </a:r>
            <a:r>
              <a:rPr lang="en-US" dirty="0"/>
              <a:t> when triggered. It sends a POST request to the backend with the </a:t>
            </a:r>
            <a:r>
              <a:rPr lang="en-US" dirty="0" err="1">
                <a:latin typeface="Courier New" panose="02070309020205020404" pitchFamily="49" charset="0"/>
              </a:rPr>
              <a:t>targetUserId</a:t>
            </a:r>
            <a:r>
              <a:rPr lang="en-US" dirty="0"/>
              <a:t> to toggle the follow state. If successful, it updates the </a:t>
            </a:r>
            <a:r>
              <a:rPr lang="en-US" b="1" dirty="0"/>
              <a:t>current logged-in user’s </a:t>
            </a:r>
            <a:r>
              <a:rPr lang="en-US" b="1" dirty="0">
                <a:latin typeface="Courier New" panose="02070309020205020404" pitchFamily="49" charset="0"/>
              </a:rPr>
              <a:t>following</a:t>
            </a:r>
            <a:r>
              <a:rPr lang="en-US" b="1" dirty="0"/>
              <a:t> list</a:t>
            </a:r>
            <a:r>
              <a:rPr lang="en-US" dirty="0"/>
              <a:t> in Redux using </a:t>
            </a:r>
            <a:r>
              <a:rPr lang="en-US" dirty="0" err="1">
                <a:latin typeface="Courier New" panose="02070309020205020404" pitchFamily="49" charset="0"/>
              </a:rPr>
              <a:t>setAuthUser</a:t>
            </a:r>
            <a:r>
              <a:rPr lang="en-US" dirty="0"/>
              <a:t>. If the target user is the one whose profile is currently open (</a:t>
            </a:r>
            <a:r>
              <a:rPr lang="en-US" dirty="0" err="1">
                <a:latin typeface="Courier New" panose="02070309020205020404" pitchFamily="49" charset="0"/>
              </a:rPr>
              <a:t>userProfile</a:t>
            </a:r>
            <a:r>
              <a:rPr lang="en-US" dirty="0"/>
              <a:t>), it also updates that user’s </a:t>
            </a:r>
            <a:r>
              <a:rPr lang="en-US" dirty="0">
                <a:latin typeface="Courier New" panose="02070309020205020404" pitchFamily="49" charset="0"/>
              </a:rPr>
              <a:t>followers</a:t>
            </a:r>
            <a:r>
              <a:rPr lang="en-US" dirty="0"/>
              <a:t> list in Redux using </a:t>
            </a:r>
            <a:r>
              <a:rPr lang="en-US" dirty="0" err="1">
                <a:latin typeface="Courier New" panose="02070309020205020404" pitchFamily="49" charset="0"/>
              </a:rPr>
              <a:t>setUserProfile</a:t>
            </a:r>
            <a:r>
              <a:rPr lang="en-US" dirty="0"/>
              <a:t>. Finally, it shows a success toast with the server message, or an error toast if the request fails. This ensures both the UI and Redux store stay in sync with the follow/unfollow action.</a:t>
            </a:r>
          </a:p>
        </p:txBody>
      </p:sp>
    </p:spTree>
    <p:extLst>
      <p:ext uri="{BB962C8B-B14F-4D97-AF65-F5344CB8AC3E}">
        <p14:creationId xmlns:p14="http://schemas.microsoft.com/office/powerpoint/2010/main" val="340358177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A921-6CDD-F4CB-48E8-B87CD3CBD8D2}"/>
              </a:ext>
            </a:extLst>
          </p:cNvPr>
          <p:cNvSpPr>
            <a:spLocks noGrp="1"/>
          </p:cNvSpPr>
          <p:nvPr>
            <p:ph type="title"/>
          </p:nvPr>
        </p:nvSpPr>
        <p:spPr>
          <a:xfrm>
            <a:off x="225878" y="73479"/>
            <a:ext cx="10515600" cy="710974"/>
          </a:xfrm>
        </p:spPr>
        <p:txBody>
          <a:bodyPr/>
          <a:lstStyle/>
          <a:p>
            <a:r>
              <a:rPr lang="en-US" dirty="0" err="1"/>
              <a:t>FollowBox.jsx</a:t>
            </a:r>
            <a:endParaRPr lang="en-US" dirty="0"/>
          </a:p>
        </p:txBody>
      </p:sp>
      <p:pic>
        <p:nvPicPr>
          <p:cNvPr id="5" name="Picture 4">
            <a:extLst>
              <a:ext uri="{FF2B5EF4-FFF2-40B4-BE49-F238E27FC236}">
                <a16:creationId xmlns:a16="http://schemas.microsoft.com/office/drawing/2014/main" id="{F1AF8A26-C108-35D2-3D76-83E7700E04F1}"/>
              </a:ext>
            </a:extLst>
          </p:cNvPr>
          <p:cNvPicPr>
            <a:picLocks noChangeAspect="1"/>
          </p:cNvPicPr>
          <p:nvPr/>
        </p:nvPicPr>
        <p:blipFill>
          <a:blip r:embed="rId2"/>
          <a:stretch>
            <a:fillRect/>
          </a:stretch>
        </p:blipFill>
        <p:spPr>
          <a:xfrm>
            <a:off x="51705" y="719043"/>
            <a:ext cx="6275615" cy="6065478"/>
          </a:xfrm>
          <a:prstGeom prst="rect">
            <a:avLst/>
          </a:prstGeom>
        </p:spPr>
      </p:pic>
      <p:sp>
        <p:nvSpPr>
          <p:cNvPr id="7" name="TextBox 6">
            <a:extLst>
              <a:ext uri="{FF2B5EF4-FFF2-40B4-BE49-F238E27FC236}">
                <a16:creationId xmlns:a16="http://schemas.microsoft.com/office/drawing/2014/main" id="{E1574CF5-E2FE-D489-6038-7A0B68C44A1A}"/>
              </a:ext>
            </a:extLst>
          </p:cNvPr>
          <p:cNvSpPr txBox="1"/>
          <p:nvPr/>
        </p:nvSpPr>
        <p:spPr>
          <a:xfrm>
            <a:off x="6473095" y="784453"/>
            <a:ext cx="5070022" cy="4893647"/>
          </a:xfrm>
          <a:prstGeom prst="rect">
            <a:avLst/>
          </a:prstGeom>
          <a:solidFill>
            <a:srgbClr val="FFC000"/>
          </a:solidFill>
        </p:spPr>
        <p:txBody>
          <a:bodyPr wrap="square">
            <a:spAutoFit/>
          </a:bodyPr>
          <a:lstStyle/>
          <a:p>
            <a:r>
              <a:rPr lang="en-US" sz="2400" dirty="0"/>
              <a:t>The </a:t>
            </a:r>
            <a:r>
              <a:rPr lang="en-US" sz="2400" dirty="0" err="1">
                <a:highlight>
                  <a:srgbClr val="FFFF00"/>
                </a:highlight>
                <a:latin typeface="Courier New" panose="02070309020205020404" pitchFamily="49" charset="0"/>
              </a:rPr>
              <a:t>FollowBox</a:t>
            </a:r>
            <a:r>
              <a:rPr lang="en-US" sz="2400" dirty="0"/>
              <a:t> component displays a single user in a followers or following list, showing their profile picture, username, and bio. It optionally includes a follow/unfollow button, which updates based on whether the logged-in user is already following them. Clicking the button triggers the </a:t>
            </a:r>
            <a:r>
              <a:rPr lang="en-US" sz="2400" dirty="0" err="1">
                <a:highlight>
                  <a:srgbClr val="FFFF00"/>
                </a:highlight>
                <a:latin typeface="Courier New" panose="02070309020205020404" pitchFamily="49" charset="0"/>
              </a:rPr>
              <a:t>onFollowToggle</a:t>
            </a:r>
            <a:r>
              <a:rPr lang="en-US" sz="2400" dirty="0"/>
              <a:t> function to handle follow state changes. The component uses a flex layout with hover effects and truncates long text to keep the UI clean and responsive.</a:t>
            </a:r>
          </a:p>
        </p:txBody>
      </p:sp>
    </p:spTree>
    <p:extLst>
      <p:ext uri="{BB962C8B-B14F-4D97-AF65-F5344CB8AC3E}">
        <p14:creationId xmlns:p14="http://schemas.microsoft.com/office/powerpoint/2010/main" val="383147597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8F5BE-ACBC-B0CF-0042-99906EA90395}"/>
              </a:ext>
            </a:extLst>
          </p:cNvPr>
          <p:cNvSpPr>
            <a:spLocks noGrp="1"/>
          </p:cNvSpPr>
          <p:nvPr>
            <p:ph type="title"/>
          </p:nvPr>
        </p:nvSpPr>
        <p:spPr>
          <a:xfrm>
            <a:off x="234043" y="51706"/>
            <a:ext cx="10515600" cy="629331"/>
          </a:xfrm>
        </p:spPr>
        <p:txBody>
          <a:bodyPr>
            <a:normAutofit fontScale="90000"/>
          </a:bodyPr>
          <a:lstStyle/>
          <a:p>
            <a:r>
              <a:rPr lang="en-US" dirty="0" err="1"/>
              <a:t>Comment.jsx</a:t>
            </a:r>
            <a:endParaRPr lang="en-US" dirty="0"/>
          </a:p>
        </p:txBody>
      </p:sp>
      <p:pic>
        <p:nvPicPr>
          <p:cNvPr id="5" name="Picture 4">
            <a:extLst>
              <a:ext uri="{FF2B5EF4-FFF2-40B4-BE49-F238E27FC236}">
                <a16:creationId xmlns:a16="http://schemas.microsoft.com/office/drawing/2014/main" id="{B842502E-1FCA-19E6-E9A2-CB2939B8C13C}"/>
              </a:ext>
            </a:extLst>
          </p:cNvPr>
          <p:cNvPicPr>
            <a:picLocks noChangeAspect="1"/>
          </p:cNvPicPr>
          <p:nvPr/>
        </p:nvPicPr>
        <p:blipFill>
          <a:blip r:embed="rId2"/>
          <a:stretch>
            <a:fillRect/>
          </a:stretch>
        </p:blipFill>
        <p:spPr>
          <a:xfrm>
            <a:off x="234043" y="681037"/>
            <a:ext cx="9701893" cy="4421629"/>
          </a:xfrm>
          <a:prstGeom prst="rect">
            <a:avLst/>
          </a:prstGeom>
        </p:spPr>
      </p:pic>
      <p:sp>
        <p:nvSpPr>
          <p:cNvPr id="7" name="TextBox 6">
            <a:extLst>
              <a:ext uri="{FF2B5EF4-FFF2-40B4-BE49-F238E27FC236}">
                <a16:creationId xmlns:a16="http://schemas.microsoft.com/office/drawing/2014/main" id="{C27F528C-706A-B112-2E73-849DFB2C7765}"/>
              </a:ext>
            </a:extLst>
          </p:cNvPr>
          <p:cNvSpPr txBox="1"/>
          <p:nvPr/>
        </p:nvSpPr>
        <p:spPr>
          <a:xfrm>
            <a:off x="304119" y="5202028"/>
            <a:ext cx="10995251" cy="1477328"/>
          </a:xfrm>
          <a:prstGeom prst="rect">
            <a:avLst/>
          </a:prstGeom>
          <a:noFill/>
        </p:spPr>
        <p:txBody>
          <a:bodyPr wrap="square">
            <a:spAutoFit/>
          </a:bodyPr>
          <a:lstStyle/>
          <a:p>
            <a:r>
              <a:rPr lang="en-US" dirty="0">
                <a:highlight>
                  <a:srgbClr val="FFFF00"/>
                </a:highlight>
              </a:rPr>
              <a:t>The </a:t>
            </a:r>
            <a:r>
              <a:rPr lang="en-US" dirty="0">
                <a:highlight>
                  <a:srgbClr val="FFFF00"/>
                </a:highlight>
                <a:latin typeface="Courier New" panose="02070309020205020404" pitchFamily="49" charset="0"/>
              </a:rPr>
              <a:t>Comment</a:t>
            </a:r>
            <a:r>
              <a:rPr lang="en-US" dirty="0">
                <a:highlight>
                  <a:srgbClr val="FFFF00"/>
                </a:highlight>
              </a:rPr>
              <a:t> component displays a single comment with the </a:t>
            </a:r>
            <a:r>
              <a:rPr lang="en-US" b="1" dirty="0">
                <a:highlight>
                  <a:srgbClr val="FFFF00"/>
                </a:highlight>
              </a:rPr>
              <a:t>author’s avatar, username, and the comment text</a:t>
            </a:r>
            <a:r>
              <a:rPr lang="en-US" dirty="0">
                <a:highlight>
                  <a:srgbClr val="FFFF00"/>
                </a:highlight>
              </a:rPr>
              <a:t>. It uses the </a:t>
            </a:r>
            <a:r>
              <a:rPr lang="en-US" dirty="0">
                <a:highlight>
                  <a:srgbClr val="FFFF00"/>
                </a:highlight>
                <a:latin typeface="Courier New" panose="02070309020205020404" pitchFamily="49" charset="0"/>
              </a:rPr>
              <a:t>Avatar</a:t>
            </a:r>
            <a:r>
              <a:rPr lang="en-US" dirty="0">
                <a:highlight>
                  <a:srgbClr val="FFFF00"/>
                </a:highlight>
              </a:rPr>
              <a:t> component to show the profile picture, falling back to a default image if none exists. Both the avatar and username are wrapped in </a:t>
            </a:r>
            <a:r>
              <a:rPr lang="en-US" dirty="0">
                <a:highlight>
                  <a:srgbClr val="FFFF00"/>
                </a:highlight>
                <a:latin typeface="Courier New" panose="02070309020205020404" pitchFamily="49" charset="0"/>
              </a:rPr>
              <a:t>Link</a:t>
            </a:r>
            <a:r>
              <a:rPr lang="en-US" dirty="0">
                <a:highlight>
                  <a:srgbClr val="FFFF00"/>
                </a:highlight>
              </a:rPr>
              <a:t> components, allowing navigation to the author’s profile. The layout uses flexbox for proper alignment and spacing, and the username is bolded while the comment text is normal-weighted, making it visually clear who wrote the comment.</a:t>
            </a:r>
          </a:p>
        </p:txBody>
      </p:sp>
    </p:spTree>
    <p:extLst>
      <p:ext uri="{BB962C8B-B14F-4D97-AF65-F5344CB8AC3E}">
        <p14:creationId xmlns:p14="http://schemas.microsoft.com/office/powerpoint/2010/main" val="2281197466"/>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691B6-ED49-468E-4439-2FCF00343257}"/>
              </a:ext>
            </a:extLst>
          </p:cNvPr>
          <p:cNvSpPr>
            <a:spLocks noGrp="1"/>
          </p:cNvSpPr>
          <p:nvPr>
            <p:ph type="title"/>
          </p:nvPr>
        </p:nvSpPr>
        <p:spPr>
          <a:xfrm>
            <a:off x="838200" y="365125"/>
            <a:ext cx="10515600" cy="720725"/>
          </a:xfrm>
        </p:spPr>
        <p:txBody>
          <a:bodyPr/>
          <a:lstStyle/>
          <a:p>
            <a:r>
              <a:rPr lang="en-US" dirty="0" err="1"/>
              <a:t>EditProfile.jsx</a:t>
            </a:r>
            <a:endParaRPr lang="en-US" dirty="0"/>
          </a:p>
        </p:txBody>
      </p:sp>
      <p:sp>
        <p:nvSpPr>
          <p:cNvPr id="3" name="Content Placeholder 2">
            <a:extLst>
              <a:ext uri="{FF2B5EF4-FFF2-40B4-BE49-F238E27FC236}">
                <a16:creationId xmlns:a16="http://schemas.microsoft.com/office/drawing/2014/main" id="{A03C100C-D156-9068-AE6A-9ECA6829947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4FD15334-C5D9-B22F-8E4D-2C7374442EEA}"/>
              </a:ext>
            </a:extLst>
          </p:cNvPr>
          <p:cNvPicPr>
            <a:picLocks noChangeAspect="1"/>
          </p:cNvPicPr>
          <p:nvPr/>
        </p:nvPicPr>
        <p:blipFill>
          <a:blip r:embed="rId2"/>
          <a:srcRect l="8866" t="5737" r="13427"/>
          <a:stretch>
            <a:fillRect/>
          </a:stretch>
        </p:blipFill>
        <p:spPr>
          <a:xfrm>
            <a:off x="7277100" y="63047"/>
            <a:ext cx="4914900" cy="2322576"/>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D5CC0C4A-033D-3CE3-DB5B-981839EDF8C3}"/>
                  </a:ext>
                </a:extLst>
              </p14:cNvPr>
              <p14:cNvContentPartPr/>
              <p14:nvPr/>
            </p14:nvContentPartPr>
            <p14:xfrm>
              <a:off x="10402971" y="42724"/>
              <a:ext cx="873360" cy="395280"/>
            </p14:xfrm>
          </p:contentPart>
        </mc:Choice>
        <mc:Fallback xmlns="">
          <p:pic>
            <p:nvPicPr>
              <p:cNvPr id="8" name="Ink 7">
                <a:extLst>
                  <a:ext uri="{FF2B5EF4-FFF2-40B4-BE49-F238E27FC236}">
                    <a16:creationId xmlns:a16="http://schemas.microsoft.com/office/drawing/2014/main" id="{D5CC0C4A-033D-3CE3-DB5B-981839EDF8C3}"/>
                  </a:ext>
                </a:extLst>
              </p:cNvPr>
              <p:cNvPicPr/>
              <p:nvPr/>
            </p:nvPicPr>
            <p:blipFill>
              <a:blip r:embed="rId4"/>
              <a:stretch>
                <a:fillRect/>
              </a:stretch>
            </p:blipFill>
            <p:spPr>
              <a:xfrm>
                <a:off x="10384971" y="24724"/>
                <a:ext cx="909000" cy="430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EF834BF6-FEDB-113B-DC6D-7B5CB0A66097}"/>
                  </a:ext>
                </a:extLst>
              </p14:cNvPr>
              <p14:cNvContentPartPr/>
              <p14:nvPr/>
            </p14:nvContentPartPr>
            <p14:xfrm>
              <a:off x="4145091" y="416404"/>
              <a:ext cx="329760" cy="356040"/>
            </p14:xfrm>
          </p:contentPart>
        </mc:Choice>
        <mc:Fallback xmlns="">
          <p:pic>
            <p:nvPicPr>
              <p:cNvPr id="9" name="Ink 8">
                <a:extLst>
                  <a:ext uri="{FF2B5EF4-FFF2-40B4-BE49-F238E27FC236}">
                    <a16:creationId xmlns:a16="http://schemas.microsoft.com/office/drawing/2014/main" id="{EF834BF6-FEDB-113B-DC6D-7B5CB0A66097}"/>
                  </a:ext>
                </a:extLst>
              </p:cNvPr>
              <p:cNvPicPr/>
              <p:nvPr/>
            </p:nvPicPr>
            <p:blipFill>
              <a:blip r:embed="rId6"/>
              <a:stretch>
                <a:fillRect/>
              </a:stretch>
            </p:blipFill>
            <p:spPr>
              <a:xfrm>
                <a:off x="4127451" y="398404"/>
                <a:ext cx="365400" cy="391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0228028C-728C-38D9-E3AB-0D030BFAA015}"/>
                  </a:ext>
                </a:extLst>
              </p14:cNvPr>
              <p14:cNvContentPartPr/>
              <p14:nvPr/>
            </p14:nvContentPartPr>
            <p14:xfrm>
              <a:off x="4221051" y="187804"/>
              <a:ext cx="6213600" cy="392040"/>
            </p14:xfrm>
          </p:contentPart>
        </mc:Choice>
        <mc:Fallback xmlns="">
          <p:pic>
            <p:nvPicPr>
              <p:cNvPr id="11" name="Ink 10">
                <a:extLst>
                  <a:ext uri="{FF2B5EF4-FFF2-40B4-BE49-F238E27FC236}">
                    <a16:creationId xmlns:a16="http://schemas.microsoft.com/office/drawing/2014/main" id="{0228028C-728C-38D9-E3AB-0D030BFAA015}"/>
                  </a:ext>
                </a:extLst>
              </p:cNvPr>
              <p:cNvPicPr/>
              <p:nvPr/>
            </p:nvPicPr>
            <p:blipFill>
              <a:blip r:embed="rId8"/>
              <a:stretch>
                <a:fillRect/>
              </a:stretch>
            </p:blipFill>
            <p:spPr>
              <a:xfrm>
                <a:off x="4203051" y="169804"/>
                <a:ext cx="624924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E9B843B3-8082-335E-E9CD-8CB1DD374841}"/>
                  </a:ext>
                </a:extLst>
              </p14:cNvPr>
              <p14:cNvContentPartPr/>
              <p14:nvPr/>
            </p14:nvContentPartPr>
            <p14:xfrm>
              <a:off x="3200451" y="4000564"/>
              <a:ext cx="360" cy="360"/>
            </p14:xfrm>
          </p:contentPart>
        </mc:Choice>
        <mc:Fallback xmlns="">
          <p:pic>
            <p:nvPicPr>
              <p:cNvPr id="12" name="Ink 11">
                <a:extLst>
                  <a:ext uri="{FF2B5EF4-FFF2-40B4-BE49-F238E27FC236}">
                    <a16:creationId xmlns:a16="http://schemas.microsoft.com/office/drawing/2014/main" id="{E9B843B3-8082-335E-E9CD-8CB1DD374841}"/>
                  </a:ext>
                </a:extLst>
              </p:cNvPr>
              <p:cNvPicPr/>
              <p:nvPr/>
            </p:nvPicPr>
            <p:blipFill>
              <a:blip r:embed="rId10"/>
              <a:stretch>
                <a:fillRect/>
              </a:stretch>
            </p:blipFill>
            <p:spPr>
              <a:xfrm>
                <a:off x="3182451" y="3982564"/>
                <a:ext cx="36000" cy="36000"/>
              </a:xfrm>
              <a:prstGeom prst="rect">
                <a:avLst/>
              </a:prstGeom>
            </p:spPr>
          </p:pic>
        </mc:Fallback>
      </mc:AlternateContent>
      <p:pic>
        <p:nvPicPr>
          <p:cNvPr id="14" name="Picture 13">
            <a:extLst>
              <a:ext uri="{FF2B5EF4-FFF2-40B4-BE49-F238E27FC236}">
                <a16:creationId xmlns:a16="http://schemas.microsoft.com/office/drawing/2014/main" id="{4370B4A8-E636-A961-C497-DE5F5DC5392D}"/>
              </a:ext>
            </a:extLst>
          </p:cNvPr>
          <p:cNvPicPr>
            <a:picLocks noChangeAspect="1"/>
          </p:cNvPicPr>
          <p:nvPr/>
        </p:nvPicPr>
        <p:blipFill>
          <a:blip r:embed="rId11"/>
          <a:stretch>
            <a:fillRect/>
          </a:stretch>
        </p:blipFill>
        <p:spPr>
          <a:xfrm>
            <a:off x="171683" y="1966697"/>
            <a:ext cx="5226319" cy="4210266"/>
          </a:xfrm>
          <a:prstGeom prst="rect">
            <a:avLst/>
          </a:prstGeom>
          <a:effectLst>
            <a:glow rad="228600">
              <a:schemeClr val="accent6">
                <a:satMod val="175000"/>
                <a:alpha val="40000"/>
              </a:schemeClr>
            </a:glow>
          </a:effectLst>
        </p:spPr>
      </p:pic>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70F77976-77C0-0D66-89B0-FE43937D1ECB}"/>
                  </a:ext>
                </a:extLst>
              </p14:cNvPr>
              <p14:cNvContentPartPr/>
              <p14:nvPr/>
            </p14:nvContentPartPr>
            <p14:xfrm>
              <a:off x="5510269" y="277444"/>
              <a:ext cx="4964702" cy="1449901"/>
            </p14:xfrm>
          </p:contentPart>
        </mc:Choice>
        <mc:Fallback xmlns="">
          <p:pic>
            <p:nvPicPr>
              <p:cNvPr id="19" name="Ink 18">
                <a:extLst>
                  <a:ext uri="{FF2B5EF4-FFF2-40B4-BE49-F238E27FC236}">
                    <a16:creationId xmlns:a16="http://schemas.microsoft.com/office/drawing/2014/main" id="{70F77976-77C0-0D66-89B0-FE43937D1ECB}"/>
                  </a:ext>
                </a:extLst>
              </p:cNvPr>
              <p:cNvPicPr/>
              <p:nvPr/>
            </p:nvPicPr>
            <p:blipFill>
              <a:blip r:embed="rId13"/>
              <a:stretch>
                <a:fillRect/>
              </a:stretch>
            </p:blipFill>
            <p:spPr>
              <a:xfrm>
                <a:off x="5492269" y="259442"/>
                <a:ext cx="5000342" cy="1485545"/>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48828386-4A04-17F9-AB55-B762F94B84A3}"/>
                  </a:ext>
                </a:extLst>
              </p14:cNvPr>
              <p14:cNvContentPartPr/>
              <p14:nvPr/>
            </p14:nvContentPartPr>
            <p14:xfrm>
              <a:off x="5548948" y="1346472"/>
              <a:ext cx="505440" cy="586800"/>
            </p14:xfrm>
          </p:contentPart>
        </mc:Choice>
        <mc:Fallback xmlns="">
          <p:pic>
            <p:nvPicPr>
              <p:cNvPr id="25" name="Ink 24">
                <a:extLst>
                  <a:ext uri="{FF2B5EF4-FFF2-40B4-BE49-F238E27FC236}">
                    <a16:creationId xmlns:a16="http://schemas.microsoft.com/office/drawing/2014/main" id="{48828386-4A04-17F9-AB55-B762F94B84A3}"/>
                  </a:ext>
                </a:extLst>
              </p:cNvPr>
              <p:cNvPicPr/>
              <p:nvPr/>
            </p:nvPicPr>
            <p:blipFill>
              <a:blip r:embed="rId15"/>
              <a:stretch>
                <a:fillRect/>
              </a:stretch>
            </p:blipFill>
            <p:spPr>
              <a:xfrm>
                <a:off x="5530948" y="1328472"/>
                <a:ext cx="541080" cy="6224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DABD512E-15D8-1829-C5F7-DA8F3C83F252}"/>
                  </a:ext>
                </a:extLst>
              </p14:cNvPr>
              <p14:cNvContentPartPr/>
              <p14:nvPr/>
            </p14:nvContentPartPr>
            <p14:xfrm>
              <a:off x="8090331" y="3918484"/>
              <a:ext cx="360" cy="360"/>
            </p14:xfrm>
          </p:contentPart>
        </mc:Choice>
        <mc:Fallback xmlns="">
          <p:pic>
            <p:nvPicPr>
              <p:cNvPr id="26" name="Ink 25">
                <a:extLst>
                  <a:ext uri="{FF2B5EF4-FFF2-40B4-BE49-F238E27FC236}">
                    <a16:creationId xmlns:a16="http://schemas.microsoft.com/office/drawing/2014/main" id="{DABD512E-15D8-1829-C5F7-DA8F3C83F252}"/>
                  </a:ext>
                </a:extLst>
              </p:cNvPr>
              <p:cNvPicPr/>
              <p:nvPr/>
            </p:nvPicPr>
            <p:blipFill>
              <a:blip r:embed="rId10"/>
              <a:stretch>
                <a:fillRect/>
              </a:stretch>
            </p:blipFill>
            <p:spPr>
              <a:xfrm>
                <a:off x="8072691" y="3900484"/>
                <a:ext cx="36000" cy="36000"/>
              </a:xfrm>
              <a:prstGeom prst="rect">
                <a:avLst/>
              </a:prstGeom>
            </p:spPr>
          </p:pic>
        </mc:Fallback>
      </mc:AlternateContent>
      <p:pic>
        <p:nvPicPr>
          <p:cNvPr id="28" name="Picture 27">
            <a:extLst>
              <a:ext uri="{FF2B5EF4-FFF2-40B4-BE49-F238E27FC236}">
                <a16:creationId xmlns:a16="http://schemas.microsoft.com/office/drawing/2014/main" id="{2166664E-9912-23C7-CA02-69E6E5641E89}"/>
              </a:ext>
            </a:extLst>
          </p:cNvPr>
          <p:cNvPicPr>
            <a:picLocks noChangeAspect="1"/>
          </p:cNvPicPr>
          <p:nvPr/>
        </p:nvPicPr>
        <p:blipFill>
          <a:blip r:embed="rId17"/>
          <a:stretch>
            <a:fillRect/>
          </a:stretch>
        </p:blipFill>
        <p:spPr>
          <a:xfrm>
            <a:off x="5692288" y="2828792"/>
            <a:ext cx="5755512" cy="2551324"/>
          </a:xfrm>
          <a:prstGeom prst="rect">
            <a:avLst/>
          </a:prstGeom>
        </p:spPr>
      </p:pic>
      <mc:AlternateContent xmlns:mc="http://schemas.openxmlformats.org/markup-compatibility/2006" xmlns:p14="http://schemas.microsoft.com/office/powerpoint/2010/main">
        <mc:Choice Requires="p14">
          <p:contentPart p14:bwMode="auto" r:id="rId18">
            <p14:nvContentPartPr>
              <p14:cNvPr id="30" name="Ink 29">
                <a:extLst>
                  <a:ext uri="{FF2B5EF4-FFF2-40B4-BE49-F238E27FC236}">
                    <a16:creationId xmlns:a16="http://schemas.microsoft.com/office/drawing/2014/main" id="{3F242240-E28C-A64E-9C6C-09023E261786}"/>
                  </a:ext>
                </a:extLst>
              </p14:cNvPr>
              <p14:cNvContentPartPr/>
              <p14:nvPr/>
            </p14:nvContentPartPr>
            <p14:xfrm>
              <a:off x="693771" y="2841004"/>
              <a:ext cx="5747760" cy="1380240"/>
            </p14:xfrm>
          </p:contentPart>
        </mc:Choice>
        <mc:Fallback xmlns="">
          <p:pic>
            <p:nvPicPr>
              <p:cNvPr id="30" name="Ink 29">
                <a:extLst>
                  <a:ext uri="{FF2B5EF4-FFF2-40B4-BE49-F238E27FC236}">
                    <a16:creationId xmlns:a16="http://schemas.microsoft.com/office/drawing/2014/main" id="{3F242240-E28C-A64E-9C6C-09023E261786}"/>
                  </a:ext>
                </a:extLst>
              </p:cNvPr>
              <p:cNvPicPr/>
              <p:nvPr/>
            </p:nvPicPr>
            <p:blipFill>
              <a:blip r:embed="rId19"/>
              <a:stretch>
                <a:fillRect/>
              </a:stretch>
            </p:blipFill>
            <p:spPr>
              <a:xfrm>
                <a:off x="676131" y="2823004"/>
                <a:ext cx="5783400" cy="1415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3" name="Ink 32">
                <a:extLst>
                  <a:ext uri="{FF2B5EF4-FFF2-40B4-BE49-F238E27FC236}">
                    <a16:creationId xmlns:a16="http://schemas.microsoft.com/office/drawing/2014/main" id="{9D0F4DD2-64F1-E980-8C92-F9738CE5D7BB}"/>
                  </a:ext>
                </a:extLst>
              </p14:cNvPr>
              <p14:cNvContentPartPr/>
              <p14:nvPr/>
            </p14:nvContentPartPr>
            <p14:xfrm>
              <a:off x="290211" y="3122884"/>
              <a:ext cx="411120" cy="383760"/>
            </p14:xfrm>
          </p:contentPart>
        </mc:Choice>
        <mc:Fallback xmlns="">
          <p:pic>
            <p:nvPicPr>
              <p:cNvPr id="33" name="Ink 32">
                <a:extLst>
                  <a:ext uri="{FF2B5EF4-FFF2-40B4-BE49-F238E27FC236}">
                    <a16:creationId xmlns:a16="http://schemas.microsoft.com/office/drawing/2014/main" id="{9D0F4DD2-64F1-E980-8C92-F9738CE5D7BB}"/>
                  </a:ext>
                </a:extLst>
              </p:cNvPr>
              <p:cNvPicPr/>
              <p:nvPr/>
            </p:nvPicPr>
            <p:blipFill>
              <a:blip r:embed="rId21"/>
              <a:stretch>
                <a:fillRect/>
              </a:stretch>
            </p:blipFill>
            <p:spPr>
              <a:xfrm>
                <a:off x="272211" y="3104884"/>
                <a:ext cx="446760" cy="419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5" name="Ink 34">
                <a:extLst>
                  <a:ext uri="{FF2B5EF4-FFF2-40B4-BE49-F238E27FC236}">
                    <a16:creationId xmlns:a16="http://schemas.microsoft.com/office/drawing/2014/main" id="{C24E4361-00B2-4200-8B36-E5D64F980DA8}"/>
                  </a:ext>
                </a:extLst>
              </p14:cNvPr>
              <p14:cNvContentPartPr/>
              <p14:nvPr/>
            </p14:nvContentPartPr>
            <p14:xfrm>
              <a:off x="709971" y="3363364"/>
              <a:ext cx="5707080" cy="1037520"/>
            </p14:xfrm>
          </p:contentPart>
        </mc:Choice>
        <mc:Fallback xmlns="">
          <p:pic>
            <p:nvPicPr>
              <p:cNvPr id="35" name="Ink 34">
                <a:extLst>
                  <a:ext uri="{FF2B5EF4-FFF2-40B4-BE49-F238E27FC236}">
                    <a16:creationId xmlns:a16="http://schemas.microsoft.com/office/drawing/2014/main" id="{C24E4361-00B2-4200-8B36-E5D64F980DA8}"/>
                  </a:ext>
                </a:extLst>
              </p:cNvPr>
              <p:cNvPicPr/>
              <p:nvPr/>
            </p:nvPicPr>
            <p:blipFill>
              <a:blip r:embed="rId23"/>
              <a:stretch>
                <a:fillRect/>
              </a:stretch>
            </p:blipFill>
            <p:spPr>
              <a:xfrm>
                <a:off x="691971" y="3345364"/>
                <a:ext cx="5742720" cy="10731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A01022E7-70FB-1E69-E078-6F3E5D4784C5}"/>
                  </a:ext>
                </a:extLst>
              </p14:cNvPr>
              <p14:cNvContentPartPr/>
              <p14:nvPr/>
            </p14:nvContentPartPr>
            <p14:xfrm rot="730067">
              <a:off x="170549" y="3977589"/>
              <a:ext cx="782564" cy="492350"/>
            </p14:xfrm>
          </p:contentPart>
        </mc:Choice>
        <mc:Fallback xmlns="">
          <p:pic>
            <p:nvPicPr>
              <p:cNvPr id="37" name="Ink 36">
                <a:extLst>
                  <a:ext uri="{FF2B5EF4-FFF2-40B4-BE49-F238E27FC236}">
                    <a16:creationId xmlns:a16="http://schemas.microsoft.com/office/drawing/2014/main" id="{A01022E7-70FB-1E69-E078-6F3E5D4784C5}"/>
                  </a:ext>
                </a:extLst>
              </p:cNvPr>
              <p:cNvPicPr/>
              <p:nvPr/>
            </p:nvPicPr>
            <p:blipFill>
              <a:blip r:embed="rId25"/>
              <a:stretch>
                <a:fillRect/>
              </a:stretch>
            </p:blipFill>
            <p:spPr>
              <a:xfrm rot="730067">
                <a:off x="152551" y="3959954"/>
                <a:ext cx="818201" cy="527981"/>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F8437758-D988-B5D7-25D9-1274CEC46D76}"/>
                  </a:ext>
                </a:extLst>
              </p14:cNvPr>
              <p14:cNvContentPartPr/>
              <p14:nvPr/>
            </p14:nvContentPartPr>
            <p14:xfrm>
              <a:off x="963051" y="4269844"/>
              <a:ext cx="5519160" cy="367920"/>
            </p14:xfrm>
          </p:contentPart>
        </mc:Choice>
        <mc:Fallback xmlns="">
          <p:pic>
            <p:nvPicPr>
              <p:cNvPr id="39" name="Ink 38">
                <a:extLst>
                  <a:ext uri="{FF2B5EF4-FFF2-40B4-BE49-F238E27FC236}">
                    <a16:creationId xmlns:a16="http://schemas.microsoft.com/office/drawing/2014/main" id="{F8437758-D988-B5D7-25D9-1274CEC46D76}"/>
                  </a:ext>
                </a:extLst>
              </p:cNvPr>
              <p:cNvPicPr/>
              <p:nvPr/>
            </p:nvPicPr>
            <p:blipFill>
              <a:blip r:embed="rId27"/>
              <a:stretch>
                <a:fillRect/>
              </a:stretch>
            </p:blipFill>
            <p:spPr>
              <a:xfrm>
                <a:off x="945411" y="4251844"/>
                <a:ext cx="555480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2" name="Ink 41">
                <a:extLst>
                  <a:ext uri="{FF2B5EF4-FFF2-40B4-BE49-F238E27FC236}">
                    <a16:creationId xmlns:a16="http://schemas.microsoft.com/office/drawing/2014/main" id="{7802B7DA-2032-DADA-E5CF-8CDB0F099855}"/>
                  </a:ext>
                </a:extLst>
              </p14:cNvPr>
              <p14:cNvContentPartPr/>
              <p14:nvPr/>
            </p14:nvContentPartPr>
            <p14:xfrm>
              <a:off x="137571" y="4736044"/>
              <a:ext cx="2219040" cy="884160"/>
            </p14:xfrm>
          </p:contentPart>
        </mc:Choice>
        <mc:Fallback xmlns="">
          <p:pic>
            <p:nvPicPr>
              <p:cNvPr id="42" name="Ink 41">
                <a:extLst>
                  <a:ext uri="{FF2B5EF4-FFF2-40B4-BE49-F238E27FC236}">
                    <a16:creationId xmlns:a16="http://schemas.microsoft.com/office/drawing/2014/main" id="{7802B7DA-2032-DADA-E5CF-8CDB0F099855}"/>
                  </a:ext>
                </a:extLst>
              </p:cNvPr>
              <p:cNvPicPr/>
              <p:nvPr/>
            </p:nvPicPr>
            <p:blipFill>
              <a:blip r:embed="rId29"/>
              <a:stretch>
                <a:fillRect/>
              </a:stretch>
            </p:blipFill>
            <p:spPr>
              <a:xfrm>
                <a:off x="119571" y="4718404"/>
                <a:ext cx="2254680" cy="9198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4" name="Ink 43">
                <a:extLst>
                  <a:ext uri="{FF2B5EF4-FFF2-40B4-BE49-F238E27FC236}">
                    <a16:creationId xmlns:a16="http://schemas.microsoft.com/office/drawing/2014/main" id="{F6A447C8-0282-C223-20D5-DDFB57DCBFBC}"/>
                  </a:ext>
                </a:extLst>
              </p14:cNvPr>
              <p14:cNvContentPartPr/>
              <p14:nvPr/>
            </p14:nvContentPartPr>
            <p14:xfrm>
              <a:off x="2408091" y="5110804"/>
              <a:ext cx="4050720" cy="720"/>
            </p14:xfrm>
          </p:contentPart>
        </mc:Choice>
        <mc:Fallback xmlns="">
          <p:pic>
            <p:nvPicPr>
              <p:cNvPr id="44" name="Ink 43">
                <a:extLst>
                  <a:ext uri="{FF2B5EF4-FFF2-40B4-BE49-F238E27FC236}">
                    <a16:creationId xmlns:a16="http://schemas.microsoft.com/office/drawing/2014/main" id="{F6A447C8-0282-C223-20D5-DDFB57DCBFBC}"/>
                  </a:ext>
                </a:extLst>
              </p:cNvPr>
              <p:cNvPicPr/>
              <p:nvPr/>
            </p:nvPicPr>
            <p:blipFill>
              <a:blip r:embed="rId31"/>
              <a:stretch>
                <a:fillRect/>
              </a:stretch>
            </p:blipFill>
            <p:spPr>
              <a:xfrm>
                <a:off x="2390451" y="5074804"/>
                <a:ext cx="4086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6" name="Ink 45">
                <a:extLst>
                  <a:ext uri="{FF2B5EF4-FFF2-40B4-BE49-F238E27FC236}">
                    <a16:creationId xmlns:a16="http://schemas.microsoft.com/office/drawing/2014/main" id="{14163E78-3113-48F9-8D17-F2196683E98F}"/>
                  </a:ext>
                </a:extLst>
              </p14:cNvPr>
              <p14:cNvContentPartPr/>
              <p14:nvPr/>
            </p14:nvContentPartPr>
            <p14:xfrm rot="-3">
              <a:off x="188390" y="1395945"/>
              <a:ext cx="5232326" cy="5232326"/>
            </p14:xfrm>
          </p:contentPart>
        </mc:Choice>
        <mc:Fallback xmlns="">
          <p:pic>
            <p:nvPicPr>
              <p:cNvPr id="46" name="Ink 45">
                <a:extLst>
                  <a:ext uri="{FF2B5EF4-FFF2-40B4-BE49-F238E27FC236}">
                    <a16:creationId xmlns:a16="http://schemas.microsoft.com/office/drawing/2014/main" id="{14163E78-3113-48F9-8D17-F2196683E98F}"/>
                  </a:ext>
                </a:extLst>
              </p:cNvPr>
              <p:cNvPicPr/>
              <p:nvPr/>
            </p:nvPicPr>
            <p:blipFill>
              <a:blip r:embed="rId33"/>
              <a:stretch>
                <a:fillRect/>
              </a:stretch>
            </p:blipFill>
            <p:spPr>
              <a:xfrm rot="-3">
                <a:off x="170390" y="1378305"/>
                <a:ext cx="5267967" cy="5267967"/>
              </a:xfrm>
              <a:prstGeom prst="rect">
                <a:avLst/>
              </a:prstGeom>
            </p:spPr>
          </p:pic>
        </mc:Fallback>
      </mc:AlternateContent>
    </p:spTree>
    <p:extLst>
      <p:ext uri="{BB962C8B-B14F-4D97-AF65-F5344CB8AC3E}">
        <p14:creationId xmlns:p14="http://schemas.microsoft.com/office/powerpoint/2010/main" val="95408657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25CCD-44AD-8AD8-C5A4-675239D8EA2A}"/>
              </a:ext>
            </a:extLst>
          </p:cNvPr>
          <p:cNvSpPr>
            <a:spLocks noGrp="1"/>
          </p:cNvSpPr>
          <p:nvPr>
            <p:ph type="title"/>
          </p:nvPr>
        </p:nvSpPr>
        <p:spPr>
          <a:xfrm>
            <a:off x="-91731" y="-75746"/>
            <a:ext cx="10515600" cy="745218"/>
          </a:xfrm>
        </p:spPr>
        <p:txBody>
          <a:bodyPr>
            <a:normAutofit/>
          </a:bodyPr>
          <a:lstStyle/>
          <a:p>
            <a:r>
              <a:rPr lang="en-US" dirty="0" err="1"/>
              <a:t>EditProfile.jsx</a:t>
            </a:r>
            <a:endParaRPr lang="en-US" dirty="0"/>
          </a:p>
        </p:txBody>
      </p:sp>
      <p:pic>
        <p:nvPicPr>
          <p:cNvPr id="7" name="Content Placeholder 6">
            <a:extLst>
              <a:ext uri="{FF2B5EF4-FFF2-40B4-BE49-F238E27FC236}">
                <a16:creationId xmlns:a16="http://schemas.microsoft.com/office/drawing/2014/main" id="{8AE9007B-E793-736D-10B8-92705CC093A3}"/>
              </a:ext>
            </a:extLst>
          </p:cNvPr>
          <p:cNvPicPr>
            <a:picLocks noGrp="1" noChangeAspect="1"/>
          </p:cNvPicPr>
          <p:nvPr>
            <p:ph idx="1"/>
          </p:nvPr>
        </p:nvPicPr>
        <p:blipFill>
          <a:blip r:embed="rId2"/>
          <a:srcRect b="47334"/>
          <a:stretch>
            <a:fillRect/>
          </a:stretch>
        </p:blipFill>
        <p:spPr>
          <a:xfrm>
            <a:off x="94123" y="2980380"/>
            <a:ext cx="5024884" cy="1849490"/>
          </a:xfrm>
          <a:prstGeom prst="rect">
            <a:avLst/>
          </a:prstGeom>
        </p:spPr>
      </p:pic>
      <p:pic>
        <p:nvPicPr>
          <p:cNvPr id="5" name="Picture 4">
            <a:extLst>
              <a:ext uri="{FF2B5EF4-FFF2-40B4-BE49-F238E27FC236}">
                <a16:creationId xmlns:a16="http://schemas.microsoft.com/office/drawing/2014/main" id="{53BFC5CA-E3CF-9181-8E96-EC15CDD3E33C}"/>
              </a:ext>
            </a:extLst>
          </p:cNvPr>
          <p:cNvPicPr>
            <a:picLocks noChangeAspect="1"/>
          </p:cNvPicPr>
          <p:nvPr/>
        </p:nvPicPr>
        <p:blipFill>
          <a:blip r:embed="rId3"/>
          <a:stretch>
            <a:fillRect/>
          </a:stretch>
        </p:blipFill>
        <p:spPr>
          <a:xfrm>
            <a:off x="94123" y="638717"/>
            <a:ext cx="5161752" cy="2314159"/>
          </a:xfrm>
          <a:prstGeom prst="rect">
            <a:avLst/>
          </a:prstGeom>
        </p:spPr>
      </p:pic>
      <p:sp>
        <p:nvSpPr>
          <p:cNvPr id="9" name="TextBox 8">
            <a:extLst>
              <a:ext uri="{FF2B5EF4-FFF2-40B4-BE49-F238E27FC236}">
                <a16:creationId xmlns:a16="http://schemas.microsoft.com/office/drawing/2014/main" id="{AB0CFCF0-E569-FDC8-9564-42A70479CE70}"/>
              </a:ext>
            </a:extLst>
          </p:cNvPr>
          <p:cNvSpPr txBox="1"/>
          <p:nvPr/>
        </p:nvSpPr>
        <p:spPr>
          <a:xfrm>
            <a:off x="5925912" y="554745"/>
            <a:ext cx="6266088" cy="2308324"/>
          </a:xfrm>
          <a:prstGeom prst="rect">
            <a:avLst/>
          </a:prstGeom>
          <a:noFill/>
        </p:spPr>
        <p:txBody>
          <a:bodyPr wrap="square">
            <a:spAutoFit/>
          </a:bodyPr>
          <a:lstStyle/>
          <a:p>
            <a:pPr>
              <a:buNone/>
            </a:pPr>
            <a:r>
              <a:rPr lang="en-US" dirty="0">
                <a:highlight>
                  <a:srgbClr val="FFFF00"/>
                </a:highlight>
              </a:rPr>
              <a:t>This </a:t>
            </a:r>
            <a:r>
              <a:rPr lang="en-US" dirty="0" err="1">
                <a:highlight>
                  <a:srgbClr val="FFFF00"/>
                </a:highlight>
                <a:latin typeface="Courier New" panose="02070309020205020404" pitchFamily="49" charset="0"/>
              </a:rPr>
              <a:t>EditProfile</a:t>
            </a:r>
            <a:r>
              <a:rPr lang="en-US" dirty="0">
                <a:highlight>
                  <a:srgbClr val="FFFF00"/>
                </a:highlight>
              </a:rPr>
              <a:t> setup initializes the state and references needed for a user profile editing component. It uses </a:t>
            </a:r>
            <a:r>
              <a:rPr lang="en-US" dirty="0" err="1">
                <a:highlight>
                  <a:srgbClr val="FFFF00"/>
                </a:highlight>
                <a:latin typeface="Courier New" panose="02070309020205020404" pitchFamily="49" charset="0"/>
              </a:rPr>
              <a:t>useRef</a:t>
            </a:r>
            <a:r>
              <a:rPr lang="en-US" dirty="0">
                <a:highlight>
                  <a:srgbClr val="FFFF00"/>
                </a:highlight>
              </a:rPr>
              <a:t> to reference the profile image input, </a:t>
            </a:r>
            <a:r>
              <a:rPr lang="en-US" dirty="0" err="1">
                <a:highlight>
                  <a:srgbClr val="FFFF00"/>
                </a:highlight>
                <a:latin typeface="Courier New" panose="02070309020205020404" pitchFamily="49" charset="0"/>
              </a:rPr>
              <a:t>useSelector</a:t>
            </a:r>
            <a:r>
              <a:rPr lang="en-US" dirty="0">
                <a:highlight>
                  <a:srgbClr val="FFFF00"/>
                </a:highlight>
              </a:rPr>
              <a:t> to access the current user from Redux, and </a:t>
            </a:r>
            <a:r>
              <a:rPr lang="en-US" dirty="0" err="1">
                <a:highlight>
                  <a:srgbClr val="FFFF00"/>
                </a:highlight>
                <a:latin typeface="Courier New" panose="02070309020205020404" pitchFamily="49" charset="0"/>
              </a:rPr>
              <a:t>useState</a:t>
            </a:r>
            <a:r>
              <a:rPr lang="en-US" dirty="0">
                <a:highlight>
                  <a:srgbClr val="FFFF00"/>
                </a:highlight>
              </a:rPr>
              <a:t> to track form data and loading state. The </a:t>
            </a:r>
            <a:r>
              <a:rPr lang="en-US" dirty="0">
                <a:highlight>
                  <a:srgbClr val="FFFF00"/>
                </a:highlight>
                <a:latin typeface="Courier New" panose="02070309020205020404" pitchFamily="49" charset="0"/>
              </a:rPr>
              <a:t>input</a:t>
            </a:r>
            <a:r>
              <a:rPr lang="en-US" dirty="0">
                <a:highlight>
                  <a:srgbClr val="FFFF00"/>
                </a:highlight>
              </a:rPr>
              <a:t> state stores editable fields like profile photo, bio, gender, and privacy settings, defaulting to the user’s current values or sensible defaults. The </a:t>
            </a:r>
            <a:r>
              <a:rPr lang="en-US" dirty="0" err="1">
                <a:highlight>
                  <a:srgbClr val="FFFF00"/>
                </a:highlight>
                <a:latin typeface="Courier New" panose="02070309020205020404" pitchFamily="49" charset="0"/>
              </a:rPr>
              <a:t>url</a:t>
            </a:r>
            <a:r>
              <a:rPr lang="en-US" dirty="0">
                <a:highlight>
                  <a:srgbClr val="FFFF00"/>
                </a:highlight>
              </a:rPr>
              <a:t> defines the backend API base URL for submitting profile updates.</a:t>
            </a:r>
          </a:p>
        </p:txBody>
      </p:sp>
      <p:pic>
        <p:nvPicPr>
          <p:cNvPr id="10" name="Content Placeholder 6">
            <a:extLst>
              <a:ext uri="{FF2B5EF4-FFF2-40B4-BE49-F238E27FC236}">
                <a16:creationId xmlns:a16="http://schemas.microsoft.com/office/drawing/2014/main" id="{183024A5-9BCB-7028-3F52-E23E856422C9}"/>
              </a:ext>
            </a:extLst>
          </p:cNvPr>
          <p:cNvPicPr>
            <a:picLocks noChangeAspect="1"/>
          </p:cNvPicPr>
          <p:nvPr/>
        </p:nvPicPr>
        <p:blipFill>
          <a:blip r:embed="rId2"/>
          <a:srcRect t="52046" b="38529"/>
          <a:stretch>
            <a:fillRect/>
          </a:stretch>
        </p:blipFill>
        <p:spPr>
          <a:xfrm>
            <a:off x="141185" y="4886006"/>
            <a:ext cx="5024884" cy="330974"/>
          </a:xfrm>
          <a:prstGeom prst="rect">
            <a:avLst/>
          </a:prstGeom>
        </p:spPr>
      </p:pic>
      <p:cxnSp>
        <p:nvCxnSpPr>
          <p:cNvPr id="11" name="Straight Arrow Connector 10">
            <a:extLst>
              <a:ext uri="{FF2B5EF4-FFF2-40B4-BE49-F238E27FC236}">
                <a16:creationId xmlns:a16="http://schemas.microsoft.com/office/drawing/2014/main" id="{2AE703B7-870E-1D4D-1BF7-F0F2CDDE9230}"/>
              </a:ext>
            </a:extLst>
          </p:cNvPr>
          <p:cNvCxnSpPr>
            <a:cxnSpLocks/>
          </p:cNvCxnSpPr>
          <p:nvPr/>
        </p:nvCxnSpPr>
        <p:spPr>
          <a:xfrm flipV="1">
            <a:off x="5127439" y="2745795"/>
            <a:ext cx="889640" cy="90589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3" name="Content Placeholder 6">
            <a:extLst>
              <a:ext uri="{FF2B5EF4-FFF2-40B4-BE49-F238E27FC236}">
                <a16:creationId xmlns:a16="http://schemas.microsoft.com/office/drawing/2014/main" id="{7FF88CB5-9C77-259C-A3E0-8E5527F7AD65}"/>
              </a:ext>
            </a:extLst>
          </p:cNvPr>
          <p:cNvPicPr>
            <a:picLocks noChangeAspect="1"/>
          </p:cNvPicPr>
          <p:nvPr/>
        </p:nvPicPr>
        <p:blipFill>
          <a:blip r:embed="rId2"/>
          <a:srcRect t="62711" r="8942"/>
          <a:stretch>
            <a:fillRect/>
          </a:stretch>
        </p:blipFill>
        <p:spPr>
          <a:xfrm>
            <a:off x="102555" y="5273116"/>
            <a:ext cx="4575581" cy="1309495"/>
          </a:xfrm>
          <a:prstGeom prst="rect">
            <a:avLst/>
          </a:prstGeom>
          <a:effectLst>
            <a:glow rad="228600">
              <a:schemeClr val="accent5">
                <a:satMod val="175000"/>
                <a:alpha val="40000"/>
              </a:schemeClr>
            </a:glow>
          </a:effectLst>
        </p:spPr>
      </p:pic>
      <p:sp>
        <p:nvSpPr>
          <p:cNvPr id="15" name="TextBox 14">
            <a:extLst>
              <a:ext uri="{FF2B5EF4-FFF2-40B4-BE49-F238E27FC236}">
                <a16:creationId xmlns:a16="http://schemas.microsoft.com/office/drawing/2014/main" id="{2696CC0C-A10F-A87E-4B96-11508623FB23}"/>
              </a:ext>
            </a:extLst>
          </p:cNvPr>
          <p:cNvSpPr txBox="1"/>
          <p:nvPr/>
        </p:nvSpPr>
        <p:spPr>
          <a:xfrm>
            <a:off x="5799131" y="3537208"/>
            <a:ext cx="6298746" cy="2585323"/>
          </a:xfrm>
          <a:prstGeom prst="rect">
            <a:avLst/>
          </a:prstGeom>
          <a:solidFill>
            <a:srgbClr val="FFC000"/>
          </a:solidFill>
        </p:spPr>
        <p:txBody>
          <a:bodyPr wrap="square">
            <a:spAutoFit/>
          </a:bodyPr>
          <a:lstStyle/>
          <a:p>
            <a:r>
              <a:rPr lang="en-US" b="1" dirty="0" err="1">
                <a:highlight>
                  <a:srgbClr val="FFFF00"/>
                </a:highlight>
                <a:latin typeface="Courier New" panose="02070309020205020404" pitchFamily="49" charset="0"/>
              </a:rPr>
              <a:t>fileChangeHandler</a:t>
            </a:r>
            <a:r>
              <a:rPr lang="en-US" dirty="0"/>
              <a:t>: Triggered when the user selects a new profile photo. It takes the first selected file from the file input and updates </a:t>
            </a:r>
            <a:r>
              <a:rPr lang="en-US" dirty="0" err="1">
                <a:latin typeface="Courier New" panose="02070309020205020404" pitchFamily="49" charset="0"/>
              </a:rPr>
              <a:t>input.profilePhoto</a:t>
            </a:r>
            <a:r>
              <a:rPr lang="en-US" dirty="0"/>
              <a:t> with it.</a:t>
            </a:r>
          </a:p>
          <a:p>
            <a:r>
              <a:rPr lang="en-US" b="1" dirty="0" err="1">
                <a:highlight>
                  <a:srgbClr val="FFFF00"/>
                </a:highlight>
                <a:latin typeface="Courier New" panose="02070309020205020404" pitchFamily="49" charset="0"/>
              </a:rPr>
              <a:t>selectChangeHandler</a:t>
            </a:r>
            <a:r>
              <a:rPr lang="en-US" dirty="0"/>
              <a:t>: Triggered when the user selects a gender from a dropdown. It updates </a:t>
            </a:r>
            <a:r>
              <a:rPr lang="en-US" dirty="0" err="1">
                <a:latin typeface="Courier New" panose="02070309020205020404" pitchFamily="49" charset="0"/>
              </a:rPr>
              <a:t>input.gender</a:t>
            </a:r>
            <a:r>
              <a:rPr lang="en-US" dirty="0"/>
              <a:t> with the chosen value.</a:t>
            </a:r>
          </a:p>
          <a:p>
            <a:pPr>
              <a:buNone/>
            </a:pPr>
            <a:r>
              <a:rPr lang="en-US" dirty="0"/>
              <a:t>Both handlers use the </a:t>
            </a:r>
            <a:r>
              <a:rPr lang="en-US" b="1" dirty="0"/>
              <a:t>spread operator (</a:t>
            </a:r>
            <a:r>
              <a:rPr lang="en-US" b="1" dirty="0">
                <a:latin typeface="Courier New" panose="02070309020205020404" pitchFamily="49" charset="0"/>
              </a:rPr>
              <a:t>...input</a:t>
            </a:r>
            <a:r>
              <a:rPr lang="en-US" b="1" dirty="0"/>
              <a:t>)</a:t>
            </a:r>
            <a:r>
              <a:rPr lang="en-US" dirty="0"/>
              <a:t> to keep the other form fields unchanged while updating only the relevant property.</a:t>
            </a:r>
          </a:p>
        </p:txBody>
      </p:sp>
      <p:cxnSp>
        <p:nvCxnSpPr>
          <p:cNvPr id="16" name="Straight Arrow Connector 15">
            <a:extLst>
              <a:ext uri="{FF2B5EF4-FFF2-40B4-BE49-F238E27FC236}">
                <a16:creationId xmlns:a16="http://schemas.microsoft.com/office/drawing/2014/main" id="{33E16135-BEAE-4356-242A-9D5186C1F784}"/>
              </a:ext>
            </a:extLst>
          </p:cNvPr>
          <p:cNvCxnSpPr>
            <a:cxnSpLocks/>
          </p:cNvCxnSpPr>
          <p:nvPr/>
        </p:nvCxnSpPr>
        <p:spPr>
          <a:xfrm flipV="1">
            <a:off x="4678136" y="4955721"/>
            <a:ext cx="1159625" cy="97214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01454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84C5332-70B8-C62C-8C83-000202E461FF}"/>
              </a:ext>
            </a:extLst>
          </p:cNvPr>
          <p:cNvPicPr>
            <a:picLocks noGrp="1" noChangeAspect="1"/>
          </p:cNvPicPr>
          <p:nvPr>
            <p:ph idx="1"/>
          </p:nvPr>
        </p:nvPicPr>
        <p:blipFill>
          <a:blip r:embed="rId2"/>
          <a:srcRect r="15915" b="83351"/>
          <a:stretch>
            <a:fillRect/>
          </a:stretch>
        </p:blipFill>
        <p:spPr>
          <a:xfrm>
            <a:off x="96609" y="119317"/>
            <a:ext cx="6214003" cy="1342090"/>
          </a:xfrm>
          <a:prstGeom prst="rect">
            <a:avLst/>
          </a:prstGeom>
        </p:spPr>
      </p:pic>
      <p:pic>
        <p:nvPicPr>
          <p:cNvPr id="6" name="Content Placeholder 4">
            <a:extLst>
              <a:ext uri="{FF2B5EF4-FFF2-40B4-BE49-F238E27FC236}">
                <a16:creationId xmlns:a16="http://schemas.microsoft.com/office/drawing/2014/main" id="{07F266DF-A648-C569-B3A7-DFA3E0F585C2}"/>
              </a:ext>
            </a:extLst>
          </p:cNvPr>
          <p:cNvPicPr>
            <a:picLocks noChangeAspect="1"/>
          </p:cNvPicPr>
          <p:nvPr/>
        </p:nvPicPr>
        <p:blipFill>
          <a:blip r:embed="rId2"/>
          <a:srcRect l="4085" t="16259" b="23288"/>
          <a:stretch>
            <a:fillRect/>
          </a:stretch>
        </p:blipFill>
        <p:spPr>
          <a:xfrm>
            <a:off x="135392" y="1589294"/>
            <a:ext cx="6094638" cy="4190089"/>
          </a:xfrm>
          <a:prstGeom prst="rect">
            <a:avLst/>
          </a:prstGeom>
        </p:spPr>
      </p:pic>
      <p:sp>
        <p:nvSpPr>
          <p:cNvPr id="8" name="TextBox 7">
            <a:extLst>
              <a:ext uri="{FF2B5EF4-FFF2-40B4-BE49-F238E27FC236}">
                <a16:creationId xmlns:a16="http://schemas.microsoft.com/office/drawing/2014/main" id="{5699017F-0BD5-FEF4-8F6C-7913F49BC987}"/>
              </a:ext>
            </a:extLst>
          </p:cNvPr>
          <p:cNvSpPr txBox="1"/>
          <p:nvPr/>
        </p:nvSpPr>
        <p:spPr>
          <a:xfrm>
            <a:off x="6408964" y="1017832"/>
            <a:ext cx="5590494" cy="4524315"/>
          </a:xfrm>
          <a:prstGeom prst="rect">
            <a:avLst/>
          </a:prstGeom>
          <a:solidFill>
            <a:srgbClr val="FFFF00"/>
          </a:solidFill>
        </p:spPr>
        <p:txBody>
          <a:bodyPr wrap="square">
            <a:spAutoFit/>
          </a:bodyPr>
          <a:lstStyle/>
          <a:p>
            <a:r>
              <a:rPr lang="en-US" sz="2400" dirty="0"/>
              <a:t>It creates a </a:t>
            </a:r>
            <a:r>
              <a:rPr lang="en-US" sz="2400" dirty="0" err="1">
                <a:highlight>
                  <a:srgbClr val="00FF00"/>
                </a:highlight>
                <a:latin typeface="Courier New" panose="02070309020205020404" pitchFamily="49" charset="0"/>
              </a:rPr>
              <a:t>FormData</a:t>
            </a:r>
            <a:r>
              <a:rPr lang="en-US" sz="2400" dirty="0"/>
              <a:t> object and appends the updated fields: </a:t>
            </a:r>
            <a:r>
              <a:rPr lang="en-US" sz="2400" dirty="0">
                <a:latin typeface="Courier New" panose="02070309020205020404" pitchFamily="49" charset="0"/>
              </a:rPr>
              <a:t>bio</a:t>
            </a:r>
            <a:r>
              <a:rPr lang="en-US" sz="2400" dirty="0"/>
              <a:t>, </a:t>
            </a:r>
            <a:r>
              <a:rPr lang="en-US" sz="2400" dirty="0">
                <a:latin typeface="Courier New" panose="02070309020205020404" pitchFamily="49" charset="0"/>
              </a:rPr>
              <a:t>gender</a:t>
            </a:r>
            <a:r>
              <a:rPr lang="en-US" sz="2400" dirty="0"/>
              <a:t>, privacy settings, and, if changed, the new profile photo. It then sends a </a:t>
            </a:r>
            <a:r>
              <a:rPr lang="en-US" sz="2400" b="1" dirty="0"/>
              <a:t>POST request</a:t>
            </a:r>
            <a:r>
              <a:rPr lang="en-US" sz="2400" dirty="0"/>
              <a:t> to the backend API with </a:t>
            </a:r>
            <a:r>
              <a:rPr lang="en-US" sz="2400" dirty="0">
                <a:latin typeface="Courier New" panose="02070309020205020404" pitchFamily="49" charset="0"/>
              </a:rPr>
              <a:t>multipart/form-data</a:t>
            </a:r>
            <a:r>
              <a:rPr lang="en-US" sz="2400" dirty="0"/>
              <a:t>. While the request is in progress, </a:t>
            </a:r>
            <a:r>
              <a:rPr lang="en-US" sz="2400" dirty="0">
                <a:latin typeface="Courier New" panose="02070309020205020404" pitchFamily="49" charset="0"/>
              </a:rPr>
              <a:t>loading</a:t>
            </a:r>
            <a:r>
              <a:rPr lang="en-US" sz="2400" dirty="0"/>
              <a:t> is set to </a:t>
            </a:r>
            <a:r>
              <a:rPr lang="en-US" sz="2400" dirty="0">
                <a:latin typeface="Courier New" panose="02070309020205020404" pitchFamily="49" charset="0"/>
              </a:rPr>
              <a:t>true</a:t>
            </a:r>
            <a:r>
              <a:rPr lang="en-US" sz="2400" dirty="0"/>
              <a:t>. If successful, it updates the Redux store with the new user data, navigates to the user’s profile page, and shows a success toast. If the request fails, it logs the error and shows an error toast. Finally, it resets the </a:t>
            </a:r>
            <a:r>
              <a:rPr lang="en-US" sz="2400" dirty="0">
                <a:latin typeface="Courier New" panose="02070309020205020404" pitchFamily="49" charset="0"/>
              </a:rPr>
              <a:t>loading</a:t>
            </a:r>
            <a:r>
              <a:rPr lang="en-US" sz="2400" dirty="0"/>
              <a:t> state.</a:t>
            </a:r>
          </a:p>
        </p:txBody>
      </p:sp>
    </p:spTree>
    <p:extLst>
      <p:ext uri="{BB962C8B-B14F-4D97-AF65-F5344CB8AC3E}">
        <p14:creationId xmlns:p14="http://schemas.microsoft.com/office/powerpoint/2010/main" val="346805059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40C77-C120-D603-E4D5-6E9B8D46834F}"/>
              </a:ext>
            </a:extLst>
          </p:cNvPr>
          <p:cNvSpPr>
            <a:spLocks noGrp="1"/>
          </p:cNvSpPr>
          <p:nvPr>
            <p:ph type="title"/>
          </p:nvPr>
        </p:nvSpPr>
        <p:spPr>
          <a:xfrm>
            <a:off x="12067" y="-127716"/>
            <a:ext cx="10515600" cy="808945"/>
          </a:xfrm>
        </p:spPr>
        <p:txBody>
          <a:bodyPr/>
          <a:lstStyle/>
          <a:p>
            <a:r>
              <a:rPr lang="en-US" dirty="0" err="1"/>
              <a:t>LeftSideBar.jsx</a:t>
            </a:r>
            <a:endParaRPr lang="en-US" dirty="0"/>
          </a:p>
        </p:txBody>
      </p:sp>
      <p:pic>
        <p:nvPicPr>
          <p:cNvPr id="5" name="Content Placeholder 4">
            <a:extLst>
              <a:ext uri="{FF2B5EF4-FFF2-40B4-BE49-F238E27FC236}">
                <a16:creationId xmlns:a16="http://schemas.microsoft.com/office/drawing/2014/main" id="{12BAC654-D6EC-4F78-7B17-898FACA98C22}"/>
              </a:ext>
            </a:extLst>
          </p:cNvPr>
          <p:cNvPicPr>
            <a:picLocks noGrp="1" noChangeAspect="1"/>
          </p:cNvPicPr>
          <p:nvPr>
            <p:ph idx="1"/>
          </p:nvPr>
        </p:nvPicPr>
        <p:blipFill>
          <a:blip r:embed="rId2"/>
          <a:stretch>
            <a:fillRect/>
          </a:stretch>
        </p:blipFill>
        <p:spPr>
          <a:xfrm>
            <a:off x="12067" y="521999"/>
            <a:ext cx="6115364" cy="2311519"/>
          </a:xfrm>
          <a:prstGeom prst="rect">
            <a:avLst/>
          </a:prstGeom>
        </p:spPr>
      </p:pic>
      <p:pic>
        <p:nvPicPr>
          <p:cNvPr id="7" name="Picture 6">
            <a:extLst>
              <a:ext uri="{FF2B5EF4-FFF2-40B4-BE49-F238E27FC236}">
                <a16:creationId xmlns:a16="http://schemas.microsoft.com/office/drawing/2014/main" id="{44533F32-E4D4-9F83-D815-1704252188C7}"/>
              </a:ext>
            </a:extLst>
          </p:cNvPr>
          <p:cNvPicPr>
            <a:picLocks noChangeAspect="1"/>
          </p:cNvPicPr>
          <p:nvPr/>
        </p:nvPicPr>
        <p:blipFill>
          <a:blip r:embed="rId3"/>
          <a:srcRect r="51067" b="88159"/>
          <a:stretch>
            <a:fillRect/>
          </a:stretch>
        </p:blipFill>
        <p:spPr>
          <a:xfrm>
            <a:off x="12067" y="2865065"/>
            <a:ext cx="3439886" cy="447415"/>
          </a:xfrm>
          <a:prstGeom prst="rect">
            <a:avLst/>
          </a:prstGeom>
          <a:effectLst>
            <a:glow rad="228600">
              <a:schemeClr val="accent6">
                <a:satMod val="175000"/>
                <a:alpha val="40000"/>
              </a:schemeClr>
            </a:glow>
          </a:effectLst>
        </p:spPr>
      </p:pic>
      <p:sp>
        <p:nvSpPr>
          <p:cNvPr id="11" name="TextBox 10">
            <a:extLst>
              <a:ext uri="{FF2B5EF4-FFF2-40B4-BE49-F238E27FC236}">
                <a16:creationId xmlns:a16="http://schemas.microsoft.com/office/drawing/2014/main" id="{D132D8C5-8867-DC12-6B1E-326496202969}"/>
              </a:ext>
            </a:extLst>
          </p:cNvPr>
          <p:cNvSpPr txBox="1"/>
          <p:nvPr/>
        </p:nvSpPr>
        <p:spPr>
          <a:xfrm>
            <a:off x="6662057" y="4001093"/>
            <a:ext cx="4544786" cy="2585323"/>
          </a:xfrm>
          <a:prstGeom prst="rect">
            <a:avLst/>
          </a:prstGeom>
          <a:solidFill>
            <a:srgbClr val="FFFF00"/>
          </a:solidFill>
        </p:spPr>
        <p:txBody>
          <a:bodyPr wrap="square">
            <a:spAutoFit/>
          </a:bodyPr>
          <a:lstStyle/>
          <a:p>
            <a:r>
              <a:rPr lang="en-US" dirty="0"/>
              <a:t>The </a:t>
            </a:r>
            <a:r>
              <a:rPr lang="en-US" dirty="0" err="1">
                <a:highlight>
                  <a:srgbClr val="00FF00"/>
                </a:highlight>
                <a:latin typeface="Courier New" panose="02070309020205020404" pitchFamily="49" charset="0"/>
              </a:rPr>
              <a:t>LeftSidebar</a:t>
            </a:r>
            <a:r>
              <a:rPr lang="en-US" dirty="0"/>
              <a:t> component manages the sidebar. It uses Redux to access the logged-in user and real-time notifications, and </a:t>
            </a:r>
            <a:r>
              <a:rPr lang="en-US" dirty="0" err="1">
                <a:latin typeface="Courier New" panose="02070309020205020404" pitchFamily="49" charset="0"/>
              </a:rPr>
              <a:t>useState</a:t>
            </a:r>
            <a:r>
              <a:rPr lang="en-US" dirty="0"/>
              <a:t> to track the state of modals, search, and popovers. The </a:t>
            </a:r>
            <a:r>
              <a:rPr lang="en-US" dirty="0" err="1">
                <a:latin typeface="Courier New" panose="02070309020205020404" pitchFamily="49" charset="0"/>
              </a:rPr>
              <a:t>logoutHandler</a:t>
            </a:r>
            <a:r>
              <a:rPr lang="en-US" dirty="0"/>
              <a:t> function logs the user out by calling the backend API, clears user and post data from Redux, navigates to the login page, and shows a toast notification. </a:t>
            </a:r>
          </a:p>
        </p:txBody>
      </p:sp>
      <p:sp>
        <p:nvSpPr>
          <p:cNvPr id="4" name="TextBox 3">
            <a:extLst>
              <a:ext uri="{FF2B5EF4-FFF2-40B4-BE49-F238E27FC236}">
                <a16:creationId xmlns:a16="http://schemas.microsoft.com/office/drawing/2014/main" id="{CCD2FCB7-3006-CE45-AB76-5DC54A9BE22B}"/>
              </a:ext>
            </a:extLst>
          </p:cNvPr>
          <p:cNvSpPr txBox="1"/>
          <p:nvPr/>
        </p:nvSpPr>
        <p:spPr>
          <a:xfrm>
            <a:off x="6294665" y="155121"/>
            <a:ext cx="5744935" cy="3693319"/>
          </a:xfrm>
          <a:prstGeom prst="rect">
            <a:avLst/>
          </a:prstGeom>
          <a:solidFill>
            <a:schemeClr val="accent4">
              <a:lumMod val="60000"/>
              <a:lumOff val="40000"/>
            </a:schemeClr>
          </a:solidFill>
        </p:spPr>
        <p:txBody>
          <a:bodyPr wrap="square">
            <a:spAutoFit/>
          </a:bodyPr>
          <a:lstStyle/>
          <a:p>
            <a:r>
              <a:rPr lang="en-US" dirty="0"/>
              <a:t>imports </a:t>
            </a:r>
            <a:r>
              <a:rPr lang="en-US" b="1" dirty="0"/>
              <a:t>React</a:t>
            </a:r>
            <a:r>
              <a:rPr lang="en-US" dirty="0"/>
              <a:t> and several hooks (</a:t>
            </a:r>
            <a:r>
              <a:rPr lang="en-US" dirty="0" err="1">
                <a:latin typeface="Courier New" panose="02070309020205020404" pitchFamily="49" charset="0"/>
              </a:rPr>
              <a:t>useState</a:t>
            </a:r>
            <a:r>
              <a:rPr lang="en-US" dirty="0"/>
              <a:t>) along with a mix of </a:t>
            </a:r>
            <a:r>
              <a:rPr lang="en-US" b="1" dirty="0"/>
              <a:t>UI components</a:t>
            </a:r>
            <a:r>
              <a:rPr lang="en-US" dirty="0"/>
              <a:t>, </a:t>
            </a:r>
            <a:r>
              <a:rPr lang="en-US" b="1" dirty="0"/>
              <a:t>icons</a:t>
            </a:r>
            <a:r>
              <a:rPr lang="en-US" dirty="0"/>
              <a:t>, </a:t>
            </a:r>
            <a:r>
              <a:rPr lang="en-US" b="1" dirty="0"/>
              <a:t>Redux utilities</a:t>
            </a:r>
            <a:r>
              <a:rPr lang="en-US" dirty="0"/>
              <a:t>, and </a:t>
            </a:r>
            <a:r>
              <a:rPr lang="en-US" b="1" dirty="0"/>
              <a:t>helper functions</a:t>
            </a:r>
            <a:r>
              <a:rPr lang="en-US" dirty="0"/>
              <a:t>. It includes icons from </a:t>
            </a:r>
            <a:r>
              <a:rPr lang="en-US" dirty="0" err="1">
                <a:latin typeface="Courier New" panose="02070309020205020404" pitchFamily="49" charset="0"/>
              </a:rPr>
              <a:t>lucide</a:t>
            </a:r>
            <a:r>
              <a:rPr lang="en-US" dirty="0">
                <a:latin typeface="Courier New" panose="02070309020205020404" pitchFamily="49" charset="0"/>
              </a:rPr>
              <a:t>-react</a:t>
            </a:r>
            <a:r>
              <a:rPr lang="en-US" dirty="0"/>
              <a:t> (</a:t>
            </a:r>
            <a:r>
              <a:rPr lang="en-US" dirty="0">
                <a:latin typeface="Courier New" panose="02070309020205020404" pitchFamily="49" charset="0"/>
              </a:rPr>
              <a:t>Heart</a:t>
            </a:r>
            <a:r>
              <a:rPr lang="en-US" dirty="0"/>
              <a:t>, </a:t>
            </a:r>
            <a:r>
              <a:rPr lang="en-US" dirty="0">
                <a:latin typeface="Courier New" panose="02070309020205020404" pitchFamily="49" charset="0"/>
              </a:rPr>
              <a:t>Home</a:t>
            </a:r>
            <a:r>
              <a:rPr lang="en-US" dirty="0"/>
              <a:t>, etc.), avatar components for displaying user images, </a:t>
            </a:r>
            <a:r>
              <a:rPr lang="en-US" dirty="0">
                <a:latin typeface="Courier New" panose="02070309020205020404" pitchFamily="49" charset="0"/>
              </a:rPr>
              <a:t>toast</a:t>
            </a:r>
            <a:r>
              <a:rPr lang="en-US" dirty="0"/>
              <a:t> for notifications, and Axios for making HTTP requests. It also imports </a:t>
            </a:r>
            <a:r>
              <a:rPr lang="en-US" b="1" dirty="0"/>
              <a:t>routing</a:t>
            </a:r>
            <a:r>
              <a:rPr lang="en-US" dirty="0"/>
              <a:t> with </a:t>
            </a:r>
            <a:r>
              <a:rPr lang="en-US" dirty="0" err="1">
                <a:latin typeface="Courier New" panose="02070309020205020404" pitchFamily="49" charset="0"/>
              </a:rPr>
              <a:t>useNavigate</a:t>
            </a:r>
            <a:r>
              <a:rPr lang="en-US" dirty="0"/>
              <a:t>, </a:t>
            </a:r>
            <a:r>
              <a:rPr lang="en-US" b="1" dirty="0"/>
              <a:t>Redux state management</a:t>
            </a:r>
            <a:r>
              <a:rPr lang="en-US" dirty="0"/>
              <a:t> (</a:t>
            </a:r>
            <a:r>
              <a:rPr lang="en-US" dirty="0" err="1">
                <a:latin typeface="Courier New" panose="02070309020205020404" pitchFamily="49" charset="0"/>
              </a:rPr>
              <a:t>useDispatch</a:t>
            </a:r>
            <a:r>
              <a:rPr lang="en-US" dirty="0"/>
              <a:t>, </a:t>
            </a:r>
            <a:r>
              <a:rPr lang="en-US" dirty="0" err="1">
                <a:latin typeface="Courier New" panose="02070309020205020404" pitchFamily="49" charset="0"/>
              </a:rPr>
              <a:t>useSelector</a:t>
            </a:r>
            <a:r>
              <a:rPr lang="en-US" dirty="0"/>
              <a:t>, </a:t>
            </a:r>
            <a:r>
              <a:rPr lang="en-US" dirty="0" err="1">
                <a:latin typeface="Courier New" panose="02070309020205020404" pitchFamily="49" charset="0"/>
              </a:rPr>
              <a:t>setAuthUser</a:t>
            </a:r>
            <a:r>
              <a:rPr lang="en-US" dirty="0"/>
              <a:t>, </a:t>
            </a:r>
            <a:r>
              <a:rPr lang="en-US" dirty="0" err="1">
                <a:latin typeface="Courier New" panose="02070309020205020404" pitchFamily="49" charset="0"/>
              </a:rPr>
              <a:t>setPosts</a:t>
            </a:r>
            <a:r>
              <a:rPr lang="en-US" dirty="0"/>
              <a:t>, </a:t>
            </a:r>
            <a:r>
              <a:rPr lang="en-US" dirty="0" err="1">
                <a:latin typeface="Courier New" panose="02070309020205020404" pitchFamily="49" charset="0"/>
              </a:rPr>
              <a:t>setSelectedPost</a:t>
            </a:r>
            <a:r>
              <a:rPr lang="en-US" dirty="0"/>
              <a:t>), and UI components like </a:t>
            </a:r>
            <a:r>
              <a:rPr lang="en-US" dirty="0" err="1">
                <a:latin typeface="Courier New" panose="02070309020205020404" pitchFamily="49" charset="0"/>
              </a:rPr>
              <a:t>CreatePost</a:t>
            </a:r>
            <a:r>
              <a:rPr lang="en-US" dirty="0"/>
              <a:t>, </a:t>
            </a:r>
            <a:r>
              <a:rPr lang="en-US" dirty="0">
                <a:latin typeface="Courier New" panose="02070309020205020404" pitchFamily="49" charset="0"/>
              </a:rPr>
              <a:t>Popover</a:t>
            </a:r>
            <a:r>
              <a:rPr lang="en-US" dirty="0"/>
              <a:t>, </a:t>
            </a:r>
            <a:r>
              <a:rPr lang="en-US" dirty="0">
                <a:latin typeface="Courier New" panose="02070309020205020404" pitchFamily="49" charset="0"/>
              </a:rPr>
              <a:t>Button</a:t>
            </a:r>
            <a:r>
              <a:rPr lang="en-US" dirty="0"/>
              <a:t>, </a:t>
            </a:r>
            <a:r>
              <a:rPr lang="en-US" dirty="0">
                <a:latin typeface="Courier New" panose="02070309020205020404" pitchFamily="49" charset="0"/>
              </a:rPr>
              <a:t>Dialog</a:t>
            </a:r>
            <a:r>
              <a:rPr lang="en-US" dirty="0"/>
              <a:t>, and </a:t>
            </a:r>
            <a:r>
              <a:rPr lang="en-US" dirty="0" err="1">
                <a:latin typeface="Courier New" panose="02070309020205020404" pitchFamily="49" charset="0"/>
              </a:rPr>
              <a:t>SearchBox</a:t>
            </a:r>
            <a:r>
              <a:rPr lang="en-US" dirty="0"/>
              <a:t>. Additionally, it imports actions to clear notifications (</a:t>
            </a:r>
            <a:r>
              <a:rPr lang="en-US" dirty="0" err="1">
                <a:latin typeface="Courier New" panose="02070309020205020404" pitchFamily="49" charset="0"/>
              </a:rPr>
              <a:t>clearLikeNotifications</a:t>
            </a:r>
            <a:r>
              <a:rPr lang="en-US" dirty="0"/>
              <a:t>, </a:t>
            </a:r>
            <a:r>
              <a:rPr lang="en-US" dirty="0" err="1">
                <a:latin typeface="Courier New" panose="02070309020205020404" pitchFamily="49" charset="0"/>
              </a:rPr>
              <a:t>clearMessageNotifications</a:t>
            </a:r>
            <a:r>
              <a:rPr lang="en-US" dirty="0"/>
              <a:t>). </a:t>
            </a:r>
          </a:p>
        </p:txBody>
      </p:sp>
      <p:pic>
        <p:nvPicPr>
          <p:cNvPr id="6" name="Picture 5">
            <a:extLst>
              <a:ext uri="{FF2B5EF4-FFF2-40B4-BE49-F238E27FC236}">
                <a16:creationId xmlns:a16="http://schemas.microsoft.com/office/drawing/2014/main" id="{86015491-B3E0-757A-7722-08734FEFE859}"/>
              </a:ext>
            </a:extLst>
          </p:cNvPr>
          <p:cNvPicPr>
            <a:picLocks noChangeAspect="1"/>
          </p:cNvPicPr>
          <p:nvPr/>
        </p:nvPicPr>
        <p:blipFill>
          <a:blip r:embed="rId3"/>
          <a:srcRect t="15916" r="13456" b="3458"/>
          <a:stretch>
            <a:fillRect/>
          </a:stretch>
        </p:blipFill>
        <p:spPr>
          <a:xfrm>
            <a:off x="0" y="3680940"/>
            <a:ext cx="6083934" cy="3046431"/>
          </a:xfrm>
          <a:prstGeom prst="rect">
            <a:avLst/>
          </a:prstGeom>
          <a:effectLst>
            <a:glow rad="228600">
              <a:schemeClr val="accent6">
                <a:satMod val="175000"/>
                <a:alpha val="40000"/>
              </a:schemeClr>
            </a:glow>
          </a:effectLst>
        </p:spPr>
      </p:pic>
      <p:pic>
        <p:nvPicPr>
          <p:cNvPr id="9" name="Picture 8">
            <a:extLst>
              <a:ext uri="{FF2B5EF4-FFF2-40B4-BE49-F238E27FC236}">
                <a16:creationId xmlns:a16="http://schemas.microsoft.com/office/drawing/2014/main" id="{61768E89-3D9D-F815-9B9B-D93D923B3BE3}"/>
              </a:ext>
            </a:extLst>
          </p:cNvPr>
          <p:cNvPicPr>
            <a:picLocks noChangeAspect="1"/>
          </p:cNvPicPr>
          <p:nvPr/>
        </p:nvPicPr>
        <p:blipFill>
          <a:blip r:embed="rId4"/>
          <a:stretch>
            <a:fillRect/>
          </a:stretch>
        </p:blipFill>
        <p:spPr>
          <a:xfrm>
            <a:off x="0" y="3313337"/>
            <a:ext cx="4359729" cy="381020"/>
          </a:xfrm>
          <a:prstGeom prst="rect">
            <a:avLst/>
          </a:prstGeom>
          <a:effectLst>
            <a:glow rad="101600">
              <a:schemeClr val="accent4">
                <a:satMod val="175000"/>
                <a:alpha val="40000"/>
              </a:schemeClr>
            </a:glow>
          </a:effectLst>
        </p:spPr>
      </p:pic>
    </p:spTree>
    <p:extLst>
      <p:ext uri="{BB962C8B-B14F-4D97-AF65-F5344CB8AC3E}">
        <p14:creationId xmlns:p14="http://schemas.microsoft.com/office/powerpoint/2010/main" val="238549471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16B2FD80-B312-7799-C80B-2780B79D33E6}"/>
              </a:ext>
            </a:extLst>
          </p:cNvPr>
          <p:cNvPicPr>
            <a:picLocks noGrp="1" noChangeAspect="1"/>
          </p:cNvPicPr>
          <p:nvPr>
            <p:ph idx="1"/>
          </p:nvPr>
        </p:nvPicPr>
        <p:blipFill>
          <a:blip r:embed="rId2"/>
          <a:stretch>
            <a:fillRect/>
          </a:stretch>
        </p:blipFill>
        <p:spPr>
          <a:xfrm>
            <a:off x="78326" y="3543980"/>
            <a:ext cx="5569236" cy="2921150"/>
          </a:xfrm>
          <a:prstGeom prst="rect">
            <a:avLst/>
          </a:prstGeom>
        </p:spPr>
      </p:pic>
      <p:pic>
        <p:nvPicPr>
          <p:cNvPr id="5" name="Picture 4">
            <a:extLst>
              <a:ext uri="{FF2B5EF4-FFF2-40B4-BE49-F238E27FC236}">
                <a16:creationId xmlns:a16="http://schemas.microsoft.com/office/drawing/2014/main" id="{AC2C2761-19F9-E88A-06F7-F15D4AC6CF4D}"/>
              </a:ext>
            </a:extLst>
          </p:cNvPr>
          <p:cNvPicPr>
            <a:picLocks noChangeAspect="1"/>
          </p:cNvPicPr>
          <p:nvPr/>
        </p:nvPicPr>
        <p:blipFill>
          <a:blip r:embed="rId3"/>
          <a:stretch>
            <a:fillRect/>
          </a:stretch>
        </p:blipFill>
        <p:spPr>
          <a:xfrm>
            <a:off x="160028" y="78864"/>
            <a:ext cx="3587378" cy="3350136"/>
          </a:xfrm>
          <a:prstGeom prst="rect">
            <a:avLst/>
          </a:prstGeom>
        </p:spPr>
      </p:pic>
      <p:pic>
        <p:nvPicPr>
          <p:cNvPr id="8" name="Picture 7">
            <a:extLst>
              <a:ext uri="{FF2B5EF4-FFF2-40B4-BE49-F238E27FC236}">
                <a16:creationId xmlns:a16="http://schemas.microsoft.com/office/drawing/2014/main" id="{568F7001-6F9E-8583-E750-44BDBA4F0E18}"/>
              </a:ext>
            </a:extLst>
          </p:cNvPr>
          <p:cNvPicPr>
            <a:picLocks noChangeAspect="1"/>
          </p:cNvPicPr>
          <p:nvPr/>
        </p:nvPicPr>
        <p:blipFill>
          <a:blip r:embed="rId4"/>
          <a:stretch>
            <a:fillRect/>
          </a:stretch>
        </p:blipFill>
        <p:spPr>
          <a:xfrm>
            <a:off x="8806375" y="324707"/>
            <a:ext cx="1823525" cy="5999984"/>
          </a:xfrm>
          <a:prstGeom prst="rect">
            <a:avLst/>
          </a:prstGeom>
          <a:effectLst>
            <a:glow rad="228600">
              <a:schemeClr val="accent2">
                <a:satMod val="175000"/>
                <a:alpha val="40000"/>
              </a:schemeClr>
            </a:glow>
          </a:effectLst>
        </p:spPr>
      </p:pic>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A9B2BC06-C879-E2BA-DD42-135D5F165F94}"/>
                  </a:ext>
                </a:extLst>
              </p14:cNvPr>
              <p14:cNvContentPartPr/>
              <p14:nvPr/>
            </p14:nvContentPartPr>
            <p14:xfrm>
              <a:off x="4686629" y="237514"/>
              <a:ext cx="50400" cy="54360"/>
            </p14:xfrm>
          </p:contentPart>
        </mc:Choice>
        <mc:Fallback xmlns="">
          <p:pic>
            <p:nvPicPr>
              <p:cNvPr id="2" name="Ink 1">
                <a:extLst>
                  <a:ext uri="{FF2B5EF4-FFF2-40B4-BE49-F238E27FC236}">
                    <a16:creationId xmlns:a16="http://schemas.microsoft.com/office/drawing/2014/main" id="{A9B2BC06-C879-E2BA-DD42-135D5F165F94}"/>
                  </a:ext>
                </a:extLst>
              </p:cNvPr>
              <p:cNvPicPr/>
              <p:nvPr/>
            </p:nvPicPr>
            <p:blipFill>
              <a:blip r:embed="rId6"/>
              <a:stretch>
                <a:fillRect/>
              </a:stretch>
            </p:blipFill>
            <p:spPr>
              <a:xfrm>
                <a:off x="4677989" y="228874"/>
                <a:ext cx="68040" cy="72000"/>
              </a:xfrm>
              <a:prstGeom prst="rect">
                <a:avLst/>
              </a:prstGeom>
            </p:spPr>
          </p:pic>
        </mc:Fallback>
      </mc:AlternateContent>
      <p:grpSp>
        <p:nvGrpSpPr>
          <p:cNvPr id="31" name="Group 30">
            <a:extLst>
              <a:ext uri="{FF2B5EF4-FFF2-40B4-BE49-F238E27FC236}">
                <a16:creationId xmlns:a16="http://schemas.microsoft.com/office/drawing/2014/main" id="{2D5D5995-BAFA-C06F-A049-6900AB0A0735}"/>
              </a:ext>
            </a:extLst>
          </p:cNvPr>
          <p:cNvGrpSpPr/>
          <p:nvPr/>
        </p:nvGrpSpPr>
        <p:grpSpPr>
          <a:xfrm>
            <a:off x="1837949" y="264154"/>
            <a:ext cx="1263960" cy="856800"/>
            <a:chOff x="1837949" y="264154"/>
            <a:chExt cx="1263960" cy="856800"/>
          </a:xfrm>
        </p:grpSpPr>
        <mc:AlternateContent xmlns:mc="http://schemas.openxmlformats.org/markup-compatibility/2006" xmlns:p14="http://schemas.microsoft.com/office/powerpoint/2010/main">
          <mc:Choice Requires="p14">
            <p:contentPart p14:bwMode="auto" r:id="rId7">
              <p14:nvContentPartPr>
                <p14:cNvPr id="28" name="Ink 27">
                  <a:extLst>
                    <a:ext uri="{FF2B5EF4-FFF2-40B4-BE49-F238E27FC236}">
                      <a16:creationId xmlns:a16="http://schemas.microsoft.com/office/drawing/2014/main" id="{681F52FD-4324-E9B4-AA9D-DB5D18066AC4}"/>
                    </a:ext>
                  </a:extLst>
                </p14:cNvPr>
                <p14:cNvContentPartPr/>
                <p14:nvPr/>
              </p14:nvContentPartPr>
              <p14:xfrm>
                <a:off x="1837949" y="264154"/>
                <a:ext cx="722880" cy="199080"/>
              </p14:xfrm>
            </p:contentPart>
          </mc:Choice>
          <mc:Fallback xmlns="">
            <p:pic>
              <p:nvPicPr>
                <p:cNvPr id="28" name="Ink 27">
                  <a:extLst>
                    <a:ext uri="{FF2B5EF4-FFF2-40B4-BE49-F238E27FC236}">
                      <a16:creationId xmlns:a16="http://schemas.microsoft.com/office/drawing/2014/main" id="{681F52FD-4324-E9B4-AA9D-DB5D18066AC4}"/>
                    </a:ext>
                  </a:extLst>
                </p:cNvPr>
                <p:cNvPicPr/>
                <p:nvPr/>
              </p:nvPicPr>
              <p:blipFill>
                <a:blip r:embed="rId8"/>
                <a:stretch>
                  <a:fillRect/>
                </a:stretch>
              </p:blipFill>
              <p:spPr>
                <a:xfrm>
                  <a:off x="1820309" y="246154"/>
                  <a:ext cx="75852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1074DBC5-6E3E-37B1-80FB-F0926D95FB3B}"/>
                    </a:ext>
                  </a:extLst>
                </p14:cNvPr>
                <p14:cNvContentPartPr/>
                <p14:nvPr/>
              </p14:nvContentPartPr>
              <p14:xfrm>
                <a:off x="2301989" y="531994"/>
                <a:ext cx="771480" cy="294120"/>
              </p14:xfrm>
            </p:contentPart>
          </mc:Choice>
          <mc:Fallback xmlns="">
            <p:pic>
              <p:nvPicPr>
                <p:cNvPr id="29" name="Ink 28">
                  <a:extLst>
                    <a:ext uri="{FF2B5EF4-FFF2-40B4-BE49-F238E27FC236}">
                      <a16:creationId xmlns:a16="http://schemas.microsoft.com/office/drawing/2014/main" id="{1074DBC5-6E3E-37B1-80FB-F0926D95FB3B}"/>
                    </a:ext>
                  </a:extLst>
                </p:cNvPr>
                <p:cNvPicPr/>
                <p:nvPr/>
              </p:nvPicPr>
              <p:blipFill>
                <a:blip r:embed="rId10"/>
                <a:stretch>
                  <a:fillRect/>
                </a:stretch>
              </p:blipFill>
              <p:spPr>
                <a:xfrm>
                  <a:off x="2283989" y="513994"/>
                  <a:ext cx="807120" cy="3297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0" name="Ink 29">
                  <a:extLst>
                    <a:ext uri="{FF2B5EF4-FFF2-40B4-BE49-F238E27FC236}">
                      <a16:creationId xmlns:a16="http://schemas.microsoft.com/office/drawing/2014/main" id="{517BF39F-42BE-4F5C-EDC6-38C30ACB5A02}"/>
                    </a:ext>
                  </a:extLst>
                </p14:cNvPr>
                <p14:cNvContentPartPr/>
                <p14:nvPr/>
              </p14:nvContentPartPr>
              <p14:xfrm>
                <a:off x="2306669" y="898474"/>
                <a:ext cx="795240" cy="222480"/>
              </p14:xfrm>
            </p:contentPart>
          </mc:Choice>
          <mc:Fallback xmlns="">
            <p:pic>
              <p:nvPicPr>
                <p:cNvPr id="30" name="Ink 29">
                  <a:extLst>
                    <a:ext uri="{FF2B5EF4-FFF2-40B4-BE49-F238E27FC236}">
                      <a16:creationId xmlns:a16="http://schemas.microsoft.com/office/drawing/2014/main" id="{517BF39F-42BE-4F5C-EDC6-38C30ACB5A02}"/>
                    </a:ext>
                  </a:extLst>
                </p:cNvPr>
                <p:cNvPicPr/>
                <p:nvPr/>
              </p:nvPicPr>
              <p:blipFill>
                <a:blip r:embed="rId12"/>
                <a:stretch>
                  <a:fillRect/>
                </a:stretch>
              </p:blipFill>
              <p:spPr>
                <a:xfrm>
                  <a:off x="2288669" y="880834"/>
                  <a:ext cx="830880" cy="258120"/>
                </a:xfrm>
                <a:prstGeom prst="rect">
                  <a:avLst/>
                </a:prstGeom>
              </p:spPr>
            </p:pic>
          </mc:Fallback>
        </mc:AlternateContent>
      </p:grpSp>
      <p:grpSp>
        <p:nvGrpSpPr>
          <p:cNvPr id="34" name="Group 33">
            <a:extLst>
              <a:ext uri="{FF2B5EF4-FFF2-40B4-BE49-F238E27FC236}">
                <a16:creationId xmlns:a16="http://schemas.microsoft.com/office/drawing/2014/main" id="{1C961598-EE65-36F5-C88C-9E15A4280BAA}"/>
              </a:ext>
            </a:extLst>
          </p:cNvPr>
          <p:cNvGrpSpPr/>
          <p:nvPr/>
        </p:nvGrpSpPr>
        <p:grpSpPr>
          <a:xfrm>
            <a:off x="2152949" y="1287994"/>
            <a:ext cx="794520" cy="724320"/>
            <a:chOff x="2152949" y="1287994"/>
            <a:chExt cx="794520" cy="724320"/>
          </a:xfrm>
        </p:grpSpPr>
        <mc:AlternateContent xmlns:mc="http://schemas.openxmlformats.org/markup-compatibility/2006" xmlns:p14="http://schemas.microsoft.com/office/powerpoint/2010/main">
          <mc:Choice Requires="p14">
            <p:contentPart p14:bwMode="auto" r:id="rId13">
              <p14:nvContentPartPr>
                <p14:cNvPr id="32" name="Ink 31">
                  <a:extLst>
                    <a:ext uri="{FF2B5EF4-FFF2-40B4-BE49-F238E27FC236}">
                      <a16:creationId xmlns:a16="http://schemas.microsoft.com/office/drawing/2014/main" id="{A86BF55B-6D9A-C299-5174-006C2E208768}"/>
                    </a:ext>
                  </a:extLst>
                </p14:cNvPr>
                <p14:cNvContentPartPr/>
                <p14:nvPr/>
              </p14:nvContentPartPr>
              <p14:xfrm>
                <a:off x="2263109" y="1287994"/>
                <a:ext cx="644760" cy="257400"/>
              </p14:xfrm>
            </p:contentPart>
          </mc:Choice>
          <mc:Fallback xmlns="">
            <p:pic>
              <p:nvPicPr>
                <p:cNvPr id="32" name="Ink 31">
                  <a:extLst>
                    <a:ext uri="{FF2B5EF4-FFF2-40B4-BE49-F238E27FC236}">
                      <a16:creationId xmlns:a16="http://schemas.microsoft.com/office/drawing/2014/main" id="{A86BF55B-6D9A-C299-5174-006C2E208768}"/>
                    </a:ext>
                  </a:extLst>
                </p:cNvPr>
                <p:cNvPicPr/>
                <p:nvPr/>
              </p:nvPicPr>
              <p:blipFill>
                <a:blip r:embed="rId14"/>
                <a:stretch>
                  <a:fillRect/>
                </a:stretch>
              </p:blipFill>
              <p:spPr>
                <a:xfrm>
                  <a:off x="2245469" y="1269994"/>
                  <a:ext cx="68040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3" name="Ink 32">
                  <a:extLst>
                    <a:ext uri="{FF2B5EF4-FFF2-40B4-BE49-F238E27FC236}">
                      <a16:creationId xmlns:a16="http://schemas.microsoft.com/office/drawing/2014/main" id="{56E9D37B-B423-0837-83FA-548B6CD13E7C}"/>
                    </a:ext>
                  </a:extLst>
                </p14:cNvPr>
                <p14:cNvContentPartPr/>
                <p14:nvPr/>
              </p14:nvContentPartPr>
              <p14:xfrm>
                <a:off x="2152949" y="1658074"/>
                <a:ext cx="794520" cy="354240"/>
              </p14:xfrm>
            </p:contentPart>
          </mc:Choice>
          <mc:Fallback xmlns="">
            <p:pic>
              <p:nvPicPr>
                <p:cNvPr id="33" name="Ink 32">
                  <a:extLst>
                    <a:ext uri="{FF2B5EF4-FFF2-40B4-BE49-F238E27FC236}">
                      <a16:creationId xmlns:a16="http://schemas.microsoft.com/office/drawing/2014/main" id="{56E9D37B-B423-0837-83FA-548B6CD13E7C}"/>
                    </a:ext>
                  </a:extLst>
                </p:cNvPr>
                <p:cNvPicPr/>
                <p:nvPr/>
              </p:nvPicPr>
              <p:blipFill>
                <a:blip r:embed="rId16"/>
                <a:stretch>
                  <a:fillRect/>
                </a:stretch>
              </p:blipFill>
              <p:spPr>
                <a:xfrm>
                  <a:off x="2134949" y="1640434"/>
                  <a:ext cx="830160" cy="389880"/>
                </a:xfrm>
                <a:prstGeom prst="rect">
                  <a:avLst/>
                </a:prstGeom>
              </p:spPr>
            </p:pic>
          </mc:Fallback>
        </mc:AlternateContent>
      </p:grpSp>
      <p:grpSp>
        <p:nvGrpSpPr>
          <p:cNvPr id="37" name="Group 36">
            <a:extLst>
              <a:ext uri="{FF2B5EF4-FFF2-40B4-BE49-F238E27FC236}">
                <a16:creationId xmlns:a16="http://schemas.microsoft.com/office/drawing/2014/main" id="{FD240A0E-CB71-30B6-226F-C1103BE5993D}"/>
              </a:ext>
            </a:extLst>
          </p:cNvPr>
          <p:cNvGrpSpPr/>
          <p:nvPr/>
        </p:nvGrpSpPr>
        <p:grpSpPr>
          <a:xfrm>
            <a:off x="2198669" y="2189794"/>
            <a:ext cx="1002600" cy="689400"/>
            <a:chOff x="2198669" y="2189794"/>
            <a:chExt cx="1002600" cy="689400"/>
          </a:xfrm>
        </p:grpSpPr>
        <mc:AlternateContent xmlns:mc="http://schemas.openxmlformats.org/markup-compatibility/2006" xmlns:p14="http://schemas.microsoft.com/office/powerpoint/2010/main">
          <mc:Choice Requires="p14">
            <p:contentPart p14:bwMode="auto" r:id="rId17">
              <p14:nvContentPartPr>
                <p14:cNvPr id="35" name="Ink 34">
                  <a:extLst>
                    <a:ext uri="{FF2B5EF4-FFF2-40B4-BE49-F238E27FC236}">
                      <a16:creationId xmlns:a16="http://schemas.microsoft.com/office/drawing/2014/main" id="{AD948010-A5CC-C072-3B4A-63E9810A0818}"/>
                    </a:ext>
                  </a:extLst>
                </p14:cNvPr>
                <p14:cNvContentPartPr/>
                <p14:nvPr/>
              </p14:nvContentPartPr>
              <p14:xfrm>
                <a:off x="2198669" y="2189794"/>
                <a:ext cx="1002600" cy="376560"/>
              </p14:xfrm>
            </p:contentPart>
          </mc:Choice>
          <mc:Fallback xmlns="">
            <p:pic>
              <p:nvPicPr>
                <p:cNvPr id="35" name="Ink 34">
                  <a:extLst>
                    <a:ext uri="{FF2B5EF4-FFF2-40B4-BE49-F238E27FC236}">
                      <a16:creationId xmlns:a16="http://schemas.microsoft.com/office/drawing/2014/main" id="{AD948010-A5CC-C072-3B4A-63E9810A0818}"/>
                    </a:ext>
                  </a:extLst>
                </p:cNvPr>
                <p:cNvPicPr/>
                <p:nvPr/>
              </p:nvPicPr>
              <p:blipFill>
                <a:blip r:embed="rId18"/>
                <a:stretch>
                  <a:fillRect/>
                </a:stretch>
              </p:blipFill>
              <p:spPr>
                <a:xfrm>
                  <a:off x="2180669" y="2172154"/>
                  <a:ext cx="1038240" cy="412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6D92C67A-14B9-B262-AE8B-059AAD426045}"/>
                    </a:ext>
                  </a:extLst>
                </p14:cNvPr>
                <p14:cNvContentPartPr/>
                <p14:nvPr/>
              </p14:nvContentPartPr>
              <p14:xfrm>
                <a:off x="2214509" y="2555194"/>
                <a:ext cx="815040" cy="324000"/>
              </p14:xfrm>
            </p:contentPart>
          </mc:Choice>
          <mc:Fallback xmlns="">
            <p:pic>
              <p:nvPicPr>
                <p:cNvPr id="36" name="Ink 35">
                  <a:extLst>
                    <a:ext uri="{FF2B5EF4-FFF2-40B4-BE49-F238E27FC236}">
                      <a16:creationId xmlns:a16="http://schemas.microsoft.com/office/drawing/2014/main" id="{6D92C67A-14B9-B262-AE8B-059AAD426045}"/>
                    </a:ext>
                  </a:extLst>
                </p:cNvPr>
                <p:cNvPicPr/>
                <p:nvPr/>
              </p:nvPicPr>
              <p:blipFill>
                <a:blip r:embed="rId20"/>
                <a:stretch>
                  <a:fillRect/>
                </a:stretch>
              </p:blipFill>
              <p:spPr>
                <a:xfrm>
                  <a:off x="2196509" y="2537194"/>
                  <a:ext cx="850680" cy="359640"/>
                </a:xfrm>
                <a:prstGeom prst="rect">
                  <a:avLst/>
                </a:prstGeom>
              </p:spPr>
            </p:pic>
          </mc:Fallback>
        </mc:AlternateContent>
      </p:grpSp>
      <p:grpSp>
        <p:nvGrpSpPr>
          <p:cNvPr id="47" name="Group 46">
            <a:extLst>
              <a:ext uri="{FF2B5EF4-FFF2-40B4-BE49-F238E27FC236}">
                <a16:creationId xmlns:a16="http://schemas.microsoft.com/office/drawing/2014/main" id="{B46AD352-77F4-E9F9-DD7B-E02D56B2B672}"/>
              </a:ext>
            </a:extLst>
          </p:cNvPr>
          <p:cNvGrpSpPr/>
          <p:nvPr/>
        </p:nvGrpSpPr>
        <p:grpSpPr>
          <a:xfrm>
            <a:off x="8809709" y="2252074"/>
            <a:ext cx="1467720" cy="4023360"/>
            <a:chOff x="8809709" y="2252074"/>
            <a:chExt cx="1467720" cy="4023360"/>
          </a:xfrm>
        </p:grpSpPr>
        <mc:AlternateContent xmlns:mc="http://schemas.openxmlformats.org/markup-compatibility/2006" xmlns:p14="http://schemas.microsoft.com/office/powerpoint/2010/main">
          <mc:Choice Requires="p14">
            <p:contentPart p14:bwMode="auto" r:id="rId21">
              <p14:nvContentPartPr>
                <p14:cNvPr id="38" name="Ink 37">
                  <a:extLst>
                    <a:ext uri="{FF2B5EF4-FFF2-40B4-BE49-F238E27FC236}">
                      <a16:creationId xmlns:a16="http://schemas.microsoft.com/office/drawing/2014/main" id="{761AC486-350B-48E5-A8A8-B2D8982023F7}"/>
                    </a:ext>
                  </a:extLst>
                </p14:cNvPr>
                <p14:cNvContentPartPr/>
                <p14:nvPr/>
              </p14:nvContentPartPr>
              <p14:xfrm>
                <a:off x="8907269" y="2252074"/>
                <a:ext cx="974520" cy="556560"/>
              </p14:xfrm>
            </p:contentPart>
          </mc:Choice>
          <mc:Fallback xmlns="">
            <p:pic>
              <p:nvPicPr>
                <p:cNvPr id="38" name="Ink 37">
                  <a:extLst>
                    <a:ext uri="{FF2B5EF4-FFF2-40B4-BE49-F238E27FC236}">
                      <a16:creationId xmlns:a16="http://schemas.microsoft.com/office/drawing/2014/main" id="{761AC486-350B-48E5-A8A8-B2D8982023F7}"/>
                    </a:ext>
                  </a:extLst>
                </p:cNvPr>
                <p:cNvPicPr/>
                <p:nvPr/>
              </p:nvPicPr>
              <p:blipFill>
                <a:blip r:embed="rId22"/>
                <a:stretch>
                  <a:fillRect/>
                </a:stretch>
              </p:blipFill>
              <p:spPr>
                <a:xfrm>
                  <a:off x="8889629" y="2234074"/>
                  <a:ext cx="1010160" cy="592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9" name="Ink 38">
                  <a:extLst>
                    <a:ext uri="{FF2B5EF4-FFF2-40B4-BE49-F238E27FC236}">
                      <a16:creationId xmlns:a16="http://schemas.microsoft.com/office/drawing/2014/main" id="{E9C8C987-91D0-CC60-EDB1-784DA8775819}"/>
                    </a:ext>
                  </a:extLst>
                </p14:cNvPr>
                <p14:cNvContentPartPr/>
                <p14:nvPr/>
              </p14:nvContentPartPr>
              <p14:xfrm>
                <a:off x="8809709" y="2766874"/>
                <a:ext cx="1171800" cy="629280"/>
              </p14:xfrm>
            </p:contentPart>
          </mc:Choice>
          <mc:Fallback xmlns="">
            <p:pic>
              <p:nvPicPr>
                <p:cNvPr id="39" name="Ink 38">
                  <a:extLst>
                    <a:ext uri="{FF2B5EF4-FFF2-40B4-BE49-F238E27FC236}">
                      <a16:creationId xmlns:a16="http://schemas.microsoft.com/office/drawing/2014/main" id="{E9C8C987-91D0-CC60-EDB1-784DA8775819}"/>
                    </a:ext>
                  </a:extLst>
                </p:cNvPr>
                <p:cNvPicPr/>
                <p:nvPr/>
              </p:nvPicPr>
              <p:blipFill>
                <a:blip r:embed="rId24"/>
                <a:stretch>
                  <a:fillRect/>
                </a:stretch>
              </p:blipFill>
              <p:spPr>
                <a:xfrm>
                  <a:off x="8791709" y="2748874"/>
                  <a:ext cx="1207440" cy="6649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0" name="Ink 39">
                  <a:extLst>
                    <a:ext uri="{FF2B5EF4-FFF2-40B4-BE49-F238E27FC236}">
                      <a16:creationId xmlns:a16="http://schemas.microsoft.com/office/drawing/2014/main" id="{8F9172DB-9983-98F4-7F2D-2203CCCBA9BF}"/>
                    </a:ext>
                  </a:extLst>
                </p14:cNvPr>
                <p14:cNvContentPartPr/>
                <p14:nvPr/>
              </p14:nvContentPartPr>
              <p14:xfrm>
                <a:off x="8845349" y="3253594"/>
                <a:ext cx="1014840" cy="636120"/>
              </p14:xfrm>
            </p:contentPart>
          </mc:Choice>
          <mc:Fallback xmlns="">
            <p:pic>
              <p:nvPicPr>
                <p:cNvPr id="40" name="Ink 39">
                  <a:extLst>
                    <a:ext uri="{FF2B5EF4-FFF2-40B4-BE49-F238E27FC236}">
                      <a16:creationId xmlns:a16="http://schemas.microsoft.com/office/drawing/2014/main" id="{8F9172DB-9983-98F4-7F2D-2203CCCBA9BF}"/>
                    </a:ext>
                  </a:extLst>
                </p:cNvPr>
                <p:cNvPicPr/>
                <p:nvPr/>
              </p:nvPicPr>
              <p:blipFill>
                <a:blip r:embed="rId26"/>
                <a:stretch>
                  <a:fillRect/>
                </a:stretch>
              </p:blipFill>
              <p:spPr>
                <a:xfrm>
                  <a:off x="8827349" y="3235594"/>
                  <a:ext cx="1050480" cy="671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2" name="Ink 41">
                  <a:extLst>
                    <a:ext uri="{FF2B5EF4-FFF2-40B4-BE49-F238E27FC236}">
                      <a16:creationId xmlns:a16="http://schemas.microsoft.com/office/drawing/2014/main" id="{8BB2FDE5-2CFF-96A5-D693-DD6BE92BB3B9}"/>
                    </a:ext>
                  </a:extLst>
                </p14:cNvPr>
                <p14:cNvContentPartPr/>
                <p14:nvPr/>
              </p14:nvContentPartPr>
              <p14:xfrm>
                <a:off x="8886029" y="3797554"/>
                <a:ext cx="1360080" cy="2477880"/>
              </p14:xfrm>
            </p:contentPart>
          </mc:Choice>
          <mc:Fallback xmlns="">
            <p:pic>
              <p:nvPicPr>
                <p:cNvPr id="42" name="Ink 41">
                  <a:extLst>
                    <a:ext uri="{FF2B5EF4-FFF2-40B4-BE49-F238E27FC236}">
                      <a16:creationId xmlns:a16="http://schemas.microsoft.com/office/drawing/2014/main" id="{8BB2FDE5-2CFF-96A5-D693-DD6BE92BB3B9}"/>
                    </a:ext>
                  </a:extLst>
                </p:cNvPr>
                <p:cNvPicPr/>
                <p:nvPr/>
              </p:nvPicPr>
              <p:blipFill>
                <a:blip r:embed="rId28"/>
                <a:stretch>
                  <a:fillRect/>
                </a:stretch>
              </p:blipFill>
              <p:spPr>
                <a:xfrm>
                  <a:off x="8868389" y="3779914"/>
                  <a:ext cx="1395720" cy="2513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44" name="Ink 43">
                  <a:extLst>
                    <a:ext uri="{FF2B5EF4-FFF2-40B4-BE49-F238E27FC236}">
                      <a16:creationId xmlns:a16="http://schemas.microsoft.com/office/drawing/2014/main" id="{AC2469F9-AE6F-F960-5761-1B935B447E46}"/>
                    </a:ext>
                  </a:extLst>
                </p14:cNvPr>
                <p14:cNvContentPartPr/>
                <p14:nvPr/>
              </p14:nvContentPartPr>
              <p14:xfrm>
                <a:off x="9664349" y="3784954"/>
                <a:ext cx="572400" cy="2386800"/>
              </p14:xfrm>
            </p:contentPart>
          </mc:Choice>
          <mc:Fallback xmlns="">
            <p:pic>
              <p:nvPicPr>
                <p:cNvPr id="44" name="Ink 43">
                  <a:extLst>
                    <a:ext uri="{FF2B5EF4-FFF2-40B4-BE49-F238E27FC236}">
                      <a16:creationId xmlns:a16="http://schemas.microsoft.com/office/drawing/2014/main" id="{AC2469F9-AE6F-F960-5761-1B935B447E46}"/>
                    </a:ext>
                  </a:extLst>
                </p:cNvPr>
                <p:cNvPicPr/>
                <p:nvPr/>
              </p:nvPicPr>
              <p:blipFill>
                <a:blip r:embed="rId30"/>
                <a:stretch>
                  <a:fillRect/>
                </a:stretch>
              </p:blipFill>
              <p:spPr>
                <a:xfrm>
                  <a:off x="9646709" y="3767314"/>
                  <a:ext cx="608040" cy="2422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5" name="Ink 44">
                  <a:extLst>
                    <a:ext uri="{FF2B5EF4-FFF2-40B4-BE49-F238E27FC236}">
                      <a16:creationId xmlns:a16="http://schemas.microsoft.com/office/drawing/2014/main" id="{66D62897-1A3B-9CF3-473C-B2824676FC31}"/>
                    </a:ext>
                  </a:extLst>
                </p14:cNvPr>
                <p14:cNvContentPartPr/>
                <p14:nvPr/>
              </p14:nvContentPartPr>
              <p14:xfrm>
                <a:off x="8859029" y="4894114"/>
                <a:ext cx="1336320" cy="1007640"/>
              </p14:xfrm>
            </p:contentPart>
          </mc:Choice>
          <mc:Fallback xmlns="">
            <p:pic>
              <p:nvPicPr>
                <p:cNvPr id="45" name="Ink 44">
                  <a:extLst>
                    <a:ext uri="{FF2B5EF4-FFF2-40B4-BE49-F238E27FC236}">
                      <a16:creationId xmlns:a16="http://schemas.microsoft.com/office/drawing/2014/main" id="{66D62897-1A3B-9CF3-473C-B2824676FC31}"/>
                    </a:ext>
                  </a:extLst>
                </p:cNvPr>
                <p:cNvPicPr/>
                <p:nvPr/>
              </p:nvPicPr>
              <p:blipFill>
                <a:blip r:embed="rId32"/>
                <a:stretch>
                  <a:fillRect/>
                </a:stretch>
              </p:blipFill>
              <p:spPr>
                <a:xfrm>
                  <a:off x="8841389" y="4876474"/>
                  <a:ext cx="1371960" cy="10432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46" name="Ink 45">
                  <a:extLst>
                    <a:ext uri="{FF2B5EF4-FFF2-40B4-BE49-F238E27FC236}">
                      <a16:creationId xmlns:a16="http://schemas.microsoft.com/office/drawing/2014/main" id="{DB61D1F8-122C-22BA-7BD9-44CC898514B2}"/>
                    </a:ext>
                  </a:extLst>
                </p14:cNvPr>
                <p14:cNvContentPartPr/>
                <p14:nvPr/>
              </p14:nvContentPartPr>
              <p14:xfrm>
                <a:off x="8925989" y="4326754"/>
                <a:ext cx="1351440" cy="50760"/>
              </p14:xfrm>
            </p:contentPart>
          </mc:Choice>
          <mc:Fallback xmlns="">
            <p:pic>
              <p:nvPicPr>
                <p:cNvPr id="46" name="Ink 45">
                  <a:extLst>
                    <a:ext uri="{FF2B5EF4-FFF2-40B4-BE49-F238E27FC236}">
                      <a16:creationId xmlns:a16="http://schemas.microsoft.com/office/drawing/2014/main" id="{DB61D1F8-122C-22BA-7BD9-44CC898514B2}"/>
                    </a:ext>
                  </a:extLst>
                </p:cNvPr>
                <p:cNvPicPr/>
                <p:nvPr/>
              </p:nvPicPr>
              <p:blipFill>
                <a:blip r:embed="rId34"/>
                <a:stretch>
                  <a:fillRect/>
                </a:stretch>
              </p:blipFill>
              <p:spPr>
                <a:xfrm>
                  <a:off x="8908349" y="4309114"/>
                  <a:ext cx="1387080" cy="86400"/>
                </a:xfrm>
                <a:prstGeom prst="rect">
                  <a:avLst/>
                </a:prstGeom>
              </p:spPr>
            </p:pic>
          </mc:Fallback>
        </mc:AlternateContent>
      </p:grpSp>
    </p:spTree>
    <p:extLst>
      <p:ext uri="{BB962C8B-B14F-4D97-AF65-F5344CB8AC3E}">
        <p14:creationId xmlns:p14="http://schemas.microsoft.com/office/powerpoint/2010/main" val="50586937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53EA-7177-69D1-980B-337863B0EA2C}"/>
              </a:ext>
            </a:extLst>
          </p:cNvPr>
          <p:cNvSpPr>
            <a:spLocks noGrp="1"/>
          </p:cNvSpPr>
          <p:nvPr>
            <p:ph type="title"/>
          </p:nvPr>
        </p:nvSpPr>
        <p:spPr>
          <a:xfrm>
            <a:off x="127908" y="155121"/>
            <a:ext cx="10515600" cy="710974"/>
          </a:xfrm>
        </p:spPr>
        <p:txBody>
          <a:bodyPr/>
          <a:lstStyle/>
          <a:p>
            <a:r>
              <a:rPr lang="en-US" dirty="0"/>
              <a:t>rtnSlice.js</a:t>
            </a:r>
          </a:p>
        </p:txBody>
      </p:sp>
      <p:pic>
        <p:nvPicPr>
          <p:cNvPr id="5" name="Content Placeholder 4">
            <a:extLst>
              <a:ext uri="{FF2B5EF4-FFF2-40B4-BE49-F238E27FC236}">
                <a16:creationId xmlns:a16="http://schemas.microsoft.com/office/drawing/2014/main" id="{28C0D295-0E03-1D50-463E-023573412C93}"/>
              </a:ext>
            </a:extLst>
          </p:cNvPr>
          <p:cNvPicPr>
            <a:picLocks noGrp="1" noChangeAspect="1"/>
          </p:cNvPicPr>
          <p:nvPr>
            <p:ph idx="1"/>
          </p:nvPr>
        </p:nvPicPr>
        <p:blipFill>
          <a:blip r:embed="rId2"/>
          <a:srcRect l="3234" t="26542" r="52751" b="58799"/>
          <a:stretch>
            <a:fillRect/>
          </a:stretch>
        </p:blipFill>
        <p:spPr>
          <a:xfrm>
            <a:off x="127908" y="2390556"/>
            <a:ext cx="4027713" cy="744856"/>
          </a:xfrm>
          <a:prstGeom prst="rect">
            <a:avLst/>
          </a:prstGeom>
        </p:spPr>
      </p:pic>
      <p:pic>
        <p:nvPicPr>
          <p:cNvPr id="3" name="Content Placeholder 4">
            <a:extLst>
              <a:ext uri="{FF2B5EF4-FFF2-40B4-BE49-F238E27FC236}">
                <a16:creationId xmlns:a16="http://schemas.microsoft.com/office/drawing/2014/main" id="{2D516224-D6CE-DB5F-178A-45336FC31AA4}"/>
              </a:ext>
            </a:extLst>
          </p:cNvPr>
          <p:cNvPicPr>
            <a:picLocks noChangeAspect="1"/>
          </p:cNvPicPr>
          <p:nvPr/>
        </p:nvPicPr>
        <p:blipFill>
          <a:blip r:embed="rId2"/>
          <a:srcRect t="91454"/>
          <a:stretch>
            <a:fillRect/>
          </a:stretch>
        </p:blipFill>
        <p:spPr>
          <a:xfrm>
            <a:off x="83706" y="6268590"/>
            <a:ext cx="9150786" cy="434289"/>
          </a:xfrm>
          <a:prstGeom prst="rect">
            <a:avLst/>
          </a:prstGeom>
        </p:spPr>
      </p:pic>
      <p:pic>
        <p:nvPicPr>
          <p:cNvPr id="4" name="Content Placeholder 4">
            <a:extLst>
              <a:ext uri="{FF2B5EF4-FFF2-40B4-BE49-F238E27FC236}">
                <a16:creationId xmlns:a16="http://schemas.microsoft.com/office/drawing/2014/main" id="{29E230AD-51A9-F4C0-C924-20B936098054}"/>
              </a:ext>
            </a:extLst>
          </p:cNvPr>
          <p:cNvPicPr>
            <a:picLocks noChangeAspect="1"/>
          </p:cNvPicPr>
          <p:nvPr/>
        </p:nvPicPr>
        <p:blipFill>
          <a:blip r:embed="rId2"/>
          <a:srcRect t="53941" r="52931" b="8302"/>
          <a:stretch>
            <a:fillRect/>
          </a:stretch>
        </p:blipFill>
        <p:spPr>
          <a:xfrm>
            <a:off x="219366" y="4013200"/>
            <a:ext cx="4307225" cy="1918607"/>
          </a:xfrm>
          <a:prstGeom prst="rect">
            <a:avLst/>
          </a:prstGeom>
          <a:effectLst>
            <a:glow rad="228600">
              <a:schemeClr val="accent2">
                <a:satMod val="175000"/>
                <a:alpha val="40000"/>
              </a:schemeClr>
            </a:glow>
          </a:effectLst>
        </p:spPr>
      </p:pic>
      <p:pic>
        <p:nvPicPr>
          <p:cNvPr id="6" name="Content Placeholder 4">
            <a:extLst>
              <a:ext uri="{FF2B5EF4-FFF2-40B4-BE49-F238E27FC236}">
                <a16:creationId xmlns:a16="http://schemas.microsoft.com/office/drawing/2014/main" id="{86971DC8-6C34-A3D5-9CBD-0730F4A17D3A}"/>
              </a:ext>
            </a:extLst>
          </p:cNvPr>
          <p:cNvPicPr>
            <a:picLocks noChangeAspect="1"/>
          </p:cNvPicPr>
          <p:nvPr/>
        </p:nvPicPr>
        <p:blipFill>
          <a:blip r:embed="rId2"/>
          <a:srcRect r="63138" b="72012"/>
          <a:stretch>
            <a:fillRect/>
          </a:stretch>
        </p:blipFill>
        <p:spPr>
          <a:xfrm>
            <a:off x="219366" y="866095"/>
            <a:ext cx="3373194" cy="1422173"/>
          </a:xfrm>
          <a:prstGeom prst="rect">
            <a:avLst/>
          </a:prstGeom>
        </p:spPr>
      </p:pic>
      <p:sp>
        <p:nvSpPr>
          <p:cNvPr id="7" name="Rectangle 1">
            <a:extLst>
              <a:ext uri="{FF2B5EF4-FFF2-40B4-BE49-F238E27FC236}">
                <a16:creationId xmlns:a16="http://schemas.microsoft.com/office/drawing/2014/main" id="{9EF0E61B-C92C-7211-F532-6661D33F4769}"/>
              </a:ext>
            </a:extLst>
          </p:cNvPr>
          <p:cNvSpPr>
            <a:spLocks noChangeArrowheads="1"/>
          </p:cNvSpPr>
          <p:nvPr/>
        </p:nvSpPr>
        <p:spPr bwMode="auto">
          <a:xfrm>
            <a:off x="4038599" y="256921"/>
            <a:ext cx="6604909" cy="830997"/>
          </a:xfrm>
          <a:prstGeom prst="rect">
            <a:avLst/>
          </a:prstGeom>
          <a:solidFill>
            <a:schemeClr val="accent2"/>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err="1">
                <a:ln>
                  <a:noFill/>
                </a:ln>
                <a:solidFill>
                  <a:srgbClr val="FF0000"/>
                </a:solidFill>
                <a:effectLst/>
                <a:highlight>
                  <a:srgbClr val="FFFF00"/>
                </a:highlight>
                <a:latin typeface="Arial Unicode MS"/>
              </a:rPr>
              <a:t>likeNotification</a:t>
            </a:r>
            <a:r>
              <a:rPr kumimoji="0" lang="en-US" altLang="en-US" sz="2400" b="0" i="0" u="none" strike="noStrike" cap="none" normalizeH="0" baseline="0" dirty="0">
                <a:ln>
                  <a:noFill/>
                </a:ln>
                <a:solidFill>
                  <a:schemeClr val="tx1"/>
                </a:solidFill>
                <a:effectLst/>
              </a:rPr>
              <a:t>: array of like/dislike events.</a:t>
            </a:r>
            <a:endParaRPr kumimoji="0" lang="en-US" altLang="en-US" sz="6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a:ln>
                  <a:noFill/>
                </a:ln>
                <a:solidFill>
                  <a:srgbClr val="FF0000"/>
                </a:solidFill>
                <a:effectLst/>
                <a:highlight>
                  <a:srgbClr val="FFFF00"/>
                </a:highlight>
                <a:latin typeface="Arial Unicode MS"/>
              </a:rPr>
              <a:t>messageNotifications</a:t>
            </a:r>
            <a:r>
              <a:rPr kumimoji="0" lang="en-US" altLang="en-US" sz="2400" b="0" i="0" u="none" strike="noStrike" cap="none" normalizeH="0" baseline="0" dirty="0">
                <a:ln>
                  <a:noFill/>
                </a:ln>
                <a:solidFill>
                  <a:schemeClr val="tx1"/>
                </a:solidFill>
                <a:effectLst/>
              </a:rPr>
              <a:t>: array of new message events.</a:t>
            </a:r>
            <a:endParaRPr kumimoji="0" lang="en-US" altLang="en-US" sz="60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F7D99990-FB0F-2423-7602-828B117C7A8C}"/>
                  </a:ext>
                </a:extLst>
              </p14:cNvPr>
              <p14:cNvContentPartPr/>
              <p14:nvPr/>
            </p14:nvContentPartPr>
            <p14:xfrm>
              <a:off x="562114" y="1665514"/>
              <a:ext cx="2219040" cy="622754"/>
            </p14:xfrm>
          </p:contentPart>
        </mc:Choice>
        <mc:Fallback xmlns="">
          <p:pic>
            <p:nvPicPr>
              <p:cNvPr id="8" name="Ink 7">
                <a:extLst>
                  <a:ext uri="{FF2B5EF4-FFF2-40B4-BE49-F238E27FC236}">
                    <a16:creationId xmlns:a16="http://schemas.microsoft.com/office/drawing/2014/main" id="{F7D99990-FB0F-2423-7602-828B117C7A8C}"/>
                  </a:ext>
                </a:extLst>
              </p:cNvPr>
              <p:cNvPicPr/>
              <p:nvPr/>
            </p:nvPicPr>
            <p:blipFill>
              <a:blip r:embed="rId4"/>
              <a:stretch>
                <a:fillRect/>
              </a:stretch>
            </p:blipFill>
            <p:spPr>
              <a:xfrm>
                <a:off x="544114" y="1647515"/>
                <a:ext cx="2254680" cy="658391"/>
              </a:xfrm>
              <a:prstGeom prst="rect">
                <a:avLst/>
              </a:prstGeom>
            </p:spPr>
          </p:pic>
        </mc:Fallback>
      </mc:AlternateContent>
      <p:cxnSp>
        <p:nvCxnSpPr>
          <p:cNvPr id="9" name="Straight Arrow Connector 8">
            <a:extLst>
              <a:ext uri="{FF2B5EF4-FFF2-40B4-BE49-F238E27FC236}">
                <a16:creationId xmlns:a16="http://schemas.microsoft.com/office/drawing/2014/main" id="{767E2FD7-97E5-3DCB-89D1-5320C1A7F789}"/>
              </a:ext>
            </a:extLst>
          </p:cNvPr>
          <p:cNvCxnSpPr>
            <a:cxnSpLocks/>
          </p:cNvCxnSpPr>
          <p:nvPr/>
        </p:nvCxnSpPr>
        <p:spPr>
          <a:xfrm flipV="1">
            <a:off x="2742037" y="926193"/>
            <a:ext cx="1296562" cy="101011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E50B3E2-E38C-98DA-0B25-A0AB973A642B}"/>
              </a:ext>
            </a:extLst>
          </p:cNvPr>
          <p:cNvSpPr txBox="1"/>
          <p:nvPr/>
        </p:nvSpPr>
        <p:spPr>
          <a:xfrm>
            <a:off x="4331428" y="1713238"/>
            <a:ext cx="6826429" cy="369332"/>
          </a:xfrm>
          <a:prstGeom prst="rect">
            <a:avLst/>
          </a:prstGeom>
          <a:noFill/>
        </p:spPr>
        <p:txBody>
          <a:bodyPr wrap="square">
            <a:spAutoFit/>
          </a:bodyPr>
          <a:lstStyle/>
          <a:p>
            <a:r>
              <a:rPr lang="en-US" dirty="0">
                <a:highlight>
                  <a:srgbClr val="FFFF00"/>
                </a:highlight>
              </a:rPr>
              <a:t>Adds a like notification if </a:t>
            </a:r>
            <a:r>
              <a:rPr lang="en-US" dirty="0">
                <a:highlight>
                  <a:srgbClr val="FFFF00"/>
                </a:highlight>
                <a:latin typeface="Courier New" panose="02070309020205020404" pitchFamily="49" charset="0"/>
              </a:rPr>
              <a:t>type</a:t>
            </a:r>
            <a:r>
              <a:rPr lang="en-US" dirty="0">
                <a:highlight>
                  <a:srgbClr val="FFFF00"/>
                </a:highlight>
              </a:rPr>
              <a:t> is </a:t>
            </a:r>
            <a:r>
              <a:rPr lang="en-US" dirty="0">
                <a:highlight>
                  <a:srgbClr val="FFFF00"/>
                </a:highlight>
                <a:latin typeface="Courier New" panose="02070309020205020404" pitchFamily="49" charset="0"/>
              </a:rPr>
              <a:t>'like'</a:t>
            </a:r>
            <a:r>
              <a:rPr lang="en-US" dirty="0">
                <a:highlight>
                  <a:srgbClr val="FFFF00"/>
                </a:highlight>
              </a:rPr>
              <a:t>; removes it if </a:t>
            </a:r>
            <a:r>
              <a:rPr lang="en-US" dirty="0">
                <a:highlight>
                  <a:srgbClr val="FFFF00"/>
                </a:highlight>
                <a:latin typeface="Courier New" panose="02070309020205020404" pitchFamily="49" charset="0"/>
              </a:rPr>
              <a:t>'dislike'</a:t>
            </a:r>
            <a:r>
              <a:rPr lang="en-US" dirty="0">
                <a:highlight>
                  <a:srgbClr val="FFFF00"/>
                </a:highlight>
              </a:rPr>
              <a:t>.</a:t>
            </a:r>
          </a:p>
        </p:txBody>
      </p:sp>
      <p:cxnSp>
        <p:nvCxnSpPr>
          <p:cNvPr id="13" name="Straight Arrow Connector 12">
            <a:extLst>
              <a:ext uri="{FF2B5EF4-FFF2-40B4-BE49-F238E27FC236}">
                <a16:creationId xmlns:a16="http://schemas.microsoft.com/office/drawing/2014/main" id="{F29E9835-13EA-6487-ED70-DBB15889E825}"/>
              </a:ext>
            </a:extLst>
          </p:cNvPr>
          <p:cNvCxnSpPr>
            <a:cxnSpLocks/>
            <a:endCxn id="12" idx="1"/>
          </p:cNvCxnSpPr>
          <p:nvPr/>
        </p:nvCxnSpPr>
        <p:spPr>
          <a:xfrm flipV="1">
            <a:off x="1800927" y="1897904"/>
            <a:ext cx="2530501" cy="74982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2">
            <a:extLst>
              <a:ext uri="{FF2B5EF4-FFF2-40B4-BE49-F238E27FC236}">
                <a16:creationId xmlns:a16="http://schemas.microsoft.com/office/drawing/2014/main" id="{863B118C-8126-5336-48F4-6B31A0DE2068}"/>
              </a:ext>
            </a:extLst>
          </p:cNvPr>
          <p:cNvSpPr>
            <a:spLocks noChangeArrowheads="1"/>
          </p:cNvSpPr>
          <p:nvPr/>
        </p:nvSpPr>
        <p:spPr bwMode="auto">
          <a:xfrm>
            <a:off x="5337284" y="2272815"/>
            <a:ext cx="659588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highlight>
                  <a:srgbClr val="FFFF00"/>
                </a:highlight>
                <a:latin typeface="Arial Unicode MS"/>
              </a:rPr>
              <a:t>clearLikeNotifications</a:t>
            </a:r>
            <a:r>
              <a:rPr kumimoji="0" lang="en-US" altLang="en-US" sz="2000" b="0" i="0" u="none" strike="noStrike" cap="none" normalizeH="0" baseline="0" dirty="0">
                <a:ln>
                  <a:noFill/>
                </a:ln>
                <a:solidFill>
                  <a:schemeClr val="tx1"/>
                </a:solidFill>
                <a:effectLst/>
                <a:highlight>
                  <a:srgbClr val="FFFF00"/>
                </a:highlight>
              </a:rPr>
              <a:t> – Clears all like notifications.</a:t>
            </a:r>
            <a:endParaRPr kumimoji="0" lang="en-US" altLang="en-US" sz="54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highlight>
                  <a:srgbClr val="FFFF00"/>
                </a:highlight>
                <a:latin typeface="Arial Unicode MS"/>
              </a:rPr>
              <a:t>addMessageNotification</a:t>
            </a:r>
            <a:r>
              <a:rPr kumimoji="0" lang="en-US" altLang="en-US" sz="2000" b="0" i="0" u="none" strike="noStrike" cap="none" normalizeH="0" baseline="0" dirty="0">
                <a:ln>
                  <a:noFill/>
                </a:ln>
                <a:solidFill>
                  <a:schemeClr val="tx1"/>
                </a:solidFill>
                <a:effectLst/>
                <a:highlight>
                  <a:srgbClr val="FFFF00"/>
                </a:highlight>
              </a:rPr>
              <a:t> – Adds a new message notification.</a:t>
            </a:r>
            <a:endParaRPr kumimoji="0" lang="en-US" altLang="en-US" sz="54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err="1">
                <a:ln>
                  <a:noFill/>
                </a:ln>
                <a:solidFill>
                  <a:schemeClr val="tx1"/>
                </a:solidFill>
                <a:effectLst/>
                <a:highlight>
                  <a:srgbClr val="FFFF00"/>
                </a:highlight>
                <a:latin typeface="Arial Unicode MS"/>
              </a:rPr>
              <a:t>clearMessageNotifications</a:t>
            </a:r>
            <a:r>
              <a:rPr kumimoji="0" lang="en-US" altLang="en-US" sz="2000" b="0" i="0" u="none" strike="noStrike" cap="none" normalizeH="0" baseline="0" dirty="0">
                <a:ln>
                  <a:noFill/>
                </a:ln>
                <a:solidFill>
                  <a:schemeClr val="tx1"/>
                </a:solidFill>
                <a:effectLst/>
                <a:highlight>
                  <a:srgbClr val="FFFF00"/>
                </a:highlight>
              </a:rPr>
              <a:t> – Clears all message notifications.</a:t>
            </a:r>
            <a:endParaRPr kumimoji="0" lang="en-US" altLang="en-US" sz="5400" b="0" i="0" u="none" strike="noStrike" cap="none" normalizeH="0" baseline="0" dirty="0">
              <a:ln>
                <a:noFill/>
              </a:ln>
              <a:solidFill>
                <a:schemeClr val="tx1"/>
              </a:solidFill>
              <a:effectLst/>
              <a:highlight>
                <a:srgbClr val="FFFF00"/>
              </a:highlight>
              <a:latin typeface="Arial" panose="020B0604020202020204" pitchFamily="34" charset="0"/>
            </a:endParaRPr>
          </a:p>
        </p:txBody>
      </p:sp>
      <p:cxnSp>
        <p:nvCxnSpPr>
          <p:cNvPr id="16" name="Straight Arrow Connector 15">
            <a:extLst>
              <a:ext uri="{FF2B5EF4-FFF2-40B4-BE49-F238E27FC236}">
                <a16:creationId xmlns:a16="http://schemas.microsoft.com/office/drawing/2014/main" id="{15B48147-B491-0903-E65D-045243D1F8A6}"/>
              </a:ext>
            </a:extLst>
          </p:cNvPr>
          <p:cNvCxnSpPr>
            <a:cxnSpLocks/>
            <a:endCxn id="15" idx="1"/>
          </p:cNvCxnSpPr>
          <p:nvPr/>
        </p:nvCxnSpPr>
        <p:spPr>
          <a:xfrm flipV="1">
            <a:off x="4526591" y="2780647"/>
            <a:ext cx="810693" cy="1982376"/>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3">
            <a:extLst>
              <a:ext uri="{FF2B5EF4-FFF2-40B4-BE49-F238E27FC236}">
                <a16:creationId xmlns:a16="http://schemas.microsoft.com/office/drawing/2014/main" id="{80663424-1AC4-E526-244A-126B568C41A1}"/>
              </a:ext>
            </a:extLst>
          </p:cNvPr>
          <p:cNvSpPr>
            <a:spLocks noChangeArrowheads="1"/>
          </p:cNvSpPr>
          <p:nvPr/>
        </p:nvSpPr>
        <p:spPr bwMode="auto">
          <a:xfrm>
            <a:off x="5629455" y="3348401"/>
            <a:ext cx="619699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highlight>
                  <a:srgbClr val="00FFFF"/>
                </a:highlight>
                <a:latin typeface="Arial Unicode MS"/>
              </a:rPr>
              <a:t>setLikeNotification</a:t>
            </a:r>
            <a:r>
              <a:rPr kumimoji="0" lang="en-US" altLang="en-US" sz="2000" b="1" i="0" u="none" strike="noStrike" cap="none" normalizeH="0" baseline="0" dirty="0">
                <a:ln>
                  <a:noFill/>
                </a:ln>
                <a:solidFill>
                  <a:schemeClr val="tx1"/>
                </a:solidFill>
                <a:effectLst/>
                <a:highlight>
                  <a:srgbClr val="00FFFF"/>
                </a:highlight>
              </a:rPr>
              <a:t>, </a:t>
            </a:r>
            <a:r>
              <a:rPr kumimoji="0" lang="en-US" altLang="en-US" sz="2000" b="1" i="0" u="none" strike="noStrike" cap="none" normalizeH="0" baseline="0" dirty="0" err="1">
                <a:ln>
                  <a:noFill/>
                </a:ln>
                <a:solidFill>
                  <a:schemeClr val="tx1"/>
                </a:solidFill>
                <a:effectLst/>
                <a:highlight>
                  <a:srgbClr val="00FFFF"/>
                </a:highlight>
                <a:latin typeface="Arial Unicode MS"/>
              </a:rPr>
              <a:t>clearLikeNotifications</a:t>
            </a:r>
            <a:r>
              <a:rPr kumimoji="0" lang="en-US" altLang="en-US" sz="2000" b="1" i="0" u="none" strike="noStrike" cap="none" normalizeH="0" baseline="0" dirty="0">
                <a:ln>
                  <a:noFill/>
                </a:ln>
                <a:solidFill>
                  <a:schemeClr val="tx1"/>
                </a:solidFill>
                <a:effectLst/>
                <a:highlight>
                  <a:srgbClr val="00FFFF"/>
                </a:highlight>
              </a:rPr>
              <a:t>, </a:t>
            </a:r>
            <a:r>
              <a:rPr kumimoji="0" lang="en-US" altLang="en-US" sz="2000" b="1" i="0" u="none" strike="noStrike" cap="none" normalizeH="0" baseline="0" dirty="0" err="1">
                <a:ln>
                  <a:noFill/>
                </a:ln>
                <a:solidFill>
                  <a:schemeClr val="tx1"/>
                </a:solidFill>
                <a:effectLst/>
                <a:highlight>
                  <a:srgbClr val="00FFFF"/>
                </a:highlight>
                <a:latin typeface="Arial Unicode MS"/>
              </a:rPr>
              <a:t>addMessageNotification</a:t>
            </a:r>
            <a:r>
              <a:rPr kumimoji="0" lang="en-US" altLang="en-US" sz="2000" b="1" i="0" u="none" strike="noStrike" cap="none" normalizeH="0" baseline="0" dirty="0">
                <a:ln>
                  <a:noFill/>
                </a:ln>
                <a:solidFill>
                  <a:schemeClr val="tx1"/>
                </a:solidFill>
                <a:effectLst/>
                <a:highlight>
                  <a:srgbClr val="00FFFF"/>
                </a:highlight>
              </a:rPr>
              <a:t>, </a:t>
            </a:r>
            <a:r>
              <a:rPr kumimoji="0" lang="en-US" altLang="en-US" sz="2000" b="1" i="0" u="none" strike="noStrike" cap="none" normalizeH="0" baseline="0" dirty="0" err="1">
                <a:ln>
                  <a:noFill/>
                </a:ln>
                <a:solidFill>
                  <a:schemeClr val="tx1"/>
                </a:solidFill>
                <a:effectLst/>
                <a:highlight>
                  <a:srgbClr val="00FFFF"/>
                </a:highlight>
                <a:latin typeface="Arial Unicode MS"/>
              </a:rPr>
              <a:t>clearMessageNotifications</a:t>
            </a:r>
            <a:r>
              <a:rPr kumimoji="0" lang="en-US" altLang="en-US" sz="2000" b="0" i="0" u="none" strike="noStrike" cap="none" normalizeH="0" baseline="0" dirty="0">
                <a:ln>
                  <a:noFill/>
                </a:ln>
                <a:solidFill>
                  <a:schemeClr val="tx1"/>
                </a:solidFill>
                <a:effectLst/>
                <a:highlight>
                  <a:srgbClr val="00FFFF"/>
                </a:highlight>
              </a:rPr>
              <a:t> are the </a:t>
            </a: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actions</a:t>
            </a: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 that components can dispatch to update the real-time notifications state in the Redux store.</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err="1">
                <a:ln>
                  <a:noFill/>
                </a:ln>
                <a:solidFill>
                  <a:schemeClr val="tx1"/>
                </a:solidFill>
                <a:effectLst/>
                <a:highlight>
                  <a:srgbClr val="00FFFF"/>
                </a:highlight>
                <a:latin typeface="Arial Unicode MS"/>
              </a:rPr>
              <a:t>rtnSlice.reducer</a:t>
            </a:r>
            <a:r>
              <a:rPr kumimoji="0" lang="en-US" altLang="en-US" sz="2000" b="0" i="0" u="none" strike="noStrike" cap="none" normalizeH="0" baseline="0" dirty="0">
                <a:ln>
                  <a:noFill/>
                </a:ln>
                <a:solidFill>
                  <a:schemeClr val="tx1"/>
                </a:solidFill>
                <a:effectLst/>
                <a:highlight>
                  <a:srgbClr val="00FFFF"/>
                </a:highlight>
              </a:rPr>
              <a:t> is the </a:t>
            </a: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reducer function</a:t>
            </a: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 that handles state changes for this slice. Exporting it as default allows it to be added to the Redux store so the state can be managed globally across the app.</a:t>
            </a:r>
          </a:p>
        </p:txBody>
      </p:sp>
      <p:pic>
        <p:nvPicPr>
          <p:cNvPr id="21" name="Picture 20">
            <a:extLst>
              <a:ext uri="{FF2B5EF4-FFF2-40B4-BE49-F238E27FC236}">
                <a16:creationId xmlns:a16="http://schemas.microsoft.com/office/drawing/2014/main" id="{D16C442C-42D3-3ED4-DA1B-0C6530BDE098}"/>
              </a:ext>
            </a:extLst>
          </p:cNvPr>
          <p:cNvPicPr>
            <a:picLocks noChangeAspect="1"/>
          </p:cNvPicPr>
          <p:nvPr/>
        </p:nvPicPr>
        <p:blipFill>
          <a:blip r:embed="rId5"/>
          <a:stretch>
            <a:fillRect/>
          </a:stretch>
        </p:blipFill>
        <p:spPr>
          <a:xfrm>
            <a:off x="127908" y="3135411"/>
            <a:ext cx="4292821" cy="692186"/>
          </a:xfrm>
          <a:prstGeom prst="rect">
            <a:avLst/>
          </a:prstGeom>
        </p:spPr>
      </p:pic>
      <p:cxnSp>
        <p:nvCxnSpPr>
          <p:cNvPr id="23" name="Straight Arrow Connector 22">
            <a:extLst>
              <a:ext uri="{FF2B5EF4-FFF2-40B4-BE49-F238E27FC236}">
                <a16:creationId xmlns:a16="http://schemas.microsoft.com/office/drawing/2014/main" id="{B7F67DC0-4BE6-5D7B-C721-F7C46DC35550}"/>
              </a:ext>
            </a:extLst>
          </p:cNvPr>
          <p:cNvCxnSpPr>
            <a:cxnSpLocks/>
            <a:endCxn id="19" idx="1"/>
          </p:cNvCxnSpPr>
          <p:nvPr/>
        </p:nvCxnSpPr>
        <p:spPr>
          <a:xfrm flipV="1">
            <a:off x="4770338" y="4779562"/>
            <a:ext cx="859117" cy="1491824"/>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88996AB2-B100-1629-CF44-E6BF696DF759}"/>
                  </a:ext>
                </a:extLst>
              </p14:cNvPr>
              <p14:cNvContentPartPr/>
              <p14:nvPr/>
            </p14:nvContentPartPr>
            <p14:xfrm>
              <a:off x="24269" y="324994"/>
              <a:ext cx="2421360" cy="478080"/>
            </p14:xfrm>
          </p:contentPart>
        </mc:Choice>
        <mc:Fallback xmlns="">
          <p:pic>
            <p:nvPicPr>
              <p:cNvPr id="10" name="Ink 9">
                <a:extLst>
                  <a:ext uri="{FF2B5EF4-FFF2-40B4-BE49-F238E27FC236}">
                    <a16:creationId xmlns:a16="http://schemas.microsoft.com/office/drawing/2014/main" id="{88996AB2-B100-1629-CF44-E6BF696DF759}"/>
                  </a:ext>
                </a:extLst>
              </p:cNvPr>
              <p:cNvPicPr/>
              <p:nvPr/>
            </p:nvPicPr>
            <p:blipFill>
              <a:blip r:embed="rId7"/>
              <a:stretch>
                <a:fillRect/>
              </a:stretch>
            </p:blipFill>
            <p:spPr>
              <a:xfrm>
                <a:off x="-29731" y="216994"/>
                <a:ext cx="2529000" cy="693720"/>
              </a:xfrm>
              <a:prstGeom prst="rect">
                <a:avLst/>
              </a:prstGeom>
            </p:spPr>
          </p:pic>
        </mc:Fallback>
      </mc:AlternateContent>
    </p:spTree>
    <p:extLst>
      <p:ext uri="{BB962C8B-B14F-4D97-AF65-F5344CB8AC3E}">
        <p14:creationId xmlns:p14="http://schemas.microsoft.com/office/powerpoint/2010/main" val="405812925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A6650-43F3-797C-2EFE-560EF62A6ACD}"/>
              </a:ext>
            </a:extLst>
          </p:cNvPr>
          <p:cNvSpPr>
            <a:spLocks noGrp="1"/>
          </p:cNvSpPr>
          <p:nvPr>
            <p:ph type="title"/>
          </p:nvPr>
        </p:nvSpPr>
        <p:spPr>
          <a:xfrm>
            <a:off x="0" y="0"/>
            <a:ext cx="10515600" cy="768124"/>
          </a:xfrm>
        </p:spPr>
        <p:txBody>
          <a:bodyPr/>
          <a:lstStyle/>
          <a:p>
            <a:r>
              <a:rPr lang="en-US" dirty="0" err="1"/>
              <a:t>CreatePost.jsx</a:t>
            </a:r>
            <a:endParaRPr lang="en-US" dirty="0"/>
          </a:p>
        </p:txBody>
      </p:sp>
      <p:pic>
        <p:nvPicPr>
          <p:cNvPr id="5" name="Content Placeholder 4">
            <a:extLst>
              <a:ext uri="{FF2B5EF4-FFF2-40B4-BE49-F238E27FC236}">
                <a16:creationId xmlns:a16="http://schemas.microsoft.com/office/drawing/2014/main" id="{EE4763E7-5C6E-4A03-F8BF-BB6D0A89DB41}"/>
              </a:ext>
            </a:extLst>
          </p:cNvPr>
          <p:cNvPicPr>
            <a:picLocks noGrp="1" noChangeAspect="1"/>
          </p:cNvPicPr>
          <p:nvPr>
            <p:ph idx="1"/>
          </p:nvPr>
        </p:nvPicPr>
        <p:blipFill>
          <a:blip r:embed="rId2"/>
          <a:stretch>
            <a:fillRect/>
          </a:stretch>
        </p:blipFill>
        <p:spPr>
          <a:xfrm>
            <a:off x="144231" y="768123"/>
            <a:ext cx="4974347" cy="2105705"/>
          </a:xfrm>
          <a:prstGeom prst="rect">
            <a:avLst/>
          </a:prstGeom>
        </p:spPr>
      </p:pic>
      <p:pic>
        <p:nvPicPr>
          <p:cNvPr id="7" name="Picture 6">
            <a:extLst>
              <a:ext uri="{FF2B5EF4-FFF2-40B4-BE49-F238E27FC236}">
                <a16:creationId xmlns:a16="http://schemas.microsoft.com/office/drawing/2014/main" id="{BA0C4DB4-732C-92BA-533A-BE572746E8C2}"/>
              </a:ext>
            </a:extLst>
          </p:cNvPr>
          <p:cNvPicPr>
            <a:picLocks noChangeAspect="1"/>
          </p:cNvPicPr>
          <p:nvPr/>
        </p:nvPicPr>
        <p:blipFill>
          <a:blip r:embed="rId3"/>
          <a:stretch>
            <a:fillRect/>
          </a:stretch>
        </p:blipFill>
        <p:spPr>
          <a:xfrm>
            <a:off x="144231" y="2966775"/>
            <a:ext cx="5220555" cy="3572817"/>
          </a:xfrm>
          <a:prstGeom prst="rect">
            <a:avLst/>
          </a:prstGeom>
        </p:spPr>
      </p:pic>
      <p:sp>
        <p:nvSpPr>
          <p:cNvPr id="4" name="TextBox 3">
            <a:extLst>
              <a:ext uri="{FF2B5EF4-FFF2-40B4-BE49-F238E27FC236}">
                <a16:creationId xmlns:a16="http://schemas.microsoft.com/office/drawing/2014/main" id="{D64B7696-4B06-C9C8-9CBD-061A9E9C41A7}"/>
              </a:ext>
            </a:extLst>
          </p:cNvPr>
          <p:cNvSpPr txBox="1"/>
          <p:nvPr/>
        </p:nvSpPr>
        <p:spPr>
          <a:xfrm>
            <a:off x="6341856" y="297708"/>
            <a:ext cx="6217104" cy="369332"/>
          </a:xfrm>
          <a:prstGeom prst="rect">
            <a:avLst/>
          </a:prstGeom>
          <a:noFill/>
        </p:spPr>
        <p:txBody>
          <a:bodyPr wrap="square">
            <a:spAutoFit/>
          </a:bodyPr>
          <a:lstStyle/>
          <a:p>
            <a:r>
              <a:rPr lang="en-US" dirty="0" err="1">
                <a:highlight>
                  <a:srgbClr val="00FFFF"/>
                </a:highlight>
                <a:latin typeface="Courier New" panose="02070309020205020404" pitchFamily="49" charset="0"/>
              </a:rPr>
              <a:t>readFileAsDataURL</a:t>
            </a:r>
            <a:r>
              <a:rPr lang="en-US" dirty="0">
                <a:highlight>
                  <a:srgbClr val="00FFFF"/>
                </a:highlight>
              </a:rPr>
              <a:t> help handle image uploads</a:t>
            </a:r>
          </a:p>
        </p:txBody>
      </p:sp>
      <p:cxnSp>
        <p:nvCxnSpPr>
          <p:cNvPr id="6" name="Straight Arrow Connector 5">
            <a:extLst>
              <a:ext uri="{FF2B5EF4-FFF2-40B4-BE49-F238E27FC236}">
                <a16:creationId xmlns:a16="http://schemas.microsoft.com/office/drawing/2014/main" id="{5F4E5BB7-0AF7-7CF5-7D34-A04AAC10F6F4}"/>
              </a:ext>
            </a:extLst>
          </p:cNvPr>
          <p:cNvCxnSpPr>
            <a:cxnSpLocks/>
            <a:endCxn id="4" idx="1"/>
          </p:cNvCxnSpPr>
          <p:nvPr/>
        </p:nvCxnSpPr>
        <p:spPr>
          <a:xfrm flipV="1">
            <a:off x="3739243" y="482374"/>
            <a:ext cx="2602613" cy="1321933"/>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D093E30-D8BC-5C37-CCE6-B2CC16D1CFB3}"/>
              </a:ext>
            </a:extLst>
          </p:cNvPr>
          <p:cNvSpPr txBox="1"/>
          <p:nvPr/>
        </p:nvSpPr>
        <p:spPr>
          <a:xfrm>
            <a:off x="5457575" y="1111179"/>
            <a:ext cx="6400800" cy="2031325"/>
          </a:xfrm>
          <a:prstGeom prst="rect">
            <a:avLst/>
          </a:prstGeom>
          <a:noFill/>
        </p:spPr>
        <p:txBody>
          <a:bodyPr wrap="square">
            <a:spAutoFit/>
          </a:bodyPr>
          <a:lstStyle/>
          <a:p>
            <a:r>
              <a:rPr lang="en-US" dirty="0">
                <a:highlight>
                  <a:srgbClr val="FFFF00"/>
                </a:highlight>
              </a:rPr>
              <a:t>It uses </a:t>
            </a:r>
            <a:r>
              <a:rPr lang="en-US" dirty="0" err="1">
                <a:highlight>
                  <a:srgbClr val="FFFF00"/>
                </a:highlight>
                <a:latin typeface="Courier New" panose="02070309020205020404" pitchFamily="49" charset="0"/>
              </a:rPr>
              <a:t>useRef</a:t>
            </a:r>
            <a:r>
              <a:rPr lang="en-US" dirty="0">
                <a:highlight>
                  <a:srgbClr val="FFFF00"/>
                </a:highlight>
              </a:rPr>
              <a:t> for the file input, and </a:t>
            </a:r>
            <a:r>
              <a:rPr lang="en-US" dirty="0" err="1">
                <a:highlight>
                  <a:srgbClr val="FFFF00"/>
                </a:highlight>
                <a:latin typeface="Courier New" panose="02070309020205020404" pitchFamily="49" charset="0"/>
              </a:rPr>
              <a:t>useState</a:t>
            </a:r>
            <a:r>
              <a:rPr lang="en-US" dirty="0">
                <a:highlight>
                  <a:srgbClr val="FFFF00"/>
                </a:highlight>
              </a:rPr>
              <a:t> to track the selected file, caption text, image preview, and loading state. Redux </a:t>
            </a:r>
            <a:r>
              <a:rPr lang="en-US" dirty="0" err="1">
                <a:highlight>
                  <a:srgbClr val="FFFF00"/>
                </a:highlight>
                <a:latin typeface="Courier New" panose="02070309020205020404" pitchFamily="49" charset="0"/>
              </a:rPr>
              <a:t>useSelector</a:t>
            </a:r>
            <a:r>
              <a:rPr lang="en-US" dirty="0">
                <a:highlight>
                  <a:srgbClr val="FFFF00"/>
                </a:highlight>
              </a:rPr>
              <a:t> accesses the current user and existing posts, while </a:t>
            </a:r>
            <a:r>
              <a:rPr lang="en-US" dirty="0" err="1">
                <a:highlight>
                  <a:srgbClr val="FFFF00"/>
                </a:highlight>
                <a:latin typeface="Courier New" panose="02070309020205020404" pitchFamily="49" charset="0"/>
              </a:rPr>
              <a:t>useDispatch</a:t>
            </a:r>
            <a:r>
              <a:rPr lang="en-US" dirty="0">
                <a:highlight>
                  <a:srgbClr val="FFFF00"/>
                </a:highlight>
              </a:rPr>
              <a:t> is used to update the posts in the store. The </a:t>
            </a:r>
            <a:r>
              <a:rPr lang="en-US" dirty="0" err="1">
                <a:highlight>
                  <a:srgbClr val="FFFF00"/>
                </a:highlight>
                <a:latin typeface="Courier New" panose="02070309020205020404" pitchFamily="49" charset="0"/>
              </a:rPr>
              <a:t>fileChangeHandler</a:t>
            </a:r>
            <a:r>
              <a:rPr lang="en-US" dirty="0">
                <a:highlight>
                  <a:srgbClr val="FFFF00"/>
                </a:highlight>
              </a:rPr>
              <a:t> updates the selected file and generates a </a:t>
            </a:r>
            <a:r>
              <a:rPr lang="en-US" b="1" dirty="0">
                <a:highlight>
                  <a:srgbClr val="FFFF00"/>
                </a:highlight>
              </a:rPr>
              <a:t>preview</a:t>
            </a:r>
            <a:r>
              <a:rPr lang="en-US" dirty="0">
                <a:highlight>
                  <a:srgbClr val="FFFF00"/>
                </a:highlight>
              </a:rPr>
              <a:t> using </a:t>
            </a:r>
            <a:r>
              <a:rPr lang="en-US" dirty="0" err="1">
                <a:highlight>
                  <a:srgbClr val="FFFF00"/>
                </a:highlight>
                <a:latin typeface="Courier New" panose="02070309020205020404" pitchFamily="49" charset="0"/>
              </a:rPr>
              <a:t>readFileAsDataURL</a:t>
            </a:r>
            <a:r>
              <a:rPr lang="en-US" dirty="0">
                <a:highlight>
                  <a:srgbClr val="FFFF00"/>
                </a:highlight>
              </a:rPr>
              <a:t>, allowing the user to see the image before submitting the post. </a:t>
            </a:r>
          </a:p>
        </p:txBody>
      </p:sp>
      <p:sp>
        <p:nvSpPr>
          <p:cNvPr id="12" name="Rectangle 1">
            <a:extLst>
              <a:ext uri="{FF2B5EF4-FFF2-40B4-BE49-F238E27FC236}">
                <a16:creationId xmlns:a16="http://schemas.microsoft.com/office/drawing/2014/main" id="{16F171DD-C9D3-0E2F-F71D-AB3D03FDC2C7}"/>
              </a:ext>
            </a:extLst>
          </p:cNvPr>
          <p:cNvSpPr>
            <a:spLocks noChangeArrowheads="1"/>
          </p:cNvSpPr>
          <p:nvPr/>
        </p:nvSpPr>
        <p:spPr bwMode="auto">
          <a:xfrm>
            <a:off x="5646963" y="3586643"/>
            <a:ext cx="5897337"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highlight>
                  <a:srgbClr val="00FF00"/>
                </a:highlight>
                <a:latin typeface="Arial Unicode MS"/>
              </a:rPr>
              <a:t>setFile</a:t>
            </a:r>
            <a:r>
              <a:rPr kumimoji="0" lang="en-US" altLang="en-US" sz="1700" b="0" i="0" u="none" strike="noStrike" cap="none" normalizeH="0" baseline="0" dirty="0">
                <a:ln>
                  <a:noFill/>
                </a:ln>
                <a:solidFill>
                  <a:schemeClr val="tx1"/>
                </a:solidFill>
                <a:effectLst/>
                <a:highlight>
                  <a:srgbClr val="00FF00"/>
                </a:highlight>
                <a:latin typeface="Arial Unicode MS"/>
              </a:rPr>
              <a:t>(file)</a:t>
            </a:r>
            <a:r>
              <a:rPr kumimoji="0" lang="en-US" altLang="en-US" sz="1700" b="0" i="0" u="none" strike="noStrike" cap="none" normalizeH="0" baseline="0" dirty="0">
                <a:ln>
                  <a:noFill/>
                </a:ln>
                <a:solidFill>
                  <a:schemeClr val="tx1"/>
                </a:solidFill>
                <a:effectLst/>
                <a:highlight>
                  <a:srgbClr val="00FF00"/>
                </a:highlight>
              </a:rPr>
              <a:t> stores the selected file in state so it can later be uploaded.</a:t>
            </a:r>
            <a:endPar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highlight>
                  <a:srgbClr val="00FF00"/>
                </a:highlight>
                <a:latin typeface="Arial Unicode MS"/>
              </a:rPr>
              <a:t>readFileAsDataURL</a:t>
            </a:r>
            <a:r>
              <a:rPr kumimoji="0" lang="en-US" altLang="en-US" sz="1700" b="0" i="0" u="none" strike="noStrike" cap="none" normalizeH="0" baseline="0" dirty="0">
                <a:ln>
                  <a:noFill/>
                </a:ln>
                <a:solidFill>
                  <a:schemeClr val="tx1"/>
                </a:solidFill>
                <a:effectLst/>
                <a:highlight>
                  <a:srgbClr val="00FF00"/>
                </a:highlight>
                <a:latin typeface="Arial Unicode MS"/>
              </a:rPr>
              <a:t>(file)</a:t>
            </a:r>
            <a:r>
              <a:rPr kumimoji="0" lang="en-US" altLang="en-US" sz="1700" b="0" i="0" u="none" strike="noStrike" cap="none" normalizeH="0" baseline="0" dirty="0">
                <a:ln>
                  <a:noFill/>
                </a:ln>
                <a:solidFill>
                  <a:schemeClr val="tx1"/>
                </a:solidFill>
                <a:effectLst/>
                <a:highlight>
                  <a:srgbClr val="00FF00"/>
                </a:highlight>
              </a:rPr>
              <a:t> converts the file into a </a:t>
            </a:r>
            <a:r>
              <a:rPr kumimoji="0" lang="en-US" altLang="en-US" sz="1700" b="1" i="0" u="none" strike="noStrike" cap="none" normalizeH="0" baseline="0" dirty="0">
                <a:ln>
                  <a:noFill/>
                </a:ln>
                <a:solidFill>
                  <a:schemeClr val="tx1"/>
                </a:solidFill>
                <a:effectLst/>
                <a:highlight>
                  <a:srgbClr val="00FF00"/>
                </a:highlight>
                <a:latin typeface="Arial" panose="020B0604020202020204" pitchFamily="34" charset="0"/>
              </a:rPr>
              <a:t>base64 data URL</a:t>
            </a:r>
            <a:r>
              <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rPr>
              <a:t>, which can be used to show a </a:t>
            </a:r>
            <a:r>
              <a:rPr kumimoji="0" lang="en-US" altLang="en-US" sz="1700" b="1" i="0" u="none" strike="noStrike" cap="none" normalizeH="0" baseline="0" dirty="0">
                <a:ln>
                  <a:noFill/>
                </a:ln>
                <a:solidFill>
                  <a:schemeClr val="tx1"/>
                </a:solidFill>
                <a:effectLst/>
                <a:highlight>
                  <a:srgbClr val="00FF00"/>
                </a:highlight>
                <a:latin typeface="Arial" panose="020B0604020202020204" pitchFamily="34" charset="0"/>
              </a:rPr>
              <a:t>preview of the image</a:t>
            </a:r>
            <a:r>
              <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rPr>
              <a:t> in the UI.</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highlight>
                  <a:srgbClr val="00FF00"/>
                </a:highlight>
                <a:latin typeface="Arial Unicode MS"/>
              </a:rPr>
              <a:t>setImagePreview</a:t>
            </a:r>
            <a:r>
              <a:rPr kumimoji="0" lang="en-US" altLang="en-US" sz="1700" b="0" i="0" u="none" strike="noStrike" cap="none" normalizeH="0" baseline="0" dirty="0">
                <a:ln>
                  <a:noFill/>
                </a:ln>
                <a:solidFill>
                  <a:schemeClr val="tx1"/>
                </a:solidFill>
                <a:effectLst/>
                <a:highlight>
                  <a:srgbClr val="00FF00"/>
                </a:highlight>
                <a:latin typeface="Arial Unicode MS"/>
              </a:rPr>
              <a:t>(</a:t>
            </a:r>
            <a:r>
              <a:rPr kumimoji="0" lang="en-US" altLang="en-US" sz="1700" b="0" i="0" u="none" strike="noStrike" cap="none" normalizeH="0" baseline="0" dirty="0" err="1">
                <a:ln>
                  <a:noFill/>
                </a:ln>
                <a:solidFill>
                  <a:schemeClr val="tx1"/>
                </a:solidFill>
                <a:effectLst/>
                <a:highlight>
                  <a:srgbClr val="00FF00"/>
                </a:highlight>
                <a:latin typeface="Arial Unicode MS"/>
              </a:rPr>
              <a:t>dataUrl</a:t>
            </a:r>
            <a:r>
              <a:rPr kumimoji="0" lang="en-US" altLang="en-US" sz="1700" b="0" i="0" u="none" strike="noStrike" cap="none" normalizeH="0" baseline="0" dirty="0">
                <a:ln>
                  <a:noFill/>
                </a:ln>
                <a:solidFill>
                  <a:schemeClr val="tx1"/>
                </a:solidFill>
                <a:effectLst/>
                <a:highlight>
                  <a:srgbClr val="00FF00"/>
                </a:highlight>
                <a:latin typeface="Arial Unicode MS"/>
              </a:rPr>
              <a:t>)</a:t>
            </a:r>
            <a:r>
              <a:rPr kumimoji="0" lang="en-US" altLang="en-US" sz="1700" b="0" i="0" u="none" strike="noStrike" cap="none" normalizeH="0" baseline="0" dirty="0">
                <a:ln>
                  <a:noFill/>
                </a:ln>
                <a:solidFill>
                  <a:schemeClr val="tx1"/>
                </a:solidFill>
                <a:effectLst/>
                <a:highlight>
                  <a:srgbClr val="00FF00"/>
                </a:highlight>
              </a:rPr>
              <a:t> updates the preview state so the user can see the image before submitting the post.</a:t>
            </a:r>
            <a:endParaRPr kumimoji="0" lang="en-US" altLang="en-US" sz="1700" b="0" i="0" u="none" strike="noStrike" cap="none" normalizeH="0" baseline="0" dirty="0">
              <a:ln>
                <a:noFill/>
              </a:ln>
              <a:solidFill>
                <a:schemeClr val="tx1"/>
              </a:solidFill>
              <a:effectLst/>
              <a:highlight>
                <a:srgbClr val="00FF00"/>
              </a:highlight>
              <a:latin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BCA6429E-A9D1-C611-7F71-3F8745714BA7}"/>
                  </a:ext>
                </a:extLst>
              </p14:cNvPr>
              <p14:cNvContentPartPr/>
              <p14:nvPr/>
            </p14:nvContentPartPr>
            <p14:xfrm>
              <a:off x="561749" y="1659438"/>
              <a:ext cx="1618560" cy="350280"/>
            </p14:xfrm>
          </p:contentPart>
        </mc:Choice>
        <mc:Fallback xmlns="">
          <p:pic>
            <p:nvPicPr>
              <p:cNvPr id="10" name="Ink 9">
                <a:extLst>
                  <a:ext uri="{FF2B5EF4-FFF2-40B4-BE49-F238E27FC236}">
                    <a16:creationId xmlns:a16="http://schemas.microsoft.com/office/drawing/2014/main" id="{BCA6429E-A9D1-C611-7F71-3F8745714BA7}"/>
                  </a:ext>
                </a:extLst>
              </p:cNvPr>
              <p:cNvPicPr/>
              <p:nvPr/>
            </p:nvPicPr>
            <p:blipFill>
              <a:blip r:embed="rId5"/>
              <a:stretch>
                <a:fillRect/>
              </a:stretch>
            </p:blipFill>
            <p:spPr>
              <a:xfrm>
                <a:off x="543749" y="1641438"/>
                <a:ext cx="165420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7F08B59B-0D89-E9AB-A506-B0A67569D026}"/>
                  </a:ext>
                </a:extLst>
              </p14:cNvPr>
              <p14:cNvContentPartPr/>
              <p14:nvPr/>
            </p14:nvContentPartPr>
            <p14:xfrm>
              <a:off x="2749829" y="1911078"/>
              <a:ext cx="803520" cy="78120"/>
            </p14:xfrm>
          </p:contentPart>
        </mc:Choice>
        <mc:Fallback xmlns="">
          <p:pic>
            <p:nvPicPr>
              <p:cNvPr id="15" name="Ink 14">
                <a:extLst>
                  <a:ext uri="{FF2B5EF4-FFF2-40B4-BE49-F238E27FC236}">
                    <a16:creationId xmlns:a16="http://schemas.microsoft.com/office/drawing/2014/main" id="{7F08B59B-0D89-E9AB-A506-B0A67569D026}"/>
                  </a:ext>
                </a:extLst>
              </p:cNvPr>
              <p:cNvPicPr/>
              <p:nvPr/>
            </p:nvPicPr>
            <p:blipFill>
              <a:blip r:embed="rId7"/>
              <a:stretch>
                <a:fillRect/>
              </a:stretch>
            </p:blipFill>
            <p:spPr>
              <a:xfrm>
                <a:off x="2731829" y="1893438"/>
                <a:ext cx="8391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BB8C36BA-B1AF-7C2A-6697-A856C9B9BD62}"/>
                  </a:ext>
                </a:extLst>
              </p14:cNvPr>
              <p14:cNvContentPartPr/>
              <p14:nvPr/>
            </p14:nvContentPartPr>
            <p14:xfrm>
              <a:off x="6228869" y="90558"/>
              <a:ext cx="5413320" cy="982440"/>
            </p14:xfrm>
          </p:contentPart>
        </mc:Choice>
        <mc:Fallback xmlns="">
          <p:pic>
            <p:nvPicPr>
              <p:cNvPr id="16" name="Ink 15">
                <a:extLst>
                  <a:ext uri="{FF2B5EF4-FFF2-40B4-BE49-F238E27FC236}">
                    <a16:creationId xmlns:a16="http://schemas.microsoft.com/office/drawing/2014/main" id="{BB8C36BA-B1AF-7C2A-6697-A856C9B9BD62}"/>
                  </a:ext>
                </a:extLst>
              </p:cNvPr>
              <p:cNvPicPr/>
              <p:nvPr/>
            </p:nvPicPr>
            <p:blipFill>
              <a:blip r:embed="rId9"/>
              <a:stretch>
                <a:fillRect/>
              </a:stretch>
            </p:blipFill>
            <p:spPr>
              <a:xfrm>
                <a:off x="6210869" y="72558"/>
                <a:ext cx="5448960" cy="1018080"/>
              </a:xfrm>
              <a:prstGeom prst="rect">
                <a:avLst/>
              </a:prstGeom>
            </p:spPr>
          </p:pic>
        </mc:Fallback>
      </mc:AlternateContent>
    </p:spTree>
    <p:extLst>
      <p:ext uri="{BB962C8B-B14F-4D97-AF65-F5344CB8AC3E}">
        <p14:creationId xmlns:p14="http://schemas.microsoft.com/office/powerpoint/2010/main" val="32083869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CCB5ED0-9352-653B-FF5E-152BD169003A}"/>
              </a:ext>
            </a:extLst>
          </p:cNvPr>
          <p:cNvPicPr>
            <a:picLocks noGrp="1" noChangeAspect="1"/>
          </p:cNvPicPr>
          <p:nvPr>
            <p:ph idx="1"/>
          </p:nvPr>
        </p:nvPicPr>
        <p:blipFill>
          <a:blip r:embed="rId2"/>
          <a:stretch>
            <a:fillRect/>
          </a:stretch>
        </p:blipFill>
        <p:spPr>
          <a:xfrm>
            <a:off x="163285" y="199928"/>
            <a:ext cx="5495140" cy="4875554"/>
          </a:xfrm>
          <a:prstGeom prst="rect">
            <a:avLst/>
          </a:prstGeom>
        </p:spPr>
      </p:pic>
      <p:sp>
        <p:nvSpPr>
          <p:cNvPr id="6" name="TextBox 5">
            <a:extLst>
              <a:ext uri="{FF2B5EF4-FFF2-40B4-BE49-F238E27FC236}">
                <a16:creationId xmlns:a16="http://schemas.microsoft.com/office/drawing/2014/main" id="{8EEBF4F9-4C1C-7623-EC9F-6A57D3F9268F}"/>
              </a:ext>
            </a:extLst>
          </p:cNvPr>
          <p:cNvSpPr txBox="1"/>
          <p:nvPr/>
        </p:nvSpPr>
        <p:spPr>
          <a:xfrm>
            <a:off x="163285" y="5147676"/>
            <a:ext cx="11785933" cy="1631216"/>
          </a:xfrm>
          <a:prstGeom prst="rect">
            <a:avLst/>
          </a:prstGeom>
          <a:noFill/>
        </p:spPr>
        <p:txBody>
          <a:bodyPr wrap="square">
            <a:spAutoFit/>
          </a:bodyPr>
          <a:lstStyle/>
          <a:p>
            <a:r>
              <a:rPr lang="en-US" sz="2000" dirty="0">
                <a:highlight>
                  <a:srgbClr val="FFFF00"/>
                </a:highlight>
              </a:rPr>
              <a:t>The </a:t>
            </a:r>
            <a:r>
              <a:rPr lang="en-US" sz="2000" dirty="0" err="1">
                <a:highlight>
                  <a:srgbClr val="FFFF00"/>
                </a:highlight>
                <a:latin typeface="Courier New" panose="02070309020205020404" pitchFamily="49" charset="0"/>
              </a:rPr>
              <a:t>createPostHandler</a:t>
            </a:r>
            <a:r>
              <a:rPr lang="en-US" sz="2000" dirty="0">
                <a:highlight>
                  <a:srgbClr val="FFFF00"/>
                </a:highlight>
              </a:rPr>
              <a:t> function handles </a:t>
            </a:r>
            <a:r>
              <a:rPr lang="en-US" sz="2000" b="1" dirty="0">
                <a:highlight>
                  <a:srgbClr val="FFFF00"/>
                </a:highlight>
              </a:rPr>
              <a:t>submitting a new post</a:t>
            </a:r>
            <a:r>
              <a:rPr lang="en-US" sz="2000" dirty="0">
                <a:highlight>
                  <a:srgbClr val="FFFF00"/>
                </a:highlight>
              </a:rPr>
              <a:t>. It creates a </a:t>
            </a:r>
            <a:r>
              <a:rPr lang="en-US" sz="2000" dirty="0" err="1">
                <a:highlight>
                  <a:srgbClr val="FFFF00"/>
                </a:highlight>
                <a:latin typeface="Courier New" panose="02070309020205020404" pitchFamily="49" charset="0"/>
              </a:rPr>
              <a:t>FormData</a:t>
            </a:r>
            <a:r>
              <a:rPr lang="en-US" sz="2000" dirty="0">
                <a:highlight>
                  <a:srgbClr val="FFFF00"/>
                </a:highlight>
              </a:rPr>
              <a:t> object containing the caption and, if available, the selected image. It sends a POST request to the backend API with </a:t>
            </a:r>
            <a:r>
              <a:rPr lang="en-US" sz="2000" dirty="0">
                <a:highlight>
                  <a:srgbClr val="FFFF00"/>
                </a:highlight>
                <a:latin typeface="Courier New" panose="02070309020205020404" pitchFamily="49" charset="0"/>
              </a:rPr>
              <a:t>multipart/form-data</a:t>
            </a:r>
            <a:r>
              <a:rPr lang="en-US" sz="2000" dirty="0">
                <a:highlight>
                  <a:srgbClr val="FFFF00"/>
                </a:highlight>
              </a:rPr>
              <a:t>. While the request is in progress, </a:t>
            </a:r>
            <a:r>
              <a:rPr lang="en-US" sz="2000" dirty="0">
                <a:highlight>
                  <a:srgbClr val="FFFF00"/>
                </a:highlight>
                <a:latin typeface="Courier New" panose="02070309020205020404" pitchFamily="49" charset="0"/>
              </a:rPr>
              <a:t>loading</a:t>
            </a:r>
            <a:r>
              <a:rPr lang="en-US" sz="2000" dirty="0">
                <a:highlight>
                  <a:srgbClr val="FFFF00"/>
                </a:highlight>
              </a:rPr>
              <a:t> is set to true. On success, it </a:t>
            </a:r>
            <a:r>
              <a:rPr lang="en-US" sz="2000" b="1" dirty="0">
                <a:highlight>
                  <a:srgbClr val="FFFF00"/>
                </a:highlight>
              </a:rPr>
              <a:t>updates the Redux store</a:t>
            </a:r>
            <a:r>
              <a:rPr lang="en-US" sz="2000" dirty="0">
                <a:highlight>
                  <a:srgbClr val="FFFF00"/>
                </a:highlight>
              </a:rPr>
              <a:t> with the new post, shows a success toast, closes the modal, and resets the form state. If the request fails, it shows an error toast. Finally, it resets the loading state.</a:t>
            </a:r>
          </a:p>
        </p:txBody>
      </p:sp>
      <p:pic>
        <p:nvPicPr>
          <p:cNvPr id="8" name="Picture 7">
            <a:extLst>
              <a:ext uri="{FF2B5EF4-FFF2-40B4-BE49-F238E27FC236}">
                <a16:creationId xmlns:a16="http://schemas.microsoft.com/office/drawing/2014/main" id="{4B73DCC6-D293-CC1E-EF5E-1D6E11612700}"/>
              </a:ext>
            </a:extLst>
          </p:cNvPr>
          <p:cNvPicPr>
            <a:picLocks noChangeAspect="1"/>
          </p:cNvPicPr>
          <p:nvPr/>
        </p:nvPicPr>
        <p:blipFill>
          <a:blip r:embed="rId3"/>
          <a:stretch>
            <a:fillRect/>
          </a:stretch>
        </p:blipFill>
        <p:spPr>
          <a:xfrm>
            <a:off x="6811161" y="209102"/>
            <a:ext cx="4259609" cy="4857205"/>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129499677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8CFC4-0306-D979-9C6B-1382D1C6640B}"/>
              </a:ext>
            </a:extLst>
          </p:cNvPr>
          <p:cNvSpPr>
            <a:spLocks noGrp="1"/>
          </p:cNvSpPr>
          <p:nvPr>
            <p:ph type="ctrTitle"/>
          </p:nvPr>
        </p:nvSpPr>
        <p:spPr>
          <a:xfrm>
            <a:off x="-108857" y="0"/>
            <a:ext cx="9144000" cy="742270"/>
          </a:xfrm>
        </p:spPr>
        <p:txBody>
          <a:bodyPr>
            <a:normAutofit fontScale="90000"/>
          </a:bodyPr>
          <a:lstStyle/>
          <a:p>
            <a:r>
              <a:rPr lang="en-US" dirty="0"/>
              <a:t>PostSlice.js</a:t>
            </a:r>
          </a:p>
        </p:txBody>
      </p:sp>
      <p:pic>
        <p:nvPicPr>
          <p:cNvPr id="5" name="Picture 4">
            <a:extLst>
              <a:ext uri="{FF2B5EF4-FFF2-40B4-BE49-F238E27FC236}">
                <a16:creationId xmlns:a16="http://schemas.microsoft.com/office/drawing/2014/main" id="{70BB8572-FDD3-A637-04B5-9CCC40821B4C}"/>
              </a:ext>
            </a:extLst>
          </p:cNvPr>
          <p:cNvPicPr>
            <a:picLocks noChangeAspect="1"/>
          </p:cNvPicPr>
          <p:nvPr/>
        </p:nvPicPr>
        <p:blipFill>
          <a:blip r:embed="rId2"/>
          <a:stretch>
            <a:fillRect/>
          </a:stretch>
        </p:blipFill>
        <p:spPr>
          <a:xfrm>
            <a:off x="171248" y="998322"/>
            <a:ext cx="5949144" cy="4861355"/>
          </a:xfrm>
          <a:prstGeom prst="rect">
            <a:avLst/>
          </a:prstGeom>
        </p:spPr>
      </p:pic>
      <p:sp>
        <p:nvSpPr>
          <p:cNvPr id="6" name="Rectangle 1">
            <a:extLst>
              <a:ext uri="{FF2B5EF4-FFF2-40B4-BE49-F238E27FC236}">
                <a16:creationId xmlns:a16="http://schemas.microsoft.com/office/drawing/2014/main" id="{8047CB0A-A5E2-AA60-962F-344AF40DBAED}"/>
              </a:ext>
            </a:extLst>
          </p:cNvPr>
          <p:cNvSpPr>
            <a:spLocks noChangeArrowheads="1"/>
          </p:cNvSpPr>
          <p:nvPr/>
        </p:nvSpPr>
        <p:spPr bwMode="auto">
          <a:xfrm>
            <a:off x="6120392" y="881743"/>
            <a:ext cx="5949143" cy="4380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State:</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FFFF00"/>
                </a:highlight>
                <a:latin typeface="Arial Unicode MS"/>
              </a:rPr>
              <a:t>posts</a:t>
            </a:r>
            <a:r>
              <a:rPr kumimoji="0" lang="en-US" altLang="en-US" sz="2000" b="0" i="0" u="none" strike="noStrike" cap="none" normalizeH="0" baseline="0" dirty="0">
                <a:ln>
                  <a:noFill/>
                </a:ln>
                <a:solidFill>
                  <a:schemeClr val="tx1"/>
                </a:solidFill>
                <a:effectLst/>
                <a:highlight>
                  <a:srgbClr val="FFFF00"/>
                </a:highlight>
              </a:rPr>
              <a:t>: an array containing all posts.</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highlight>
                  <a:srgbClr val="FFFF00"/>
                </a:highlight>
                <a:latin typeface="Arial Unicode MS"/>
              </a:rPr>
              <a:t>selectedPost</a:t>
            </a:r>
            <a:r>
              <a:rPr kumimoji="0" lang="en-US" altLang="en-US" sz="2000" b="0" i="0" u="none" strike="noStrike" cap="none" normalizeH="0" baseline="0" dirty="0">
                <a:ln>
                  <a:noFill/>
                </a:ln>
                <a:solidFill>
                  <a:schemeClr val="tx1"/>
                </a:solidFill>
                <a:effectLst/>
                <a:highlight>
                  <a:srgbClr val="FFFF00"/>
                </a:highlight>
              </a:rPr>
              <a:t>: the currently selected post for viewing or editing.</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Reducers / Actions:</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err="1">
                <a:ln>
                  <a:noFill/>
                </a:ln>
                <a:solidFill>
                  <a:schemeClr val="tx1"/>
                </a:solidFill>
                <a:effectLst/>
                <a:highlight>
                  <a:srgbClr val="FFFF00"/>
                </a:highlight>
                <a:latin typeface="Arial Unicode MS"/>
              </a:rPr>
              <a:t>setPosts</a:t>
            </a:r>
            <a:r>
              <a:rPr kumimoji="0" lang="en-US" altLang="en-US" sz="2000" b="0" i="0" u="none" strike="noStrike" cap="none" normalizeH="0" baseline="0" dirty="0">
                <a:ln>
                  <a:noFill/>
                </a:ln>
                <a:solidFill>
                  <a:schemeClr val="tx1"/>
                </a:solidFill>
                <a:effectLst/>
                <a:highlight>
                  <a:srgbClr val="FFFF00"/>
                </a:highlight>
              </a:rPr>
              <a:t> – updates the </a:t>
            </a:r>
            <a:r>
              <a:rPr kumimoji="0" lang="en-US" altLang="en-US" sz="2000" b="0" i="0" u="none" strike="noStrike" cap="none" normalizeH="0" baseline="0" dirty="0">
                <a:ln>
                  <a:noFill/>
                </a:ln>
                <a:solidFill>
                  <a:schemeClr val="tx1"/>
                </a:solidFill>
                <a:effectLst/>
                <a:highlight>
                  <a:srgbClr val="FFFF00"/>
                </a:highlight>
                <a:latin typeface="Arial Unicode MS"/>
              </a:rPr>
              <a:t>posts</a:t>
            </a:r>
            <a:r>
              <a:rPr kumimoji="0" lang="en-US" altLang="en-US" sz="2000" b="0" i="0" u="none" strike="noStrike" cap="none" normalizeH="0" baseline="0" dirty="0">
                <a:ln>
                  <a:noFill/>
                </a:ln>
                <a:solidFill>
                  <a:schemeClr val="tx1"/>
                </a:solidFill>
                <a:effectLst/>
                <a:highlight>
                  <a:srgbClr val="FFFF00"/>
                </a:highlight>
              </a:rPr>
              <a:t> array in the store.</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chemeClr val="tx1"/>
                </a:solidFill>
                <a:effectLst/>
                <a:highlight>
                  <a:srgbClr val="FFFF00"/>
                </a:highlight>
                <a:latin typeface="Arial Unicode MS"/>
              </a:rPr>
              <a:t>setSelectedPost</a:t>
            </a:r>
            <a:r>
              <a:rPr kumimoji="0" lang="en-US" altLang="en-US" sz="2000" b="0" i="0" u="none" strike="noStrike" cap="none" normalizeH="0" baseline="0" dirty="0">
                <a:ln>
                  <a:noFill/>
                </a:ln>
                <a:solidFill>
                  <a:schemeClr val="tx1"/>
                </a:solidFill>
                <a:effectLst/>
                <a:highlight>
                  <a:srgbClr val="FFFF00"/>
                </a:highlight>
              </a:rPr>
              <a:t> – sets or updates the </a:t>
            </a:r>
            <a:r>
              <a:rPr kumimoji="0" lang="en-US" altLang="en-US" sz="2000" b="0" i="0" u="none" strike="noStrike" cap="none" normalizeH="0" baseline="0" dirty="0" err="1">
                <a:ln>
                  <a:noFill/>
                </a:ln>
                <a:solidFill>
                  <a:schemeClr val="tx1"/>
                </a:solidFill>
                <a:effectLst/>
                <a:highlight>
                  <a:srgbClr val="FFFF00"/>
                </a:highlight>
                <a:latin typeface="Arial Unicode MS"/>
              </a:rPr>
              <a:t>selectedPost</a:t>
            </a:r>
            <a:r>
              <a:rPr kumimoji="0" lang="en-US" altLang="en-US" sz="2000" b="0" i="0" u="none" strike="noStrike" cap="none" normalizeH="0" baseline="0" dirty="0">
                <a:ln>
                  <a:noFill/>
                </a:ln>
                <a:solidFill>
                  <a:schemeClr val="tx1"/>
                </a:solidFill>
                <a:effectLst/>
                <a:highlight>
                  <a:srgbClr val="FFFF00"/>
                </a:highlight>
              </a:rPr>
              <a:t>.</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FFFF00"/>
                </a:highlight>
                <a:latin typeface="Arial" panose="020B0604020202020204" pitchFamily="34" charset="0"/>
              </a:rPr>
              <a:t>Exports:</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highlight>
                  <a:srgbClr val="FFFF00"/>
                </a:highlight>
                <a:latin typeface="Arial Unicode MS"/>
              </a:rPr>
              <a:t>setPosts</a:t>
            </a:r>
            <a:r>
              <a:rPr kumimoji="0" lang="en-US" altLang="en-US" sz="2000" b="0" i="0" u="none" strike="noStrike" cap="none" normalizeH="0" baseline="0" dirty="0">
                <a:ln>
                  <a:noFill/>
                </a:ln>
                <a:solidFill>
                  <a:schemeClr val="tx1"/>
                </a:solidFill>
                <a:effectLst/>
                <a:highlight>
                  <a:srgbClr val="FFFF00"/>
                </a:highlight>
              </a:rPr>
              <a:t> and </a:t>
            </a:r>
            <a:r>
              <a:rPr kumimoji="0" lang="en-US" altLang="en-US" sz="2000" b="0" i="0" u="none" strike="noStrike" cap="none" normalizeH="0" baseline="0" dirty="0" err="1">
                <a:ln>
                  <a:noFill/>
                </a:ln>
                <a:solidFill>
                  <a:schemeClr val="tx1"/>
                </a:solidFill>
                <a:effectLst/>
                <a:highlight>
                  <a:srgbClr val="FFFF00"/>
                </a:highlight>
                <a:latin typeface="Arial Unicode MS"/>
              </a:rPr>
              <a:t>setSelectedPost</a:t>
            </a:r>
            <a:r>
              <a:rPr kumimoji="0" lang="en-US" altLang="en-US" sz="2000" b="0" i="0" u="none" strike="noStrike" cap="none" normalizeH="0" baseline="0" dirty="0">
                <a:ln>
                  <a:noFill/>
                </a:ln>
                <a:solidFill>
                  <a:schemeClr val="tx1"/>
                </a:solidFill>
                <a:effectLst/>
                <a:highlight>
                  <a:srgbClr val="FFFF00"/>
                </a:highlight>
              </a:rPr>
              <a:t> are exported as action creators so components can dispatch them.</a:t>
            </a: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rPr>
              <a:t>The reducer is exported as default to be included in the Redux store.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highlight>
                <a:srgbClr val="FFFF00"/>
              </a:highlight>
              <a:latin typeface="Arial" panose="020B0604020202020204" pitchFamily="34" charset="0"/>
            </a:endParaRPr>
          </a:p>
        </p:txBody>
      </p:sp>
    </p:spTree>
    <p:extLst>
      <p:ext uri="{BB962C8B-B14F-4D97-AF65-F5344CB8AC3E}">
        <p14:creationId xmlns:p14="http://schemas.microsoft.com/office/powerpoint/2010/main" val="112964661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4237-0FE7-A359-26BC-6F3D98AD4467}"/>
              </a:ext>
            </a:extLst>
          </p:cNvPr>
          <p:cNvSpPr>
            <a:spLocks noGrp="1"/>
          </p:cNvSpPr>
          <p:nvPr>
            <p:ph type="title"/>
          </p:nvPr>
        </p:nvSpPr>
        <p:spPr>
          <a:xfrm>
            <a:off x="0" y="-53659"/>
            <a:ext cx="10515600" cy="768123"/>
          </a:xfrm>
        </p:spPr>
        <p:txBody>
          <a:bodyPr/>
          <a:lstStyle/>
          <a:p>
            <a:r>
              <a:rPr lang="en-US" dirty="0"/>
              <a:t>Utils.js</a:t>
            </a:r>
          </a:p>
        </p:txBody>
      </p:sp>
      <p:pic>
        <p:nvPicPr>
          <p:cNvPr id="5" name="Content Placeholder 4">
            <a:extLst>
              <a:ext uri="{FF2B5EF4-FFF2-40B4-BE49-F238E27FC236}">
                <a16:creationId xmlns:a16="http://schemas.microsoft.com/office/drawing/2014/main" id="{5F24C20D-21C0-4048-67A7-31BF561ABB28}"/>
              </a:ext>
            </a:extLst>
          </p:cNvPr>
          <p:cNvPicPr>
            <a:picLocks noGrp="1" noChangeAspect="1"/>
          </p:cNvPicPr>
          <p:nvPr>
            <p:ph idx="1"/>
          </p:nvPr>
        </p:nvPicPr>
        <p:blipFill>
          <a:blip r:embed="rId2"/>
          <a:stretch>
            <a:fillRect/>
          </a:stretch>
        </p:blipFill>
        <p:spPr>
          <a:xfrm>
            <a:off x="106136" y="729414"/>
            <a:ext cx="6174921" cy="3570293"/>
          </a:xfrm>
          <a:prstGeom prst="rect">
            <a:avLst/>
          </a:prstGeom>
        </p:spPr>
      </p:pic>
      <p:sp>
        <p:nvSpPr>
          <p:cNvPr id="3" name="TextBox 2">
            <a:extLst>
              <a:ext uri="{FF2B5EF4-FFF2-40B4-BE49-F238E27FC236}">
                <a16:creationId xmlns:a16="http://schemas.microsoft.com/office/drawing/2014/main" id="{AEC076DF-E23F-DB8E-BD07-79AC75A0E4F2}"/>
              </a:ext>
            </a:extLst>
          </p:cNvPr>
          <p:cNvSpPr txBox="1"/>
          <p:nvPr/>
        </p:nvSpPr>
        <p:spPr>
          <a:xfrm>
            <a:off x="7511143" y="1070202"/>
            <a:ext cx="3382657" cy="923330"/>
          </a:xfrm>
          <a:prstGeom prst="rect">
            <a:avLst/>
          </a:prstGeom>
          <a:noFill/>
        </p:spPr>
        <p:txBody>
          <a:bodyPr wrap="none" rtlCol="0">
            <a:spAutoFit/>
          </a:bodyPr>
          <a:lstStyle/>
          <a:p>
            <a:r>
              <a:rPr lang="en-US" dirty="0" err="1">
                <a:highlight>
                  <a:srgbClr val="00FF00"/>
                </a:highlight>
              </a:rPr>
              <a:t>Clsx</a:t>
            </a:r>
            <a:r>
              <a:rPr lang="en-US" dirty="0">
                <a:highlight>
                  <a:srgbClr val="00FF00"/>
                </a:highlight>
              </a:rPr>
              <a:t> – this is a conditionally library</a:t>
            </a:r>
          </a:p>
          <a:p>
            <a:r>
              <a:rPr lang="en-US" dirty="0">
                <a:highlight>
                  <a:srgbClr val="00FF00"/>
                </a:highlight>
              </a:rPr>
              <a:t>to combine both the </a:t>
            </a:r>
            <a:r>
              <a:rPr lang="en-US" dirty="0" err="1">
                <a:highlight>
                  <a:srgbClr val="00FF00"/>
                </a:highlight>
              </a:rPr>
              <a:t>classnames</a:t>
            </a:r>
            <a:endParaRPr lang="en-US" dirty="0">
              <a:highlight>
                <a:srgbClr val="00FF00"/>
              </a:highlight>
            </a:endParaRPr>
          </a:p>
          <a:p>
            <a:r>
              <a:rPr lang="en-US" dirty="0" err="1">
                <a:highlight>
                  <a:srgbClr val="00FF00"/>
                </a:highlight>
              </a:rPr>
              <a:t>isActive</a:t>
            </a:r>
            <a:r>
              <a:rPr lang="en-US" dirty="0">
                <a:highlight>
                  <a:srgbClr val="00FF00"/>
                </a:highlight>
              </a:rPr>
              <a:t> &amp;&amp; 'bg-blue-500</a:t>
            </a:r>
          </a:p>
        </p:txBody>
      </p:sp>
      <p:sp>
        <p:nvSpPr>
          <p:cNvPr id="6" name="TextBox 5">
            <a:extLst>
              <a:ext uri="{FF2B5EF4-FFF2-40B4-BE49-F238E27FC236}">
                <a16:creationId xmlns:a16="http://schemas.microsoft.com/office/drawing/2014/main" id="{3C77A30A-BC03-7D2B-C226-A2827349BE32}"/>
              </a:ext>
            </a:extLst>
          </p:cNvPr>
          <p:cNvSpPr txBox="1"/>
          <p:nvPr/>
        </p:nvSpPr>
        <p:spPr>
          <a:xfrm>
            <a:off x="6662057" y="2267627"/>
            <a:ext cx="5423807" cy="1477328"/>
          </a:xfrm>
          <a:prstGeom prst="rect">
            <a:avLst/>
          </a:prstGeom>
          <a:noFill/>
        </p:spPr>
        <p:txBody>
          <a:bodyPr wrap="square">
            <a:spAutoFit/>
          </a:bodyPr>
          <a:lstStyle/>
          <a:p>
            <a:r>
              <a:rPr lang="en-US" dirty="0">
                <a:highlight>
                  <a:srgbClr val="00FFFF"/>
                </a:highlight>
              </a:rPr>
              <a:t>A utility to </a:t>
            </a:r>
            <a:r>
              <a:rPr lang="en-US" b="1" dirty="0">
                <a:highlight>
                  <a:srgbClr val="00FFFF"/>
                </a:highlight>
              </a:rPr>
              <a:t>merge Tailwind CSS classes</a:t>
            </a:r>
            <a:r>
              <a:rPr lang="en-US" dirty="0">
                <a:highlight>
                  <a:srgbClr val="00FFFF"/>
                </a:highlight>
              </a:rPr>
              <a:t> intelligently.</a:t>
            </a:r>
          </a:p>
          <a:p>
            <a:r>
              <a:rPr lang="en-US" dirty="0">
                <a:highlight>
                  <a:srgbClr val="00FFFF"/>
                </a:highlight>
              </a:rPr>
              <a:t>Tailwind has some conflicting classes, </a:t>
            </a:r>
          </a:p>
          <a:p>
            <a:r>
              <a:rPr lang="en-US" dirty="0">
                <a:highlight>
                  <a:srgbClr val="00FFFF"/>
                </a:highlight>
              </a:rPr>
              <a:t>e.g., "bg-red-500 bg-blue-500". Normally both exist, but only the </a:t>
            </a:r>
            <a:r>
              <a:rPr lang="en-US" b="1" dirty="0">
                <a:highlight>
                  <a:srgbClr val="00FFFF"/>
                </a:highlight>
              </a:rPr>
              <a:t>last one applies</a:t>
            </a:r>
            <a:r>
              <a:rPr lang="en-US" dirty="0">
                <a:highlight>
                  <a:srgbClr val="00FFFF"/>
                </a:highlight>
              </a:rPr>
              <a:t>. </a:t>
            </a:r>
            <a:r>
              <a:rPr lang="en-US" dirty="0" err="1">
                <a:highlight>
                  <a:srgbClr val="00FFFF"/>
                </a:highlight>
              </a:rPr>
              <a:t>twMerge</a:t>
            </a:r>
            <a:r>
              <a:rPr lang="en-US" dirty="0">
                <a:highlight>
                  <a:srgbClr val="00FFFF"/>
                </a:highlight>
              </a:rPr>
              <a:t> handles this automatically:</a:t>
            </a:r>
          </a:p>
        </p:txBody>
      </p:sp>
      <p:sp>
        <p:nvSpPr>
          <p:cNvPr id="8" name="TextBox 7">
            <a:extLst>
              <a:ext uri="{FF2B5EF4-FFF2-40B4-BE49-F238E27FC236}">
                <a16:creationId xmlns:a16="http://schemas.microsoft.com/office/drawing/2014/main" id="{B77B1C08-1748-5BF3-6939-D68D94C4D680}"/>
              </a:ext>
            </a:extLst>
          </p:cNvPr>
          <p:cNvSpPr txBox="1"/>
          <p:nvPr/>
        </p:nvSpPr>
        <p:spPr>
          <a:xfrm>
            <a:off x="1098698" y="4854459"/>
            <a:ext cx="9795102" cy="1200329"/>
          </a:xfrm>
          <a:prstGeom prst="rect">
            <a:avLst/>
          </a:prstGeom>
          <a:noFill/>
        </p:spPr>
        <p:txBody>
          <a:bodyPr wrap="square">
            <a:spAutoFit/>
          </a:bodyPr>
          <a:lstStyle/>
          <a:p>
            <a:r>
              <a:rPr lang="en-US" dirty="0">
                <a:highlight>
                  <a:srgbClr val="FFFF00"/>
                </a:highlight>
              </a:rPr>
              <a:t>This function, </a:t>
            </a:r>
            <a:r>
              <a:rPr lang="en-US" dirty="0" err="1">
                <a:highlight>
                  <a:srgbClr val="FFFF00"/>
                </a:highlight>
                <a:latin typeface="Courier New" panose="02070309020205020404" pitchFamily="49" charset="0"/>
              </a:rPr>
              <a:t>readFileAsDataURL</a:t>
            </a:r>
            <a:r>
              <a:rPr lang="en-US" dirty="0">
                <a:highlight>
                  <a:srgbClr val="FFFF00"/>
                </a:highlight>
              </a:rPr>
              <a:t>, converts a </a:t>
            </a:r>
            <a:r>
              <a:rPr lang="en-US" b="1" dirty="0">
                <a:highlight>
                  <a:srgbClr val="FFFF00"/>
                </a:highlight>
              </a:rPr>
              <a:t>File object</a:t>
            </a:r>
            <a:r>
              <a:rPr lang="en-US" dirty="0">
                <a:highlight>
                  <a:srgbClr val="FFFF00"/>
                </a:highlight>
              </a:rPr>
              <a:t> (like an uploaded image) into a </a:t>
            </a:r>
            <a:r>
              <a:rPr lang="en-US" b="1" dirty="0">
                <a:highlight>
                  <a:srgbClr val="FFFF00"/>
                </a:highlight>
              </a:rPr>
              <a:t>base64 data URL</a:t>
            </a:r>
            <a:r>
              <a:rPr lang="en-US" dirty="0">
                <a:highlight>
                  <a:srgbClr val="FFFF00"/>
                </a:highlight>
              </a:rPr>
              <a:t> that can be displayed in the browser. It creates a </a:t>
            </a:r>
            <a:r>
              <a:rPr lang="en-US" dirty="0" err="1">
                <a:highlight>
                  <a:srgbClr val="FFFF00"/>
                </a:highlight>
                <a:latin typeface="Courier New" panose="02070309020205020404" pitchFamily="49" charset="0"/>
              </a:rPr>
              <a:t>FileReader</a:t>
            </a:r>
            <a:r>
              <a:rPr lang="en-US" dirty="0">
                <a:highlight>
                  <a:srgbClr val="FFFF00"/>
                </a:highlight>
              </a:rPr>
              <a:t>, reads the file using </a:t>
            </a:r>
            <a:r>
              <a:rPr lang="en-US" dirty="0" err="1">
                <a:highlight>
                  <a:srgbClr val="FFFF00"/>
                </a:highlight>
                <a:latin typeface="Courier New" panose="02070309020205020404" pitchFamily="49" charset="0"/>
              </a:rPr>
              <a:t>readAsDataURL</a:t>
            </a:r>
            <a:r>
              <a:rPr lang="en-US" dirty="0">
                <a:highlight>
                  <a:srgbClr val="FFFF00"/>
                </a:highlight>
              </a:rPr>
              <a:t>, and returns a </a:t>
            </a:r>
            <a:r>
              <a:rPr lang="en-US" b="1" dirty="0">
                <a:highlight>
                  <a:srgbClr val="FFFF00"/>
                </a:highlight>
              </a:rPr>
              <a:t>Promise</a:t>
            </a:r>
            <a:r>
              <a:rPr lang="en-US" dirty="0">
                <a:highlight>
                  <a:srgbClr val="FFFF00"/>
                </a:highlight>
              </a:rPr>
              <a:t> that resolves with the data URL once reading is complete. This is useful for showing </a:t>
            </a:r>
            <a:r>
              <a:rPr lang="en-US" b="1" dirty="0">
                <a:highlight>
                  <a:srgbClr val="FFFF00"/>
                </a:highlight>
              </a:rPr>
              <a:t>image previews</a:t>
            </a:r>
            <a:r>
              <a:rPr lang="en-US" dirty="0">
                <a:highlight>
                  <a:srgbClr val="FFFF00"/>
                </a:highlight>
              </a:rPr>
              <a:t> before uploading files to a server.</a:t>
            </a:r>
          </a:p>
        </p:txBody>
      </p:sp>
      <p:cxnSp>
        <p:nvCxnSpPr>
          <p:cNvPr id="9" name="Straight Arrow Connector 8">
            <a:extLst>
              <a:ext uri="{FF2B5EF4-FFF2-40B4-BE49-F238E27FC236}">
                <a16:creationId xmlns:a16="http://schemas.microsoft.com/office/drawing/2014/main" id="{E4A9ECF6-FD2D-7674-AF6C-F626E5ADC470}"/>
              </a:ext>
            </a:extLst>
          </p:cNvPr>
          <p:cNvCxnSpPr>
            <a:cxnSpLocks/>
          </p:cNvCxnSpPr>
          <p:nvPr/>
        </p:nvCxnSpPr>
        <p:spPr>
          <a:xfrm>
            <a:off x="2620736" y="808264"/>
            <a:ext cx="4890407" cy="460010"/>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911372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3A41B-9EB7-B77B-E62B-CB7E746D3F31}"/>
              </a:ext>
            </a:extLst>
          </p:cNvPr>
          <p:cNvSpPr>
            <a:spLocks noGrp="1"/>
          </p:cNvSpPr>
          <p:nvPr>
            <p:ph type="title"/>
          </p:nvPr>
        </p:nvSpPr>
        <p:spPr>
          <a:xfrm>
            <a:off x="119743" y="114300"/>
            <a:ext cx="10515600" cy="621167"/>
          </a:xfrm>
        </p:spPr>
        <p:txBody>
          <a:bodyPr>
            <a:normAutofit fontScale="90000"/>
          </a:bodyPr>
          <a:lstStyle/>
          <a:p>
            <a:r>
              <a:rPr lang="en-US" dirty="0" err="1"/>
              <a:t>Message.jsx</a:t>
            </a:r>
            <a:endParaRPr lang="en-US" dirty="0"/>
          </a:p>
        </p:txBody>
      </p:sp>
      <p:pic>
        <p:nvPicPr>
          <p:cNvPr id="5" name="Content Placeholder 4">
            <a:extLst>
              <a:ext uri="{FF2B5EF4-FFF2-40B4-BE49-F238E27FC236}">
                <a16:creationId xmlns:a16="http://schemas.microsoft.com/office/drawing/2014/main" id="{D65B2779-ED2A-308F-95E1-5C7D4A541433}"/>
              </a:ext>
            </a:extLst>
          </p:cNvPr>
          <p:cNvPicPr>
            <a:picLocks noGrp="1" noChangeAspect="1"/>
          </p:cNvPicPr>
          <p:nvPr>
            <p:ph idx="1"/>
          </p:nvPr>
        </p:nvPicPr>
        <p:blipFill>
          <a:blip r:embed="rId2"/>
          <a:stretch>
            <a:fillRect/>
          </a:stretch>
        </p:blipFill>
        <p:spPr>
          <a:xfrm>
            <a:off x="119742" y="988642"/>
            <a:ext cx="6178973" cy="1713737"/>
          </a:xfrm>
          <a:prstGeom prst="rect">
            <a:avLst/>
          </a:prstGeom>
        </p:spPr>
      </p:pic>
      <p:pic>
        <p:nvPicPr>
          <p:cNvPr id="7" name="Picture 6">
            <a:extLst>
              <a:ext uri="{FF2B5EF4-FFF2-40B4-BE49-F238E27FC236}">
                <a16:creationId xmlns:a16="http://schemas.microsoft.com/office/drawing/2014/main" id="{E4556C56-87F4-8478-2D0A-EEFAD138585A}"/>
              </a:ext>
            </a:extLst>
          </p:cNvPr>
          <p:cNvPicPr>
            <a:picLocks noChangeAspect="1"/>
          </p:cNvPicPr>
          <p:nvPr/>
        </p:nvPicPr>
        <p:blipFill>
          <a:blip r:embed="rId3"/>
          <a:stretch>
            <a:fillRect/>
          </a:stretch>
        </p:blipFill>
        <p:spPr>
          <a:xfrm>
            <a:off x="119742" y="2865664"/>
            <a:ext cx="6936323" cy="1551214"/>
          </a:xfrm>
          <a:prstGeom prst="rect">
            <a:avLst/>
          </a:prstGeom>
        </p:spPr>
      </p:pic>
      <p:sp>
        <p:nvSpPr>
          <p:cNvPr id="4" name="TextBox 3">
            <a:extLst>
              <a:ext uri="{FF2B5EF4-FFF2-40B4-BE49-F238E27FC236}">
                <a16:creationId xmlns:a16="http://schemas.microsoft.com/office/drawing/2014/main" id="{FDD937D1-4248-9DBC-88CC-D012AD9DFB62}"/>
              </a:ext>
            </a:extLst>
          </p:cNvPr>
          <p:cNvSpPr txBox="1"/>
          <p:nvPr/>
        </p:nvSpPr>
        <p:spPr>
          <a:xfrm>
            <a:off x="6772277" y="736148"/>
            <a:ext cx="5299980" cy="1569660"/>
          </a:xfrm>
          <a:prstGeom prst="rect">
            <a:avLst/>
          </a:prstGeom>
          <a:solidFill>
            <a:srgbClr val="FFFF00"/>
          </a:solidFill>
        </p:spPr>
        <p:txBody>
          <a:bodyPr wrap="square">
            <a:spAutoFit/>
          </a:bodyPr>
          <a:lstStyle/>
          <a:p>
            <a:r>
              <a:rPr lang="en-US" sz="2400" dirty="0"/>
              <a:t>it imports custom hooks </a:t>
            </a:r>
            <a:r>
              <a:rPr lang="en-US" sz="2400" dirty="0" err="1">
                <a:latin typeface="Courier New" panose="02070309020205020404" pitchFamily="49" charset="0"/>
              </a:rPr>
              <a:t>useGetAllMessage</a:t>
            </a:r>
            <a:r>
              <a:rPr lang="en-US" sz="2400" dirty="0"/>
              <a:t> and </a:t>
            </a:r>
            <a:r>
              <a:rPr lang="en-US" sz="2400" dirty="0" err="1">
                <a:latin typeface="Courier New" panose="02070309020205020404" pitchFamily="49" charset="0"/>
              </a:rPr>
              <a:t>useGetRTM</a:t>
            </a:r>
            <a:r>
              <a:rPr lang="en-US" sz="2400" dirty="0"/>
              <a:t> to fetch all messages and handle </a:t>
            </a:r>
            <a:r>
              <a:rPr lang="en-US" sz="2400" b="1" dirty="0"/>
              <a:t>real-time messaging updates</a:t>
            </a:r>
            <a:endParaRPr lang="en-US" sz="2400" dirty="0"/>
          </a:p>
        </p:txBody>
      </p:sp>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771E7A65-72F6-08AB-45E5-27B3E2D75A01}"/>
                  </a:ext>
                </a:extLst>
              </p14:cNvPr>
              <p14:cNvContentPartPr/>
              <p14:nvPr/>
            </p14:nvContentPartPr>
            <p14:xfrm>
              <a:off x="8694990" y="4229164"/>
              <a:ext cx="360" cy="360"/>
            </p14:xfrm>
          </p:contentPart>
        </mc:Choice>
        <mc:Fallback xmlns="">
          <p:pic>
            <p:nvPicPr>
              <p:cNvPr id="9" name="Ink 8">
                <a:extLst>
                  <a:ext uri="{FF2B5EF4-FFF2-40B4-BE49-F238E27FC236}">
                    <a16:creationId xmlns:a16="http://schemas.microsoft.com/office/drawing/2014/main" id="{771E7A65-72F6-08AB-45E5-27B3E2D75A01}"/>
                  </a:ext>
                </a:extLst>
              </p:cNvPr>
              <p:cNvPicPr/>
              <p:nvPr/>
            </p:nvPicPr>
            <p:blipFill>
              <a:blip r:embed="rId9"/>
              <a:stretch>
                <a:fillRect/>
              </a:stretch>
            </p:blipFill>
            <p:spPr>
              <a:xfrm>
                <a:off x="8676990" y="4211164"/>
                <a:ext cx="36000" cy="36000"/>
              </a:xfrm>
              <a:prstGeom prst="rect">
                <a:avLst/>
              </a:prstGeom>
            </p:spPr>
          </p:pic>
        </mc:Fallback>
      </mc:AlternateContent>
      <p:sp>
        <p:nvSpPr>
          <p:cNvPr id="11" name="TextBox 10">
            <a:extLst>
              <a:ext uri="{FF2B5EF4-FFF2-40B4-BE49-F238E27FC236}">
                <a16:creationId xmlns:a16="http://schemas.microsoft.com/office/drawing/2014/main" id="{9F23D47C-11E7-4D75-0185-23CD1A61AF7B}"/>
              </a:ext>
            </a:extLst>
          </p:cNvPr>
          <p:cNvSpPr txBox="1"/>
          <p:nvPr/>
        </p:nvSpPr>
        <p:spPr>
          <a:xfrm>
            <a:off x="119742" y="4580163"/>
            <a:ext cx="7302686" cy="2031325"/>
          </a:xfrm>
          <a:prstGeom prst="rect">
            <a:avLst/>
          </a:prstGeom>
          <a:noFill/>
        </p:spPr>
        <p:txBody>
          <a:bodyPr wrap="square">
            <a:spAutoFit/>
          </a:bodyPr>
          <a:lstStyle/>
          <a:p>
            <a:r>
              <a:rPr lang="en-US" dirty="0">
                <a:highlight>
                  <a:srgbClr val="00FF00"/>
                </a:highlight>
              </a:rPr>
              <a:t>This </a:t>
            </a:r>
            <a:r>
              <a:rPr lang="en-US" dirty="0">
                <a:highlight>
                  <a:srgbClr val="00FF00"/>
                </a:highlight>
                <a:latin typeface="Courier New" panose="02070309020205020404" pitchFamily="49" charset="0"/>
              </a:rPr>
              <a:t>Messages</a:t>
            </a:r>
            <a:r>
              <a:rPr lang="en-US" dirty="0">
                <a:highlight>
                  <a:srgbClr val="00FF00"/>
                </a:highlight>
              </a:rPr>
              <a:t> component handles displaying chat messages between users. It calls the custom hooks </a:t>
            </a:r>
            <a:r>
              <a:rPr lang="en-US" dirty="0" err="1">
                <a:highlight>
                  <a:srgbClr val="00FF00"/>
                </a:highlight>
                <a:latin typeface="Courier New" panose="02070309020205020404" pitchFamily="49" charset="0"/>
              </a:rPr>
              <a:t>useGetRTM</a:t>
            </a:r>
            <a:r>
              <a:rPr lang="en-US" dirty="0">
                <a:highlight>
                  <a:srgbClr val="00FF00"/>
                </a:highlight>
                <a:latin typeface="Courier New" panose="02070309020205020404" pitchFamily="49" charset="0"/>
              </a:rPr>
              <a:t>()</a:t>
            </a:r>
            <a:r>
              <a:rPr lang="en-US" dirty="0">
                <a:highlight>
                  <a:srgbClr val="00FF00"/>
                </a:highlight>
              </a:rPr>
              <a:t> to subscribe to </a:t>
            </a:r>
            <a:r>
              <a:rPr lang="en-US" b="1" dirty="0">
                <a:highlight>
                  <a:srgbClr val="00FF00"/>
                </a:highlight>
              </a:rPr>
              <a:t>real-time messaging updates</a:t>
            </a:r>
            <a:r>
              <a:rPr lang="en-US" dirty="0">
                <a:highlight>
                  <a:srgbClr val="00FF00"/>
                </a:highlight>
              </a:rPr>
              <a:t> and </a:t>
            </a:r>
            <a:r>
              <a:rPr lang="en-US" dirty="0" err="1">
                <a:highlight>
                  <a:srgbClr val="00FF00"/>
                </a:highlight>
                <a:latin typeface="Courier New" panose="02070309020205020404" pitchFamily="49" charset="0"/>
              </a:rPr>
              <a:t>useGetAllMessage</a:t>
            </a:r>
            <a:r>
              <a:rPr lang="en-US" dirty="0">
                <a:highlight>
                  <a:srgbClr val="00FF00"/>
                </a:highlight>
                <a:latin typeface="Courier New" panose="02070309020205020404" pitchFamily="49" charset="0"/>
              </a:rPr>
              <a:t>()</a:t>
            </a:r>
            <a:r>
              <a:rPr lang="en-US" dirty="0">
                <a:highlight>
                  <a:srgbClr val="00FF00"/>
                </a:highlight>
              </a:rPr>
              <a:t> to fetch all existing messages. Using </a:t>
            </a:r>
            <a:r>
              <a:rPr lang="en-US" dirty="0" err="1">
                <a:highlight>
                  <a:srgbClr val="00FF00"/>
                </a:highlight>
                <a:latin typeface="Courier New" panose="02070309020205020404" pitchFamily="49" charset="0"/>
              </a:rPr>
              <a:t>useSelector</a:t>
            </a:r>
            <a:r>
              <a:rPr lang="en-US" dirty="0">
                <a:highlight>
                  <a:srgbClr val="00FF00"/>
                </a:highlight>
              </a:rPr>
              <a:t>, it accesses the Redux store to get the current </a:t>
            </a:r>
            <a:r>
              <a:rPr lang="en-US" b="1" dirty="0">
                <a:highlight>
                  <a:srgbClr val="00FF00"/>
                </a:highlight>
              </a:rPr>
              <a:t>messages</a:t>
            </a:r>
            <a:r>
              <a:rPr lang="en-US" dirty="0">
                <a:highlight>
                  <a:srgbClr val="00FF00"/>
                </a:highlight>
              </a:rPr>
              <a:t> from </a:t>
            </a:r>
            <a:r>
              <a:rPr lang="en-US" dirty="0" err="1">
                <a:highlight>
                  <a:srgbClr val="00FF00"/>
                </a:highlight>
                <a:latin typeface="Courier New" panose="02070309020205020404" pitchFamily="49" charset="0"/>
              </a:rPr>
              <a:t>store.chat</a:t>
            </a:r>
            <a:r>
              <a:rPr lang="en-US" dirty="0">
                <a:highlight>
                  <a:srgbClr val="00FF00"/>
                </a:highlight>
              </a:rPr>
              <a:t> and the logged-in </a:t>
            </a:r>
            <a:r>
              <a:rPr lang="en-US" b="1" dirty="0">
                <a:highlight>
                  <a:srgbClr val="00FF00"/>
                </a:highlight>
              </a:rPr>
              <a:t>user</a:t>
            </a:r>
            <a:r>
              <a:rPr lang="en-US" dirty="0">
                <a:highlight>
                  <a:srgbClr val="00FF00"/>
                </a:highlight>
              </a:rPr>
              <a:t> from </a:t>
            </a:r>
            <a:r>
              <a:rPr lang="en-US" dirty="0" err="1">
                <a:highlight>
                  <a:srgbClr val="00FF00"/>
                </a:highlight>
                <a:latin typeface="Courier New" panose="02070309020205020404" pitchFamily="49" charset="0"/>
              </a:rPr>
              <a:t>store.auth</a:t>
            </a:r>
            <a:r>
              <a:rPr lang="en-US" dirty="0">
                <a:highlight>
                  <a:srgbClr val="00FF00"/>
                </a:highlight>
              </a:rPr>
              <a:t>, allowing the component to render messages appropriately for the current user and the selected chat recipient.</a:t>
            </a:r>
          </a:p>
        </p:txBody>
      </p:sp>
      <p:pic>
        <p:nvPicPr>
          <p:cNvPr id="15" name="Picture 14">
            <a:extLst>
              <a:ext uri="{FF2B5EF4-FFF2-40B4-BE49-F238E27FC236}">
                <a16:creationId xmlns:a16="http://schemas.microsoft.com/office/drawing/2014/main" id="{C1DDD251-3520-608C-D3E1-14268993BE19}"/>
              </a:ext>
            </a:extLst>
          </p:cNvPr>
          <p:cNvPicPr>
            <a:picLocks noChangeAspect="1"/>
          </p:cNvPicPr>
          <p:nvPr/>
        </p:nvPicPr>
        <p:blipFill>
          <a:blip r:embed="rId10"/>
          <a:stretch>
            <a:fillRect/>
          </a:stretch>
        </p:blipFill>
        <p:spPr>
          <a:xfrm>
            <a:off x="7774421" y="2972639"/>
            <a:ext cx="3983518" cy="2750525"/>
          </a:xfrm>
          <a:prstGeom prst="rect">
            <a:avLst/>
          </a:prstGeom>
          <a:effectLst>
            <a:glow rad="63500">
              <a:schemeClr val="accent4">
                <a:satMod val="175000"/>
                <a:alpha val="40000"/>
              </a:schemeClr>
            </a:glow>
          </a:effectLst>
        </p:spPr>
      </p:pic>
      <mc:AlternateContent xmlns:mc="http://schemas.openxmlformats.org/markup-compatibility/2006" xmlns:p14="http://schemas.microsoft.com/office/powerpoint/2010/main">
        <mc:Choice Requires="p14">
          <p:contentPart p14:bwMode="auto" r:id="rId11">
            <p14:nvContentPartPr>
              <p14:cNvPr id="3" name="Ink 2">
                <a:extLst>
                  <a:ext uri="{FF2B5EF4-FFF2-40B4-BE49-F238E27FC236}">
                    <a16:creationId xmlns:a16="http://schemas.microsoft.com/office/drawing/2014/main" id="{096636FF-E33F-4452-C844-32290BB6CAF7}"/>
                  </a:ext>
                </a:extLst>
              </p14:cNvPr>
              <p14:cNvContentPartPr/>
              <p14:nvPr/>
            </p14:nvContentPartPr>
            <p14:xfrm>
              <a:off x="5973629" y="1669518"/>
              <a:ext cx="14760" cy="11520"/>
            </p14:xfrm>
          </p:contentPart>
        </mc:Choice>
        <mc:Fallback xmlns="">
          <p:pic>
            <p:nvPicPr>
              <p:cNvPr id="3" name="Ink 2">
                <a:extLst>
                  <a:ext uri="{FF2B5EF4-FFF2-40B4-BE49-F238E27FC236}">
                    <a16:creationId xmlns:a16="http://schemas.microsoft.com/office/drawing/2014/main" id="{096636FF-E33F-4452-C844-32290BB6CAF7}"/>
                  </a:ext>
                </a:extLst>
              </p:cNvPr>
              <p:cNvPicPr/>
              <p:nvPr/>
            </p:nvPicPr>
            <p:blipFill>
              <a:blip r:embed="rId12"/>
              <a:stretch>
                <a:fillRect/>
              </a:stretch>
            </p:blipFill>
            <p:spPr>
              <a:xfrm>
                <a:off x="5955989" y="1651878"/>
                <a:ext cx="50400" cy="47160"/>
              </a:xfrm>
              <a:prstGeom prst="rect">
                <a:avLst/>
              </a:prstGeom>
            </p:spPr>
          </p:pic>
        </mc:Fallback>
      </mc:AlternateContent>
      <p:grpSp>
        <p:nvGrpSpPr>
          <p:cNvPr id="28" name="Group 27">
            <a:extLst>
              <a:ext uri="{FF2B5EF4-FFF2-40B4-BE49-F238E27FC236}">
                <a16:creationId xmlns:a16="http://schemas.microsoft.com/office/drawing/2014/main" id="{81D8944F-6A47-46CD-DEF5-267B12E3BC11}"/>
              </a:ext>
            </a:extLst>
          </p:cNvPr>
          <p:cNvGrpSpPr/>
          <p:nvPr/>
        </p:nvGrpSpPr>
        <p:grpSpPr>
          <a:xfrm>
            <a:off x="666869" y="1398438"/>
            <a:ext cx="11319480" cy="4952520"/>
            <a:chOff x="666869" y="1398438"/>
            <a:chExt cx="11319480" cy="4952520"/>
          </a:xfrm>
        </p:grpSpPr>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9BCDBD77-74C4-C87E-2742-05E19BA203B5}"/>
                    </a:ext>
                  </a:extLst>
                </p14:cNvPr>
                <p14:cNvContentPartPr/>
                <p14:nvPr/>
              </p14:nvContentPartPr>
              <p14:xfrm>
                <a:off x="666869" y="2144718"/>
                <a:ext cx="1733400" cy="612360"/>
              </p14:xfrm>
            </p:contentPart>
          </mc:Choice>
          <mc:Fallback xmlns="">
            <p:pic>
              <p:nvPicPr>
                <p:cNvPr id="10" name="Ink 9">
                  <a:extLst>
                    <a:ext uri="{FF2B5EF4-FFF2-40B4-BE49-F238E27FC236}">
                      <a16:creationId xmlns:a16="http://schemas.microsoft.com/office/drawing/2014/main" id="{9BCDBD77-74C4-C87E-2742-05E19BA203B5}"/>
                    </a:ext>
                  </a:extLst>
                </p:cNvPr>
                <p:cNvPicPr/>
                <p:nvPr/>
              </p:nvPicPr>
              <p:blipFill>
                <a:blip r:embed="rId14"/>
                <a:stretch>
                  <a:fillRect/>
                </a:stretch>
              </p:blipFill>
              <p:spPr>
                <a:xfrm>
                  <a:off x="648869" y="2127078"/>
                  <a:ext cx="1769040" cy="64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77C64C71-5B93-7C45-7B6A-7BA58635B898}"/>
                    </a:ext>
                  </a:extLst>
                </p14:cNvPr>
                <p14:cNvContentPartPr/>
                <p14:nvPr/>
              </p14:nvContentPartPr>
              <p14:xfrm>
                <a:off x="5313749" y="1398438"/>
                <a:ext cx="1440720" cy="789480"/>
              </p14:xfrm>
            </p:contentPart>
          </mc:Choice>
          <mc:Fallback xmlns="">
            <p:pic>
              <p:nvPicPr>
                <p:cNvPr id="12" name="Ink 11">
                  <a:extLst>
                    <a:ext uri="{FF2B5EF4-FFF2-40B4-BE49-F238E27FC236}">
                      <a16:creationId xmlns:a16="http://schemas.microsoft.com/office/drawing/2014/main" id="{77C64C71-5B93-7C45-7B6A-7BA58635B898}"/>
                    </a:ext>
                  </a:extLst>
                </p:cNvPr>
                <p:cNvPicPr/>
                <p:nvPr/>
              </p:nvPicPr>
              <p:blipFill>
                <a:blip r:embed="rId16"/>
                <a:stretch>
                  <a:fillRect/>
                </a:stretch>
              </p:blipFill>
              <p:spPr>
                <a:xfrm>
                  <a:off x="5296109" y="1380438"/>
                  <a:ext cx="1476360" cy="8251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86159C49-53D7-4BD4-15A0-141961C16409}"/>
                    </a:ext>
                  </a:extLst>
                </p14:cNvPr>
                <p14:cNvContentPartPr/>
                <p14:nvPr/>
              </p14:nvContentPartPr>
              <p14:xfrm>
                <a:off x="4094789" y="1722078"/>
                <a:ext cx="2815560" cy="884880"/>
              </p14:xfrm>
            </p:contentPart>
          </mc:Choice>
          <mc:Fallback xmlns="">
            <p:pic>
              <p:nvPicPr>
                <p:cNvPr id="13" name="Ink 12">
                  <a:extLst>
                    <a:ext uri="{FF2B5EF4-FFF2-40B4-BE49-F238E27FC236}">
                      <a16:creationId xmlns:a16="http://schemas.microsoft.com/office/drawing/2014/main" id="{86159C49-53D7-4BD4-15A0-141961C16409}"/>
                    </a:ext>
                  </a:extLst>
                </p:cNvPr>
                <p:cNvPicPr/>
                <p:nvPr/>
              </p:nvPicPr>
              <p:blipFill>
                <a:blip r:embed="rId18"/>
                <a:stretch>
                  <a:fillRect/>
                </a:stretch>
              </p:blipFill>
              <p:spPr>
                <a:xfrm>
                  <a:off x="4077149" y="1704438"/>
                  <a:ext cx="2851200" cy="9205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71E2E82C-B1F9-5077-6A91-6614BB453187}"/>
                    </a:ext>
                  </a:extLst>
                </p14:cNvPr>
                <p14:cNvContentPartPr/>
                <p14:nvPr/>
              </p14:nvContentPartPr>
              <p14:xfrm>
                <a:off x="3056189" y="4841118"/>
                <a:ext cx="1602000" cy="388800"/>
              </p14:xfrm>
            </p:contentPart>
          </mc:Choice>
          <mc:Fallback xmlns="">
            <p:pic>
              <p:nvPicPr>
                <p:cNvPr id="18" name="Ink 17">
                  <a:extLst>
                    <a:ext uri="{FF2B5EF4-FFF2-40B4-BE49-F238E27FC236}">
                      <a16:creationId xmlns:a16="http://schemas.microsoft.com/office/drawing/2014/main" id="{71E2E82C-B1F9-5077-6A91-6614BB453187}"/>
                    </a:ext>
                  </a:extLst>
                </p:cNvPr>
                <p:cNvPicPr/>
                <p:nvPr/>
              </p:nvPicPr>
              <p:blipFill>
                <a:blip r:embed="rId20"/>
                <a:stretch>
                  <a:fillRect/>
                </a:stretch>
              </p:blipFill>
              <p:spPr>
                <a:xfrm>
                  <a:off x="3038549" y="4823478"/>
                  <a:ext cx="163764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5A32E6A2-D17B-6E7A-45A6-322AD6F8AB46}"/>
                    </a:ext>
                  </a:extLst>
                </p14:cNvPr>
                <p14:cNvContentPartPr/>
                <p14:nvPr/>
              </p14:nvContentPartPr>
              <p14:xfrm>
                <a:off x="2440949" y="5327838"/>
                <a:ext cx="2124000" cy="108360"/>
              </p14:xfrm>
            </p:contentPart>
          </mc:Choice>
          <mc:Fallback xmlns="">
            <p:pic>
              <p:nvPicPr>
                <p:cNvPr id="19" name="Ink 18">
                  <a:extLst>
                    <a:ext uri="{FF2B5EF4-FFF2-40B4-BE49-F238E27FC236}">
                      <a16:creationId xmlns:a16="http://schemas.microsoft.com/office/drawing/2014/main" id="{5A32E6A2-D17B-6E7A-45A6-322AD6F8AB46}"/>
                    </a:ext>
                  </a:extLst>
                </p:cNvPr>
                <p:cNvPicPr/>
                <p:nvPr/>
              </p:nvPicPr>
              <p:blipFill>
                <a:blip r:embed="rId22"/>
                <a:stretch>
                  <a:fillRect/>
                </a:stretch>
              </p:blipFill>
              <p:spPr>
                <a:xfrm>
                  <a:off x="2423309" y="5309838"/>
                  <a:ext cx="215964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EBD26398-F553-912E-95DD-1CAD473DFC0C}"/>
                    </a:ext>
                  </a:extLst>
                </p14:cNvPr>
                <p14:cNvContentPartPr/>
                <p14:nvPr/>
              </p14:nvContentPartPr>
              <p14:xfrm>
                <a:off x="1882949" y="5740758"/>
                <a:ext cx="1338840" cy="121320"/>
              </p14:xfrm>
            </p:contentPart>
          </mc:Choice>
          <mc:Fallback xmlns="">
            <p:pic>
              <p:nvPicPr>
                <p:cNvPr id="20" name="Ink 19">
                  <a:extLst>
                    <a:ext uri="{FF2B5EF4-FFF2-40B4-BE49-F238E27FC236}">
                      <a16:creationId xmlns:a16="http://schemas.microsoft.com/office/drawing/2014/main" id="{EBD26398-F553-912E-95DD-1CAD473DFC0C}"/>
                    </a:ext>
                  </a:extLst>
                </p:cNvPr>
                <p:cNvPicPr/>
                <p:nvPr/>
              </p:nvPicPr>
              <p:blipFill>
                <a:blip r:embed="rId24"/>
                <a:stretch>
                  <a:fillRect/>
                </a:stretch>
              </p:blipFill>
              <p:spPr>
                <a:xfrm>
                  <a:off x="1865309" y="5722758"/>
                  <a:ext cx="137448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E755A5B9-6A4C-411F-DC26-1C344C0E122F}"/>
                    </a:ext>
                  </a:extLst>
                </p14:cNvPr>
                <p14:cNvContentPartPr/>
                <p14:nvPr/>
              </p14:nvContentPartPr>
              <p14:xfrm>
                <a:off x="7781909" y="2977758"/>
                <a:ext cx="1800" cy="6120"/>
              </p14:xfrm>
            </p:contentPart>
          </mc:Choice>
          <mc:Fallback xmlns="">
            <p:pic>
              <p:nvPicPr>
                <p:cNvPr id="22" name="Ink 21">
                  <a:extLst>
                    <a:ext uri="{FF2B5EF4-FFF2-40B4-BE49-F238E27FC236}">
                      <a16:creationId xmlns:a16="http://schemas.microsoft.com/office/drawing/2014/main" id="{E755A5B9-6A4C-411F-DC26-1C344C0E122F}"/>
                    </a:ext>
                  </a:extLst>
                </p:cNvPr>
                <p:cNvPicPr/>
                <p:nvPr/>
              </p:nvPicPr>
              <p:blipFill>
                <a:blip r:embed="rId26"/>
                <a:stretch>
                  <a:fillRect/>
                </a:stretch>
              </p:blipFill>
              <p:spPr>
                <a:xfrm>
                  <a:off x="7763909" y="2959758"/>
                  <a:ext cx="374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8780B009-E31C-1B1E-9686-10C7F1268B46}"/>
                    </a:ext>
                  </a:extLst>
                </p14:cNvPr>
                <p14:cNvContentPartPr/>
                <p14:nvPr/>
              </p14:nvContentPartPr>
              <p14:xfrm>
                <a:off x="7793429" y="2952198"/>
                <a:ext cx="11160" cy="2880"/>
              </p14:xfrm>
            </p:contentPart>
          </mc:Choice>
          <mc:Fallback xmlns="">
            <p:pic>
              <p:nvPicPr>
                <p:cNvPr id="23" name="Ink 22">
                  <a:extLst>
                    <a:ext uri="{FF2B5EF4-FFF2-40B4-BE49-F238E27FC236}">
                      <a16:creationId xmlns:a16="http://schemas.microsoft.com/office/drawing/2014/main" id="{8780B009-E31C-1B1E-9686-10C7F1268B46}"/>
                    </a:ext>
                  </a:extLst>
                </p:cNvPr>
                <p:cNvPicPr/>
                <p:nvPr/>
              </p:nvPicPr>
              <p:blipFill>
                <a:blip r:embed="rId28"/>
                <a:stretch>
                  <a:fillRect/>
                </a:stretch>
              </p:blipFill>
              <p:spPr>
                <a:xfrm>
                  <a:off x="7775429" y="2934558"/>
                  <a:ext cx="468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6" name="Ink 25">
                  <a:extLst>
                    <a:ext uri="{FF2B5EF4-FFF2-40B4-BE49-F238E27FC236}">
                      <a16:creationId xmlns:a16="http://schemas.microsoft.com/office/drawing/2014/main" id="{2EB0A46F-B58C-A171-1849-83369190B313}"/>
                    </a:ext>
                  </a:extLst>
                </p14:cNvPr>
                <p14:cNvContentPartPr/>
                <p14:nvPr/>
              </p14:nvContentPartPr>
              <p14:xfrm>
                <a:off x="7506509" y="2781198"/>
                <a:ext cx="471240" cy="3569760"/>
              </p14:xfrm>
            </p:contentPart>
          </mc:Choice>
          <mc:Fallback xmlns="">
            <p:pic>
              <p:nvPicPr>
                <p:cNvPr id="26" name="Ink 25">
                  <a:extLst>
                    <a:ext uri="{FF2B5EF4-FFF2-40B4-BE49-F238E27FC236}">
                      <a16:creationId xmlns:a16="http://schemas.microsoft.com/office/drawing/2014/main" id="{2EB0A46F-B58C-A171-1849-83369190B313}"/>
                    </a:ext>
                  </a:extLst>
                </p:cNvPr>
                <p:cNvPicPr/>
                <p:nvPr/>
              </p:nvPicPr>
              <p:blipFill>
                <a:blip r:embed="rId30"/>
                <a:stretch>
                  <a:fillRect/>
                </a:stretch>
              </p:blipFill>
              <p:spPr>
                <a:xfrm>
                  <a:off x="7488509" y="2763198"/>
                  <a:ext cx="506880" cy="36054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7" name="Ink 26">
                  <a:extLst>
                    <a:ext uri="{FF2B5EF4-FFF2-40B4-BE49-F238E27FC236}">
                      <a16:creationId xmlns:a16="http://schemas.microsoft.com/office/drawing/2014/main" id="{C12B5DAA-A241-8E44-C85A-9742460DFB05}"/>
                    </a:ext>
                  </a:extLst>
                </p14:cNvPr>
                <p14:cNvContentPartPr/>
                <p14:nvPr/>
              </p14:nvContentPartPr>
              <p14:xfrm>
                <a:off x="7370789" y="2824038"/>
                <a:ext cx="4615560" cy="3201120"/>
              </p14:xfrm>
            </p:contentPart>
          </mc:Choice>
          <mc:Fallback xmlns="">
            <p:pic>
              <p:nvPicPr>
                <p:cNvPr id="27" name="Ink 26">
                  <a:extLst>
                    <a:ext uri="{FF2B5EF4-FFF2-40B4-BE49-F238E27FC236}">
                      <a16:creationId xmlns:a16="http://schemas.microsoft.com/office/drawing/2014/main" id="{C12B5DAA-A241-8E44-C85A-9742460DFB05}"/>
                    </a:ext>
                  </a:extLst>
                </p:cNvPr>
                <p:cNvPicPr/>
                <p:nvPr/>
              </p:nvPicPr>
              <p:blipFill>
                <a:blip r:embed="rId32"/>
                <a:stretch>
                  <a:fillRect/>
                </a:stretch>
              </p:blipFill>
              <p:spPr>
                <a:xfrm>
                  <a:off x="7353149" y="2806398"/>
                  <a:ext cx="4651200" cy="3236760"/>
                </a:xfrm>
                <a:prstGeom prst="rect">
                  <a:avLst/>
                </a:prstGeom>
              </p:spPr>
            </p:pic>
          </mc:Fallback>
        </mc:AlternateContent>
      </p:grpSp>
    </p:spTree>
    <p:extLst>
      <p:ext uri="{BB962C8B-B14F-4D97-AF65-F5344CB8AC3E}">
        <p14:creationId xmlns:p14="http://schemas.microsoft.com/office/powerpoint/2010/main" val="186849939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9414-DA95-222F-74AE-0B8967C7D9EA}"/>
              </a:ext>
            </a:extLst>
          </p:cNvPr>
          <p:cNvSpPr>
            <a:spLocks noGrp="1"/>
          </p:cNvSpPr>
          <p:nvPr>
            <p:ph type="title"/>
          </p:nvPr>
        </p:nvSpPr>
        <p:spPr>
          <a:xfrm>
            <a:off x="212272" y="143577"/>
            <a:ext cx="10515600" cy="818459"/>
          </a:xfrm>
        </p:spPr>
        <p:txBody>
          <a:bodyPr/>
          <a:lstStyle/>
          <a:p>
            <a:r>
              <a:rPr lang="en-US" dirty="0" err="1"/>
              <a:t>useGetAllMessage.jsx</a:t>
            </a:r>
            <a:r>
              <a:rPr lang="en-US" dirty="0"/>
              <a:t> --inside the hook folder</a:t>
            </a:r>
          </a:p>
        </p:txBody>
      </p:sp>
      <p:pic>
        <p:nvPicPr>
          <p:cNvPr id="5" name="Content Placeholder 4">
            <a:extLst>
              <a:ext uri="{FF2B5EF4-FFF2-40B4-BE49-F238E27FC236}">
                <a16:creationId xmlns:a16="http://schemas.microsoft.com/office/drawing/2014/main" id="{C5D91052-C165-8F01-1A33-7FD7F634799E}"/>
              </a:ext>
            </a:extLst>
          </p:cNvPr>
          <p:cNvPicPr>
            <a:picLocks noGrp="1" noChangeAspect="1"/>
          </p:cNvPicPr>
          <p:nvPr>
            <p:ph idx="1"/>
          </p:nvPr>
        </p:nvPicPr>
        <p:blipFill>
          <a:blip r:embed="rId2"/>
          <a:stretch>
            <a:fillRect/>
          </a:stretch>
        </p:blipFill>
        <p:spPr>
          <a:xfrm>
            <a:off x="57150" y="864064"/>
            <a:ext cx="7805057" cy="5331323"/>
          </a:xfrm>
          <a:prstGeom prst="rect">
            <a:avLst/>
          </a:prstGeom>
        </p:spPr>
      </p:pic>
      <p:sp>
        <p:nvSpPr>
          <p:cNvPr id="4" name="TextBox 3">
            <a:extLst>
              <a:ext uri="{FF2B5EF4-FFF2-40B4-BE49-F238E27FC236}">
                <a16:creationId xmlns:a16="http://schemas.microsoft.com/office/drawing/2014/main" id="{6CB96305-FC6C-62D3-854A-149595FADBD3}"/>
              </a:ext>
            </a:extLst>
          </p:cNvPr>
          <p:cNvSpPr txBox="1"/>
          <p:nvPr/>
        </p:nvSpPr>
        <p:spPr>
          <a:xfrm>
            <a:off x="7899627" y="1083146"/>
            <a:ext cx="4292373" cy="4708981"/>
          </a:xfrm>
          <a:prstGeom prst="rect">
            <a:avLst/>
          </a:prstGeom>
          <a:noFill/>
        </p:spPr>
        <p:txBody>
          <a:bodyPr wrap="square">
            <a:spAutoFit/>
          </a:bodyPr>
          <a:lstStyle/>
          <a:p>
            <a:r>
              <a:rPr lang="en-US" sz="2000" dirty="0">
                <a:highlight>
                  <a:srgbClr val="00FF00"/>
                </a:highlight>
              </a:rPr>
              <a:t>This custom hook, </a:t>
            </a:r>
            <a:r>
              <a:rPr lang="en-US" sz="2000" dirty="0" err="1">
                <a:highlight>
                  <a:srgbClr val="00FF00"/>
                </a:highlight>
                <a:latin typeface="Courier New" panose="02070309020205020404" pitchFamily="49" charset="0"/>
              </a:rPr>
              <a:t>useGetAllMessage</a:t>
            </a:r>
            <a:r>
              <a:rPr lang="en-US" sz="2000" dirty="0">
                <a:highlight>
                  <a:srgbClr val="00FF00"/>
                </a:highlight>
              </a:rPr>
              <a:t>, </a:t>
            </a:r>
            <a:r>
              <a:rPr lang="en-US" sz="2000" b="1" dirty="0">
                <a:highlight>
                  <a:srgbClr val="00FF00"/>
                </a:highlight>
              </a:rPr>
              <a:t>fetches all chat messages</a:t>
            </a:r>
            <a:r>
              <a:rPr lang="en-US" sz="2000" dirty="0">
                <a:highlight>
                  <a:srgbClr val="00FF00"/>
                </a:highlight>
              </a:rPr>
              <a:t> for the currently selected user. It uses </a:t>
            </a:r>
            <a:r>
              <a:rPr lang="en-US" sz="2000" dirty="0" err="1">
                <a:highlight>
                  <a:srgbClr val="00FF00"/>
                </a:highlight>
                <a:latin typeface="Courier New" panose="02070309020205020404" pitchFamily="49" charset="0"/>
              </a:rPr>
              <a:t>useEffect</a:t>
            </a:r>
            <a:r>
              <a:rPr lang="en-US" sz="2000" dirty="0">
                <a:highlight>
                  <a:srgbClr val="00FF00"/>
                </a:highlight>
              </a:rPr>
              <a:t> to run whenever </a:t>
            </a:r>
            <a:r>
              <a:rPr lang="en-US" sz="2000" dirty="0" err="1">
                <a:highlight>
                  <a:srgbClr val="00FF00"/>
                </a:highlight>
                <a:latin typeface="Courier New" panose="02070309020205020404" pitchFamily="49" charset="0"/>
              </a:rPr>
              <a:t>selectedUser</a:t>
            </a:r>
            <a:r>
              <a:rPr lang="en-US" sz="2000" dirty="0">
                <a:highlight>
                  <a:srgbClr val="00FF00"/>
                </a:highlight>
              </a:rPr>
              <a:t> changes. Inside, it makes a GET request to the backend API to retrieve messages with Axios. If successful, it </a:t>
            </a:r>
            <a:r>
              <a:rPr lang="en-US" sz="2000" b="1" dirty="0">
                <a:highlight>
                  <a:srgbClr val="00FF00"/>
                </a:highlight>
              </a:rPr>
              <a:t>dispatches </a:t>
            </a:r>
            <a:r>
              <a:rPr lang="en-US" sz="2000" b="1" dirty="0" err="1">
                <a:highlight>
                  <a:srgbClr val="00FF00"/>
                </a:highlight>
                <a:latin typeface="Courier New" panose="02070309020205020404" pitchFamily="49" charset="0"/>
              </a:rPr>
              <a:t>setMessages</a:t>
            </a:r>
            <a:r>
              <a:rPr lang="en-US" sz="2000" dirty="0">
                <a:highlight>
                  <a:srgbClr val="00FF00"/>
                </a:highlight>
              </a:rPr>
              <a:t> to update the Redux store with the fetched messages. This hook centralizes the logic for retrieving chat history so that any component using it will automatically have the latest messages for the selected user.</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3859A90-7BEE-77CC-56B8-0510DE72ECB5}"/>
                  </a:ext>
                </a:extLst>
              </p14:cNvPr>
              <p14:cNvContentPartPr/>
              <p14:nvPr/>
            </p14:nvContentPartPr>
            <p14:xfrm>
              <a:off x="10444829" y="1664194"/>
              <a:ext cx="1257120" cy="78480"/>
            </p14:xfrm>
          </p:contentPart>
        </mc:Choice>
        <mc:Fallback xmlns="">
          <p:pic>
            <p:nvPicPr>
              <p:cNvPr id="3" name="Ink 2">
                <a:extLst>
                  <a:ext uri="{FF2B5EF4-FFF2-40B4-BE49-F238E27FC236}">
                    <a16:creationId xmlns:a16="http://schemas.microsoft.com/office/drawing/2014/main" id="{73859A90-7BEE-77CC-56B8-0510DE72ECB5}"/>
                  </a:ext>
                </a:extLst>
              </p:cNvPr>
              <p:cNvPicPr/>
              <p:nvPr/>
            </p:nvPicPr>
            <p:blipFill>
              <a:blip r:embed="rId4"/>
              <a:stretch>
                <a:fillRect/>
              </a:stretch>
            </p:blipFill>
            <p:spPr>
              <a:xfrm>
                <a:off x="10390829" y="1556554"/>
                <a:ext cx="136476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85383195-002F-DE49-CB7D-9C6AED3A109C}"/>
                  </a:ext>
                </a:extLst>
              </p14:cNvPr>
              <p14:cNvContentPartPr/>
              <p14:nvPr/>
            </p14:nvContentPartPr>
            <p14:xfrm>
              <a:off x="10025429" y="1659514"/>
              <a:ext cx="1059480" cy="129240"/>
            </p14:xfrm>
          </p:contentPart>
        </mc:Choice>
        <mc:Fallback xmlns="">
          <p:pic>
            <p:nvPicPr>
              <p:cNvPr id="7" name="Ink 6">
                <a:extLst>
                  <a:ext uri="{FF2B5EF4-FFF2-40B4-BE49-F238E27FC236}">
                    <a16:creationId xmlns:a16="http://schemas.microsoft.com/office/drawing/2014/main" id="{85383195-002F-DE49-CB7D-9C6AED3A109C}"/>
                  </a:ext>
                </a:extLst>
              </p:cNvPr>
              <p:cNvPicPr/>
              <p:nvPr/>
            </p:nvPicPr>
            <p:blipFill>
              <a:blip r:embed="rId6"/>
              <a:stretch>
                <a:fillRect/>
              </a:stretch>
            </p:blipFill>
            <p:spPr>
              <a:xfrm>
                <a:off x="9971429" y="1551874"/>
                <a:ext cx="116712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350FAAB5-F95C-7DEC-38C6-87E1035DC1DD}"/>
                  </a:ext>
                </a:extLst>
              </p14:cNvPr>
              <p14:cNvContentPartPr/>
              <p14:nvPr/>
            </p14:nvContentPartPr>
            <p14:xfrm>
              <a:off x="10555709" y="1673194"/>
              <a:ext cx="1100880" cy="27720"/>
            </p14:xfrm>
          </p:contentPart>
        </mc:Choice>
        <mc:Fallback xmlns="">
          <p:pic>
            <p:nvPicPr>
              <p:cNvPr id="8" name="Ink 7">
                <a:extLst>
                  <a:ext uri="{FF2B5EF4-FFF2-40B4-BE49-F238E27FC236}">
                    <a16:creationId xmlns:a16="http://schemas.microsoft.com/office/drawing/2014/main" id="{350FAAB5-F95C-7DEC-38C6-87E1035DC1DD}"/>
                  </a:ext>
                </a:extLst>
              </p:cNvPr>
              <p:cNvPicPr/>
              <p:nvPr/>
            </p:nvPicPr>
            <p:blipFill>
              <a:blip r:embed="rId8"/>
              <a:stretch>
                <a:fillRect/>
              </a:stretch>
            </p:blipFill>
            <p:spPr>
              <a:xfrm>
                <a:off x="10520069" y="1637194"/>
                <a:ext cx="1172520" cy="99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35F27985-A13B-C332-A010-A7E2D294CC9B}"/>
                  </a:ext>
                </a:extLst>
              </p14:cNvPr>
              <p14:cNvContentPartPr/>
              <p14:nvPr/>
            </p14:nvContentPartPr>
            <p14:xfrm>
              <a:off x="7992869" y="2017714"/>
              <a:ext cx="1442520" cy="47520"/>
            </p14:xfrm>
          </p:contentPart>
        </mc:Choice>
        <mc:Fallback xmlns="">
          <p:pic>
            <p:nvPicPr>
              <p:cNvPr id="9" name="Ink 8">
                <a:extLst>
                  <a:ext uri="{FF2B5EF4-FFF2-40B4-BE49-F238E27FC236}">
                    <a16:creationId xmlns:a16="http://schemas.microsoft.com/office/drawing/2014/main" id="{35F27985-A13B-C332-A010-A7E2D294CC9B}"/>
                  </a:ext>
                </a:extLst>
              </p:cNvPr>
              <p:cNvPicPr/>
              <p:nvPr/>
            </p:nvPicPr>
            <p:blipFill>
              <a:blip r:embed="rId10"/>
              <a:stretch>
                <a:fillRect/>
              </a:stretch>
            </p:blipFill>
            <p:spPr>
              <a:xfrm>
                <a:off x="7957229" y="1982074"/>
                <a:ext cx="1514160" cy="119160"/>
              </a:xfrm>
              <a:prstGeom prst="rect">
                <a:avLst/>
              </a:prstGeom>
            </p:spPr>
          </p:pic>
        </mc:Fallback>
      </mc:AlternateContent>
      <p:grpSp>
        <p:nvGrpSpPr>
          <p:cNvPr id="12" name="Group 11">
            <a:extLst>
              <a:ext uri="{FF2B5EF4-FFF2-40B4-BE49-F238E27FC236}">
                <a16:creationId xmlns:a16="http://schemas.microsoft.com/office/drawing/2014/main" id="{665424EB-BF26-B510-5128-304A9BBE66EF}"/>
              </a:ext>
            </a:extLst>
          </p:cNvPr>
          <p:cNvGrpSpPr/>
          <p:nvPr/>
        </p:nvGrpSpPr>
        <p:grpSpPr>
          <a:xfrm>
            <a:off x="810972" y="1794806"/>
            <a:ext cx="1915560" cy="118080"/>
            <a:chOff x="810972" y="1794806"/>
            <a:chExt cx="1915560" cy="118080"/>
          </a:xfrm>
        </p:grpSpPr>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222FFD00-E055-147D-BF81-B0492F0F92E9}"/>
                    </a:ext>
                  </a:extLst>
                </p14:cNvPr>
                <p14:cNvContentPartPr/>
                <p14:nvPr/>
              </p14:nvContentPartPr>
              <p14:xfrm>
                <a:off x="810972" y="1828646"/>
                <a:ext cx="815040" cy="84240"/>
              </p14:xfrm>
            </p:contentPart>
          </mc:Choice>
          <mc:Fallback xmlns="">
            <p:pic>
              <p:nvPicPr>
                <p:cNvPr id="10" name="Ink 9">
                  <a:extLst>
                    <a:ext uri="{FF2B5EF4-FFF2-40B4-BE49-F238E27FC236}">
                      <a16:creationId xmlns:a16="http://schemas.microsoft.com/office/drawing/2014/main" id="{222FFD00-E055-147D-BF81-B0492F0F92E9}"/>
                    </a:ext>
                  </a:extLst>
                </p:cNvPr>
                <p:cNvPicPr/>
                <p:nvPr/>
              </p:nvPicPr>
              <p:blipFill>
                <a:blip r:embed="rId12"/>
                <a:stretch>
                  <a:fillRect/>
                </a:stretch>
              </p:blipFill>
              <p:spPr>
                <a:xfrm>
                  <a:off x="793332" y="1811006"/>
                  <a:ext cx="8506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1" name="Ink 10">
                  <a:extLst>
                    <a:ext uri="{FF2B5EF4-FFF2-40B4-BE49-F238E27FC236}">
                      <a16:creationId xmlns:a16="http://schemas.microsoft.com/office/drawing/2014/main" id="{F8C7B3E2-3AFE-34AB-40FA-44E4209AA8F8}"/>
                    </a:ext>
                  </a:extLst>
                </p14:cNvPr>
                <p14:cNvContentPartPr/>
                <p14:nvPr/>
              </p14:nvContentPartPr>
              <p14:xfrm>
                <a:off x="1971612" y="1794806"/>
                <a:ext cx="754920" cy="106560"/>
              </p14:xfrm>
            </p:contentPart>
          </mc:Choice>
          <mc:Fallback xmlns="">
            <p:pic>
              <p:nvPicPr>
                <p:cNvPr id="11" name="Ink 10">
                  <a:extLst>
                    <a:ext uri="{FF2B5EF4-FFF2-40B4-BE49-F238E27FC236}">
                      <a16:creationId xmlns:a16="http://schemas.microsoft.com/office/drawing/2014/main" id="{F8C7B3E2-3AFE-34AB-40FA-44E4209AA8F8}"/>
                    </a:ext>
                  </a:extLst>
                </p:cNvPr>
                <p:cNvPicPr/>
                <p:nvPr/>
              </p:nvPicPr>
              <p:blipFill>
                <a:blip r:embed="rId14"/>
                <a:stretch>
                  <a:fillRect/>
                </a:stretch>
              </p:blipFill>
              <p:spPr>
                <a:xfrm>
                  <a:off x="1953612" y="1777166"/>
                  <a:ext cx="790560" cy="142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2BA9F545-C5C8-955F-6592-9101D03C6565}"/>
                  </a:ext>
                </a:extLst>
              </p14:cNvPr>
              <p14:cNvContentPartPr/>
              <p14:nvPr/>
            </p14:nvContentPartPr>
            <p14:xfrm>
              <a:off x="3285972" y="2844206"/>
              <a:ext cx="1576080" cy="135360"/>
            </p14:xfrm>
          </p:contentPart>
        </mc:Choice>
        <mc:Fallback xmlns="">
          <p:pic>
            <p:nvPicPr>
              <p:cNvPr id="14" name="Ink 13">
                <a:extLst>
                  <a:ext uri="{FF2B5EF4-FFF2-40B4-BE49-F238E27FC236}">
                    <a16:creationId xmlns:a16="http://schemas.microsoft.com/office/drawing/2014/main" id="{2BA9F545-C5C8-955F-6592-9101D03C6565}"/>
                  </a:ext>
                </a:extLst>
              </p:cNvPr>
              <p:cNvPicPr/>
              <p:nvPr/>
            </p:nvPicPr>
            <p:blipFill>
              <a:blip r:embed="rId16"/>
              <a:stretch>
                <a:fillRect/>
              </a:stretch>
            </p:blipFill>
            <p:spPr>
              <a:xfrm>
                <a:off x="3267972" y="2826566"/>
                <a:ext cx="1611720" cy="171000"/>
              </a:xfrm>
              <a:prstGeom prst="rect">
                <a:avLst/>
              </a:prstGeom>
            </p:spPr>
          </p:pic>
        </mc:Fallback>
      </mc:AlternateContent>
    </p:spTree>
    <p:extLst>
      <p:ext uri="{BB962C8B-B14F-4D97-AF65-F5344CB8AC3E}">
        <p14:creationId xmlns:p14="http://schemas.microsoft.com/office/powerpoint/2010/main" val="239667204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A243A-1B55-0666-E452-BCDEFE301C0A}"/>
              </a:ext>
            </a:extLst>
          </p:cNvPr>
          <p:cNvSpPr>
            <a:spLocks noGrp="1"/>
          </p:cNvSpPr>
          <p:nvPr>
            <p:ph type="title"/>
          </p:nvPr>
        </p:nvSpPr>
        <p:spPr>
          <a:xfrm>
            <a:off x="204107" y="78511"/>
            <a:ext cx="10515600" cy="753893"/>
          </a:xfrm>
        </p:spPr>
        <p:txBody>
          <a:bodyPr/>
          <a:lstStyle/>
          <a:p>
            <a:r>
              <a:rPr lang="en-US" dirty="0" err="1"/>
              <a:t>useGetRTM.jsx</a:t>
            </a:r>
            <a:r>
              <a:rPr lang="en-US" dirty="0"/>
              <a:t>  --- inside hook folder</a:t>
            </a:r>
          </a:p>
        </p:txBody>
      </p:sp>
      <p:pic>
        <p:nvPicPr>
          <p:cNvPr id="5" name="Picture 4">
            <a:extLst>
              <a:ext uri="{FF2B5EF4-FFF2-40B4-BE49-F238E27FC236}">
                <a16:creationId xmlns:a16="http://schemas.microsoft.com/office/drawing/2014/main" id="{4575CF73-CB23-C891-348F-BA2BECBF8851}"/>
              </a:ext>
            </a:extLst>
          </p:cNvPr>
          <p:cNvPicPr>
            <a:picLocks noChangeAspect="1"/>
          </p:cNvPicPr>
          <p:nvPr/>
        </p:nvPicPr>
        <p:blipFill>
          <a:blip r:embed="rId2"/>
          <a:srcRect b="66163"/>
          <a:stretch>
            <a:fillRect/>
          </a:stretch>
        </p:blipFill>
        <p:spPr>
          <a:xfrm>
            <a:off x="178148" y="964067"/>
            <a:ext cx="5283759" cy="1607683"/>
          </a:xfrm>
          <a:prstGeom prst="rect">
            <a:avLst/>
          </a:prstGeom>
        </p:spPr>
      </p:pic>
      <p:sp>
        <p:nvSpPr>
          <p:cNvPr id="6" name="TextBox 5">
            <a:extLst>
              <a:ext uri="{FF2B5EF4-FFF2-40B4-BE49-F238E27FC236}">
                <a16:creationId xmlns:a16="http://schemas.microsoft.com/office/drawing/2014/main" id="{53437A3F-C30A-D342-9A52-E9020FB709C9}"/>
              </a:ext>
            </a:extLst>
          </p:cNvPr>
          <p:cNvSpPr txBox="1"/>
          <p:nvPr/>
        </p:nvSpPr>
        <p:spPr>
          <a:xfrm>
            <a:off x="5702755" y="2740788"/>
            <a:ext cx="6489245" cy="3477875"/>
          </a:xfrm>
          <a:prstGeom prst="rect">
            <a:avLst/>
          </a:prstGeom>
          <a:noFill/>
        </p:spPr>
        <p:txBody>
          <a:bodyPr wrap="square">
            <a:spAutoFit/>
          </a:bodyPr>
          <a:lstStyle/>
          <a:p>
            <a:pPr>
              <a:buNone/>
            </a:pPr>
            <a:r>
              <a:rPr lang="en-US" sz="2000" b="1" dirty="0">
                <a:highlight>
                  <a:srgbClr val="00FF00"/>
                </a:highlight>
              </a:rPr>
              <a:t>Inside the effect:</a:t>
            </a:r>
            <a:endParaRPr lang="en-US" sz="2000" dirty="0">
              <a:highlight>
                <a:srgbClr val="00FF00"/>
              </a:highlight>
            </a:endParaRPr>
          </a:p>
          <a:p>
            <a:pPr>
              <a:buFont typeface="+mj-lt"/>
              <a:buAutoNum type="arabicPeriod"/>
            </a:pPr>
            <a:r>
              <a:rPr lang="en-US" sz="2000" dirty="0" err="1">
                <a:highlight>
                  <a:srgbClr val="00FF00"/>
                </a:highlight>
                <a:latin typeface="Courier New" panose="02070309020205020404" pitchFamily="49" charset="0"/>
              </a:rPr>
              <a:t>handleNewMessage</a:t>
            </a:r>
            <a:r>
              <a:rPr lang="en-US" sz="2000" dirty="0">
                <a:highlight>
                  <a:srgbClr val="00FF00"/>
                </a:highlight>
              </a:rPr>
              <a:t> is a callback that adds the </a:t>
            </a:r>
            <a:r>
              <a:rPr lang="en-US" sz="2000" b="1" dirty="0">
                <a:highlight>
                  <a:srgbClr val="00FF00"/>
                </a:highlight>
              </a:rPr>
              <a:t>new message</a:t>
            </a:r>
            <a:r>
              <a:rPr lang="en-US" sz="2000" dirty="0">
                <a:highlight>
                  <a:srgbClr val="00FF00"/>
                </a:highlight>
              </a:rPr>
              <a:t> received via the socket to the existing </a:t>
            </a:r>
            <a:r>
              <a:rPr lang="en-US" sz="2000" dirty="0">
                <a:highlight>
                  <a:srgbClr val="00FF00"/>
                </a:highlight>
                <a:latin typeface="Courier New" panose="02070309020205020404" pitchFamily="49" charset="0"/>
              </a:rPr>
              <a:t>messages</a:t>
            </a:r>
            <a:r>
              <a:rPr lang="en-US" sz="2000" dirty="0">
                <a:highlight>
                  <a:srgbClr val="00FF00"/>
                </a:highlight>
              </a:rPr>
              <a:t> array and dispatches </a:t>
            </a:r>
            <a:r>
              <a:rPr lang="en-US" sz="2000" dirty="0" err="1">
                <a:highlight>
                  <a:srgbClr val="00FF00"/>
                </a:highlight>
                <a:latin typeface="Courier New" panose="02070309020205020404" pitchFamily="49" charset="0"/>
              </a:rPr>
              <a:t>setMessages</a:t>
            </a:r>
            <a:r>
              <a:rPr lang="en-US" sz="2000" dirty="0">
                <a:highlight>
                  <a:srgbClr val="00FF00"/>
                </a:highlight>
              </a:rPr>
              <a:t> to update Redux.</a:t>
            </a:r>
          </a:p>
          <a:p>
            <a:pPr>
              <a:buFont typeface="+mj-lt"/>
              <a:buAutoNum type="arabicPeriod"/>
            </a:pPr>
            <a:r>
              <a:rPr lang="en-US" sz="2000" dirty="0" err="1">
                <a:highlight>
                  <a:srgbClr val="00FF00"/>
                </a:highlight>
                <a:latin typeface="Courier New" panose="02070309020205020404" pitchFamily="49" charset="0"/>
              </a:rPr>
              <a:t>socket.on</a:t>
            </a:r>
            <a:r>
              <a:rPr lang="en-US" sz="2000" dirty="0">
                <a:highlight>
                  <a:srgbClr val="00FF00"/>
                </a:highlight>
                <a:latin typeface="Courier New" panose="02070309020205020404" pitchFamily="49" charset="0"/>
              </a:rPr>
              <a:t>('</a:t>
            </a:r>
            <a:r>
              <a:rPr lang="en-US" sz="2000" dirty="0" err="1">
                <a:highlight>
                  <a:srgbClr val="00FF00"/>
                </a:highlight>
                <a:latin typeface="Courier New" panose="02070309020205020404" pitchFamily="49" charset="0"/>
              </a:rPr>
              <a:t>newMessage</a:t>
            </a:r>
            <a:r>
              <a:rPr lang="en-US" sz="2000" dirty="0">
                <a:highlight>
                  <a:srgbClr val="00FF00"/>
                </a:highlight>
                <a:latin typeface="Courier New" panose="02070309020205020404" pitchFamily="49" charset="0"/>
              </a:rPr>
              <a:t>', </a:t>
            </a:r>
            <a:r>
              <a:rPr lang="en-US" sz="2000" dirty="0" err="1">
                <a:highlight>
                  <a:srgbClr val="00FF00"/>
                </a:highlight>
                <a:latin typeface="Courier New" panose="02070309020205020404" pitchFamily="49" charset="0"/>
              </a:rPr>
              <a:t>handleNewMessage</a:t>
            </a:r>
            <a:r>
              <a:rPr lang="en-US" sz="2000" dirty="0">
                <a:highlight>
                  <a:srgbClr val="00FF00"/>
                </a:highlight>
                <a:latin typeface="Courier New" panose="02070309020205020404" pitchFamily="49" charset="0"/>
              </a:rPr>
              <a:t>)</a:t>
            </a:r>
            <a:r>
              <a:rPr lang="en-US" sz="2000" dirty="0">
                <a:highlight>
                  <a:srgbClr val="00FF00"/>
                </a:highlight>
              </a:rPr>
              <a:t> → listens for </a:t>
            </a:r>
            <a:r>
              <a:rPr lang="en-US" sz="2000" dirty="0">
                <a:highlight>
                  <a:srgbClr val="00FF00"/>
                </a:highlight>
                <a:latin typeface="Courier New" panose="02070309020205020404" pitchFamily="49" charset="0"/>
              </a:rPr>
              <a:t>"</a:t>
            </a:r>
            <a:r>
              <a:rPr lang="en-US" sz="2000" dirty="0" err="1">
                <a:highlight>
                  <a:srgbClr val="00FF00"/>
                </a:highlight>
                <a:latin typeface="Courier New" panose="02070309020205020404" pitchFamily="49" charset="0"/>
              </a:rPr>
              <a:t>newMessage</a:t>
            </a:r>
            <a:r>
              <a:rPr lang="en-US" sz="2000" dirty="0">
                <a:highlight>
                  <a:srgbClr val="00FF00"/>
                </a:highlight>
                <a:latin typeface="Courier New" panose="02070309020205020404" pitchFamily="49" charset="0"/>
              </a:rPr>
              <a:t>"</a:t>
            </a:r>
            <a:r>
              <a:rPr lang="en-US" sz="2000" dirty="0">
                <a:highlight>
                  <a:srgbClr val="00FF00"/>
                </a:highlight>
              </a:rPr>
              <a:t> events from the server.</a:t>
            </a:r>
          </a:p>
          <a:p>
            <a:pPr>
              <a:buFont typeface="+mj-lt"/>
              <a:buAutoNum type="arabicPeriod"/>
            </a:pPr>
            <a:r>
              <a:rPr lang="en-US" sz="2000" dirty="0">
                <a:highlight>
                  <a:srgbClr val="00FF00"/>
                </a:highlight>
              </a:rPr>
              <a:t>The </a:t>
            </a:r>
            <a:r>
              <a:rPr lang="en-US" sz="2000" b="1" dirty="0">
                <a:highlight>
                  <a:srgbClr val="00FF00"/>
                </a:highlight>
              </a:rPr>
              <a:t>cleanup function</a:t>
            </a:r>
            <a:r>
              <a:rPr lang="en-US" sz="2000" dirty="0">
                <a:highlight>
                  <a:srgbClr val="00FF00"/>
                </a:highlight>
              </a:rPr>
              <a:t> </a:t>
            </a:r>
            <a:r>
              <a:rPr lang="en-US" sz="2000" dirty="0" err="1">
                <a:highlight>
                  <a:srgbClr val="00FF00"/>
                </a:highlight>
                <a:latin typeface="Courier New" panose="02070309020205020404" pitchFamily="49" charset="0"/>
              </a:rPr>
              <a:t>socket.off</a:t>
            </a:r>
            <a:r>
              <a:rPr lang="en-US" sz="2000" dirty="0">
                <a:highlight>
                  <a:srgbClr val="00FF00"/>
                </a:highlight>
                <a:latin typeface="Courier New" panose="02070309020205020404" pitchFamily="49" charset="0"/>
              </a:rPr>
              <a:t>('</a:t>
            </a:r>
            <a:r>
              <a:rPr lang="en-US" sz="2000" dirty="0" err="1">
                <a:highlight>
                  <a:srgbClr val="00FF00"/>
                </a:highlight>
                <a:latin typeface="Courier New" panose="02070309020205020404" pitchFamily="49" charset="0"/>
              </a:rPr>
              <a:t>newMessage</a:t>
            </a:r>
            <a:r>
              <a:rPr lang="en-US" sz="2000" dirty="0">
                <a:highlight>
                  <a:srgbClr val="00FF00"/>
                </a:highlight>
                <a:latin typeface="Courier New" panose="02070309020205020404" pitchFamily="49" charset="0"/>
              </a:rPr>
              <a:t>', </a:t>
            </a:r>
            <a:r>
              <a:rPr lang="en-US" sz="2000" dirty="0" err="1">
                <a:highlight>
                  <a:srgbClr val="00FF00"/>
                </a:highlight>
                <a:latin typeface="Courier New" panose="02070309020205020404" pitchFamily="49" charset="0"/>
              </a:rPr>
              <a:t>handleNewMessage</a:t>
            </a:r>
            <a:r>
              <a:rPr lang="en-US" sz="2000" dirty="0">
                <a:highlight>
                  <a:srgbClr val="00FF00"/>
                </a:highlight>
                <a:latin typeface="Courier New" panose="02070309020205020404" pitchFamily="49" charset="0"/>
              </a:rPr>
              <a:t>)</a:t>
            </a:r>
            <a:r>
              <a:rPr lang="en-US" sz="2000" dirty="0">
                <a:highlight>
                  <a:srgbClr val="00FF00"/>
                </a:highlight>
              </a:rPr>
              <a:t> ensures the listener is removed when the component unmounts or dependencies change, preventing duplicate listeners.</a:t>
            </a:r>
          </a:p>
        </p:txBody>
      </p:sp>
      <p:pic>
        <p:nvPicPr>
          <p:cNvPr id="7" name="Picture 6">
            <a:extLst>
              <a:ext uri="{FF2B5EF4-FFF2-40B4-BE49-F238E27FC236}">
                <a16:creationId xmlns:a16="http://schemas.microsoft.com/office/drawing/2014/main" id="{7EA23895-AD48-3DD5-7830-06CBD633FA10}"/>
              </a:ext>
            </a:extLst>
          </p:cNvPr>
          <p:cNvPicPr>
            <a:picLocks noChangeAspect="1"/>
          </p:cNvPicPr>
          <p:nvPr/>
        </p:nvPicPr>
        <p:blipFill>
          <a:blip r:embed="rId2"/>
          <a:srcRect t="36643"/>
          <a:stretch>
            <a:fillRect/>
          </a:stretch>
        </p:blipFill>
        <p:spPr>
          <a:xfrm>
            <a:off x="204107" y="3293284"/>
            <a:ext cx="5283759" cy="3010253"/>
          </a:xfrm>
          <a:prstGeom prst="rect">
            <a:avLst/>
          </a:prstGeom>
          <a:effectLst>
            <a:glow rad="101600">
              <a:schemeClr val="accent2">
                <a:satMod val="175000"/>
                <a:alpha val="40000"/>
              </a:schemeClr>
            </a:glow>
          </a:effectLst>
        </p:spPr>
      </p:pic>
      <p:sp>
        <p:nvSpPr>
          <p:cNvPr id="9" name="TextBox 8">
            <a:extLst>
              <a:ext uri="{FF2B5EF4-FFF2-40B4-BE49-F238E27FC236}">
                <a16:creationId xmlns:a16="http://schemas.microsoft.com/office/drawing/2014/main" id="{0FD9E50C-1DB7-9EFD-BA59-3D35CD2EB71F}"/>
              </a:ext>
            </a:extLst>
          </p:cNvPr>
          <p:cNvSpPr txBox="1"/>
          <p:nvPr/>
        </p:nvSpPr>
        <p:spPr>
          <a:xfrm>
            <a:off x="5702755" y="964067"/>
            <a:ext cx="6115050" cy="923330"/>
          </a:xfrm>
          <a:prstGeom prst="rect">
            <a:avLst/>
          </a:prstGeom>
          <a:noFill/>
        </p:spPr>
        <p:txBody>
          <a:bodyPr wrap="square">
            <a:spAutoFit/>
          </a:bodyPr>
          <a:lstStyle/>
          <a:p>
            <a:r>
              <a:rPr lang="en-US" dirty="0">
                <a:solidFill>
                  <a:srgbClr val="FF0000"/>
                </a:solidFill>
                <a:highlight>
                  <a:srgbClr val="FFFF00"/>
                </a:highlight>
                <a:latin typeface="Courier New" panose="02070309020205020404" pitchFamily="49" charset="0"/>
              </a:rPr>
              <a:t>dispatch</a:t>
            </a:r>
            <a:r>
              <a:rPr lang="en-US" dirty="0">
                <a:solidFill>
                  <a:srgbClr val="FF0000"/>
                </a:solidFill>
                <a:highlight>
                  <a:srgbClr val="FFFF00"/>
                </a:highlight>
              </a:rPr>
              <a:t> → used to dispatch Redux actions.</a:t>
            </a:r>
          </a:p>
          <a:p>
            <a:r>
              <a:rPr lang="en-US" dirty="0">
                <a:solidFill>
                  <a:srgbClr val="FF0000"/>
                </a:solidFill>
                <a:highlight>
                  <a:srgbClr val="FFFF00"/>
                </a:highlight>
                <a:latin typeface="Courier New" panose="02070309020205020404" pitchFamily="49" charset="0"/>
              </a:rPr>
              <a:t>socket</a:t>
            </a:r>
            <a:r>
              <a:rPr lang="en-US" dirty="0">
                <a:solidFill>
                  <a:srgbClr val="FF0000"/>
                </a:solidFill>
                <a:highlight>
                  <a:srgbClr val="FFFF00"/>
                </a:highlight>
              </a:rPr>
              <a:t> → the WebSocket connection from Redux state.</a:t>
            </a:r>
          </a:p>
          <a:p>
            <a:r>
              <a:rPr lang="en-US" dirty="0">
                <a:solidFill>
                  <a:srgbClr val="FF0000"/>
                </a:solidFill>
                <a:highlight>
                  <a:srgbClr val="FFFF00"/>
                </a:highlight>
                <a:latin typeface="Courier New" panose="02070309020205020404" pitchFamily="49" charset="0"/>
              </a:rPr>
              <a:t>messages</a:t>
            </a:r>
            <a:r>
              <a:rPr lang="en-US" dirty="0">
                <a:solidFill>
                  <a:srgbClr val="FF0000"/>
                </a:solidFill>
                <a:highlight>
                  <a:srgbClr val="FFFF00"/>
                </a:highlight>
              </a:rPr>
              <a:t> → current messages in the chat from Redux state.</a:t>
            </a:r>
          </a:p>
        </p:txBody>
      </p:sp>
    </p:spTree>
    <p:extLst>
      <p:ext uri="{BB962C8B-B14F-4D97-AF65-F5344CB8AC3E}">
        <p14:creationId xmlns:p14="http://schemas.microsoft.com/office/powerpoint/2010/main" val="263750002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D7A9D-3C63-D404-E098-993453988304}"/>
              </a:ext>
            </a:extLst>
          </p:cNvPr>
          <p:cNvSpPr>
            <a:spLocks noGrp="1"/>
          </p:cNvSpPr>
          <p:nvPr>
            <p:ph type="title"/>
          </p:nvPr>
        </p:nvSpPr>
        <p:spPr>
          <a:xfrm>
            <a:off x="0" y="0"/>
            <a:ext cx="10515600" cy="645659"/>
          </a:xfrm>
        </p:spPr>
        <p:txBody>
          <a:bodyPr>
            <a:normAutofit fontScale="90000"/>
          </a:bodyPr>
          <a:lstStyle/>
          <a:p>
            <a:r>
              <a:rPr lang="en-US" dirty="0" err="1"/>
              <a:t>ChatPage.jsx</a:t>
            </a:r>
            <a:endParaRPr lang="en-US" dirty="0"/>
          </a:p>
        </p:txBody>
      </p:sp>
      <p:pic>
        <p:nvPicPr>
          <p:cNvPr id="5" name="Content Placeholder 4">
            <a:extLst>
              <a:ext uri="{FF2B5EF4-FFF2-40B4-BE49-F238E27FC236}">
                <a16:creationId xmlns:a16="http://schemas.microsoft.com/office/drawing/2014/main" id="{BB524D0B-A2CB-C59D-38D8-32330858B8C8}"/>
              </a:ext>
            </a:extLst>
          </p:cNvPr>
          <p:cNvPicPr>
            <a:picLocks noGrp="1" noChangeAspect="1"/>
          </p:cNvPicPr>
          <p:nvPr>
            <p:ph idx="1"/>
          </p:nvPr>
        </p:nvPicPr>
        <p:blipFill>
          <a:blip r:embed="rId2"/>
          <a:srcRect r="3655"/>
          <a:stretch>
            <a:fillRect/>
          </a:stretch>
        </p:blipFill>
        <p:spPr>
          <a:xfrm>
            <a:off x="109655" y="645659"/>
            <a:ext cx="5915588" cy="2783341"/>
          </a:xfrm>
          <a:prstGeom prst="rect">
            <a:avLst/>
          </a:prstGeom>
        </p:spPr>
      </p:pic>
      <p:pic>
        <p:nvPicPr>
          <p:cNvPr id="7" name="Picture 6">
            <a:extLst>
              <a:ext uri="{FF2B5EF4-FFF2-40B4-BE49-F238E27FC236}">
                <a16:creationId xmlns:a16="http://schemas.microsoft.com/office/drawing/2014/main" id="{70FB87FD-C8FA-E1B7-8ED4-B1DD8A7427E8}"/>
              </a:ext>
            </a:extLst>
          </p:cNvPr>
          <p:cNvPicPr>
            <a:picLocks noChangeAspect="1"/>
          </p:cNvPicPr>
          <p:nvPr/>
        </p:nvPicPr>
        <p:blipFill>
          <a:blip r:embed="rId3"/>
          <a:stretch>
            <a:fillRect/>
          </a:stretch>
        </p:blipFill>
        <p:spPr>
          <a:xfrm>
            <a:off x="304305" y="3682775"/>
            <a:ext cx="3043052" cy="1816208"/>
          </a:xfrm>
          <a:prstGeom prst="rect">
            <a:avLst/>
          </a:prstGeom>
          <a:effectLst>
            <a:glow rad="228600">
              <a:schemeClr val="accent2">
                <a:satMod val="175000"/>
                <a:alpha val="40000"/>
              </a:schemeClr>
            </a:glow>
          </a:effectLst>
        </p:spPr>
      </p:pic>
      <p:sp>
        <p:nvSpPr>
          <p:cNvPr id="10" name="Rectangle 1">
            <a:extLst>
              <a:ext uri="{FF2B5EF4-FFF2-40B4-BE49-F238E27FC236}">
                <a16:creationId xmlns:a16="http://schemas.microsoft.com/office/drawing/2014/main" id="{0D89C7C4-B47E-76AD-EC11-7A1E2CCB47D1}"/>
              </a:ext>
            </a:extLst>
          </p:cNvPr>
          <p:cNvSpPr>
            <a:spLocks noChangeArrowheads="1"/>
          </p:cNvSpPr>
          <p:nvPr/>
        </p:nvSpPr>
        <p:spPr bwMode="auto">
          <a:xfrm>
            <a:off x="6808615" y="158437"/>
            <a:ext cx="5273730" cy="1477328"/>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storage</a:t>
            </a:r>
            <a:r>
              <a:rPr kumimoji="0" lang="en-US" altLang="en-US" b="0" i="0" u="none" strike="noStrike" cap="none" normalizeH="0" baseline="0" dirty="0">
                <a:ln>
                  <a:noFill/>
                </a:ln>
                <a:solidFill>
                  <a:schemeClr val="tx1"/>
                </a:solidFill>
                <a:effectLst/>
              </a:rPr>
              <a:t> is essentially a wrapper around the </a:t>
            </a:r>
            <a:r>
              <a:rPr kumimoji="0" lang="en-US" altLang="en-US" b="1" i="0" u="none" strike="noStrike" cap="none" normalizeH="0" baseline="0" dirty="0">
                <a:ln>
                  <a:noFill/>
                </a:ln>
                <a:solidFill>
                  <a:schemeClr val="tx1"/>
                </a:solidFill>
                <a:effectLst/>
                <a:latin typeface="Arial" panose="020B0604020202020204" pitchFamily="34" charset="0"/>
              </a:rPr>
              <a:t>browser’s </a:t>
            </a:r>
            <a:r>
              <a:rPr kumimoji="0" lang="en-US" altLang="en-US" b="1" i="0" u="none" strike="noStrike" cap="none" normalizeH="0" baseline="0" dirty="0" err="1">
                <a:ln>
                  <a:noFill/>
                </a:ln>
                <a:solidFill>
                  <a:schemeClr val="tx1"/>
                </a:solidFill>
                <a:effectLst/>
                <a:latin typeface="Arial Unicode MS"/>
              </a:rPr>
              <a:t>localStorage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It allows </a:t>
            </a:r>
            <a:r>
              <a:rPr kumimoji="0" lang="en-US" altLang="en-US" b="0" i="0" u="none" strike="noStrike" cap="none" normalizeH="0" baseline="0" dirty="0">
                <a:ln>
                  <a:noFill/>
                </a:ln>
                <a:solidFill>
                  <a:schemeClr val="tx1"/>
                </a:solidFill>
                <a:effectLst/>
                <a:latin typeface="Arial Unicode MS"/>
              </a:rPr>
              <a:t>redux-persist</a:t>
            </a:r>
            <a:r>
              <a:rPr kumimoji="0" lang="en-US" altLang="en-US" b="0" i="0" u="none" strike="noStrike" cap="none" normalizeH="0" baseline="0" dirty="0">
                <a:ln>
                  <a:noFill/>
                </a:ln>
                <a:solidFill>
                  <a:schemeClr val="tx1"/>
                </a:solidFill>
                <a:effectLst/>
              </a:rPr>
              <a:t> to </a:t>
            </a:r>
            <a:r>
              <a:rPr kumimoji="0" lang="en-US" altLang="en-US" b="1" i="0" u="none" strike="noStrike" cap="none" normalizeH="0" baseline="0" dirty="0">
                <a:ln>
                  <a:noFill/>
                </a:ln>
                <a:solidFill>
                  <a:schemeClr val="tx1"/>
                </a:solidFill>
                <a:effectLst/>
                <a:latin typeface="Arial" panose="020B0604020202020204" pitchFamily="34" charset="0"/>
              </a:rPr>
              <a:t>save your Redux state in </a:t>
            </a:r>
            <a:r>
              <a:rPr kumimoji="0" lang="en-US" altLang="en-US" b="1" i="0" u="none" strike="noStrike" cap="none" normalizeH="0" baseline="0" dirty="0" err="1">
                <a:ln>
                  <a:noFill/>
                </a:ln>
                <a:solidFill>
                  <a:schemeClr val="tx1"/>
                </a:solidFill>
                <a:effectLst/>
                <a:latin typeface="Arial" panose="020B0604020202020204" pitchFamily="34" charset="0"/>
              </a:rPr>
              <a:t>localStorage</a:t>
            </a:r>
            <a:r>
              <a:rPr kumimoji="0" lang="en-US" altLang="en-US" b="0" i="0" u="none" strike="noStrike" cap="none" normalizeH="0" baseline="0" dirty="0">
                <a:ln>
                  <a:noFill/>
                </a:ln>
                <a:solidFill>
                  <a:schemeClr val="tx1"/>
                </a:solidFill>
                <a:effectLst/>
                <a:latin typeface="Arial" panose="020B0604020202020204" pitchFamily="34" charset="0"/>
              </a:rPr>
              <a:t> so that the state persists even after a page reload.</a:t>
            </a:r>
          </a:p>
        </p:txBody>
      </p:sp>
      <p:cxnSp>
        <p:nvCxnSpPr>
          <p:cNvPr id="11" name="Straight Arrow Connector 10">
            <a:extLst>
              <a:ext uri="{FF2B5EF4-FFF2-40B4-BE49-F238E27FC236}">
                <a16:creationId xmlns:a16="http://schemas.microsoft.com/office/drawing/2014/main" id="{6AC6C210-AED6-02D4-53B2-2F3D406DF329}"/>
              </a:ext>
            </a:extLst>
          </p:cNvPr>
          <p:cNvCxnSpPr>
            <a:cxnSpLocks/>
          </p:cNvCxnSpPr>
          <p:nvPr/>
        </p:nvCxnSpPr>
        <p:spPr>
          <a:xfrm flipV="1">
            <a:off x="4384222" y="816955"/>
            <a:ext cx="2310492" cy="240038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2">
            <a:extLst>
              <a:ext uri="{FF2B5EF4-FFF2-40B4-BE49-F238E27FC236}">
                <a16:creationId xmlns:a16="http://schemas.microsoft.com/office/drawing/2014/main" id="{A9538523-D1E1-E1AE-F2FE-AC6B3858CA18}"/>
              </a:ext>
            </a:extLst>
          </p:cNvPr>
          <p:cNvSpPr>
            <a:spLocks noChangeArrowheads="1"/>
          </p:cNvSpPr>
          <p:nvPr/>
        </p:nvSpPr>
        <p:spPr bwMode="auto">
          <a:xfrm>
            <a:off x="6096000" y="1786664"/>
            <a:ext cx="6166757" cy="1477328"/>
          </a:xfrm>
          <a:prstGeom prst="rect">
            <a:avLst/>
          </a:prstGeom>
          <a:solidFill>
            <a:schemeClr val="accent1">
              <a:lumMod val="60000"/>
              <a:lumOff val="4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All slices except </a:t>
            </a:r>
            <a:r>
              <a:rPr kumimoji="0" lang="en-US" altLang="en-US" b="1" i="0" u="none" strike="noStrike" cap="none" normalizeH="0" baseline="0" dirty="0" err="1">
                <a:ln>
                  <a:noFill/>
                </a:ln>
                <a:solidFill>
                  <a:schemeClr val="tx1"/>
                </a:solidFill>
                <a:effectLst/>
                <a:latin typeface="Arial Unicode MS"/>
              </a:rPr>
              <a:t>socketio</a:t>
            </a:r>
            <a:r>
              <a:rPr kumimoji="0" lang="en-US" altLang="en-US" b="0" i="0" u="none" strike="noStrike" cap="none" normalizeH="0" baseline="0" dirty="0">
                <a:ln>
                  <a:noFill/>
                </a:ln>
                <a:solidFill>
                  <a:schemeClr val="tx1"/>
                </a:solidFill>
                <a:effectLst/>
              </a:rPr>
              <a:t> will be persisted in </a:t>
            </a:r>
            <a:r>
              <a:rPr kumimoji="0" lang="en-US" altLang="en-US" b="0" i="0" u="none" strike="noStrike" cap="none" normalizeH="0" baseline="0" dirty="0" err="1">
                <a:ln>
                  <a:noFill/>
                </a:ln>
                <a:solidFill>
                  <a:schemeClr val="tx1"/>
                </a:solidFill>
                <a:effectLst/>
                <a:latin typeface="Arial Unicode MS"/>
              </a:rPr>
              <a:t>localStorage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This includes </a:t>
            </a:r>
            <a:r>
              <a:rPr kumimoji="0" lang="en-US" altLang="en-US" b="0" i="0" u="none" strike="noStrike" cap="none" normalizeH="0" baseline="0" dirty="0" err="1">
                <a:ln>
                  <a:noFill/>
                </a:ln>
                <a:solidFill>
                  <a:schemeClr val="tx1"/>
                </a:solidFill>
                <a:effectLst/>
                <a:latin typeface="Arial Unicode MS"/>
              </a:rPr>
              <a:t>authSlice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chatSlice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postSlice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rtnSlice</a:t>
            </a:r>
            <a:r>
              <a:rPr kumimoji="0" lang="en-US" altLang="en-US" b="0" i="0" u="none" strike="noStrike" cap="none" normalizeH="0" baseline="0" dirty="0">
                <a:ln>
                  <a:noFill/>
                </a:ln>
                <a:solidFill>
                  <a:schemeClr val="tx1"/>
                </a:solidFill>
                <a:effectLst/>
              </a:rPr>
              <a:t>, etc.</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Unicode MS"/>
              </a:rPr>
              <a:t>socketio</a:t>
            </a:r>
            <a:r>
              <a:rPr kumimoji="0" lang="en-US" altLang="en-US" b="0" i="0" u="none" strike="noStrike" cap="none" normalizeH="0" baseline="0" dirty="0">
                <a:ln>
                  <a:noFill/>
                </a:ln>
                <a:solidFill>
                  <a:schemeClr val="tx1"/>
                </a:solidFill>
                <a:effectLst/>
              </a:rPr>
              <a:t> is excluded because sockets are runtime connections and cannot/should not be persisted.</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15" name="Rectangle 3">
            <a:extLst>
              <a:ext uri="{FF2B5EF4-FFF2-40B4-BE49-F238E27FC236}">
                <a16:creationId xmlns:a16="http://schemas.microsoft.com/office/drawing/2014/main" id="{A2088D12-77D9-9137-B89A-E71824BA1AAE}"/>
              </a:ext>
            </a:extLst>
          </p:cNvPr>
          <p:cNvSpPr>
            <a:spLocks noChangeArrowheads="1"/>
          </p:cNvSpPr>
          <p:nvPr/>
        </p:nvSpPr>
        <p:spPr bwMode="auto">
          <a:xfrm>
            <a:off x="3888426" y="3599817"/>
            <a:ext cx="83743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rPr>
              <a:t>This is the key used in </a:t>
            </a:r>
            <a:r>
              <a:rPr kumimoji="0" lang="en-US" altLang="en-US" sz="1600" b="1" i="0" u="none" strike="noStrike" cap="none" normalizeH="0" baseline="0" dirty="0" err="1">
                <a:ln>
                  <a:noFill/>
                </a:ln>
                <a:solidFill>
                  <a:schemeClr val="tx1"/>
                </a:solidFill>
                <a:effectLst/>
                <a:highlight>
                  <a:srgbClr val="00FF00"/>
                </a:highlight>
                <a:latin typeface="Arial" panose="020B0604020202020204" pitchFamily="34" charset="0"/>
              </a:rPr>
              <a:t>localStorage</a:t>
            </a:r>
            <a:r>
              <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rPr>
              <a:t> to save the persisted state.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rPr>
              <a:t>Essentially, all your persisted state will be stored under </a:t>
            </a:r>
            <a:r>
              <a:rPr kumimoji="0" lang="en-US" altLang="en-US" sz="1600" b="1" i="0" u="none" strike="noStrike" cap="none" normalizeH="0" baseline="0" dirty="0" err="1">
                <a:ln>
                  <a:noFill/>
                </a:ln>
                <a:solidFill>
                  <a:schemeClr val="tx1"/>
                </a:solidFill>
                <a:effectLst/>
                <a:highlight>
                  <a:srgbClr val="00FF00"/>
                </a:highlight>
                <a:latin typeface="Arial Unicode MS"/>
              </a:rPr>
              <a:t>localStorage</a:t>
            </a:r>
            <a:r>
              <a:rPr kumimoji="0" lang="en-US" altLang="en-US" sz="1600" b="1" i="0" u="none" strike="noStrike" cap="none" normalizeH="0" baseline="0" dirty="0">
                <a:ln>
                  <a:noFill/>
                </a:ln>
                <a:solidFill>
                  <a:schemeClr val="tx1"/>
                </a:solidFill>
                <a:effectLst/>
                <a:highlight>
                  <a:srgbClr val="00FF00"/>
                </a:highlight>
                <a:latin typeface="Arial Unicode MS"/>
              </a:rPr>
              <a:t>['</a:t>
            </a:r>
            <a:r>
              <a:rPr kumimoji="0" lang="en-US" altLang="en-US" sz="1600" b="1" i="0" u="none" strike="noStrike" cap="none" normalizeH="0" baseline="0" dirty="0" err="1">
                <a:ln>
                  <a:noFill/>
                </a:ln>
                <a:solidFill>
                  <a:schemeClr val="tx1"/>
                </a:solidFill>
                <a:effectLst/>
                <a:highlight>
                  <a:srgbClr val="00FF00"/>
                </a:highlight>
                <a:latin typeface="Arial Unicode MS"/>
              </a:rPr>
              <a:t>persist:root</a:t>
            </a:r>
            <a:r>
              <a:rPr kumimoji="0" lang="en-US" altLang="en-US" sz="1600" b="1" i="0" u="none" strike="noStrike" cap="none" normalizeH="0" baseline="0" dirty="0">
                <a:ln>
                  <a:noFill/>
                </a:ln>
                <a:solidFill>
                  <a:schemeClr val="tx1"/>
                </a:solidFill>
                <a:effectLst/>
                <a:highlight>
                  <a:srgbClr val="00FF00"/>
                </a:highlight>
                <a:latin typeface="Arial Unicode MS"/>
              </a:rPr>
              <a:t>']</a:t>
            </a:r>
            <a:r>
              <a:rPr kumimoji="0" lang="en-US" altLang="en-US" sz="1600" b="1" i="0" u="none" strike="noStrike" cap="none" normalizeH="0" baseline="0" dirty="0">
                <a:ln>
                  <a:noFill/>
                </a:ln>
                <a:solidFill>
                  <a:schemeClr val="tx1"/>
                </a:solidFill>
                <a:effectLst/>
                <a:highlight>
                  <a:srgbClr val="00FF00"/>
                </a:highlight>
              </a:rPr>
              <a:t>.</a:t>
            </a:r>
            <a:endParaRPr kumimoji="0" lang="en-US" altLang="en-US" sz="1600" b="1" i="0" u="none" strike="noStrike" cap="none" normalizeH="0" baseline="0" dirty="0">
              <a:ln>
                <a:noFill/>
              </a:ln>
              <a:solidFill>
                <a:schemeClr val="tx1"/>
              </a:solidFill>
              <a:effectLst/>
              <a:highlight>
                <a:srgbClr val="00FF00"/>
              </a:highlight>
              <a:latin typeface="Arial" panose="020B0604020202020204" pitchFamily="34" charset="0"/>
            </a:endParaRPr>
          </a:p>
        </p:txBody>
      </p:sp>
      <p:sp>
        <p:nvSpPr>
          <p:cNvPr id="16" name="Rectangle 4">
            <a:extLst>
              <a:ext uri="{FF2B5EF4-FFF2-40B4-BE49-F238E27FC236}">
                <a16:creationId xmlns:a16="http://schemas.microsoft.com/office/drawing/2014/main" id="{A29811FC-2EFA-42DE-CE1D-CD2AFD1889EF}"/>
              </a:ext>
            </a:extLst>
          </p:cNvPr>
          <p:cNvSpPr>
            <a:spLocks noChangeArrowheads="1"/>
          </p:cNvSpPr>
          <p:nvPr/>
        </p:nvSpPr>
        <p:spPr bwMode="auto">
          <a:xfrm>
            <a:off x="4384222" y="4233701"/>
            <a:ext cx="70803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Represents the </a:t>
            </a: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version of your persisted state</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Useful if you later need to </a:t>
            </a:r>
            <a:r>
              <a:rPr kumimoji="0" lang="en-US" altLang="en-US" sz="1800" b="1" i="0" u="none" strike="noStrike" cap="none" normalizeH="0" baseline="0" dirty="0">
                <a:ln>
                  <a:noFill/>
                </a:ln>
                <a:solidFill>
                  <a:schemeClr val="tx1"/>
                </a:solidFill>
                <a:effectLst/>
                <a:highlight>
                  <a:srgbClr val="FFFF00"/>
                </a:highlight>
                <a:latin typeface="Arial" panose="020B0604020202020204" pitchFamily="34" charset="0"/>
              </a:rPr>
              <a:t>migrate old persisted states</a:t>
            </a:r>
            <a:r>
              <a:rPr kumimoji="0" lang="en-US" altLang="en-US" sz="1800" b="0" i="0" u="none" strike="noStrike" cap="none" normalizeH="0" baseline="0" dirty="0">
                <a:ln>
                  <a:noFill/>
                </a:ln>
                <a:solidFill>
                  <a:schemeClr val="tx1"/>
                </a:solidFill>
                <a:effectLst/>
                <a:highlight>
                  <a:srgbClr val="FFFF00"/>
                </a:highlight>
                <a:latin typeface="Arial" panose="020B0604020202020204" pitchFamily="34" charset="0"/>
              </a:rPr>
              <a:t> after changing the shape of your Redux store.</a:t>
            </a:r>
          </a:p>
        </p:txBody>
      </p:sp>
      <p:sp>
        <p:nvSpPr>
          <p:cNvPr id="18" name="TextBox 17">
            <a:extLst>
              <a:ext uri="{FF2B5EF4-FFF2-40B4-BE49-F238E27FC236}">
                <a16:creationId xmlns:a16="http://schemas.microsoft.com/office/drawing/2014/main" id="{D9B64906-C6AE-E899-C5FB-5B152FD58595}"/>
              </a:ext>
            </a:extLst>
          </p:cNvPr>
          <p:cNvSpPr txBox="1"/>
          <p:nvPr/>
        </p:nvSpPr>
        <p:spPr>
          <a:xfrm>
            <a:off x="4384222" y="5213587"/>
            <a:ext cx="7636545" cy="646331"/>
          </a:xfrm>
          <a:prstGeom prst="rect">
            <a:avLst/>
          </a:prstGeom>
          <a:solidFill>
            <a:srgbClr val="FFC000"/>
          </a:solidFill>
        </p:spPr>
        <p:txBody>
          <a:bodyPr wrap="square">
            <a:spAutoFit/>
          </a:bodyPr>
          <a:lstStyle/>
          <a:p>
            <a:pPr>
              <a:buFont typeface="Arial" panose="020B0604020202020204" pitchFamily="34" charset="0"/>
              <a:buChar char="•"/>
            </a:pPr>
            <a:r>
              <a:rPr lang="en-US" dirty="0"/>
              <a:t>Refers to the </a:t>
            </a:r>
            <a:r>
              <a:rPr lang="en-US" dirty="0">
                <a:latin typeface="Courier New" panose="02070309020205020404" pitchFamily="49" charset="0"/>
              </a:rPr>
              <a:t>storage</a:t>
            </a:r>
            <a:r>
              <a:rPr lang="en-US" dirty="0"/>
              <a:t> imported from </a:t>
            </a:r>
            <a:r>
              <a:rPr lang="en-US" dirty="0">
                <a:latin typeface="Courier New" panose="02070309020205020404" pitchFamily="49" charset="0"/>
              </a:rPr>
              <a:t>redux-persist/lib/storage</a:t>
            </a:r>
            <a:r>
              <a:rPr lang="en-US" dirty="0"/>
              <a:t>.</a:t>
            </a:r>
          </a:p>
          <a:p>
            <a:pPr>
              <a:buFont typeface="Arial" panose="020B0604020202020204" pitchFamily="34" charset="0"/>
              <a:buChar char="•"/>
            </a:pPr>
            <a:r>
              <a:rPr lang="en-US" dirty="0"/>
              <a:t>This means the state will be saved in </a:t>
            </a:r>
            <a:r>
              <a:rPr lang="en-US" b="1" dirty="0" err="1"/>
              <a:t>localStorage</a:t>
            </a:r>
            <a:r>
              <a:rPr lang="en-US" dirty="0"/>
              <a:t> in the browser.</a:t>
            </a:r>
          </a:p>
        </p:txBody>
      </p:sp>
      <p:sp>
        <p:nvSpPr>
          <p:cNvPr id="19" name="Rectangle 5">
            <a:extLst>
              <a:ext uri="{FF2B5EF4-FFF2-40B4-BE49-F238E27FC236}">
                <a16:creationId xmlns:a16="http://schemas.microsoft.com/office/drawing/2014/main" id="{2837A6A5-E326-0074-B088-AFFB24982377}"/>
              </a:ext>
            </a:extLst>
          </p:cNvPr>
          <p:cNvSpPr>
            <a:spLocks noChangeArrowheads="1"/>
          </p:cNvSpPr>
          <p:nvPr/>
        </p:nvSpPr>
        <p:spPr bwMode="auto">
          <a:xfrm>
            <a:off x="304305" y="5916475"/>
            <a:ext cx="11854544" cy="923330"/>
          </a:xfrm>
          <a:prstGeom prst="rect">
            <a:avLst/>
          </a:prstGeom>
          <a:solidFill>
            <a:schemeClr val="accent5">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Any slice listed here will </a:t>
            </a:r>
            <a:r>
              <a:rPr kumimoji="0" lang="en-US" altLang="en-US" b="1" i="0" u="none" strike="noStrike" cap="none" normalizeH="0" baseline="0" dirty="0">
                <a:ln>
                  <a:noFill/>
                </a:ln>
                <a:solidFill>
                  <a:schemeClr val="tx1"/>
                </a:solidFill>
                <a:effectLst/>
                <a:latin typeface="Arial" panose="020B0604020202020204" pitchFamily="34" charset="0"/>
              </a:rPr>
              <a:t>not be persisted</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In your case, the </a:t>
            </a:r>
            <a:r>
              <a:rPr kumimoji="0" lang="en-US" altLang="en-US" b="0" i="0" u="none" strike="noStrike" cap="none" normalizeH="0" baseline="0" dirty="0" err="1">
                <a:ln>
                  <a:noFill/>
                </a:ln>
                <a:solidFill>
                  <a:schemeClr val="tx1"/>
                </a:solidFill>
                <a:effectLst/>
                <a:latin typeface="Arial Unicode MS"/>
              </a:rPr>
              <a:t>socketio</a:t>
            </a:r>
            <a:r>
              <a:rPr kumimoji="0" lang="en-US" altLang="en-US" b="0" i="0" u="none" strike="noStrike" cap="none" normalizeH="0" baseline="0" dirty="0">
                <a:ln>
                  <a:noFill/>
                </a:ln>
                <a:solidFill>
                  <a:schemeClr val="tx1"/>
                </a:solidFill>
                <a:effectLst/>
              </a:rPr>
              <a:t> slice is excluded because </a:t>
            </a:r>
            <a:r>
              <a:rPr kumimoji="0" lang="en-US" altLang="en-US" b="1" i="0" u="none" strike="noStrike" cap="none" normalizeH="0" baseline="0" dirty="0">
                <a:ln>
                  <a:noFill/>
                </a:ln>
                <a:solidFill>
                  <a:schemeClr val="tx1"/>
                </a:solidFill>
                <a:effectLst/>
                <a:latin typeface="Arial" panose="020B0604020202020204" pitchFamily="34" charset="0"/>
              </a:rPr>
              <a:t>WebSocket connections cannot be persisted</a:t>
            </a:r>
            <a:r>
              <a:rPr kumimoji="0" lang="en-US" altLang="en-US" b="0" i="0" u="none" strike="noStrike" cap="none" normalizeH="0" baseline="0" dirty="0">
                <a:ln>
                  <a:noFill/>
                </a:ln>
                <a:solidFill>
                  <a:schemeClr val="tx1"/>
                </a:solidFill>
                <a:effectLst/>
                <a:latin typeface="Arial" panose="020B0604020202020204" pitchFamily="34" charset="0"/>
              </a:rPr>
              <a:t>—they are temporary runtime objects and reconnecting automatically on page load is better than restoring them from storage</a:t>
            </a:r>
          </a:p>
        </p:txBody>
      </p:sp>
      <p:cxnSp>
        <p:nvCxnSpPr>
          <p:cNvPr id="21" name="Straight Arrow Connector 20">
            <a:extLst>
              <a:ext uri="{FF2B5EF4-FFF2-40B4-BE49-F238E27FC236}">
                <a16:creationId xmlns:a16="http://schemas.microsoft.com/office/drawing/2014/main" id="{D7C132ED-D85D-D2E2-78EA-6AA4E49672A3}"/>
              </a:ext>
            </a:extLst>
          </p:cNvPr>
          <p:cNvCxnSpPr>
            <a:cxnSpLocks/>
            <a:endCxn id="15" idx="1"/>
          </p:cNvCxnSpPr>
          <p:nvPr/>
        </p:nvCxnSpPr>
        <p:spPr>
          <a:xfrm flipV="1">
            <a:off x="1968090" y="3892205"/>
            <a:ext cx="1920336" cy="260240"/>
          </a:xfrm>
          <a:prstGeom prst="straightConnector1">
            <a:avLst/>
          </a:prstGeom>
          <a:ln w="571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D87ED45-70B2-983A-0A1B-8A023051C06D}"/>
              </a:ext>
            </a:extLst>
          </p:cNvPr>
          <p:cNvCxnSpPr>
            <a:cxnSpLocks/>
          </p:cNvCxnSpPr>
          <p:nvPr/>
        </p:nvCxnSpPr>
        <p:spPr>
          <a:xfrm>
            <a:off x="1837462" y="4449399"/>
            <a:ext cx="2620238" cy="5118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5A79FF8-F9E3-9004-4306-7C3DEC5C7227}"/>
              </a:ext>
            </a:extLst>
          </p:cNvPr>
          <p:cNvCxnSpPr>
            <a:cxnSpLocks/>
          </p:cNvCxnSpPr>
          <p:nvPr/>
        </p:nvCxnSpPr>
        <p:spPr>
          <a:xfrm>
            <a:off x="1662734" y="5221351"/>
            <a:ext cx="386502" cy="740837"/>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34" name="Ink 33">
                <a:extLst>
                  <a:ext uri="{FF2B5EF4-FFF2-40B4-BE49-F238E27FC236}">
                    <a16:creationId xmlns:a16="http://schemas.microsoft.com/office/drawing/2014/main" id="{EFC2D730-6688-48D8-E025-B3AF8C9EDD88}"/>
                  </a:ext>
                </a:extLst>
              </p14:cNvPr>
              <p14:cNvContentPartPr/>
              <p14:nvPr/>
            </p14:nvContentPartPr>
            <p14:xfrm>
              <a:off x="1526516" y="4751563"/>
              <a:ext cx="2221200" cy="16560"/>
            </p14:xfrm>
          </p:contentPart>
        </mc:Choice>
        <mc:Fallback xmlns="">
          <p:pic>
            <p:nvPicPr>
              <p:cNvPr id="34" name="Ink 33">
                <a:extLst>
                  <a:ext uri="{FF2B5EF4-FFF2-40B4-BE49-F238E27FC236}">
                    <a16:creationId xmlns:a16="http://schemas.microsoft.com/office/drawing/2014/main" id="{EFC2D730-6688-48D8-E025-B3AF8C9EDD88}"/>
                  </a:ext>
                </a:extLst>
              </p:cNvPr>
              <p:cNvPicPr/>
              <p:nvPr/>
            </p:nvPicPr>
            <p:blipFill>
              <a:blip r:embed="rId5"/>
              <a:stretch>
                <a:fillRect/>
              </a:stretch>
            </p:blipFill>
            <p:spPr>
              <a:xfrm>
                <a:off x="1508516" y="4733563"/>
                <a:ext cx="225684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5" name="Ink 34">
                <a:extLst>
                  <a:ext uri="{FF2B5EF4-FFF2-40B4-BE49-F238E27FC236}">
                    <a16:creationId xmlns:a16="http://schemas.microsoft.com/office/drawing/2014/main" id="{763FBCF3-49B9-7D0B-5D80-A7B62E23E5EF}"/>
                  </a:ext>
                </a:extLst>
              </p14:cNvPr>
              <p14:cNvContentPartPr/>
              <p14:nvPr/>
            </p14:nvContentPartPr>
            <p14:xfrm>
              <a:off x="3742676" y="4748323"/>
              <a:ext cx="662760" cy="541800"/>
            </p14:xfrm>
          </p:contentPart>
        </mc:Choice>
        <mc:Fallback xmlns="">
          <p:pic>
            <p:nvPicPr>
              <p:cNvPr id="35" name="Ink 34">
                <a:extLst>
                  <a:ext uri="{FF2B5EF4-FFF2-40B4-BE49-F238E27FC236}">
                    <a16:creationId xmlns:a16="http://schemas.microsoft.com/office/drawing/2014/main" id="{763FBCF3-49B9-7D0B-5D80-A7B62E23E5EF}"/>
                  </a:ext>
                </a:extLst>
              </p:cNvPr>
              <p:cNvPicPr/>
              <p:nvPr/>
            </p:nvPicPr>
            <p:blipFill>
              <a:blip r:embed="rId7"/>
              <a:stretch>
                <a:fillRect/>
              </a:stretch>
            </p:blipFill>
            <p:spPr>
              <a:xfrm>
                <a:off x="3725036" y="4730323"/>
                <a:ext cx="698400" cy="57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6" name="Ink 35">
                <a:extLst>
                  <a:ext uri="{FF2B5EF4-FFF2-40B4-BE49-F238E27FC236}">
                    <a16:creationId xmlns:a16="http://schemas.microsoft.com/office/drawing/2014/main" id="{22653872-3DE7-BE9F-B742-DCFE1F0E3268}"/>
                  </a:ext>
                </a:extLst>
              </p14:cNvPr>
              <p14:cNvContentPartPr/>
              <p14:nvPr/>
            </p14:nvContentPartPr>
            <p14:xfrm>
              <a:off x="4177556" y="5083123"/>
              <a:ext cx="273600" cy="240480"/>
            </p14:xfrm>
          </p:contentPart>
        </mc:Choice>
        <mc:Fallback xmlns="">
          <p:pic>
            <p:nvPicPr>
              <p:cNvPr id="36" name="Ink 35">
                <a:extLst>
                  <a:ext uri="{FF2B5EF4-FFF2-40B4-BE49-F238E27FC236}">
                    <a16:creationId xmlns:a16="http://schemas.microsoft.com/office/drawing/2014/main" id="{22653872-3DE7-BE9F-B742-DCFE1F0E3268}"/>
                  </a:ext>
                </a:extLst>
              </p:cNvPr>
              <p:cNvPicPr/>
              <p:nvPr/>
            </p:nvPicPr>
            <p:blipFill>
              <a:blip r:embed="rId9"/>
              <a:stretch>
                <a:fillRect/>
              </a:stretch>
            </p:blipFill>
            <p:spPr>
              <a:xfrm>
                <a:off x="4159556" y="5065483"/>
                <a:ext cx="309240" cy="276120"/>
              </a:xfrm>
              <a:prstGeom prst="rect">
                <a:avLst/>
              </a:prstGeom>
            </p:spPr>
          </p:pic>
        </mc:Fallback>
      </mc:AlternateContent>
    </p:spTree>
    <p:extLst>
      <p:ext uri="{BB962C8B-B14F-4D97-AF65-F5344CB8AC3E}">
        <p14:creationId xmlns:p14="http://schemas.microsoft.com/office/powerpoint/2010/main" val="418476606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8975317-4B1E-CCEC-21A8-17CF11BA5B8E}"/>
              </a:ext>
            </a:extLst>
          </p:cNvPr>
          <p:cNvPicPr>
            <a:picLocks noGrp="1" noChangeAspect="1"/>
          </p:cNvPicPr>
          <p:nvPr>
            <p:ph idx="1"/>
          </p:nvPr>
        </p:nvPicPr>
        <p:blipFill>
          <a:blip r:embed="rId2"/>
          <a:stretch>
            <a:fillRect/>
          </a:stretch>
        </p:blipFill>
        <p:spPr>
          <a:xfrm>
            <a:off x="0" y="863824"/>
            <a:ext cx="5916308" cy="5185387"/>
          </a:xfrm>
          <a:prstGeom prst="rect">
            <a:avLst/>
          </a:prstGeom>
        </p:spPr>
      </p:pic>
      <p:sp>
        <p:nvSpPr>
          <p:cNvPr id="6" name="TextBox 5">
            <a:extLst>
              <a:ext uri="{FF2B5EF4-FFF2-40B4-BE49-F238E27FC236}">
                <a16:creationId xmlns:a16="http://schemas.microsoft.com/office/drawing/2014/main" id="{E918B547-A728-39ED-6D26-BB09B3AFE90D}"/>
              </a:ext>
            </a:extLst>
          </p:cNvPr>
          <p:cNvSpPr txBox="1"/>
          <p:nvPr/>
        </p:nvSpPr>
        <p:spPr>
          <a:xfrm>
            <a:off x="5916308" y="220959"/>
            <a:ext cx="6354614" cy="5262979"/>
          </a:xfrm>
          <a:prstGeom prst="rect">
            <a:avLst/>
          </a:prstGeom>
          <a:noFill/>
        </p:spPr>
        <p:txBody>
          <a:bodyPr wrap="square">
            <a:spAutoFit/>
          </a:bodyPr>
          <a:lstStyle/>
          <a:p>
            <a:r>
              <a:rPr lang="en-US" sz="2400" dirty="0" err="1">
                <a:highlight>
                  <a:srgbClr val="FFFF00"/>
                </a:highlight>
                <a:latin typeface="Courier New" panose="02070309020205020404" pitchFamily="49" charset="0"/>
              </a:rPr>
              <a:t>ChatPage</a:t>
            </a:r>
            <a:r>
              <a:rPr lang="en-US" sz="2400" dirty="0">
                <a:highlight>
                  <a:srgbClr val="FFFF00"/>
                </a:highlight>
              </a:rPr>
              <a:t> component manages a real-time chat interface. It keeps track of the message input with </a:t>
            </a:r>
            <a:r>
              <a:rPr lang="en-US" sz="2400" dirty="0" err="1">
                <a:highlight>
                  <a:srgbClr val="FFFF00"/>
                </a:highlight>
                <a:latin typeface="Courier New" panose="02070309020205020404" pitchFamily="49" charset="0"/>
              </a:rPr>
              <a:t>textMessage</a:t>
            </a:r>
            <a:r>
              <a:rPr lang="en-US" sz="2400" dirty="0">
                <a:highlight>
                  <a:srgbClr val="FFFF00"/>
                </a:highlight>
              </a:rPr>
              <a:t> and retrieves user-related data (</a:t>
            </a:r>
            <a:r>
              <a:rPr lang="en-US" sz="2400" dirty="0">
                <a:highlight>
                  <a:srgbClr val="FFFF00"/>
                </a:highlight>
                <a:latin typeface="Courier New" panose="02070309020205020404" pitchFamily="49" charset="0"/>
              </a:rPr>
              <a:t>user</a:t>
            </a:r>
            <a:r>
              <a:rPr lang="en-US" sz="2400" dirty="0">
                <a:highlight>
                  <a:srgbClr val="FFFF00"/>
                </a:highlight>
              </a:rPr>
              <a:t>, </a:t>
            </a:r>
            <a:r>
              <a:rPr lang="en-US" sz="2400" dirty="0" err="1">
                <a:highlight>
                  <a:srgbClr val="FFFF00"/>
                </a:highlight>
                <a:latin typeface="Courier New" panose="02070309020205020404" pitchFamily="49" charset="0"/>
              </a:rPr>
              <a:t>suggestedUsers</a:t>
            </a:r>
            <a:r>
              <a:rPr lang="en-US" sz="2400" dirty="0">
                <a:highlight>
                  <a:srgbClr val="FFFF00"/>
                </a:highlight>
              </a:rPr>
              <a:t>, </a:t>
            </a:r>
            <a:r>
              <a:rPr lang="en-US" sz="2400" dirty="0" err="1">
                <a:highlight>
                  <a:srgbClr val="FFFF00"/>
                </a:highlight>
                <a:latin typeface="Courier New" panose="02070309020205020404" pitchFamily="49" charset="0"/>
              </a:rPr>
              <a:t>selectedUser</a:t>
            </a:r>
            <a:r>
              <a:rPr lang="en-US" sz="2400" dirty="0">
                <a:highlight>
                  <a:srgbClr val="FFFF00"/>
                </a:highlight>
              </a:rPr>
              <a:t>) and chat data (</a:t>
            </a:r>
            <a:r>
              <a:rPr lang="en-US" sz="2400" dirty="0" err="1">
                <a:highlight>
                  <a:srgbClr val="FFFF00"/>
                </a:highlight>
                <a:latin typeface="Courier New" panose="02070309020205020404" pitchFamily="49" charset="0"/>
              </a:rPr>
              <a:t>onlineUsers</a:t>
            </a:r>
            <a:r>
              <a:rPr lang="en-US" sz="2400" dirty="0">
                <a:highlight>
                  <a:srgbClr val="FFFF00"/>
                </a:highlight>
              </a:rPr>
              <a:t>, </a:t>
            </a:r>
            <a:r>
              <a:rPr lang="en-US" sz="2400" dirty="0">
                <a:highlight>
                  <a:srgbClr val="FFFF00"/>
                </a:highlight>
                <a:latin typeface="Courier New" panose="02070309020205020404" pitchFamily="49" charset="0"/>
              </a:rPr>
              <a:t>messages</a:t>
            </a:r>
            <a:r>
              <a:rPr lang="en-US" sz="2400" dirty="0">
                <a:highlight>
                  <a:srgbClr val="FFFF00"/>
                </a:highlight>
              </a:rPr>
              <a:t>) from Redux. The </a:t>
            </a:r>
            <a:r>
              <a:rPr lang="en-US" sz="2400" dirty="0" err="1">
                <a:highlight>
                  <a:srgbClr val="00FFFF"/>
                </a:highlight>
                <a:latin typeface="Courier New" panose="02070309020205020404" pitchFamily="49" charset="0"/>
              </a:rPr>
              <a:t>sendMessageHandler</a:t>
            </a:r>
            <a:r>
              <a:rPr lang="en-US" sz="2400" dirty="0">
                <a:highlight>
                  <a:srgbClr val="FFFF00"/>
                </a:highlight>
              </a:rPr>
              <a:t> function sends a new message to the selected user via an API call, updates the Redux </a:t>
            </a:r>
            <a:r>
              <a:rPr lang="en-US" sz="2400" dirty="0">
                <a:highlight>
                  <a:srgbClr val="FFFF00"/>
                </a:highlight>
                <a:latin typeface="Courier New" panose="02070309020205020404" pitchFamily="49" charset="0"/>
              </a:rPr>
              <a:t>messages</a:t>
            </a:r>
            <a:r>
              <a:rPr lang="en-US" sz="2400" dirty="0">
                <a:highlight>
                  <a:srgbClr val="FFFF00"/>
                </a:highlight>
              </a:rPr>
              <a:t> state with the new message, and clears the input. The </a:t>
            </a:r>
            <a:r>
              <a:rPr lang="en-US" sz="2400" dirty="0" err="1">
                <a:highlight>
                  <a:srgbClr val="FFFF00"/>
                </a:highlight>
                <a:latin typeface="Courier New" panose="02070309020205020404" pitchFamily="49" charset="0"/>
              </a:rPr>
              <a:t>useEffect</a:t>
            </a:r>
            <a:r>
              <a:rPr lang="en-US" sz="2400" dirty="0">
                <a:highlight>
                  <a:srgbClr val="FFFF00"/>
                </a:highlight>
              </a:rPr>
              <a:t> cleanup ensures that when the component unmounts, the </a:t>
            </a:r>
            <a:r>
              <a:rPr lang="en-US" sz="2400" dirty="0" err="1">
                <a:highlight>
                  <a:srgbClr val="FFFF00"/>
                </a:highlight>
                <a:latin typeface="Courier New" panose="02070309020205020404" pitchFamily="49" charset="0"/>
              </a:rPr>
              <a:t>selectedUser</a:t>
            </a:r>
            <a:r>
              <a:rPr lang="en-US" sz="2400" dirty="0">
                <a:highlight>
                  <a:srgbClr val="FFFF00"/>
                </a:highlight>
              </a:rPr>
              <a:t> in Redux is reset to </a:t>
            </a:r>
            <a:r>
              <a:rPr lang="en-US" sz="2400" dirty="0">
                <a:highlight>
                  <a:srgbClr val="FFFF00"/>
                </a:highlight>
                <a:latin typeface="Courier New" panose="02070309020205020404" pitchFamily="49" charset="0"/>
              </a:rPr>
              <a:t>null</a:t>
            </a:r>
            <a:r>
              <a:rPr lang="en-US" sz="2400" dirty="0">
                <a:highlight>
                  <a:srgbClr val="FFFF00"/>
                </a:highlight>
              </a:rPr>
              <a:t>, keeping the state consistent when navigating away from the chat page.</a:t>
            </a:r>
          </a:p>
        </p:txBody>
      </p:sp>
      <p:pic>
        <p:nvPicPr>
          <p:cNvPr id="7" name="Picture 6">
            <a:extLst>
              <a:ext uri="{FF2B5EF4-FFF2-40B4-BE49-F238E27FC236}">
                <a16:creationId xmlns:a16="http://schemas.microsoft.com/office/drawing/2014/main" id="{59081F72-48C3-576C-EA3F-E1209CB16A27}"/>
              </a:ext>
            </a:extLst>
          </p:cNvPr>
          <p:cNvPicPr>
            <a:picLocks noChangeAspect="1"/>
          </p:cNvPicPr>
          <p:nvPr/>
        </p:nvPicPr>
        <p:blipFill>
          <a:blip r:embed="rId3"/>
          <a:srcRect t="57862" b="33701"/>
          <a:stretch>
            <a:fillRect/>
          </a:stretch>
        </p:blipFill>
        <p:spPr>
          <a:xfrm>
            <a:off x="8447147" y="5796118"/>
            <a:ext cx="2329710" cy="646696"/>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195634953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1B7E3-5767-A54F-FA93-1B4DBDD1313F}"/>
              </a:ext>
            </a:extLst>
          </p:cNvPr>
          <p:cNvSpPr>
            <a:spLocks noGrp="1"/>
          </p:cNvSpPr>
          <p:nvPr>
            <p:ph type="title"/>
          </p:nvPr>
        </p:nvSpPr>
        <p:spPr>
          <a:xfrm>
            <a:off x="-21773" y="-65282"/>
            <a:ext cx="10515600" cy="817077"/>
          </a:xfrm>
        </p:spPr>
        <p:txBody>
          <a:bodyPr/>
          <a:lstStyle/>
          <a:p>
            <a:r>
              <a:rPr lang="en-US" dirty="0"/>
              <a:t>chatSlice.js</a:t>
            </a:r>
          </a:p>
        </p:txBody>
      </p:sp>
      <p:pic>
        <p:nvPicPr>
          <p:cNvPr id="5" name="Content Placeholder 4">
            <a:extLst>
              <a:ext uri="{FF2B5EF4-FFF2-40B4-BE49-F238E27FC236}">
                <a16:creationId xmlns:a16="http://schemas.microsoft.com/office/drawing/2014/main" id="{0C7828A5-3315-B0ED-D85B-A33466A9B76F}"/>
              </a:ext>
            </a:extLst>
          </p:cNvPr>
          <p:cNvPicPr>
            <a:picLocks noGrp="1" noChangeAspect="1"/>
          </p:cNvPicPr>
          <p:nvPr>
            <p:ph idx="1"/>
          </p:nvPr>
        </p:nvPicPr>
        <p:blipFill>
          <a:blip r:embed="rId2"/>
          <a:srcRect b="11790"/>
          <a:stretch>
            <a:fillRect/>
          </a:stretch>
        </p:blipFill>
        <p:spPr>
          <a:xfrm>
            <a:off x="278392" y="879905"/>
            <a:ext cx="5817608" cy="4092146"/>
          </a:xfrm>
          <a:prstGeom prst="rect">
            <a:avLst/>
          </a:prstGeom>
        </p:spPr>
      </p:pic>
      <p:sp>
        <p:nvSpPr>
          <p:cNvPr id="6" name="Rectangle 1">
            <a:extLst>
              <a:ext uri="{FF2B5EF4-FFF2-40B4-BE49-F238E27FC236}">
                <a16:creationId xmlns:a16="http://schemas.microsoft.com/office/drawing/2014/main" id="{C072F732-E4D4-87B7-8003-3849D214CD44}"/>
              </a:ext>
            </a:extLst>
          </p:cNvPr>
          <p:cNvSpPr>
            <a:spLocks noChangeArrowheads="1"/>
          </p:cNvSpPr>
          <p:nvPr/>
        </p:nvSpPr>
        <p:spPr bwMode="auto">
          <a:xfrm>
            <a:off x="6188527" y="2092030"/>
            <a:ext cx="566601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err="1">
                <a:ln>
                  <a:noFill/>
                </a:ln>
                <a:solidFill>
                  <a:srgbClr val="FFFF00"/>
                </a:solidFill>
                <a:effectLst/>
                <a:highlight>
                  <a:srgbClr val="FF0000"/>
                </a:highlight>
                <a:latin typeface="Arial Unicode MS"/>
              </a:rPr>
              <a:t>onlineUsers</a:t>
            </a:r>
            <a:r>
              <a:rPr kumimoji="0" lang="en-US" altLang="en-US" sz="1600" b="0" i="0" u="none" strike="noStrike" cap="none" normalizeH="0" baseline="0" dirty="0">
                <a:ln>
                  <a:noFill/>
                </a:ln>
                <a:solidFill>
                  <a:srgbClr val="FFFF00"/>
                </a:solidFill>
                <a:effectLst/>
                <a:highlight>
                  <a:srgbClr val="FF0000"/>
                </a:highlight>
              </a:rPr>
              <a:t> → an array storing IDs of users currently online.</a:t>
            </a:r>
            <a:endParaRPr kumimoji="0" lang="en-US" altLang="en-US" sz="4400" b="0" i="0" u="none" strike="noStrike" cap="none" normalizeH="0" baseline="0" dirty="0">
              <a:ln>
                <a:noFill/>
              </a:ln>
              <a:solidFill>
                <a:srgbClr val="FFFF00"/>
              </a:solidFill>
              <a:effectLst/>
              <a:highlight>
                <a:srgbClr val="FF00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rgbClr val="FFFF00"/>
                </a:solidFill>
                <a:effectLst/>
                <a:highlight>
                  <a:srgbClr val="FF0000"/>
                </a:highlight>
                <a:latin typeface="Arial Unicode MS"/>
              </a:rPr>
              <a:t>messages</a:t>
            </a:r>
            <a:r>
              <a:rPr kumimoji="0" lang="en-US" altLang="en-US" sz="1600" b="0" i="0" u="none" strike="noStrike" cap="none" normalizeH="0" baseline="0" dirty="0">
                <a:ln>
                  <a:noFill/>
                </a:ln>
                <a:solidFill>
                  <a:srgbClr val="FFFF00"/>
                </a:solidFill>
                <a:effectLst/>
                <a:highlight>
                  <a:srgbClr val="FF0000"/>
                </a:highlight>
              </a:rPr>
              <a:t> → an array storing chat messages.</a:t>
            </a:r>
            <a:endParaRPr kumimoji="0" lang="en-US" altLang="en-US" sz="4400" b="0" i="0" u="none" strike="noStrike" cap="none" normalizeH="0" baseline="0" dirty="0">
              <a:ln>
                <a:noFill/>
              </a:ln>
              <a:solidFill>
                <a:srgbClr val="FFFF00"/>
              </a:solidFill>
              <a:effectLst/>
              <a:highlight>
                <a:srgbClr val="FF0000"/>
              </a:highlight>
              <a:latin typeface="Arial" panose="020B0604020202020204" pitchFamily="34" charset="0"/>
            </a:endParaRPr>
          </a:p>
        </p:txBody>
      </p:sp>
      <p:sp>
        <p:nvSpPr>
          <p:cNvPr id="7" name="Oval 6">
            <a:extLst>
              <a:ext uri="{FF2B5EF4-FFF2-40B4-BE49-F238E27FC236}">
                <a16:creationId xmlns:a16="http://schemas.microsoft.com/office/drawing/2014/main" id="{97E2091E-E6E5-1DA3-E5C4-FB6CB1E4C1FD}"/>
              </a:ext>
            </a:extLst>
          </p:cNvPr>
          <p:cNvSpPr/>
          <p:nvPr/>
        </p:nvSpPr>
        <p:spPr>
          <a:xfrm>
            <a:off x="742950" y="1963921"/>
            <a:ext cx="1796143" cy="536870"/>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49D5500-452A-74F1-DBBD-B9CAE7355BE7}"/>
              </a:ext>
            </a:extLst>
          </p:cNvPr>
          <p:cNvCxnSpPr>
            <a:endCxn id="6" idx="1"/>
          </p:cNvCxnSpPr>
          <p:nvPr/>
        </p:nvCxnSpPr>
        <p:spPr>
          <a:xfrm>
            <a:off x="2588079" y="2245179"/>
            <a:ext cx="3600448" cy="2007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0" name="Rectangle 2">
            <a:extLst>
              <a:ext uri="{FF2B5EF4-FFF2-40B4-BE49-F238E27FC236}">
                <a16:creationId xmlns:a16="http://schemas.microsoft.com/office/drawing/2014/main" id="{C57467FD-4200-2EE8-3EA3-7B22AD27DF1D}"/>
              </a:ext>
            </a:extLst>
          </p:cNvPr>
          <p:cNvSpPr>
            <a:spLocks noChangeArrowheads="1"/>
          </p:cNvSpPr>
          <p:nvPr/>
        </p:nvSpPr>
        <p:spPr bwMode="auto">
          <a:xfrm>
            <a:off x="6319156" y="3131683"/>
            <a:ext cx="5535387" cy="1323439"/>
          </a:xfrm>
          <a:prstGeom prst="rect">
            <a:avLst/>
          </a:prstGeom>
          <a:solidFill>
            <a:srgbClr val="FFFF00"/>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Unicode MS"/>
              </a:rPr>
              <a:t>setOnlineUsers</a:t>
            </a:r>
            <a:r>
              <a:rPr kumimoji="0" lang="en-US" altLang="en-US" sz="2000" b="0" i="0" u="none" strike="noStrike" cap="none" normalizeH="0" baseline="0" dirty="0">
                <a:ln>
                  <a:noFill/>
                </a:ln>
                <a:solidFill>
                  <a:schemeClr val="tx1"/>
                </a:solidFill>
                <a:effectLst/>
              </a:rPr>
              <a:t> → updates the </a:t>
            </a:r>
            <a:r>
              <a:rPr kumimoji="0" lang="en-US" altLang="en-US" sz="2000" b="0" i="0" u="none" strike="noStrike" cap="none" normalizeH="0" baseline="0" dirty="0" err="1">
                <a:ln>
                  <a:noFill/>
                </a:ln>
                <a:solidFill>
                  <a:schemeClr val="tx1"/>
                </a:solidFill>
                <a:effectLst/>
                <a:latin typeface="Arial Unicode MS"/>
              </a:rPr>
              <a:t>onlineUsers</a:t>
            </a:r>
            <a:r>
              <a:rPr kumimoji="0" lang="en-US" altLang="en-US" sz="2000" b="0" i="0" u="none" strike="noStrike" cap="none" normalizeH="0" baseline="0" dirty="0">
                <a:ln>
                  <a:noFill/>
                </a:ln>
                <a:solidFill>
                  <a:schemeClr val="tx1"/>
                </a:solidFill>
                <a:effectLst/>
              </a:rPr>
              <a:t> array with new data (</a:t>
            </a:r>
            <a:r>
              <a:rPr kumimoji="0" lang="en-US" altLang="en-US" sz="2000" b="0" i="0" u="none" strike="noStrike" cap="none" normalizeH="0" baseline="0" dirty="0" err="1">
                <a:ln>
                  <a:noFill/>
                </a:ln>
                <a:solidFill>
                  <a:schemeClr val="tx1"/>
                </a:solidFill>
                <a:effectLst/>
                <a:latin typeface="Arial Unicode MS"/>
              </a:rPr>
              <a:t>action.payload</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Unicode MS"/>
              </a:rPr>
              <a:t>setMessages</a:t>
            </a:r>
            <a:r>
              <a:rPr kumimoji="0" lang="en-US" altLang="en-US" sz="2000" b="0" i="0" u="none" strike="noStrike" cap="none" normalizeH="0" baseline="0" dirty="0">
                <a:ln>
                  <a:noFill/>
                </a:ln>
                <a:solidFill>
                  <a:schemeClr val="tx1"/>
                </a:solidFill>
                <a:effectLst/>
              </a:rPr>
              <a:t> → updates the </a:t>
            </a:r>
            <a:r>
              <a:rPr kumimoji="0" lang="en-US" altLang="en-US" sz="2000" b="0" i="0" u="none" strike="noStrike" cap="none" normalizeH="0" baseline="0" dirty="0">
                <a:ln>
                  <a:noFill/>
                </a:ln>
                <a:solidFill>
                  <a:schemeClr val="tx1"/>
                </a:solidFill>
                <a:effectLst/>
                <a:latin typeface="Arial Unicode MS"/>
              </a:rPr>
              <a:t>messages</a:t>
            </a:r>
            <a:r>
              <a:rPr kumimoji="0" lang="en-US" altLang="en-US" sz="2000" b="0" i="0" u="none" strike="noStrike" cap="none" normalizeH="0" baseline="0" dirty="0">
                <a:ln>
                  <a:noFill/>
                </a:ln>
                <a:solidFill>
                  <a:schemeClr val="tx1"/>
                </a:solidFill>
                <a:effectLst/>
              </a:rPr>
              <a:t> array with new messages (</a:t>
            </a:r>
            <a:r>
              <a:rPr kumimoji="0" lang="en-US" altLang="en-US" sz="2000" b="0" i="0" u="none" strike="noStrike" cap="none" normalizeH="0" baseline="0" dirty="0" err="1">
                <a:ln>
                  <a:noFill/>
                </a:ln>
                <a:solidFill>
                  <a:schemeClr val="tx1"/>
                </a:solidFill>
                <a:effectLst/>
                <a:latin typeface="Arial Unicode MS"/>
              </a:rPr>
              <a:t>action.payload</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cxnSp>
        <p:nvCxnSpPr>
          <p:cNvPr id="11" name="Straight Arrow Connector 10">
            <a:extLst>
              <a:ext uri="{FF2B5EF4-FFF2-40B4-BE49-F238E27FC236}">
                <a16:creationId xmlns:a16="http://schemas.microsoft.com/office/drawing/2014/main" id="{53C78057-1B96-EE3F-95D7-F8FCCB078F22}"/>
              </a:ext>
            </a:extLst>
          </p:cNvPr>
          <p:cNvCxnSpPr>
            <a:cxnSpLocks/>
          </p:cNvCxnSpPr>
          <p:nvPr/>
        </p:nvCxnSpPr>
        <p:spPr>
          <a:xfrm>
            <a:off x="4226379" y="3228206"/>
            <a:ext cx="2092777" cy="94658"/>
          </a:xfrm>
          <a:prstGeom prst="straightConnector1">
            <a:avLst/>
          </a:prstGeom>
          <a:ln w="57150">
            <a:solidFill>
              <a:schemeClr val="accent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7210640C-127B-0C0A-C00F-55E0C920B9CA}"/>
              </a:ext>
            </a:extLst>
          </p:cNvPr>
          <p:cNvCxnSpPr>
            <a:cxnSpLocks/>
          </p:cNvCxnSpPr>
          <p:nvPr/>
        </p:nvCxnSpPr>
        <p:spPr>
          <a:xfrm>
            <a:off x="3924300" y="3939357"/>
            <a:ext cx="2509157" cy="0"/>
          </a:xfrm>
          <a:prstGeom prst="straightConnector1">
            <a:avLst/>
          </a:prstGeom>
          <a:ln w="5715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5" name="Content Placeholder 4">
            <a:extLst>
              <a:ext uri="{FF2B5EF4-FFF2-40B4-BE49-F238E27FC236}">
                <a16:creationId xmlns:a16="http://schemas.microsoft.com/office/drawing/2014/main" id="{EA2903A9-058B-5A5B-CB29-04151EA214EB}"/>
              </a:ext>
            </a:extLst>
          </p:cNvPr>
          <p:cNvPicPr>
            <a:picLocks noChangeAspect="1"/>
          </p:cNvPicPr>
          <p:nvPr/>
        </p:nvPicPr>
        <p:blipFill>
          <a:blip r:embed="rId2"/>
          <a:srcRect t="87584"/>
          <a:stretch>
            <a:fillRect/>
          </a:stretch>
        </p:blipFill>
        <p:spPr>
          <a:xfrm>
            <a:off x="204913" y="5400341"/>
            <a:ext cx="5817608" cy="575977"/>
          </a:xfrm>
          <a:prstGeom prst="rect">
            <a:avLst/>
          </a:prstGeom>
          <a:effectLst>
            <a:glow rad="228600">
              <a:schemeClr val="accent2">
                <a:satMod val="175000"/>
                <a:alpha val="40000"/>
              </a:schemeClr>
            </a:glow>
          </a:effectLst>
        </p:spPr>
      </p:pic>
      <p:sp>
        <p:nvSpPr>
          <p:cNvPr id="17" name="TextBox 16">
            <a:extLst>
              <a:ext uri="{FF2B5EF4-FFF2-40B4-BE49-F238E27FC236}">
                <a16:creationId xmlns:a16="http://schemas.microsoft.com/office/drawing/2014/main" id="{D439A846-A670-2689-2F3D-D7F17F781B1E}"/>
              </a:ext>
            </a:extLst>
          </p:cNvPr>
          <p:cNvSpPr txBox="1"/>
          <p:nvPr/>
        </p:nvSpPr>
        <p:spPr>
          <a:xfrm>
            <a:off x="6433457" y="4939395"/>
            <a:ext cx="5817609" cy="1200329"/>
          </a:xfrm>
          <a:prstGeom prst="rect">
            <a:avLst/>
          </a:prstGeom>
          <a:solidFill>
            <a:schemeClr val="accent2">
              <a:lumMod val="40000"/>
              <a:lumOff val="60000"/>
            </a:schemeClr>
          </a:solidFill>
        </p:spPr>
        <p:txBody>
          <a:bodyPr wrap="square">
            <a:spAutoFit/>
          </a:bodyPr>
          <a:lstStyle/>
          <a:p>
            <a:pPr>
              <a:buFont typeface="Arial" panose="020B0604020202020204" pitchFamily="34" charset="0"/>
              <a:buChar char="•"/>
            </a:pPr>
            <a:r>
              <a:rPr lang="en-US" b="1" dirty="0"/>
              <a:t>Actions</a:t>
            </a:r>
            <a:r>
              <a:rPr lang="en-US" dirty="0"/>
              <a:t>: </a:t>
            </a:r>
            <a:r>
              <a:rPr lang="en-US" dirty="0" err="1">
                <a:latin typeface="Courier New" panose="02070309020205020404" pitchFamily="49" charset="0"/>
              </a:rPr>
              <a:t>setOnlineUsers</a:t>
            </a:r>
            <a:r>
              <a:rPr lang="en-US" dirty="0"/>
              <a:t> and </a:t>
            </a:r>
            <a:r>
              <a:rPr lang="en-US" dirty="0" err="1">
                <a:latin typeface="Courier New" panose="02070309020205020404" pitchFamily="49" charset="0"/>
              </a:rPr>
              <a:t>setMessages</a:t>
            </a:r>
            <a:r>
              <a:rPr lang="en-US" dirty="0"/>
              <a:t> can be dispatched in your components to update the chat state.</a:t>
            </a:r>
          </a:p>
          <a:p>
            <a:pPr>
              <a:buFont typeface="Arial" panose="020B0604020202020204" pitchFamily="34" charset="0"/>
              <a:buChar char="•"/>
            </a:pPr>
            <a:r>
              <a:rPr lang="en-US" b="1" dirty="0"/>
              <a:t>Reducer</a:t>
            </a:r>
            <a:r>
              <a:rPr lang="en-US" dirty="0"/>
              <a:t>: exported as default to be included in the Redux store.</a:t>
            </a:r>
          </a:p>
        </p:txBody>
      </p:sp>
      <p:cxnSp>
        <p:nvCxnSpPr>
          <p:cNvPr id="18" name="Straight Arrow Connector 17">
            <a:extLst>
              <a:ext uri="{FF2B5EF4-FFF2-40B4-BE49-F238E27FC236}">
                <a16:creationId xmlns:a16="http://schemas.microsoft.com/office/drawing/2014/main" id="{6008C256-2D08-2DC7-8535-2A23A048FC1C}"/>
              </a:ext>
            </a:extLst>
          </p:cNvPr>
          <p:cNvCxnSpPr>
            <a:cxnSpLocks/>
          </p:cNvCxnSpPr>
          <p:nvPr/>
        </p:nvCxnSpPr>
        <p:spPr>
          <a:xfrm flipV="1">
            <a:off x="6022521" y="5400341"/>
            <a:ext cx="410936" cy="273109"/>
          </a:xfrm>
          <a:prstGeom prst="straightConnector1">
            <a:avLst/>
          </a:prstGeom>
          <a:ln w="5715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2C4C5E0-0D98-A9E0-6554-A5F9530EFC6D}"/>
              </a:ext>
            </a:extLst>
          </p:cNvPr>
          <p:cNvSpPr txBox="1"/>
          <p:nvPr/>
        </p:nvSpPr>
        <p:spPr>
          <a:xfrm>
            <a:off x="6433457" y="394261"/>
            <a:ext cx="4767940" cy="1569660"/>
          </a:xfrm>
          <a:prstGeom prst="rect">
            <a:avLst/>
          </a:prstGeom>
          <a:noFill/>
        </p:spPr>
        <p:txBody>
          <a:bodyPr wrap="square">
            <a:spAutoFit/>
          </a:bodyPr>
          <a:lstStyle/>
          <a:p>
            <a:r>
              <a:rPr lang="en-US" sz="2400" dirty="0">
                <a:solidFill>
                  <a:schemeClr val="accent1">
                    <a:lumMod val="75000"/>
                  </a:schemeClr>
                </a:solidFill>
              </a:rPr>
              <a:t>This slice keeps track of chat state, allowing you to update the list of </a:t>
            </a:r>
            <a:r>
              <a:rPr lang="en-US" sz="2400" b="1" dirty="0">
                <a:solidFill>
                  <a:schemeClr val="accent1">
                    <a:lumMod val="75000"/>
                  </a:schemeClr>
                </a:solidFill>
              </a:rPr>
              <a:t>online users</a:t>
            </a:r>
            <a:r>
              <a:rPr lang="en-US" sz="2400" dirty="0">
                <a:solidFill>
                  <a:schemeClr val="accent1">
                    <a:lumMod val="75000"/>
                  </a:schemeClr>
                </a:solidFill>
              </a:rPr>
              <a:t> and </a:t>
            </a:r>
            <a:r>
              <a:rPr lang="en-US" sz="2400" b="1" dirty="0">
                <a:solidFill>
                  <a:schemeClr val="accent1">
                    <a:lumMod val="75000"/>
                  </a:schemeClr>
                </a:solidFill>
              </a:rPr>
              <a:t>messages</a:t>
            </a:r>
            <a:r>
              <a:rPr lang="en-US" sz="2400" dirty="0">
                <a:solidFill>
                  <a:schemeClr val="accent1">
                    <a:lumMod val="75000"/>
                  </a:schemeClr>
                </a:solidFill>
              </a:rPr>
              <a:t> in a structured way using Redux.</a:t>
            </a:r>
          </a:p>
        </p:txBody>
      </p:sp>
    </p:spTree>
    <p:extLst>
      <p:ext uri="{BB962C8B-B14F-4D97-AF65-F5344CB8AC3E}">
        <p14:creationId xmlns:p14="http://schemas.microsoft.com/office/powerpoint/2010/main" val="81019148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325B7-D815-4B66-C811-E4658C402302}"/>
              </a:ext>
            </a:extLst>
          </p:cNvPr>
          <p:cNvSpPr>
            <a:spLocks noGrp="1"/>
          </p:cNvSpPr>
          <p:nvPr>
            <p:ph type="title"/>
          </p:nvPr>
        </p:nvSpPr>
        <p:spPr>
          <a:xfrm>
            <a:off x="250372" y="244928"/>
            <a:ext cx="10515600" cy="564017"/>
          </a:xfrm>
        </p:spPr>
        <p:txBody>
          <a:bodyPr>
            <a:normAutofit fontScale="90000"/>
          </a:bodyPr>
          <a:lstStyle/>
          <a:p>
            <a:r>
              <a:rPr lang="en-US" dirty="0" err="1"/>
              <a:t>CommentDialog.jsx</a:t>
            </a:r>
            <a:endParaRPr lang="en-US" dirty="0"/>
          </a:p>
        </p:txBody>
      </p:sp>
      <p:pic>
        <p:nvPicPr>
          <p:cNvPr id="5" name="Content Placeholder 4">
            <a:extLst>
              <a:ext uri="{FF2B5EF4-FFF2-40B4-BE49-F238E27FC236}">
                <a16:creationId xmlns:a16="http://schemas.microsoft.com/office/drawing/2014/main" id="{7E493A57-2780-2F8D-E573-8D8284A8A290}"/>
              </a:ext>
            </a:extLst>
          </p:cNvPr>
          <p:cNvPicPr>
            <a:picLocks noGrp="1" noChangeAspect="1"/>
          </p:cNvPicPr>
          <p:nvPr>
            <p:ph idx="1"/>
          </p:nvPr>
        </p:nvPicPr>
        <p:blipFill>
          <a:blip r:embed="rId2"/>
          <a:stretch>
            <a:fillRect/>
          </a:stretch>
        </p:blipFill>
        <p:spPr>
          <a:xfrm>
            <a:off x="100694" y="1087952"/>
            <a:ext cx="7934183" cy="2438108"/>
          </a:xfrm>
          <a:prstGeom prst="rect">
            <a:avLst/>
          </a:prstGeom>
        </p:spPr>
      </p:pic>
      <p:sp>
        <p:nvSpPr>
          <p:cNvPr id="7" name="TextBox 6">
            <a:extLst>
              <a:ext uri="{FF2B5EF4-FFF2-40B4-BE49-F238E27FC236}">
                <a16:creationId xmlns:a16="http://schemas.microsoft.com/office/drawing/2014/main" id="{1B5BF20E-3235-61A1-7114-1D63F47C87AB}"/>
              </a:ext>
            </a:extLst>
          </p:cNvPr>
          <p:cNvSpPr txBox="1"/>
          <p:nvPr/>
        </p:nvSpPr>
        <p:spPr>
          <a:xfrm>
            <a:off x="231322" y="3805067"/>
            <a:ext cx="10534650" cy="2031325"/>
          </a:xfrm>
          <a:prstGeom prst="rect">
            <a:avLst/>
          </a:prstGeom>
          <a:solidFill>
            <a:srgbClr val="FFFF00"/>
          </a:solidFill>
        </p:spPr>
        <p:txBody>
          <a:bodyPr wrap="square">
            <a:spAutoFit/>
          </a:bodyPr>
          <a:lstStyle/>
          <a:p>
            <a:r>
              <a:rPr lang="en-US" dirty="0"/>
              <a:t>imports </a:t>
            </a:r>
            <a:r>
              <a:rPr lang="en-US" b="1" dirty="0"/>
              <a:t>React and several hooks</a:t>
            </a:r>
            <a:r>
              <a:rPr lang="en-US" dirty="0"/>
              <a:t> (</a:t>
            </a:r>
            <a:r>
              <a:rPr lang="en-US" dirty="0" err="1">
                <a:latin typeface="Courier New" panose="02070309020205020404" pitchFamily="49" charset="0"/>
              </a:rPr>
              <a:t>useEffect</a:t>
            </a:r>
            <a:r>
              <a:rPr lang="en-US" dirty="0"/>
              <a:t>, </a:t>
            </a:r>
            <a:r>
              <a:rPr lang="en-US" dirty="0" err="1">
                <a:latin typeface="Courier New" panose="02070309020205020404" pitchFamily="49" charset="0"/>
              </a:rPr>
              <a:t>useMemo</a:t>
            </a:r>
            <a:r>
              <a:rPr lang="en-US" dirty="0"/>
              <a:t>, </a:t>
            </a:r>
            <a:r>
              <a:rPr lang="en-US" dirty="0" err="1">
                <a:latin typeface="Courier New" panose="02070309020205020404" pitchFamily="49" charset="0"/>
              </a:rPr>
              <a:t>useState</a:t>
            </a:r>
            <a:r>
              <a:rPr lang="en-US" dirty="0"/>
              <a:t>) along with </a:t>
            </a:r>
            <a:r>
              <a:rPr lang="en-US" b="1" dirty="0"/>
              <a:t>components and utilities</a:t>
            </a:r>
            <a:r>
              <a:rPr lang="en-US" dirty="0"/>
              <a:t> from your project and third-party libraries. It includes UI components like </a:t>
            </a:r>
            <a:r>
              <a:rPr lang="en-US" dirty="0">
                <a:latin typeface="Courier New" panose="02070309020205020404" pitchFamily="49" charset="0"/>
              </a:rPr>
              <a:t>Dialog</a:t>
            </a:r>
            <a:r>
              <a:rPr lang="en-US" dirty="0"/>
              <a:t>, </a:t>
            </a:r>
            <a:r>
              <a:rPr lang="en-US" dirty="0">
                <a:latin typeface="Courier New" panose="02070309020205020404" pitchFamily="49" charset="0"/>
              </a:rPr>
              <a:t>Avatar</a:t>
            </a:r>
            <a:r>
              <a:rPr lang="en-US" dirty="0"/>
              <a:t>, </a:t>
            </a:r>
            <a:r>
              <a:rPr lang="en-US" dirty="0">
                <a:latin typeface="Courier New" panose="02070309020205020404" pitchFamily="49" charset="0"/>
              </a:rPr>
              <a:t>Button</a:t>
            </a:r>
            <a:r>
              <a:rPr lang="en-US" dirty="0"/>
              <a:t>, and icons from </a:t>
            </a:r>
            <a:r>
              <a:rPr lang="en-US" dirty="0" err="1">
                <a:latin typeface="Courier New" panose="02070309020205020404" pitchFamily="49" charset="0"/>
              </a:rPr>
              <a:t>lucide</a:t>
            </a:r>
            <a:r>
              <a:rPr lang="en-US" dirty="0">
                <a:latin typeface="Courier New" panose="02070309020205020404" pitchFamily="49" charset="0"/>
              </a:rPr>
              <a:t>-react</a:t>
            </a:r>
            <a:r>
              <a:rPr lang="en-US" dirty="0"/>
              <a:t>, as well as </a:t>
            </a:r>
            <a:r>
              <a:rPr lang="en-US" dirty="0">
                <a:latin typeface="Courier New" panose="02070309020205020404" pitchFamily="49" charset="0"/>
              </a:rPr>
              <a:t>Link</a:t>
            </a:r>
            <a:r>
              <a:rPr lang="en-US" dirty="0"/>
              <a:t> for routing. It also imports </a:t>
            </a:r>
            <a:r>
              <a:rPr lang="en-US" b="1" dirty="0"/>
              <a:t>Redux hooks</a:t>
            </a:r>
            <a:r>
              <a:rPr lang="en-US" dirty="0"/>
              <a:t> (</a:t>
            </a:r>
            <a:r>
              <a:rPr lang="en-US" dirty="0" err="1">
                <a:latin typeface="Courier New" panose="02070309020205020404" pitchFamily="49" charset="0"/>
              </a:rPr>
              <a:t>useDispatch</a:t>
            </a:r>
            <a:r>
              <a:rPr lang="en-US" dirty="0"/>
              <a:t>, </a:t>
            </a:r>
            <a:r>
              <a:rPr lang="en-US" dirty="0" err="1">
                <a:latin typeface="Courier New" panose="02070309020205020404" pitchFamily="49" charset="0"/>
              </a:rPr>
              <a:t>useSelector</a:t>
            </a:r>
            <a:r>
              <a:rPr lang="en-US" dirty="0"/>
              <a:t>) and actions (</a:t>
            </a:r>
            <a:r>
              <a:rPr lang="en-US" dirty="0" err="1">
                <a:latin typeface="Courier New" panose="02070309020205020404" pitchFamily="49" charset="0"/>
              </a:rPr>
              <a:t>setPosts</a:t>
            </a:r>
            <a:r>
              <a:rPr lang="en-US" dirty="0"/>
              <a:t>, </a:t>
            </a:r>
            <a:r>
              <a:rPr lang="en-US" dirty="0" err="1">
                <a:latin typeface="Courier New" panose="02070309020205020404" pitchFamily="49" charset="0"/>
              </a:rPr>
              <a:t>setSelectedPost</a:t>
            </a:r>
            <a:r>
              <a:rPr lang="en-US" dirty="0"/>
              <a:t>) for state management, Axios for HTTP requests, </a:t>
            </a:r>
            <a:r>
              <a:rPr lang="en-US" dirty="0">
                <a:latin typeface="Courier New" panose="02070309020205020404" pitchFamily="49" charset="0"/>
              </a:rPr>
              <a:t>toast</a:t>
            </a:r>
            <a:r>
              <a:rPr lang="en-US" dirty="0"/>
              <a:t> for notifications, and </a:t>
            </a:r>
            <a:r>
              <a:rPr lang="en-US" dirty="0">
                <a:latin typeface="Courier New" panose="02070309020205020404" pitchFamily="49" charset="0"/>
              </a:rPr>
              <a:t>framer-motion</a:t>
            </a:r>
            <a:r>
              <a:rPr lang="en-US" dirty="0"/>
              <a:t> for animations. Essentially, this sets up everything needed for a </a:t>
            </a:r>
            <a:r>
              <a:rPr lang="en-US" b="1" dirty="0"/>
              <a:t>post or comment modal</a:t>
            </a:r>
            <a:r>
              <a:rPr lang="en-US" dirty="0"/>
              <a:t> that can display user avatars, handle actions, manage state, fetch/update data, and animate UI transitions.</a:t>
            </a:r>
          </a:p>
        </p:txBody>
      </p:sp>
    </p:spTree>
    <p:extLst>
      <p:ext uri="{BB962C8B-B14F-4D97-AF65-F5344CB8AC3E}">
        <p14:creationId xmlns:p14="http://schemas.microsoft.com/office/powerpoint/2010/main" val="335904916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06906B1-2603-F47E-62C7-42DEEF11394D}"/>
              </a:ext>
            </a:extLst>
          </p:cNvPr>
          <p:cNvPicPr>
            <a:picLocks noGrp="1" noChangeAspect="1"/>
          </p:cNvPicPr>
          <p:nvPr>
            <p:ph idx="1"/>
          </p:nvPr>
        </p:nvPicPr>
        <p:blipFill>
          <a:blip r:embed="rId2"/>
          <a:stretch>
            <a:fillRect/>
          </a:stretch>
        </p:blipFill>
        <p:spPr>
          <a:xfrm>
            <a:off x="492298" y="411256"/>
            <a:ext cx="8145515" cy="2455812"/>
          </a:xfrm>
          <a:prstGeom prst="rect">
            <a:avLst/>
          </a:prstGeom>
        </p:spPr>
      </p:pic>
      <p:sp>
        <p:nvSpPr>
          <p:cNvPr id="7" name="TextBox 6">
            <a:extLst>
              <a:ext uri="{FF2B5EF4-FFF2-40B4-BE49-F238E27FC236}">
                <a16:creationId xmlns:a16="http://schemas.microsoft.com/office/drawing/2014/main" id="{A4FA4CD6-5A02-03FA-5A05-93D597D537C3}"/>
              </a:ext>
            </a:extLst>
          </p:cNvPr>
          <p:cNvSpPr txBox="1"/>
          <p:nvPr/>
        </p:nvSpPr>
        <p:spPr>
          <a:xfrm>
            <a:off x="75920" y="3049858"/>
            <a:ext cx="11895644" cy="2677656"/>
          </a:xfrm>
          <a:prstGeom prst="rect">
            <a:avLst/>
          </a:prstGeom>
          <a:solidFill>
            <a:srgbClr val="FFFF00"/>
          </a:solidFill>
        </p:spPr>
        <p:txBody>
          <a:bodyPr wrap="square">
            <a:spAutoFit/>
          </a:bodyPr>
          <a:lstStyle/>
          <a:p>
            <a:r>
              <a:rPr lang="en-US" sz="2400" dirty="0"/>
              <a:t>defines a React component </a:t>
            </a:r>
            <a:r>
              <a:rPr lang="en-US" sz="2400" dirty="0" err="1">
                <a:latin typeface="Courier New" panose="02070309020205020404" pitchFamily="49" charset="0"/>
              </a:rPr>
              <a:t>CommentDialog</a:t>
            </a:r>
            <a:r>
              <a:rPr lang="en-US" sz="2400" dirty="0"/>
              <a:t> that manages </a:t>
            </a:r>
            <a:r>
              <a:rPr lang="en-US" sz="2400" b="1" dirty="0"/>
              <a:t>comments on a post</a:t>
            </a:r>
            <a:r>
              <a:rPr lang="en-US" sz="2400" dirty="0"/>
              <a:t>. It uses React state to handle the </a:t>
            </a:r>
            <a:r>
              <a:rPr lang="en-US" sz="2400" b="1" dirty="0"/>
              <a:t>current input text (</a:t>
            </a:r>
            <a:r>
              <a:rPr lang="en-US" sz="2400" b="1" dirty="0">
                <a:latin typeface="Courier New" panose="02070309020205020404" pitchFamily="49" charset="0"/>
              </a:rPr>
              <a:t>text</a:t>
            </a:r>
            <a:r>
              <a:rPr lang="en-US" sz="2400" b="1" dirty="0"/>
              <a:t>)</a:t>
            </a:r>
            <a:r>
              <a:rPr lang="en-US" sz="2400" dirty="0"/>
              <a:t>, the </a:t>
            </a:r>
            <a:r>
              <a:rPr lang="en-US" sz="2400" b="1" dirty="0"/>
              <a:t>list of comments (</a:t>
            </a:r>
            <a:r>
              <a:rPr lang="en-US" sz="2400" b="1" dirty="0">
                <a:latin typeface="Courier New" panose="02070309020205020404" pitchFamily="49" charset="0"/>
              </a:rPr>
              <a:t>comment</a:t>
            </a:r>
            <a:r>
              <a:rPr lang="en-US" sz="2400" b="1" dirty="0"/>
              <a:t>)</a:t>
            </a:r>
            <a:r>
              <a:rPr lang="en-US" sz="2400" dirty="0"/>
              <a:t>, and the </a:t>
            </a:r>
            <a:r>
              <a:rPr lang="en-US" sz="2400" b="1" dirty="0"/>
              <a:t>slide animation direction (</a:t>
            </a:r>
            <a:r>
              <a:rPr lang="en-US" sz="2400" b="1" dirty="0">
                <a:latin typeface="Courier New" panose="02070309020205020404" pitchFamily="49" charset="0"/>
              </a:rPr>
              <a:t>direction</a:t>
            </a:r>
            <a:r>
              <a:rPr lang="en-US" sz="2400" b="1" dirty="0"/>
              <a:t>)</a:t>
            </a:r>
            <a:r>
              <a:rPr lang="en-US" sz="2400" dirty="0"/>
              <a:t> for transitions between posts. It accesses Redux state to get the </a:t>
            </a:r>
            <a:r>
              <a:rPr lang="en-US" sz="2400" b="1" dirty="0"/>
              <a:t>currently selected post (</a:t>
            </a:r>
            <a:r>
              <a:rPr lang="en-US" sz="2400" b="1" dirty="0" err="1">
                <a:latin typeface="Courier New" panose="02070309020205020404" pitchFamily="49" charset="0"/>
              </a:rPr>
              <a:t>selectedPost</a:t>
            </a:r>
            <a:r>
              <a:rPr lang="en-US" sz="2400" b="1" dirty="0"/>
              <a:t>)</a:t>
            </a:r>
            <a:r>
              <a:rPr lang="en-US" sz="2400" dirty="0"/>
              <a:t>, all posts (</a:t>
            </a:r>
            <a:r>
              <a:rPr lang="en-US" sz="2400" dirty="0">
                <a:latin typeface="Courier New" panose="02070309020205020404" pitchFamily="49" charset="0"/>
              </a:rPr>
              <a:t>posts</a:t>
            </a:r>
            <a:r>
              <a:rPr lang="en-US" sz="2400" dirty="0"/>
              <a:t>), and the logged-in </a:t>
            </a:r>
            <a:r>
              <a:rPr lang="en-US" sz="2400" b="1" dirty="0"/>
              <a:t>user (</a:t>
            </a:r>
            <a:r>
              <a:rPr lang="en-US" sz="2400" b="1" dirty="0">
                <a:latin typeface="Courier New" panose="02070309020205020404" pitchFamily="49" charset="0"/>
              </a:rPr>
              <a:t>user</a:t>
            </a:r>
            <a:r>
              <a:rPr lang="en-US" sz="2400" b="1" dirty="0"/>
              <a:t>)</a:t>
            </a:r>
            <a:r>
              <a:rPr lang="en-US" sz="2400" dirty="0"/>
              <a:t>. The </a:t>
            </a:r>
            <a:r>
              <a:rPr lang="en-US" sz="2400" dirty="0">
                <a:latin typeface="Courier New" panose="02070309020205020404" pitchFamily="49" charset="0"/>
              </a:rPr>
              <a:t>dispatch</a:t>
            </a:r>
            <a:r>
              <a:rPr lang="en-US" sz="2400" dirty="0"/>
              <a:t> hook allows updating the Redux store, and </a:t>
            </a:r>
            <a:r>
              <a:rPr lang="en-US" sz="2400" dirty="0" err="1">
                <a:latin typeface="Courier New" panose="02070309020205020404" pitchFamily="49" charset="0"/>
              </a:rPr>
              <a:t>url</a:t>
            </a:r>
            <a:r>
              <a:rPr lang="en-US" sz="2400" dirty="0"/>
              <a:t> stores the API base URL for making requests. Overall, this sets up the component to display, add, and manage comments for a selected post with animation support.</a:t>
            </a:r>
          </a:p>
        </p:txBody>
      </p:sp>
    </p:spTree>
    <p:extLst>
      <p:ext uri="{BB962C8B-B14F-4D97-AF65-F5344CB8AC3E}">
        <p14:creationId xmlns:p14="http://schemas.microsoft.com/office/powerpoint/2010/main" val="201487206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D79490-5196-1B71-8A33-CD55F3686F61}"/>
              </a:ext>
            </a:extLst>
          </p:cNvPr>
          <p:cNvSpPr>
            <a:spLocks noGrp="1"/>
          </p:cNvSpPr>
          <p:nvPr>
            <p:ph idx="1"/>
          </p:nvPr>
        </p:nvSpPr>
        <p:spPr>
          <a:xfrm>
            <a:off x="0" y="3692526"/>
            <a:ext cx="11820526" cy="2947307"/>
          </a:xfrm>
          <a:solidFill>
            <a:srgbClr val="FFFF00"/>
          </a:solidFill>
        </p:spPr>
        <p:txBody>
          <a:bodyPr>
            <a:normAutofit/>
          </a:bodyPr>
          <a:lstStyle/>
          <a:p>
            <a:pPr marL="0" indent="0">
              <a:buNone/>
            </a:pPr>
            <a:r>
              <a:rPr lang="en-US" dirty="0"/>
              <a:t>creates a </a:t>
            </a:r>
            <a:r>
              <a:rPr lang="en-US" b="1" dirty="0"/>
              <a:t>normalized list of posts (</a:t>
            </a:r>
            <a:r>
              <a:rPr lang="en-US" b="1" dirty="0" err="1"/>
              <a:t>navPosts</a:t>
            </a:r>
            <a:r>
              <a:rPr lang="en-US" b="1" dirty="0"/>
              <a:t>)</a:t>
            </a:r>
            <a:r>
              <a:rPr lang="en-US" dirty="0"/>
              <a:t> for navigation. It starts with </a:t>
            </a:r>
            <a:r>
              <a:rPr lang="en-US" dirty="0" err="1"/>
              <a:t>rawNav</a:t>
            </a:r>
            <a:r>
              <a:rPr lang="en-US" dirty="0"/>
              <a:t>, which is either the </a:t>
            </a:r>
            <a:r>
              <a:rPr lang="en-US" dirty="0" err="1"/>
              <a:t>scopePosts</a:t>
            </a:r>
            <a:r>
              <a:rPr lang="en-US" dirty="0"/>
              <a:t> passed as a prop or the global posts from Redux. Each item in </a:t>
            </a:r>
            <a:r>
              <a:rPr lang="en-US" dirty="0" err="1"/>
              <a:t>rawNav</a:t>
            </a:r>
            <a:r>
              <a:rPr lang="en-US" dirty="0"/>
              <a:t> is mapped: if it’s already a full post object with _id, it’s kept; if it’s just a post ID string, it looks up the full post in posts; null or invalid items are ignored. Finally, .filter(Boolean) removes any nulls, ensuring </a:t>
            </a:r>
            <a:r>
              <a:rPr lang="en-US" dirty="0" err="1"/>
              <a:t>navPosts</a:t>
            </a:r>
            <a:r>
              <a:rPr lang="en-US" dirty="0"/>
              <a:t> contains only valid post objects. </a:t>
            </a:r>
            <a:r>
              <a:rPr lang="en-US" dirty="0" err="1"/>
              <a:t>useMemo</a:t>
            </a:r>
            <a:r>
              <a:rPr lang="en-US" dirty="0"/>
              <a:t> is used to </a:t>
            </a:r>
            <a:r>
              <a:rPr lang="en-US" b="1" dirty="0"/>
              <a:t>recompute this list only when </a:t>
            </a:r>
            <a:r>
              <a:rPr lang="en-US" b="1" dirty="0" err="1"/>
              <a:t>rawNav</a:t>
            </a:r>
            <a:r>
              <a:rPr lang="en-US" b="1" dirty="0"/>
              <a:t> or posts changes</a:t>
            </a:r>
            <a:r>
              <a:rPr lang="en-US" dirty="0"/>
              <a:t>, optimizing performance.</a:t>
            </a:r>
          </a:p>
        </p:txBody>
      </p:sp>
      <p:pic>
        <p:nvPicPr>
          <p:cNvPr id="5" name="Picture 4">
            <a:extLst>
              <a:ext uri="{FF2B5EF4-FFF2-40B4-BE49-F238E27FC236}">
                <a16:creationId xmlns:a16="http://schemas.microsoft.com/office/drawing/2014/main" id="{514DB660-52F5-1474-2D76-9425C774DA26}"/>
              </a:ext>
            </a:extLst>
          </p:cNvPr>
          <p:cNvPicPr>
            <a:picLocks noChangeAspect="1"/>
          </p:cNvPicPr>
          <p:nvPr/>
        </p:nvPicPr>
        <p:blipFill>
          <a:blip r:embed="rId2"/>
          <a:stretch>
            <a:fillRect/>
          </a:stretch>
        </p:blipFill>
        <p:spPr>
          <a:xfrm>
            <a:off x="341311" y="218167"/>
            <a:ext cx="6356551" cy="3137354"/>
          </a:xfrm>
          <a:prstGeom prst="rect">
            <a:avLst/>
          </a:prstGeom>
        </p:spPr>
      </p:pic>
    </p:spTree>
    <p:extLst>
      <p:ext uri="{BB962C8B-B14F-4D97-AF65-F5344CB8AC3E}">
        <p14:creationId xmlns:p14="http://schemas.microsoft.com/office/powerpoint/2010/main" val="66198141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6CF1F21-BB4E-C0BC-8C36-D06D7A9ADA5D}"/>
              </a:ext>
            </a:extLst>
          </p:cNvPr>
          <p:cNvSpPr txBox="1"/>
          <p:nvPr/>
        </p:nvSpPr>
        <p:spPr>
          <a:xfrm>
            <a:off x="5364228" y="1034597"/>
            <a:ext cx="6734440" cy="3693319"/>
          </a:xfrm>
          <a:prstGeom prst="rect">
            <a:avLst/>
          </a:prstGeom>
          <a:solidFill>
            <a:srgbClr val="FFFF00"/>
          </a:solidFill>
        </p:spPr>
        <p:txBody>
          <a:bodyPr wrap="square">
            <a:spAutoFit/>
          </a:bodyPr>
          <a:lstStyle/>
          <a:p>
            <a:pPr>
              <a:buNone/>
            </a:pPr>
            <a:r>
              <a:rPr lang="en-US" dirty="0"/>
              <a:t>This code is managing the </a:t>
            </a:r>
            <a:r>
              <a:rPr lang="en-US" b="1" dirty="0"/>
              <a:t>current position</a:t>
            </a:r>
            <a:r>
              <a:rPr lang="en-US" dirty="0"/>
              <a:t> of the selected post within the navigable posts (</a:t>
            </a:r>
            <a:r>
              <a:rPr lang="en-US" dirty="0" err="1">
                <a:latin typeface="Courier New" panose="02070309020205020404" pitchFamily="49" charset="0"/>
              </a:rPr>
              <a:t>navPosts</a:t>
            </a:r>
            <a:r>
              <a:rPr lang="en-US" dirty="0"/>
              <a:t>) for the comment dialog:</a:t>
            </a:r>
          </a:p>
          <a:p>
            <a:pPr>
              <a:buFont typeface="+mj-lt"/>
              <a:buAutoNum type="arabicPeriod"/>
            </a:pPr>
            <a:r>
              <a:rPr lang="en-US" dirty="0" err="1">
                <a:latin typeface="Courier New" panose="02070309020205020404" pitchFamily="49" charset="0"/>
              </a:rPr>
              <a:t>currentIndex</a:t>
            </a:r>
            <a:r>
              <a:rPr lang="en-US" dirty="0"/>
              <a:t> state tracks the </a:t>
            </a:r>
            <a:r>
              <a:rPr lang="en-US" b="1" dirty="0"/>
              <a:t>index of the currently selected post</a:t>
            </a:r>
            <a:r>
              <a:rPr lang="en-US" dirty="0"/>
              <a:t> in </a:t>
            </a:r>
            <a:r>
              <a:rPr lang="en-US" dirty="0" err="1">
                <a:latin typeface="Courier New" panose="02070309020205020404" pitchFamily="49" charset="0"/>
              </a:rPr>
              <a:t>navPosts</a:t>
            </a:r>
            <a:r>
              <a:rPr lang="en-US" dirty="0"/>
              <a:t>. It’s initialized to </a:t>
            </a:r>
            <a:r>
              <a:rPr lang="en-US" dirty="0">
                <a:latin typeface="Courier New" panose="02070309020205020404" pitchFamily="49" charset="0"/>
              </a:rPr>
              <a:t>-1</a:t>
            </a:r>
            <a:r>
              <a:rPr lang="en-US" dirty="0"/>
              <a:t> (meaning no post selected).</a:t>
            </a:r>
          </a:p>
          <a:p>
            <a:pPr>
              <a:buFont typeface="+mj-lt"/>
              <a:buAutoNum type="arabicPeriod"/>
            </a:pPr>
            <a:r>
              <a:rPr lang="en-US" dirty="0"/>
              <a:t>The </a:t>
            </a:r>
            <a:r>
              <a:rPr lang="en-US" dirty="0" err="1">
                <a:latin typeface="Courier New" panose="02070309020205020404" pitchFamily="49" charset="0"/>
              </a:rPr>
              <a:t>useEffect</a:t>
            </a:r>
            <a:r>
              <a:rPr lang="en-US" dirty="0"/>
              <a:t> runs whenever </a:t>
            </a:r>
            <a:r>
              <a:rPr lang="en-US" dirty="0" err="1">
                <a:latin typeface="Courier New" panose="02070309020205020404" pitchFamily="49" charset="0"/>
              </a:rPr>
              <a:t>selectedPost</a:t>
            </a:r>
            <a:r>
              <a:rPr lang="en-US" dirty="0"/>
              <a:t> or </a:t>
            </a:r>
            <a:r>
              <a:rPr lang="en-US" dirty="0" err="1">
                <a:latin typeface="Courier New" panose="02070309020205020404" pitchFamily="49" charset="0"/>
              </a:rPr>
              <a:t>navPosts</a:t>
            </a:r>
            <a:r>
              <a:rPr lang="en-US" dirty="0"/>
              <a:t> changes. Inside it:</a:t>
            </a:r>
          </a:p>
          <a:p>
            <a:pPr marL="742950" lvl="1" indent="-285750">
              <a:buFont typeface="+mj-lt"/>
              <a:buAutoNum type="arabicPeriod"/>
            </a:pPr>
            <a:r>
              <a:rPr lang="en-US" dirty="0"/>
              <a:t>If no post is selected or </a:t>
            </a:r>
            <a:r>
              <a:rPr lang="en-US" dirty="0" err="1">
                <a:latin typeface="Courier New" panose="02070309020205020404" pitchFamily="49" charset="0"/>
              </a:rPr>
              <a:t>navPosts</a:t>
            </a:r>
            <a:r>
              <a:rPr lang="en-US" dirty="0"/>
              <a:t> is empty, it resets </a:t>
            </a:r>
            <a:r>
              <a:rPr lang="en-US" dirty="0" err="1">
                <a:latin typeface="Courier New" panose="02070309020205020404" pitchFamily="49" charset="0"/>
              </a:rPr>
              <a:t>currentIndex</a:t>
            </a:r>
            <a:r>
              <a:rPr lang="en-US" dirty="0"/>
              <a:t> to </a:t>
            </a:r>
            <a:r>
              <a:rPr lang="en-US" dirty="0">
                <a:latin typeface="Courier New" panose="02070309020205020404" pitchFamily="49" charset="0"/>
              </a:rPr>
              <a:t>-1</a:t>
            </a:r>
            <a:r>
              <a:rPr lang="en-US" dirty="0"/>
              <a:t>.</a:t>
            </a:r>
          </a:p>
          <a:p>
            <a:pPr marL="742950" lvl="1" indent="-285750">
              <a:buFont typeface="+mj-lt"/>
              <a:buAutoNum type="arabicPeriod"/>
            </a:pPr>
            <a:r>
              <a:rPr lang="en-US" dirty="0"/>
              <a:t>Otherwise, it finds the index of the selected post in </a:t>
            </a:r>
            <a:r>
              <a:rPr lang="en-US" dirty="0" err="1">
                <a:latin typeface="Courier New" panose="02070309020205020404" pitchFamily="49" charset="0"/>
              </a:rPr>
              <a:t>navPosts</a:t>
            </a:r>
            <a:r>
              <a:rPr lang="en-US" dirty="0"/>
              <a:t> and updates </a:t>
            </a:r>
            <a:r>
              <a:rPr lang="en-US" dirty="0" err="1">
                <a:latin typeface="Courier New" panose="02070309020205020404" pitchFamily="49" charset="0"/>
              </a:rPr>
              <a:t>currentIndex</a:t>
            </a:r>
            <a:r>
              <a:rPr lang="en-US" dirty="0"/>
              <a:t>.</a:t>
            </a:r>
          </a:p>
          <a:p>
            <a:pPr>
              <a:buFont typeface="+mj-lt"/>
              <a:buAutoNum type="arabicPeriod"/>
            </a:pPr>
            <a:r>
              <a:rPr lang="en-US" dirty="0" err="1">
                <a:latin typeface="Courier New" panose="02070309020205020404" pitchFamily="49" charset="0"/>
              </a:rPr>
              <a:t>canNavigate</a:t>
            </a:r>
            <a:r>
              <a:rPr lang="en-US" dirty="0"/>
              <a:t> is a </a:t>
            </a:r>
            <a:r>
              <a:rPr lang="en-US" dirty="0" err="1"/>
              <a:t>boolean</a:t>
            </a:r>
            <a:r>
              <a:rPr lang="en-US" dirty="0"/>
              <a:t> that checks whether </a:t>
            </a:r>
            <a:r>
              <a:rPr lang="en-US" b="1" dirty="0"/>
              <a:t>navigation is possible</a:t>
            </a:r>
            <a:r>
              <a:rPr lang="en-US" dirty="0"/>
              <a:t>, i.e., there’s more than one post and a valid current post is selected.</a:t>
            </a:r>
          </a:p>
        </p:txBody>
      </p:sp>
      <p:pic>
        <p:nvPicPr>
          <p:cNvPr id="10" name="Picture 9">
            <a:extLst>
              <a:ext uri="{FF2B5EF4-FFF2-40B4-BE49-F238E27FC236}">
                <a16:creationId xmlns:a16="http://schemas.microsoft.com/office/drawing/2014/main" id="{4EA16FB4-06F8-0E95-D571-E6F43D9BC27A}"/>
              </a:ext>
            </a:extLst>
          </p:cNvPr>
          <p:cNvPicPr>
            <a:picLocks noChangeAspect="1"/>
          </p:cNvPicPr>
          <p:nvPr/>
        </p:nvPicPr>
        <p:blipFill>
          <a:blip r:embed="rId2"/>
          <a:stretch>
            <a:fillRect/>
          </a:stretch>
        </p:blipFill>
        <p:spPr>
          <a:xfrm>
            <a:off x="93332" y="1383342"/>
            <a:ext cx="5162955" cy="2548592"/>
          </a:xfrm>
          <a:prstGeom prst="rect">
            <a:avLst/>
          </a:prstGeom>
        </p:spPr>
      </p:pic>
    </p:spTree>
    <p:extLst>
      <p:ext uri="{BB962C8B-B14F-4D97-AF65-F5344CB8AC3E}">
        <p14:creationId xmlns:p14="http://schemas.microsoft.com/office/powerpoint/2010/main" val="128915536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42CB1-319F-7BC6-4ED7-D30CD20B7B11}"/>
              </a:ext>
            </a:extLst>
          </p:cNvPr>
          <p:cNvSpPr>
            <a:spLocks noGrp="1"/>
          </p:cNvSpPr>
          <p:nvPr>
            <p:ph type="title"/>
          </p:nvPr>
        </p:nvSpPr>
        <p:spPr/>
        <p:txBody>
          <a:bodyPr/>
          <a:lstStyle/>
          <a:p>
            <a:endParaRPr lang="en-US"/>
          </a:p>
        </p:txBody>
      </p:sp>
      <p:sp>
        <p:nvSpPr>
          <p:cNvPr id="14" name="TextBox 13">
            <a:extLst>
              <a:ext uri="{FF2B5EF4-FFF2-40B4-BE49-F238E27FC236}">
                <a16:creationId xmlns:a16="http://schemas.microsoft.com/office/drawing/2014/main" id="{17789939-5B44-7FD9-3113-5CE3E0049F75}"/>
              </a:ext>
            </a:extLst>
          </p:cNvPr>
          <p:cNvSpPr txBox="1"/>
          <p:nvPr/>
        </p:nvSpPr>
        <p:spPr>
          <a:xfrm>
            <a:off x="5704794" y="365125"/>
            <a:ext cx="6119132" cy="5632311"/>
          </a:xfrm>
          <a:prstGeom prst="rect">
            <a:avLst/>
          </a:prstGeom>
          <a:solidFill>
            <a:srgbClr val="92D050"/>
          </a:solidFill>
        </p:spPr>
        <p:txBody>
          <a:bodyPr wrap="square">
            <a:spAutoFit/>
          </a:bodyPr>
          <a:lstStyle/>
          <a:p>
            <a:pPr>
              <a:buNone/>
            </a:pPr>
            <a:r>
              <a:rPr lang="en-US" dirty="0"/>
              <a:t>handles </a:t>
            </a:r>
            <a:r>
              <a:rPr lang="en-US" b="1" dirty="0"/>
              <a:t>navigating between posts</a:t>
            </a:r>
            <a:r>
              <a:rPr lang="en-US" dirty="0"/>
              <a:t> in the comment dialog and updating comments accordingly:</a:t>
            </a:r>
          </a:p>
          <a:p>
            <a:pPr>
              <a:buFont typeface="+mj-lt"/>
              <a:buAutoNum type="arabicPeriod"/>
            </a:pPr>
            <a:r>
              <a:rPr lang="en-US" b="1" dirty="0" err="1">
                <a:latin typeface="Courier New" panose="02070309020205020404" pitchFamily="49" charset="0"/>
              </a:rPr>
              <a:t>goToAdjacentPost</a:t>
            </a:r>
            <a:r>
              <a:rPr lang="en-US" b="1" dirty="0"/>
              <a:t> function</a:t>
            </a:r>
            <a:r>
              <a:rPr lang="en-US" dirty="0"/>
              <a:t>:</a:t>
            </a:r>
          </a:p>
          <a:p>
            <a:pPr marL="742950" lvl="1" indent="-285750">
              <a:buFont typeface="+mj-lt"/>
              <a:buAutoNum type="arabicPeriod"/>
            </a:pPr>
            <a:r>
              <a:rPr lang="en-US" dirty="0"/>
              <a:t>Takes a </a:t>
            </a:r>
            <a:r>
              <a:rPr lang="en-US" dirty="0">
                <a:latin typeface="Courier New" panose="02070309020205020404" pitchFamily="49" charset="0"/>
              </a:rPr>
              <a:t>direction</a:t>
            </a:r>
            <a:r>
              <a:rPr lang="en-US" dirty="0"/>
              <a:t> ("left" or "right") to move to the previous or next post.</a:t>
            </a:r>
          </a:p>
          <a:p>
            <a:pPr marL="742950" lvl="1" indent="-285750">
              <a:buFont typeface="+mj-lt"/>
              <a:buAutoNum type="arabicPeriod"/>
            </a:pPr>
            <a:r>
              <a:rPr lang="en-US" dirty="0"/>
              <a:t>Checks if navigation is possible (</a:t>
            </a:r>
            <a:r>
              <a:rPr lang="en-US" dirty="0" err="1">
                <a:latin typeface="Courier New" panose="02070309020205020404" pitchFamily="49" charset="0"/>
              </a:rPr>
              <a:t>len</a:t>
            </a:r>
            <a:r>
              <a:rPr lang="en-US" dirty="0">
                <a:latin typeface="Courier New" panose="02070309020205020404" pitchFamily="49" charset="0"/>
              </a:rPr>
              <a:t> &lt; 2</a:t>
            </a:r>
            <a:r>
              <a:rPr lang="en-US" dirty="0"/>
              <a:t> or </a:t>
            </a:r>
            <a:r>
              <a:rPr lang="en-US" dirty="0" err="1">
                <a:latin typeface="Courier New" panose="02070309020205020404" pitchFamily="49" charset="0"/>
              </a:rPr>
              <a:t>currentIndex</a:t>
            </a:r>
            <a:r>
              <a:rPr lang="en-US" dirty="0">
                <a:latin typeface="Courier New" panose="02070309020205020404" pitchFamily="49" charset="0"/>
              </a:rPr>
              <a:t> === -1</a:t>
            </a:r>
            <a:r>
              <a:rPr lang="en-US" dirty="0"/>
              <a:t> → no action).</a:t>
            </a:r>
          </a:p>
          <a:p>
            <a:pPr marL="742950" lvl="1" indent="-285750">
              <a:buFont typeface="+mj-lt"/>
              <a:buAutoNum type="arabicPeriod"/>
            </a:pPr>
            <a:r>
              <a:rPr lang="en-US" dirty="0"/>
              <a:t>Calculates </a:t>
            </a:r>
            <a:r>
              <a:rPr lang="en-US" dirty="0">
                <a:latin typeface="Courier New" panose="02070309020205020404" pitchFamily="49" charset="0"/>
              </a:rPr>
              <a:t>delta</a:t>
            </a:r>
            <a:r>
              <a:rPr lang="en-US" dirty="0"/>
              <a:t> as </a:t>
            </a:r>
            <a:r>
              <a:rPr lang="en-US" dirty="0">
                <a:latin typeface="Courier New" panose="02070309020205020404" pitchFamily="49" charset="0"/>
              </a:rPr>
              <a:t>-1</a:t>
            </a:r>
            <a:r>
              <a:rPr lang="en-US" dirty="0"/>
              <a:t> for left or </a:t>
            </a:r>
            <a:r>
              <a:rPr lang="en-US" dirty="0">
                <a:latin typeface="Courier New" panose="02070309020205020404" pitchFamily="49" charset="0"/>
              </a:rPr>
              <a:t>+1</a:t>
            </a:r>
            <a:r>
              <a:rPr lang="en-US" dirty="0"/>
              <a:t> for right.</a:t>
            </a:r>
          </a:p>
          <a:p>
            <a:pPr marL="742950" lvl="1" indent="-285750">
              <a:buFont typeface="+mj-lt"/>
              <a:buAutoNum type="arabicPeriod"/>
            </a:pPr>
            <a:r>
              <a:rPr lang="en-US" dirty="0"/>
              <a:t>Uses modular arithmetic </a:t>
            </a:r>
            <a:r>
              <a:rPr lang="en-US" dirty="0">
                <a:latin typeface="Courier New" panose="02070309020205020404" pitchFamily="49" charset="0"/>
              </a:rPr>
              <a:t>(</a:t>
            </a:r>
            <a:r>
              <a:rPr lang="en-US" dirty="0" err="1">
                <a:latin typeface="Courier New" panose="02070309020205020404" pitchFamily="49" charset="0"/>
              </a:rPr>
              <a:t>currentIndex</a:t>
            </a:r>
            <a:r>
              <a:rPr lang="en-US" dirty="0">
                <a:latin typeface="Courier New" panose="02070309020205020404" pitchFamily="49" charset="0"/>
              </a:rPr>
              <a:t> + delta + </a:t>
            </a:r>
            <a:r>
              <a:rPr lang="en-US" dirty="0" err="1">
                <a:latin typeface="Courier New" panose="02070309020205020404" pitchFamily="49" charset="0"/>
              </a:rPr>
              <a:t>len</a:t>
            </a:r>
            <a:r>
              <a:rPr lang="en-US" dirty="0">
                <a:latin typeface="Courier New" panose="02070309020205020404" pitchFamily="49" charset="0"/>
              </a:rPr>
              <a:t>) % </a:t>
            </a:r>
            <a:r>
              <a:rPr lang="en-US" dirty="0" err="1">
                <a:latin typeface="Courier New" panose="02070309020205020404" pitchFamily="49" charset="0"/>
              </a:rPr>
              <a:t>len</a:t>
            </a:r>
            <a:r>
              <a:rPr lang="en-US" dirty="0"/>
              <a:t> to </a:t>
            </a:r>
            <a:r>
              <a:rPr lang="en-US" b="1" dirty="0"/>
              <a:t>wrap around</a:t>
            </a:r>
            <a:r>
              <a:rPr lang="en-US" dirty="0"/>
              <a:t> at the edges (circular navigation).</a:t>
            </a:r>
          </a:p>
          <a:p>
            <a:pPr marL="742950" lvl="1" indent="-285750">
              <a:buFont typeface="+mj-lt"/>
              <a:buAutoNum type="arabicPeriod"/>
            </a:pPr>
            <a:r>
              <a:rPr lang="en-US" dirty="0"/>
              <a:t>Updates the Redux </a:t>
            </a:r>
            <a:r>
              <a:rPr lang="en-US" dirty="0" err="1">
                <a:latin typeface="Courier New" panose="02070309020205020404" pitchFamily="49" charset="0"/>
              </a:rPr>
              <a:t>selectedPost</a:t>
            </a:r>
            <a:r>
              <a:rPr lang="en-US" dirty="0"/>
              <a:t> so the app stays in sync.</a:t>
            </a:r>
          </a:p>
          <a:p>
            <a:pPr marL="742950" lvl="1" indent="-285750">
              <a:buFont typeface="+mj-lt"/>
              <a:buAutoNum type="arabicPeriod"/>
            </a:pPr>
            <a:r>
              <a:rPr lang="en-US" dirty="0"/>
              <a:t>Immediately updates the local </a:t>
            </a:r>
            <a:r>
              <a:rPr lang="en-US" dirty="0">
                <a:latin typeface="Courier New" panose="02070309020205020404" pitchFamily="49" charset="0"/>
              </a:rPr>
              <a:t>comment</a:t>
            </a:r>
            <a:r>
              <a:rPr lang="en-US" dirty="0"/>
              <a:t> state for a smooth UI experience.</a:t>
            </a:r>
          </a:p>
          <a:p>
            <a:pPr marL="742950" lvl="1" indent="-285750">
              <a:buFont typeface="+mj-lt"/>
              <a:buAutoNum type="arabicPeriod"/>
            </a:pPr>
            <a:r>
              <a:rPr lang="en-US" dirty="0"/>
              <a:t>Updates </a:t>
            </a:r>
            <a:r>
              <a:rPr lang="en-US" dirty="0" err="1">
                <a:latin typeface="Courier New" panose="02070309020205020404" pitchFamily="49" charset="0"/>
              </a:rPr>
              <a:t>currentIndex</a:t>
            </a:r>
            <a:r>
              <a:rPr lang="en-US" dirty="0"/>
              <a:t> to the new post index.</a:t>
            </a:r>
          </a:p>
          <a:p>
            <a:pPr>
              <a:buFont typeface="+mj-lt"/>
              <a:buAutoNum type="arabicPeriod"/>
            </a:pPr>
            <a:r>
              <a:rPr lang="en-US" b="1" dirty="0" err="1">
                <a:latin typeface="Courier New" panose="02070309020205020404" pitchFamily="49" charset="0"/>
              </a:rPr>
              <a:t>useEffect</a:t>
            </a:r>
            <a:r>
              <a:rPr lang="en-US" b="1" dirty="0"/>
              <a:t> on </a:t>
            </a:r>
            <a:r>
              <a:rPr lang="en-US" b="1" dirty="0" err="1">
                <a:latin typeface="Courier New" panose="02070309020205020404" pitchFamily="49" charset="0"/>
              </a:rPr>
              <a:t>selectedPost</a:t>
            </a:r>
            <a:r>
              <a:rPr lang="en-US" dirty="0"/>
              <a:t>:</a:t>
            </a:r>
          </a:p>
          <a:p>
            <a:pPr marL="742950" lvl="1" indent="-285750">
              <a:buFont typeface="+mj-lt"/>
              <a:buAutoNum type="arabicPeriod"/>
            </a:pPr>
            <a:r>
              <a:rPr lang="en-US" dirty="0"/>
              <a:t>Whenever </a:t>
            </a:r>
            <a:r>
              <a:rPr lang="en-US" dirty="0" err="1">
                <a:latin typeface="Courier New" panose="02070309020205020404" pitchFamily="49" charset="0"/>
              </a:rPr>
              <a:t>selectedPost</a:t>
            </a:r>
            <a:r>
              <a:rPr lang="en-US" dirty="0"/>
              <a:t> changes, it updates the local </a:t>
            </a:r>
            <a:r>
              <a:rPr lang="en-US" dirty="0">
                <a:latin typeface="Courier New" panose="02070309020205020404" pitchFamily="49" charset="0"/>
              </a:rPr>
              <a:t>comment</a:t>
            </a:r>
            <a:r>
              <a:rPr lang="en-US" dirty="0"/>
              <a:t> state to reflect the comments of the newly selected post.</a:t>
            </a:r>
          </a:p>
        </p:txBody>
      </p:sp>
      <p:pic>
        <p:nvPicPr>
          <p:cNvPr id="8" name="Content Placeholder 7">
            <a:extLst>
              <a:ext uri="{FF2B5EF4-FFF2-40B4-BE49-F238E27FC236}">
                <a16:creationId xmlns:a16="http://schemas.microsoft.com/office/drawing/2014/main" id="{5BC4DBC1-0065-0BF7-766C-FC14963E7EA5}"/>
              </a:ext>
            </a:extLst>
          </p:cNvPr>
          <p:cNvPicPr>
            <a:picLocks noGrp="1" noChangeAspect="1"/>
          </p:cNvPicPr>
          <p:nvPr>
            <p:ph idx="1"/>
          </p:nvPr>
        </p:nvPicPr>
        <p:blipFill>
          <a:blip r:embed="rId2"/>
          <a:stretch>
            <a:fillRect/>
          </a:stretch>
        </p:blipFill>
        <p:spPr>
          <a:xfrm>
            <a:off x="0" y="514350"/>
            <a:ext cx="5668847" cy="3886973"/>
          </a:xfrm>
          <a:prstGeom prst="rect">
            <a:avLst/>
          </a:prstGeom>
        </p:spPr>
      </p:pic>
    </p:spTree>
    <p:extLst>
      <p:ext uri="{BB962C8B-B14F-4D97-AF65-F5344CB8AC3E}">
        <p14:creationId xmlns:p14="http://schemas.microsoft.com/office/powerpoint/2010/main" val="162988157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3BA5E71-E0A4-B9CA-5BE9-3A7DFC1CA70F}"/>
              </a:ext>
            </a:extLst>
          </p:cNvPr>
          <p:cNvSpPr txBox="1"/>
          <p:nvPr/>
        </p:nvSpPr>
        <p:spPr>
          <a:xfrm>
            <a:off x="5070020" y="58846"/>
            <a:ext cx="6947807" cy="6740307"/>
          </a:xfrm>
          <a:prstGeom prst="rect">
            <a:avLst/>
          </a:prstGeom>
          <a:solidFill>
            <a:schemeClr val="accent1">
              <a:lumMod val="60000"/>
              <a:lumOff val="40000"/>
            </a:schemeClr>
          </a:solidFill>
        </p:spPr>
        <p:txBody>
          <a:bodyPr wrap="square">
            <a:spAutoFit/>
          </a:bodyPr>
          <a:lstStyle/>
          <a:p>
            <a:pPr>
              <a:buNone/>
            </a:pPr>
            <a:r>
              <a:rPr lang="en-US" dirty="0" err="1">
                <a:latin typeface="Courier New" panose="02070309020205020404" pitchFamily="49" charset="0"/>
              </a:rPr>
              <a:t>useEffect</a:t>
            </a:r>
            <a:r>
              <a:rPr lang="en-US" dirty="0"/>
              <a:t> enables </a:t>
            </a:r>
            <a:r>
              <a:rPr lang="en-US" b="1" dirty="0"/>
              <a:t>keyboard navigation</a:t>
            </a:r>
            <a:r>
              <a:rPr lang="en-US" dirty="0"/>
              <a:t> for the comment dialog when it is open:</a:t>
            </a:r>
          </a:p>
          <a:p>
            <a:pPr>
              <a:buFont typeface="+mj-lt"/>
              <a:buAutoNum type="arabicPeriod"/>
            </a:pPr>
            <a:r>
              <a:rPr lang="en-US" b="1" dirty="0"/>
              <a:t>Check if dialog is open</a:t>
            </a:r>
            <a:r>
              <a:rPr lang="en-US" dirty="0"/>
              <a:t>:</a:t>
            </a:r>
          </a:p>
          <a:p>
            <a:pPr marL="742950" lvl="1" indent="-285750">
              <a:buFont typeface="+mj-lt"/>
              <a:buAutoNum type="arabicPeriod"/>
            </a:pPr>
            <a:r>
              <a:rPr lang="en-US" dirty="0"/>
              <a:t>If </a:t>
            </a:r>
            <a:r>
              <a:rPr lang="en-US" dirty="0">
                <a:latin typeface="Courier New" panose="02070309020205020404" pitchFamily="49" charset="0"/>
              </a:rPr>
              <a:t>open</a:t>
            </a:r>
            <a:r>
              <a:rPr lang="en-US" dirty="0"/>
              <a:t> is </a:t>
            </a:r>
            <a:r>
              <a:rPr lang="en-US" dirty="0">
                <a:latin typeface="Courier New" panose="02070309020205020404" pitchFamily="49" charset="0"/>
              </a:rPr>
              <a:t>false</a:t>
            </a:r>
            <a:r>
              <a:rPr lang="en-US" dirty="0"/>
              <a:t>, the effect returns early; no key handling is added.</a:t>
            </a:r>
          </a:p>
          <a:p>
            <a:pPr>
              <a:buFont typeface="+mj-lt"/>
              <a:buAutoNum type="arabicPeriod"/>
            </a:pPr>
            <a:r>
              <a:rPr lang="en-US" b="1" dirty="0" err="1">
                <a:latin typeface="Courier New" panose="02070309020205020404" pitchFamily="49" charset="0"/>
              </a:rPr>
              <a:t>keyHandler</a:t>
            </a:r>
            <a:r>
              <a:rPr lang="en-US" b="1" dirty="0"/>
              <a:t> function</a:t>
            </a:r>
            <a:r>
              <a:rPr lang="en-US" dirty="0"/>
              <a:t>:</a:t>
            </a:r>
          </a:p>
          <a:p>
            <a:pPr marL="742950" lvl="1" indent="-285750">
              <a:buFont typeface="+mj-lt"/>
              <a:buAutoNum type="arabicPeriod"/>
            </a:pPr>
            <a:r>
              <a:rPr lang="en-US" dirty="0"/>
              <a:t>Ignores key presses if </a:t>
            </a:r>
            <a:r>
              <a:rPr lang="en-US" b="1" dirty="0"/>
              <a:t>modifier keys</a:t>
            </a:r>
            <a:r>
              <a:rPr lang="en-US" dirty="0"/>
              <a:t> (</a:t>
            </a:r>
            <a:r>
              <a:rPr lang="en-US" dirty="0">
                <a:latin typeface="Courier New" panose="02070309020205020404" pitchFamily="49" charset="0"/>
              </a:rPr>
              <a:t>Ctrl</a:t>
            </a:r>
            <a:r>
              <a:rPr lang="en-US" dirty="0"/>
              <a:t>, </a:t>
            </a:r>
            <a:r>
              <a:rPr lang="en-US" dirty="0">
                <a:latin typeface="Courier New" panose="02070309020205020404" pitchFamily="49" charset="0"/>
              </a:rPr>
              <a:t>Meta</a:t>
            </a:r>
            <a:r>
              <a:rPr lang="en-US" dirty="0"/>
              <a:t>, </a:t>
            </a:r>
            <a:r>
              <a:rPr lang="en-US" dirty="0">
                <a:latin typeface="Courier New" panose="02070309020205020404" pitchFamily="49" charset="0"/>
              </a:rPr>
              <a:t>Alt</a:t>
            </a:r>
            <a:r>
              <a:rPr lang="en-US" dirty="0"/>
              <a:t>) are held.</a:t>
            </a:r>
          </a:p>
          <a:p>
            <a:pPr marL="742950" lvl="1" indent="-285750">
              <a:buFont typeface="+mj-lt"/>
              <a:buAutoNum type="arabicPeriod"/>
            </a:pPr>
            <a:r>
              <a:rPr lang="en-US" dirty="0"/>
              <a:t>Prevents navigation if the user is typing in an </a:t>
            </a:r>
            <a:r>
              <a:rPr lang="en-US" b="1" dirty="0"/>
              <a:t>input, </a:t>
            </a:r>
            <a:r>
              <a:rPr lang="en-US" b="1" dirty="0" err="1"/>
              <a:t>textarea</a:t>
            </a:r>
            <a:r>
              <a:rPr lang="en-US" b="1" dirty="0"/>
              <a:t>, or </a:t>
            </a:r>
            <a:r>
              <a:rPr lang="en-US" b="1" dirty="0" err="1"/>
              <a:t>contentEditable</a:t>
            </a:r>
            <a:r>
              <a:rPr lang="en-US" b="1" dirty="0"/>
              <a:t> element</a:t>
            </a:r>
            <a:r>
              <a:rPr lang="en-US" dirty="0"/>
              <a:t>.</a:t>
            </a:r>
          </a:p>
          <a:p>
            <a:pPr marL="742950" lvl="1" indent="-285750">
              <a:buFont typeface="+mj-lt"/>
              <a:buAutoNum type="arabicPeriod"/>
            </a:pPr>
            <a:r>
              <a:rPr lang="en-US" dirty="0"/>
              <a:t>If </a:t>
            </a:r>
            <a:r>
              <a:rPr lang="en-US" b="1" dirty="0" err="1"/>
              <a:t>ArrowLeft</a:t>
            </a:r>
            <a:r>
              <a:rPr lang="en-US" dirty="0"/>
              <a:t> is pressed → calls </a:t>
            </a:r>
            <a:r>
              <a:rPr lang="en-US" dirty="0" err="1">
                <a:latin typeface="Courier New" panose="02070309020205020404" pitchFamily="49" charset="0"/>
              </a:rPr>
              <a:t>goToAdjacentPost</a:t>
            </a:r>
            <a:r>
              <a:rPr lang="en-US" dirty="0">
                <a:latin typeface="Courier New" panose="02070309020205020404" pitchFamily="49" charset="0"/>
              </a:rPr>
              <a:t>('left')</a:t>
            </a:r>
            <a:r>
              <a:rPr lang="en-US" dirty="0"/>
              <a:t> to navigate to the previous post.</a:t>
            </a:r>
          </a:p>
          <a:p>
            <a:pPr marL="742950" lvl="1" indent="-285750">
              <a:buFont typeface="+mj-lt"/>
              <a:buAutoNum type="arabicPeriod"/>
            </a:pPr>
            <a:r>
              <a:rPr lang="en-US" dirty="0"/>
              <a:t>If </a:t>
            </a:r>
            <a:r>
              <a:rPr lang="en-US" b="1" dirty="0" err="1"/>
              <a:t>ArrowRight</a:t>
            </a:r>
            <a:r>
              <a:rPr lang="en-US" dirty="0"/>
              <a:t> is pressed → calls </a:t>
            </a:r>
            <a:r>
              <a:rPr lang="en-US" dirty="0" err="1">
                <a:latin typeface="Courier New" panose="02070309020205020404" pitchFamily="49" charset="0"/>
              </a:rPr>
              <a:t>goToAdjacentPost</a:t>
            </a:r>
            <a:r>
              <a:rPr lang="en-US" dirty="0">
                <a:latin typeface="Courier New" panose="02070309020205020404" pitchFamily="49" charset="0"/>
              </a:rPr>
              <a:t>('right')</a:t>
            </a:r>
            <a:r>
              <a:rPr lang="en-US" dirty="0"/>
              <a:t> to navigate to the next post.</a:t>
            </a:r>
          </a:p>
          <a:p>
            <a:pPr marL="742950" lvl="1" indent="-285750">
              <a:buFont typeface="+mj-lt"/>
              <a:buAutoNum type="arabicPeriod"/>
            </a:pPr>
            <a:r>
              <a:rPr lang="en-US" dirty="0" err="1">
                <a:latin typeface="Courier New" panose="02070309020205020404" pitchFamily="49" charset="0"/>
              </a:rPr>
              <a:t>e.preventDefault</a:t>
            </a:r>
            <a:r>
              <a:rPr lang="en-US" dirty="0">
                <a:latin typeface="Courier New" panose="02070309020205020404" pitchFamily="49" charset="0"/>
              </a:rPr>
              <a:t>()</a:t>
            </a:r>
            <a:r>
              <a:rPr lang="en-US" dirty="0"/>
              <a:t> stops default browser scrolling behavior on arrow keys.</a:t>
            </a:r>
          </a:p>
          <a:p>
            <a:pPr>
              <a:buFont typeface="+mj-lt"/>
              <a:buAutoNum type="arabicPeriod"/>
            </a:pPr>
            <a:r>
              <a:rPr lang="en-US" b="1" dirty="0"/>
              <a:t>Add / cleanup event listener</a:t>
            </a:r>
            <a:r>
              <a:rPr lang="en-US" dirty="0"/>
              <a:t>:</a:t>
            </a:r>
          </a:p>
          <a:p>
            <a:pPr marL="742950" lvl="1" indent="-285750">
              <a:buFont typeface="+mj-lt"/>
              <a:buAutoNum type="arabicPeriod"/>
            </a:pPr>
            <a:r>
              <a:rPr lang="en-US" dirty="0"/>
              <a:t>Adds </a:t>
            </a:r>
            <a:r>
              <a:rPr lang="en-US" dirty="0" err="1">
                <a:latin typeface="Courier New" panose="02070309020205020404" pitchFamily="49" charset="0"/>
              </a:rPr>
              <a:t>keydown</a:t>
            </a:r>
            <a:r>
              <a:rPr lang="en-US" dirty="0"/>
              <a:t> listener to </a:t>
            </a:r>
            <a:r>
              <a:rPr lang="en-US" dirty="0">
                <a:latin typeface="Courier New" panose="02070309020205020404" pitchFamily="49" charset="0"/>
              </a:rPr>
              <a:t>window</a:t>
            </a:r>
            <a:r>
              <a:rPr lang="en-US" dirty="0"/>
              <a:t> when the effect runs.</a:t>
            </a:r>
          </a:p>
          <a:p>
            <a:pPr marL="742950" lvl="1" indent="-285750">
              <a:buFont typeface="+mj-lt"/>
              <a:buAutoNum type="arabicPeriod"/>
            </a:pPr>
            <a:r>
              <a:rPr lang="en-US" dirty="0"/>
              <a:t>Removes the listener on cleanup to prevent memory leaks or duplicate listeners.</a:t>
            </a:r>
          </a:p>
          <a:p>
            <a:pPr>
              <a:buNone/>
            </a:pPr>
            <a:r>
              <a:rPr lang="en-US" dirty="0"/>
              <a:t>✅ In short: this effect allows </a:t>
            </a:r>
            <a:r>
              <a:rPr lang="en-US" b="1" dirty="0"/>
              <a:t>smooth left/right arrow navigation</a:t>
            </a:r>
            <a:r>
              <a:rPr lang="en-US" dirty="0"/>
              <a:t> between posts using the keyboard, </a:t>
            </a:r>
          </a:p>
        </p:txBody>
      </p:sp>
      <p:pic>
        <p:nvPicPr>
          <p:cNvPr id="11" name="Content Placeholder 10">
            <a:extLst>
              <a:ext uri="{FF2B5EF4-FFF2-40B4-BE49-F238E27FC236}">
                <a16:creationId xmlns:a16="http://schemas.microsoft.com/office/drawing/2014/main" id="{D563722C-4DE0-F244-7227-B321F4E029F1}"/>
              </a:ext>
            </a:extLst>
          </p:cNvPr>
          <p:cNvPicPr>
            <a:picLocks noGrp="1" noChangeAspect="1"/>
          </p:cNvPicPr>
          <p:nvPr>
            <p:ph idx="1"/>
          </p:nvPr>
        </p:nvPicPr>
        <p:blipFill>
          <a:blip r:embed="rId2"/>
          <a:stretch>
            <a:fillRect/>
          </a:stretch>
        </p:blipFill>
        <p:spPr>
          <a:xfrm>
            <a:off x="0" y="215235"/>
            <a:ext cx="5111205" cy="4960922"/>
          </a:xfrm>
          <a:prstGeom prst="rect">
            <a:avLst/>
          </a:prstGeom>
        </p:spPr>
      </p:pic>
    </p:spTree>
    <p:extLst>
      <p:ext uri="{BB962C8B-B14F-4D97-AF65-F5344CB8AC3E}">
        <p14:creationId xmlns:p14="http://schemas.microsoft.com/office/powerpoint/2010/main" val="34324561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BDB0E-D9B7-7DFD-77C7-EE10D19F961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6665F7C6-CE56-0FBF-626C-2F4CD64F8E25}"/>
              </a:ext>
            </a:extLst>
          </p:cNvPr>
          <p:cNvPicPr>
            <a:picLocks noGrp="1" noChangeAspect="1"/>
          </p:cNvPicPr>
          <p:nvPr>
            <p:ph idx="1"/>
          </p:nvPr>
        </p:nvPicPr>
        <p:blipFill>
          <a:blip r:embed="rId2"/>
          <a:stretch>
            <a:fillRect/>
          </a:stretch>
        </p:blipFill>
        <p:spPr>
          <a:xfrm>
            <a:off x="-204108" y="-80240"/>
            <a:ext cx="7577676" cy="4737039"/>
          </a:xfrm>
          <a:prstGeom prst="rect">
            <a:avLst/>
          </a:prstGeom>
        </p:spPr>
      </p:pic>
      <p:sp>
        <p:nvSpPr>
          <p:cNvPr id="9" name="TextBox 8">
            <a:extLst>
              <a:ext uri="{FF2B5EF4-FFF2-40B4-BE49-F238E27FC236}">
                <a16:creationId xmlns:a16="http://schemas.microsoft.com/office/drawing/2014/main" id="{A3CF5B8A-2472-C60D-DDD0-D9483477485E}"/>
              </a:ext>
            </a:extLst>
          </p:cNvPr>
          <p:cNvSpPr txBox="1"/>
          <p:nvPr/>
        </p:nvSpPr>
        <p:spPr>
          <a:xfrm>
            <a:off x="31438" y="4075331"/>
            <a:ext cx="11415715" cy="2585323"/>
          </a:xfrm>
          <a:prstGeom prst="rect">
            <a:avLst/>
          </a:prstGeom>
          <a:solidFill>
            <a:schemeClr val="accent2">
              <a:lumMod val="60000"/>
              <a:lumOff val="40000"/>
            </a:schemeClr>
          </a:solidFill>
        </p:spPr>
        <p:txBody>
          <a:bodyPr wrap="square">
            <a:spAutoFit/>
          </a:bodyPr>
          <a:lstStyle/>
          <a:p>
            <a:r>
              <a:rPr lang="en-US" b="1" dirty="0"/>
              <a:t>Update Redux posts state</a:t>
            </a:r>
            <a:r>
              <a:rPr lang="en-US" dirty="0"/>
              <a:t>:</a:t>
            </a:r>
          </a:p>
          <a:p>
            <a:pPr lvl="1"/>
            <a:r>
              <a:rPr lang="en-US" dirty="0"/>
              <a:t>Maps through all posts in </a:t>
            </a:r>
            <a:r>
              <a:rPr lang="en-US" dirty="0">
                <a:latin typeface="Courier New" panose="02070309020205020404" pitchFamily="49" charset="0"/>
              </a:rPr>
              <a:t>posts</a:t>
            </a:r>
            <a:r>
              <a:rPr lang="en-US" dirty="0"/>
              <a:t>.</a:t>
            </a:r>
          </a:p>
          <a:p>
            <a:pPr lvl="1"/>
            <a:r>
              <a:rPr lang="en-US" dirty="0"/>
              <a:t>For the selected post, it updates its </a:t>
            </a:r>
            <a:r>
              <a:rPr lang="en-US" dirty="0">
                <a:latin typeface="Courier New" panose="02070309020205020404" pitchFamily="49" charset="0"/>
              </a:rPr>
              <a:t>comments</a:t>
            </a:r>
            <a:r>
              <a:rPr lang="en-US" dirty="0"/>
              <a:t> array with the new </a:t>
            </a:r>
            <a:r>
              <a:rPr lang="en-US" dirty="0" err="1">
                <a:latin typeface="Courier New" panose="02070309020205020404" pitchFamily="49" charset="0"/>
              </a:rPr>
              <a:t>updatedCommentData</a:t>
            </a:r>
            <a:r>
              <a:rPr lang="en-US" dirty="0"/>
              <a:t>.</a:t>
            </a:r>
          </a:p>
          <a:p>
            <a:pPr lvl="1"/>
            <a:r>
              <a:rPr lang="en-US" dirty="0"/>
              <a:t>Dispatches </a:t>
            </a:r>
            <a:r>
              <a:rPr lang="en-US" dirty="0" err="1">
                <a:latin typeface="Courier New" panose="02070309020205020404" pitchFamily="49" charset="0"/>
              </a:rPr>
              <a:t>setPosts</a:t>
            </a:r>
            <a:r>
              <a:rPr lang="en-US" dirty="0"/>
              <a:t> to update the global Redux store so the UI stays in sync.</a:t>
            </a:r>
          </a:p>
          <a:p>
            <a:r>
              <a:rPr lang="en-US" b="1" dirty="0"/>
              <a:t>UI feedback</a:t>
            </a:r>
            <a:r>
              <a:rPr lang="en-US" dirty="0"/>
              <a:t>:</a:t>
            </a:r>
          </a:p>
          <a:p>
            <a:pPr lvl="1"/>
            <a:r>
              <a:rPr lang="en-US" dirty="0"/>
              <a:t>Shows a success message using </a:t>
            </a:r>
            <a:r>
              <a:rPr lang="en-US" dirty="0" err="1">
                <a:latin typeface="Courier New" panose="02070309020205020404" pitchFamily="49" charset="0"/>
              </a:rPr>
              <a:t>toast.success</a:t>
            </a:r>
            <a:r>
              <a:rPr lang="en-US" dirty="0"/>
              <a:t>.</a:t>
            </a:r>
          </a:p>
          <a:p>
            <a:pPr lvl="1"/>
            <a:r>
              <a:rPr lang="en-US" dirty="0"/>
              <a:t>Clears the input field by setting </a:t>
            </a:r>
            <a:r>
              <a:rPr lang="en-US" dirty="0" err="1">
                <a:latin typeface="Courier New" panose="02070309020205020404" pitchFamily="49" charset="0"/>
              </a:rPr>
              <a:t>setText</a:t>
            </a:r>
            <a:r>
              <a:rPr lang="en-US" dirty="0">
                <a:latin typeface="Courier New" panose="02070309020205020404" pitchFamily="49" charset="0"/>
              </a:rPr>
              <a:t>("")</a:t>
            </a:r>
            <a:r>
              <a:rPr lang="en-US" dirty="0"/>
              <a:t>.</a:t>
            </a:r>
          </a:p>
          <a:p>
            <a:r>
              <a:rPr lang="en-US" dirty="0"/>
              <a:t>✅ </a:t>
            </a:r>
            <a:r>
              <a:rPr lang="en-US" b="1" dirty="0"/>
              <a:t>Summary:</a:t>
            </a:r>
            <a:r>
              <a:rPr lang="en-US" dirty="0"/>
              <a:t> This function ensures that when a user adds a comment, it updates both </a:t>
            </a:r>
            <a:r>
              <a:rPr lang="en-US" b="1" dirty="0"/>
              <a:t>local UI state</a:t>
            </a:r>
            <a:r>
              <a:rPr lang="en-US" dirty="0"/>
              <a:t> and </a:t>
            </a:r>
            <a:r>
              <a:rPr lang="en-US" b="1" dirty="0"/>
              <a:t>global post state</a:t>
            </a:r>
            <a:r>
              <a:rPr lang="en-US" dirty="0"/>
              <a:t> while also informing the user of success.</a:t>
            </a:r>
          </a:p>
        </p:txBody>
      </p:sp>
      <p:sp>
        <p:nvSpPr>
          <p:cNvPr id="13" name="TextBox 12">
            <a:extLst>
              <a:ext uri="{FF2B5EF4-FFF2-40B4-BE49-F238E27FC236}">
                <a16:creationId xmlns:a16="http://schemas.microsoft.com/office/drawing/2014/main" id="{537DD130-99A6-60EE-B4C1-02D26209F308}"/>
              </a:ext>
            </a:extLst>
          </p:cNvPr>
          <p:cNvSpPr txBox="1"/>
          <p:nvPr/>
        </p:nvSpPr>
        <p:spPr>
          <a:xfrm>
            <a:off x="6433457" y="845956"/>
            <a:ext cx="5727105" cy="3693319"/>
          </a:xfrm>
          <a:prstGeom prst="rect">
            <a:avLst/>
          </a:prstGeom>
          <a:solidFill>
            <a:srgbClr val="FFFF00"/>
          </a:solidFill>
        </p:spPr>
        <p:txBody>
          <a:bodyPr wrap="square">
            <a:spAutoFit/>
          </a:bodyPr>
          <a:lstStyle/>
          <a:p>
            <a:r>
              <a:rPr lang="en-US" dirty="0" err="1">
                <a:latin typeface="Courier New" panose="02070309020205020404" pitchFamily="49" charset="0"/>
              </a:rPr>
              <a:t>sendMessageHandler</a:t>
            </a:r>
            <a:r>
              <a:rPr lang="en-US" dirty="0"/>
              <a:t> handles </a:t>
            </a:r>
            <a:r>
              <a:rPr lang="en-US" b="1" dirty="0"/>
              <a:t>posting a new comment</a:t>
            </a:r>
            <a:r>
              <a:rPr lang="en-US" dirty="0"/>
              <a:t> to the currently selected post. Here's what it does step by step:</a:t>
            </a:r>
          </a:p>
          <a:p>
            <a:r>
              <a:rPr lang="en-US" b="1" dirty="0"/>
              <a:t>Send comment to server</a:t>
            </a:r>
            <a:r>
              <a:rPr lang="en-US" dirty="0"/>
              <a:t>:</a:t>
            </a:r>
          </a:p>
          <a:p>
            <a:pPr lvl="1"/>
            <a:r>
              <a:rPr lang="en-US" dirty="0"/>
              <a:t>Uses </a:t>
            </a:r>
            <a:r>
              <a:rPr lang="en-US" dirty="0" err="1">
                <a:latin typeface="Courier New" panose="02070309020205020404" pitchFamily="49" charset="0"/>
              </a:rPr>
              <a:t>axios.post</a:t>
            </a:r>
            <a:r>
              <a:rPr lang="en-US" dirty="0"/>
              <a:t> to send the comment text (</a:t>
            </a:r>
            <a:r>
              <a:rPr lang="en-US" dirty="0">
                <a:latin typeface="Courier New" panose="02070309020205020404" pitchFamily="49" charset="0"/>
              </a:rPr>
              <a:t>text</a:t>
            </a:r>
            <a:r>
              <a:rPr lang="en-US" dirty="0"/>
              <a:t>) to the API endpoint for the selected post.</a:t>
            </a:r>
          </a:p>
          <a:p>
            <a:pPr lvl="1"/>
            <a:r>
              <a:rPr lang="en-US" dirty="0" err="1">
                <a:latin typeface="Courier New" panose="02070309020205020404" pitchFamily="49" charset="0"/>
              </a:rPr>
              <a:t>withCredentials</a:t>
            </a:r>
            <a:r>
              <a:rPr lang="en-US" dirty="0">
                <a:latin typeface="Courier New" panose="02070309020205020404" pitchFamily="49" charset="0"/>
              </a:rPr>
              <a:t>: true</a:t>
            </a:r>
            <a:r>
              <a:rPr lang="en-US" dirty="0"/>
              <a:t> ensures cookies (like auth tokens) are sent along.</a:t>
            </a:r>
          </a:p>
          <a:p>
            <a:r>
              <a:rPr lang="en-US" b="1" dirty="0"/>
              <a:t>Update local comment state</a:t>
            </a:r>
            <a:r>
              <a:rPr lang="en-US" dirty="0"/>
              <a:t>:</a:t>
            </a:r>
          </a:p>
          <a:p>
            <a:pPr lvl="1"/>
            <a:r>
              <a:rPr lang="en-US" dirty="0"/>
              <a:t>If the server responds with success, it adds the new comment to the local </a:t>
            </a:r>
            <a:r>
              <a:rPr lang="en-US" dirty="0">
                <a:latin typeface="Courier New" panose="02070309020205020404" pitchFamily="49" charset="0"/>
              </a:rPr>
              <a:t>comment</a:t>
            </a:r>
            <a:r>
              <a:rPr lang="en-US" dirty="0"/>
              <a:t> array using </a:t>
            </a:r>
            <a:r>
              <a:rPr lang="en-US" dirty="0" err="1">
                <a:latin typeface="Courier New" panose="02070309020205020404" pitchFamily="49" charset="0"/>
              </a:rPr>
              <a:t>setComment</a:t>
            </a:r>
            <a:r>
              <a:rPr lang="en-US" dirty="0">
                <a:latin typeface="Courier New" panose="02070309020205020404" pitchFamily="49" charset="0"/>
              </a:rPr>
              <a:t>([...comment, </a:t>
            </a:r>
            <a:r>
              <a:rPr lang="en-US" dirty="0" err="1">
                <a:latin typeface="Courier New" panose="02070309020205020404" pitchFamily="49" charset="0"/>
              </a:rPr>
              <a:t>res.data.comment</a:t>
            </a:r>
            <a:r>
              <a:rPr lang="en-US" dirty="0">
                <a:latin typeface="Courier New" panose="02070309020205020404" pitchFamily="49" charset="0"/>
              </a:rPr>
              <a:t>])</a:t>
            </a:r>
            <a:r>
              <a:rPr lang="en-US" dirty="0"/>
              <a:t>.</a:t>
            </a:r>
          </a:p>
        </p:txBody>
      </p:sp>
    </p:spTree>
    <p:extLst>
      <p:ext uri="{BB962C8B-B14F-4D97-AF65-F5344CB8AC3E}">
        <p14:creationId xmlns:p14="http://schemas.microsoft.com/office/powerpoint/2010/main" val="104635925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54B52-F64C-AF33-A615-37B93440E978}"/>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5A8AAA64-B93F-2C34-2D49-27728A7F342A}"/>
              </a:ext>
            </a:extLst>
          </p:cNvPr>
          <p:cNvPicPr>
            <a:picLocks noGrp="1" noChangeAspect="1"/>
          </p:cNvPicPr>
          <p:nvPr>
            <p:ph idx="1"/>
          </p:nvPr>
        </p:nvPicPr>
        <p:blipFill>
          <a:blip r:embed="rId2"/>
          <a:stretch>
            <a:fillRect/>
          </a:stretch>
        </p:blipFill>
        <p:spPr>
          <a:xfrm>
            <a:off x="65314" y="274123"/>
            <a:ext cx="7766473" cy="3111648"/>
          </a:xfrm>
          <a:prstGeom prst="rect">
            <a:avLst/>
          </a:prstGeom>
        </p:spPr>
      </p:pic>
      <p:sp>
        <p:nvSpPr>
          <p:cNvPr id="6" name="Rectangle 1">
            <a:extLst>
              <a:ext uri="{FF2B5EF4-FFF2-40B4-BE49-F238E27FC236}">
                <a16:creationId xmlns:a16="http://schemas.microsoft.com/office/drawing/2014/main" id="{EE08E286-03EC-2988-D8EE-834D3556C017}"/>
              </a:ext>
            </a:extLst>
          </p:cNvPr>
          <p:cNvSpPr>
            <a:spLocks noChangeArrowheads="1"/>
          </p:cNvSpPr>
          <p:nvPr/>
        </p:nvSpPr>
        <p:spPr bwMode="auto">
          <a:xfrm>
            <a:off x="125187" y="3630553"/>
            <a:ext cx="11228613"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Send delete request to the server:</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Uses </a:t>
            </a:r>
            <a:r>
              <a:rPr kumimoji="0" lang="en-US" altLang="en-US" sz="2000" b="0" i="0" u="none" strike="noStrike" cap="none" normalizeH="0" baseline="0" dirty="0" err="1">
                <a:ln>
                  <a:noFill/>
                </a:ln>
                <a:solidFill>
                  <a:schemeClr val="tx1"/>
                </a:solidFill>
                <a:effectLst/>
                <a:highlight>
                  <a:srgbClr val="00FFFF"/>
                </a:highlight>
                <a:latin typeface="Arial Unicode MS"/>
              </a:rPr>
              <a:t>axios.delete</a:t>
            </a:r>
            <a:r>
              <a:rPr kumimoji="0" lang="en-US" altLang="en-US" sz="2000" b="0" i="0" u="none" strike="noStrike" cap="none" normalizeH="0" baseline="0" dirty="0">
                <a:ln>
                  <a:noFill/>
                </a:ln>
                <a:solidFill>
                  <a:schemeClr val="tx1"/>
                </a:solidFill>
                <a:effectLst/>
                <a:highlight>
                  <a:srgbClr val="00FFFF"/>
                </a:highlight>
              </a:rPr>
              <a:t> to call the API endpoint for deleting the post with the ID </a:t>
            </a:r>
            <a:r>
              <a:rPr kumimoji="0" lang="en-US" altLang="en-US" sz="2000" b="0" i="0" u="none" strike="noStrike" cap="none" normalizeH="0" baseline="0" dirty="0" err="1">
                <a:ln>
                  <a:noFill/>
                </a:ln>
                <a:solidFill>
                  <a:schemeClr val="tx1"/>
                </a:solidFill>
                <a:effectLst/>
                <a:highlight>
                  <a:srgbClr val="00FFFF"/>
                </a:highlight>
                <a:latin typeface="Arial Unicode MS"/>
              </a:rPr>
              <a:t>selectedPost</a:t>
            </a:r>
            <a:r>
              <a:rPr kumimoji="0" lang="en-US" altLang="en-US" sz="2000" b="0" i="0" u="none" strike="noStrike" cap="none" normalizeH="0" baseline="0" dirty="0">
                <a:ln>
                  <a:noFill/>
                </a:ln>
                <a:solidFill>
                  <a:schemeClr val="tx1"/>
                </a:solidFill>
                <a:effectLst/>
                <a:highlight>
                  <a:srgbClr val="00FFFF"/>
                </a:highlight>
                <a:latin typeface="Arial Unicode MS"/>
              </a:rPr>
              <a:t>._id</a:t>
            </a:r>
            <a:r>
              <a:rPr kumimoji="0" lang="en-US" altLang="en-US" sz="2000" b="0" i="0" u="none" strike="noStrike" cap="none" normalizeH="0" baseline="0" dirty="0">
                <a:ln>
                  <a:noFill/>
                </a:ln>
                <a:solidFill>
                  <a:schemeClr val="tx1"/>
                </a:solidFill>
                <a:effectLst/>
                <a:highlight>
                  <a:srgbClr val="00FFFF"/>
                </a:highlight>
              </a:rPr>
              <a:t>.</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highlight>
                  <a:srgbClr val="00FFFF"/>
                </a:highlight>
                <a:latin typeface="Arial Unicode MS"/>
              </a:rPr>
              <a:t>withCredentials</a:t>
            </a:r>
            <a:r>
              <a:rPr kumimoji="0" lang="en-US" altLang="en-US" sz="2000" b="0" i="0" u="none" strike="noStrike" cap="none" normalizeH="0" baseline="0" dirty="0">
                <a:ln>
                  <a:noFill/>
                </a:ln>
                <a:solidFill>
                  <a:schemeClr val="tx1"/>
                </a:solidFill>
                <a:effectLst/>
                <a:highlight>
                  <a:srgbClr val="00FFFF"/>
                </a:highlight>
                <a:latin typeface="Arial Unicode MS"/>
              </a:rPr>
              <a:t>: true</a:t>
            </a:r>
            <a:r>
              <a:rPr kumimoji="0" lang="en-US" altLang="en-US" sz="2000" b="0" i="0" u="none" strike="noStrike" cap="none" normalizeH="0" baseline="0" dirty="0">
                <a:ln>
                  <a:noFill/>
                </a:ln>
                <a:solidFill>
                  <a:schemeClr val="tx1"/>
                </a:solidFill>
                <a:effectLst/>
                <a:highlight>
                  <a:srgbClr val="00FFFF"/>
                </a:highlight>
              </a:rPr>
              <a:t> ensures that cookies (like authentication tokens) are sent along with the request.</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Update Redux store if successful:</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If the server responds with </a:t>
            </a:r>
            <a:r>
              <a:rPr kumimoji="0" lang="en-US" altLang="en-US" sz="2000" b="0" i="0" u="none" strike="noStrike" cap="none" normalizeH="0" baseline="0" dirty="0">
                <a:ln>
                  <a:noFill/>
                </a:ln>
                <a:solidFill>
                  <a:schemeClr val="tx1"/>
                </a:solidFill>
                <a:effectLst/>
                <a:highlight>
                  <a:srgbClr val="00FFFF"/>
                </a:highlight>
                <a:latin typeface="Arial Unicode MS"/>
              </a:rPr>
              <a:t>success</a:t>
            </a:r>
            <a:r>
              <a:rPr kumimoji="0" lang="en-US" altLang="en-US" sz="2000" b="0" i="0" u="none" strike="noStrike" cap="none" normalizeH="0" baseline="0" dirty="0">
                <a:ln>
                  <a:noFill/>
                </a:ln>
                <a:solidFill>
                  <a:schemeClr val="tx1"/>
                </a:solidFill>
                <a:effectLst/>
                <a:highlight>
                  <a:srgbClr val="00FFFF"/>
                </a:highlight>
              </a:rPr>
              <a:t>, it filters out the deleted post from the </a:t>
            </a:r>
            <a:r>
              <a:rPr kumimoji="0" lang="en-US" altLang="en-US" sz="2000" b="0" i="0" u="none" strike="noStrike" cap="none" normalizeH="0" baseline="0" dirty="0">
                <a:ln>
                  <a:noFill/>
                </a:ln>
                <a:solidFill>
                  <a:schemeClr val="tx1"/>
                </a:solidFill>
                <a:effectLst/>
                <a:highlight>
                  <a:srgbClr val="00FFFF"/>
                </a:highlight>
                <a:latin typeface="Arial Unicode MS"/>
              </a:rPr>
              <a:t>posts</a:t>
            </a:r>
            <a:r>
              <a:rPr kumimoji="0" lang="en-US" altLang="en-US" sz="2000" b="0" i="0" u="none" strike="noStrike" cap="none" normalizeH="0" baseline="0" dirty="0">
                <a:ln>
                  <a:noFill/>
                </a:ln>
                <a:solidFill>
                  <a:schemeClr val="tx1"/>
                </a:solidFill>
                <a:effectLst/>
                <a:highlight>
                  <a:srgbClr val="00FFFF"/>
                </a:highlight>
              </a:rPr>
              <a:t> array.</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Then it dispatches </a:t>
            </a:r>
            <a:r>
              <a:rPr kumimoji="0" lang="en-US" altLang="en-US" sz="2000" b="0" i="0" u="none" strike="noStrike" cap="none" normalizeH="0" baseline="0" dirty="0" err="1">
                <a:ln>
                  <a:noFill/>
                </a:ln>
                <a:solidFill>
                  <a:schemeClr val="tx1"/>
                </a:solidFill>
                <a:effectLst/>
                <a:highlight>
                  <a:srgbClr val="00FFFF"/>
                </a:highlight>
                <a:latin typeface="Arial Unicode MS"/>
              </a:rPr>
              <a:t>setPosts</a:t>
            </a:r>
            <a:r>
              <a:rPr kumimoji="0" lang="en-US" altLang="en-US" sz="2000" b="0" i="0" u="none" strike="noStrike" cap="none" normalizeH="0" baseline="0" dirty="0">
                <a:ln>
                  <a:noFill/>
                </a:ln>
                <a:solidFill>
                  <a:schemeClr val="tx1"/>
                </a:solidFill>
                <a:effectLst/>
                <a:highlight>
                  <a:srgbClr val="00FFFF"/>
                </a:highlight>
              </a:rPr>
              <a:t> to update the global Redux store, removing the post from the UI.</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highlight>
                  <a:srgbClr val="00FFFF"/>
                </a:highlight>
                <a:latin typeface="Arial" panose="020B0604020202020204" pitchFamily="34" charset="0"/>
              </a:rPr>
              <a:t>Show success feedback:</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rPr>
              <a:t>Displays a success message using </a:t>
            </a:r>
            <a:r>
              <a:rPr kumimoji="0" lang="en-US" altLang="en-US" sz="2000" b="0" i="0" u="none" strike="noStrike" cap="none" normalizeH="0" baseline="0" dirty="0" err="1">
                <a:ln>
                  <a:noFill/>
                </a:ln>
                <a:solidFill>
                  <a:schemeClr val="tx1"/>
                </a:solidFill>
                <a:effectLst/>
                <a:highlight>
                  <a:srgbClr val="00FFFF"/>
                </a:highlight>
                <a:latin typeface="Arial Unicode MS"/>
              </a:rPr>
              <a:t>toast.success</a:t>
            </a:r>
            <a:r>
              <a:rPr kumimoji="0" lang="en-US" altLang="en-US" sz="2000" b="0" i="0" u="none" strike="noStrike" cap="none" normalizeH="0" baseline="0" dirty="0">
                <a:ln>
                  <a:noFill/>
                </a:ln>
                <a:solidFill>
                  <a:schemeClr val="tx1"/>
                </a:solidFill>
                <a:effectLst/>
                <a:highlight>
                  <a:srgbClr val="00FFFF"/>
                </a:highlight>
              </a:rPr>
              <a:t> with the message returned from the server.</a:t>
            </a: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highlight>
                <a:srgbClr val="00FFFF"/>
              </a:highlight>
              <a:latin typeface="Arial" panose="020B0604020202020204" pitchFamily="34" charset="0"/>
            </a:endParaRPr>
          </a:p>
        </p:txBody>
      </p:sp>
    </p:spTree>
    <p:extLst>
      <p:ext uri="{BB962C8B-B14F-4D97-AF65-F5344CB8AC3E}">
        <p14:creationId xmlns:p14="http://schemas.microsoft.com/office/powerpoint/2010/main" val="374746707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2FA62-98E5-3EEB-1FCA-A9018868A8B7}"/>
              </a:ext>
            </a:extLst>
          </p:cNvPr>
          <p:cNvSpPr>
            <a:spLocks noGrp="1"/>
          </p:cNvSpPr>
          <p:nvPr>
            <p:ph type="title"/>
          </p:nvPr>
        </p:nvSpPr>
        <p:spPr>
          <a:xfrm>
            <a:off x="111578" y="25626"/>
            <a:ext cx="10515600" cy="655411"/>
          </a:xfrm>
        </p:spPr>
        <p:txBody>
          <a:bodyPr>
            <a:normAutofit fontScale="90000"/>
          </a:bodyPr>
          <a:lstStyle/>
          <a:p>
            <a:r>
              <a:rPr lang="en-US" dirty="0" err="1"/>
              <a:t>SearchBox.jsx</a:t>
            </a:r>
            <a:endParaRPr lang="en-US" dirty="0"/>
          </a:p>
        </p:txBody>
      </p:sp>
      <p:pic>
        <p:nvPicPr>
          <p:cNvPr id="5" name="Content Placeholder 4">
            <a:extLst>
              <a:ext uri="{FF2B5EF4-FFF2-40B4-BE49-F238E27FC236}">
                <a16:creationId xmlns:a16="http://schemas.microsoft.com/office/drawing/2014/main" id="{2DAC8314-2B51-4661-57C1-EC1793FD192F}"/>
              </a:ext>
            </a:extLst>
          </p:cNvPr>
          <p:cNvPicPr>
            <a:picLocks noGrp="1" noChangeAspect="1"/>
          </p:cNvPicPr>
          <p:nvPr>
            <p:ph idx="1"/>
          </p:nvPr>
        </p:nvPicPr>
        <p:blipFill>
          <a:blip r:embed="rId2"/>
          <a:srcRect r="23618" b="60621"/>
          <a:stretch>
            <a:fillRect/>
          </a:stretch>
        </p:blipFill>
        <p:spPr>
          <a:xfrm>
            <a:off x="111578" y="681037"/>
            <a:ext cx="5493809" cy="1368199"/>
          </a:xfrm>
          <a:prstGeom prst="rect">
            <a:avLst/>
          </a:prstGeom>
        </p:spPr>
      </p:pic>
      <p:pic>
        <p:nvPicPr>
          <p:cNvPr id="7" name="Picture 6">
            <a:extLst>
              <a:ext uri="{FF2B5EF4-FFF2-40B4-BE49-F238E27FC236}">
                <a16:creationId xmlns:a16="http://schemas.microsoft.com/office/drawing/2014/main" id="{22C5482C-C1A4-FC21-579B-7C272221DA60}"/>
              </a:ext>
            </a:extLst>
          </p:cNvPr>
          <p:cNvPicPr>
            <a:picLocks noChangeAspect="1"/>
          </p:cNvPicPr>
          <p:nvPr/>
        </p:nvPicPr>
        <p:blipFill>
          <a:blip r:embed="rId3"/>
          <a:srcRect b="37705"/>
          <a:stretch>
            <a:fillRect/>
          </a:stretch>
        </p:blipFill>
        <p:spPr>
          <a:xfrm>
            <a:off x="59870" y="4287319"/>
            <a:ext cx="7940473" cy="2045544"/>
          </a:xfrm>
          <a:prstGeom prst="rect">
            <a:avLst/>
          </a:prstGeom>
        </p:spPr>
      </p:pic>
      <p:pic>
        <p:nvPicPr>
          <p:cNvPr id="10" name="Content Placeholder 4">
            <a:extLst>
              <a:ext uri="{FF2B5EF4-FFF2-40B4-BE49-F238E27FC236}">
                <a16:creationId xmlns:a16="http://schemas.microsoft.com/office/drawing/2014/main" id="{F9EA72B6-81FB-4159-56EA-9F1BDFD0B50C}"/>
              </a:ext>
            </a:extLst>
          </p:cNvPr>
          <p:cNvPicPr>
            <a:picLocks noChangeAspect="1"/>
          </p:cNvPicPr>
          <p:nvPr/>
        </p:nvPicPr>
        <p:blipFill>
          <a:blip r:embed="rId2"/>
          <a:srcRect t="43064"/>
          <a:stretch>
            <a:fillRect/>
          </a:stretch>
        </p:blipFill>
        <p:spPr>
          <a:xfrm>
            <a:off x="59870" y="2201081"/>
            <a:ext cx="6186248" cy="1701448"/>
          </a:xfrm>
          <a:prstGeom prst="rect">
            <a:avLst/>
          </a:prstGeom>
          <a:effectLst>
            <a:glow rad="228600">
              <a:schemeClr val="accent2">
                <a:satMod val="175000"/>
                <a:alpha val="40000"/>
              </a:schemeClr>
            </a:glow>
          </a:effectLst>
        </p:spPr>
      </p:pic>
      <p:sp>
        <p:nvSpPr>
          <p:cNvPr id="11" name="Rectangle 1">
            <a:extLst>
              <a:ext uri="{FF2B5EF4-FFF2-40B4-BE49-F238E27FC236}">
                <a16:creationId xmlns:a16="http://schemas.microsoft.com/office/drawing/2014/main" id="{78DC283A-3081-7344-DF02-269097621A37}"/>
              </a:ext>
            </a:extLst>
          </p:cNvPr>
          <p:cNvSpPr>
            <a:spLocks noChangeArrowheads="1"/>
          </p:cNvSpPr>
          <p:nvPr/>
        </p:nvSpPr>
        <p:spPr bwMode="auto">
          <a:xfrm>
            <a:off x="6461112" y="181315"/>
            <a:ext cx="5553996" cy="3139321"/>
          </a:xfrm>
          <a:prstGeom prst="rect">
            <a:avLst/>
          </a:prstGeom>
          <a:solidFill>
            <a:srgbClr val="FFFF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query</a:t>
            </a:r>
            <a:r>
              <a:rPr kumimoji="0" lang="en-US" altLang="en-US" b="0" i="0" u="none" strike="noStrike" cap="none" normalizeH="0" baseline="0" dirty="0">
                <a:ln>
                  <a:noFill/>
                </a:ln>
                <a:solidFill>
                  <a:schemeClr val="tx1"/>
                </a:solidFill>
                <a:effectLst/>
              </a:rPr>
              <a:t> stores the current text input from the user for searching.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results</a:t>
            </a:r>
            <a:r>
              <a:rPr kumimoji="0" lang="en-US" altLang="en-US" b="0" i="0" u="none" strike="noStrike" cap="none" normalizeH="0" baseline="0" dirty="0">
                <a:ln>
                  <a:noFill/>
                </a:ln>
                <a:solidFill>
                  <a:schemeClr val="tx1"/>
                </a:solidFill>
                <a:effectLst/>
              </a:rPr>
              <a:t> holds the list of users returned from the search query.</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loading</a:t>
            </a:r>
            <a:r>
              <a:rPr kumimoji="0" lang="en-US" altLang="en-US" b="0" i="0" u="none" strike="noStrike" cap="none" normalizeH="0" baseline="0" dirty="0">
                <a:ln>
                  <a:noFill/>
                </a:ln>
                <a:solidFill>
                  <a:schemeClr val="tx1"/>
                </a:solidFill>
                <a:effectLst/>
              </a:rPr>
              <a:t> indicates whether the search request is in progress, useful for showing a spinner or disabling input.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following</a:t>
            </a:r>
            <a:r>
              <a:rPr kumimoji="0" lang="en-US" altLang="en-US" b="0" i="0" u="none" strike="noStrike" cap="none" normalizeH="0" baseline="0" dirty="0">
                <a:ln>
                  <a:noFill/>
                </a:ln>
                <a:solidFill>
                  <a:schemeClr val="tx1"/>
                </a:solidFill>
                <a:effectLst/>
              </a:rPr>
              <a:t> is an object that keeps track of which users the current user is already following, likely for toggling follow/unfollow buttons.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highlight>
                  <a:srgbClr val="00FFFF"/>
                </a:highlight>
                <a:latin typeface="Arial Unicode MS"/>
              </a:rPr>
              <a:t>user</a:t>
            </a:r>
            <a:r>
              <a:rPr kumimoji="0" lang="en-US" altLang="en-US" b="0" i="0" u="none" strike="noStrike" cap="none" normalizeH="0" baseline="0" dirty="0">
                <a:ln>
                  <a:noFill/>
                </a:ln>
                <a:solidFill>
                  <a:schemeClr val="tx1"/>
                </a:solidFill>
                <a:effectLst/>
              </a:rPr>
              <a:t> is retrieved from the Redux </a:t>
            </a:r>
            <a:r>
              <a:rPr kumimoji="0" lang="en-US" altLang="en-US" b="0" i="0" u="none" strike="noStrike" cap="none" normalizeH="0" baseline="0" dirty="0">
                <a:ln>
                  <a:noFill/>
                </a:ln>
                <a:solidFill>
                  <a:schemeClr val="tx1"/>
                </a:solidFill>
                <a:effectLst/>
                <a:latin typeface="Arial Unicode MS"/>
              </a:rPr>
              <a:t>auth</a:t>
            </a:r>
            <a:r>
              <a:rPr kumimoji="0" lang="en-US" altLang="en-US" b="0" i="0" u="none" strike="noStrike" cap="none" normalizeH="0" baseline="0" dirty="0">
                <a:ln>
                  <a:noFill/>
                </a:ln>
                <a:solidFill>
                  <a:schemeClr val="tx1"/>
                </a:solidFill>
                <a:effectLst/>
              </a:rPr>
              <a:t> slice, representing the currently logged-in user.</a:t>
            </a:r>
            <a:endParaRPr kumimoji="0" lang="en-US" altLang="en-US" b="0" i="0" u="none" strike="noStrike" cap="none" normalizeH="0" baseline="0" dirty="0">
              <a:ln>
                <a:noFill/>
              </a:ln>
              <a:solidFill>
                <a:schemeClr val="tx1"/>
              </a:solidFill>
              <a:effectLst/>
              <a:latin typeface="Arial" panose="020B0604020202020204" pitchFamily="34" charset="0"/>
            </a:endParaRPr>
          </a:p>
        </p:txBody>
      </p:sp>
      <p:cxnSp>
        <p:nvCxnSpPr>
          <p:cNvPr id="12" name="Straight Arrow Connector 11">
            <a:extLst>
              <a:ext uri="{FF2B5EF4-FFF2-40B4-BE49-F238E27FC236}">
                <a16:creationId xmlns:a16="http://schemas.microsoft.com/office/drawing/2014/main" id="{970E1FBB-D9BC-51D9-63D9-A6FDA60BD41A}"/>
              </a:ext>
            </a:extLst>
          </p:cNvPr>
          <p:cNvCxnSpPr>
            <a:cxnSpLocks/>
            <a:endCxn id="11" idx="1"/>
          </p:cNvCxnSpPr>
          <p:nvPr/>
        </p:nvCxnSpPr>
        <p:spPr>
          <a:xfrm flipV="1">
            <a:off x="5708251" y="1750976"/>
            <a:ext cx="752861" cy="49745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0917494-F947-211D-1A69-4C451AEE710D}"/>
              </a:ext>
            </a:extLst>
          </p:cNvPr>
          <p:cNvSpPr/>
          <p:nvPr/>
        </p:nvSpPr>
        <p:spPr>
          <a:xfrm>
            <a:off x="5379830" y="4605064"/>
            <a:ext cx="1796143" cy="411886"/>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6F44ACB0-0E32-E1EE-5EEF-E1A52FC88C52}"/>
              </a:ext>
            </a:extLst>
          </p:cNvPr>
          <p:cNvCxnSpPr>
            <a:cxnSpLocks/>
          </p:cNvCxnSpPr>
          <p:nvPr/>
        </p:nvCxnSpPr>
        <p:spPr>
          <a:xfrm flipV="1">
            <a:off x="6412660" y="4033157"/>
            <a:ext cx="690269" cy="60158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1FDFBAC-85A9-1BE6-1FEA-46C612B58152}"/>
              </a:ext>
            </a:extLst>
          </p:cNvPr>
          <p:cNvSpPr txBox="1"/>
          <p:nvPr/>
        </p:nvSpPr>
        <p:spPr>
          <a:xfrm>
            <a:off x="7175973" y="3574798"/>
            <a:ext cx="4710713" cy="646331"/>
          </a:xfrm>
          <a:prstGeom prst="rect">
            <a:avLst/>
          </a:prstGeom>
          <a:solidFill>
            <a:schemeClr val="tx2">
              <a:lumMod val="40000"/>
              <a:lumOff val="60000"/>
            </a:schemeClr>
          </a:solidFill>
        </p:spPr>
        <p:txBody>
          <a:bodyPr wrap="none" rtlCol="0">
            <a:spAutoFit/>
          </a:bodyPr>
          <a:lstStyle/>
          <a:p>
            <a:r>
              <a:rPr lang="en-US" dirty="0"/>
              <a:t>This </a:t>
            </a:r>
            <a:r>
              <a:rPr lang="en-US" dirty="0" err="1"/>
              <a:t>encodeURIComponent</a:t>
            </a:r>
            <a:r>
              <a:rPr lang="en-US" dirty="0"/>
              <a:t> will convert the user</a:t>
            </a:r>
          </a:p>
          <a:p>
            <a:r>
              <a:rPr lang="en-US" dirty="0"/>
              <a:t>entered value to </a:t>
            </a:r>
            <a:r>
              <a:rPr lang="en-US" dirty="0" err="1"/>
              <a:t>url</a:t>
            </a:r>
            <a:r>
              <a:rPr lang="en-US" dirty="0"/>
              <a:t> based format</a:t>
            </a:r>
          </a:p>
        </p:txBody>
      </p:sp>
      <p:sp>
        <p:nvSpPr>
          <p:cNvPr id="21" name="TextBox 20">
            <a:extLst>
              <a:ext uri="{FF2B5EF4-FFF2-40B4-BE49-F238E27FC236}">
                <a16:creationId xmlns:a16="http://schemas.microsoft.com/office/drawing/2014/main" id="{8EEE2047-E90F-EC47-F361-FD60772607BE}"/>
              </a:ext>
            </a:extLst>
          </p:cNvPr>
          <p:cNvSpPr txBox="1"/>
          <p:nvPr/>
        </p:nvSpPr>
        <p:spPr>
          <a:xfrm>
            <a:off x="7143058" y="5083140"/>
            <a:ext cx="4776542" cy="369332"/>
          </a:xfrm>
          <a:prstGeom prst="rect">
            <a:avLst/>
          </a:prstGeom>
          <a:solidFill>
            <a:schemeClr val="accent5">
              <a:lumMod val="60000"/>
              <a:lumOff val="40000"/>
            </a:schemeClr>
          </a:solidFill>
        </p:spPr>
        <p:txBody>
          <a:bodyPr wrap="square">
            <a:spAutoFit/>
          </a:bodyPr>
          <a:lstStyle/>
          <a:p>
            <a:r>
              <a:rPr lang="en-US" dirty="0"/>
              <a:t>contains the list of users returned by the server.</a:t>
            </a:r>
          </a:p>
        </p:txBody>
      </p:sp>
      <p:cxnSp>
        <p:nvCxnSpPr>
          <p:cNvPr id="22" name="Straight Arrow Connector 21">
            <a:extLst>
              <a:ext uri="{FF2B5EF4-FFF2-40B4-BE49-F238E27FC236}">
                <a16:creationId xmlns:a16="http://schemas.microsoft.com/office/drawing/2014/main" id="{F1F94F7C-40E5-6967-2465-DF9E8C6A305C}"/>
              </a:ext>
            </a:extLst>
          </p:cNvPr>
          <p:cNvCxnSpPr>
            <a:cxnSpLocks/>
            <a:endCxn id="21" idx="1"/>
          </p:cNvCxnSpPr>
          <p:nvPr/>
        </p:nvCxnSpPr>
        <p:spPr>
          <a:xfrm>
            <a:off x="3152994" y="5187812"/>
            <a:ext cx="3990064" cy="7999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CAAB798-FAAB-4EB4-EA49-D253B599F8DE}"/>
              </a:ext>
            </a:extLst>
          </p:cNvPr>
          <p:cNvSpPr/>
          <p:nvPr/>
        </p:nvSpPr>
        <p:spPr>
          <a:xfrm>
            <a:off x="991532" y="5083140"/>
            <a:ext cx="2161462" cy="230383"/>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72F1534-402A-DD5E-C7AB-E6B0AF4DAF9A}"/>
              </a:ext>
            </a:extLst>
          </p:cNvPr>
          <p:cNvSpPr txBox="1"/>
          <p:nvPr/>
        </p:nvSpPr>
        <p:spPr>
          <a:xfrm>
            <a:off x="6084681" y="5682691"/>
            <a:ext cx="5686108" cy="646331"/>
          </a:xfrm>
          <a:prstGeom prst="rect">
            <a:avLst/>
          </a:prstGeom>
          <a:solidFill>
            <a:schemeClr val="accent3">
              <a:lumMod val="60000"/>
              <a:lumOff val="40000"/>
            </a:schemeClr>
          </a:solidFill>
        </p:spPr>
        <p:txBody>
          <a:bodyPr wrap="none" rtlCol="0">
            <a:spAutoFit/>
          </a:bodyPr>
          <a:lstStyle/>
          <a:p>
            <a:r>
              <a:rPr lang="en-US" dirty="0"/>
              <a:t>This will basically do the searching…like the data which the</a:t>
            </a:r>
          </a:p>
          <a:p>
            <a:r>
              <a:rPr lang="en-US" dirty="0"/>
              <a:t>User </a:t>
            </a:r>
            <a:r>
              <a:rPr lang="en-US" dirty="0" err="1"/>
              <a:t>enter..it</a:t>
            </a:r>
            <a:r>
              <a:rPr lang="en-US" dirty="0"/>
              <a:t> will search </a:t>
            </a:r>
          </a:p>
        </p:txBody>
      </p:sp>
    </p:spTree>
    <p:extLst>
      <p:ext uri="{BB962C8B-B14F-4D97-AF65-F5344CB8AC3E}">
        <p14:creationId xmlns:p14="http://schemas.microsoft.com/office/powerpoint/2010/main" val="109087713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C49AE4B-D62E-C808-A811-083D9D539860}"/>
              </a:ext>
            </a:extLst>
          </p:cNvPr>
          <p:cNvPicPr>
            <a:picLocks noGrp="1" noChangeAspect="1"/>
          </p:cNvPicPr>
          <p:nvPr>
            <p:ph idx="1"/>
          </p:nvPr>
        </p:nvPicPr>
        <p:blipFill>
          <a:blip r:embed="rId2"/>
          <a:stretch>
            <a:fillRect/>
          </a:stretch>
        </p:blipFill>
        <p:spPr>
          <a:xfrm>
            <a:off x="70068" y="4088368"/>
            <a:ext cx="5453760" cy="1562275"/>
          </a:xfrm>
          <a:prstGeom prst="rect">
            <a:avLst/>
          </a:prstGeom>
        </p:spPr>
      </p:pic>
      <p:pic>
        <p:nvPicPr>
          <p:cNvPr id="7" name="Picture 6">
            <a:extLst>
              <a:ext uri="{FF2B5EF4-FFF2-40B4-BE49-F238E27FC236}">
                <a16:creationId xmlns:a16="http://schemas.microsoft.com/office/drawing/2014/main" id="{58994245-F5DD-BB6A-22AB-6A044837FE6D}"/>
              </a:ext>
            </a:extLst>
          </p:cNvPr>
          <p:cNvPicPr>
            <a:picLocks noChangeAspect="1"/>
          </p:cNvPicPr>
          <p:nvPr/>
        </p:nvPicPr>
        <p:blipFill>
          <a:blip r:embed="rId3"/>
          <a:stretch>
            <a:fillRect/>
          </a:stretch>
        </p:blipFill>
        <p:spPr>
          <a:xfrm>
            <a:off x="5712632" y="3167571"/>
            <a:ext cx="3968954" cy="920797"/>
          </a:xfrm>
          <a:prstGeom prst="rect">
            <a:avLst/>
          </a:prstGeom>
          <a:effectLst>
            <a:glow rad="228600">
              <a:schemeClr val="accent2">
                <a:satMod val="175000"/>
                <a:alpha val="40000"/>
              </a:schemeClr>
            </a:glow>
          </a:effectLst>
        </p:spPr>
      </p:pic>
      <p:pic>
        <p:nvPicPr>
          <p:cNvPr id="9" name="Picture 8">
            <a:extLst>
              <a:ext uri="{FF2B5EF4-FFF2-40B4-BE49-F238E27FC236}">
                <a16:creationId xmlns:a16="http://schemas.microsoft.com/office/drawing/2014/main" id="{DBFF374A-DD36-9404-7519-F7E3E1969F39}"/>
              </a:ext>
            </a:extLst>
          </p:cNvPr>
          <p:cNvPicPr>
            <a:picLocks noChangeAspect="1"/>
          </p:cNvPicPr>
          <p:nvPr/>
        </p:nvPicPr>
        <p:blipFill>
          <a:blip r:embed="rId4"/>
          <a:stretch>
            <a:fillRect/>
          </a:stretch>
        </p:blipFill>
        <p:spPr>
          <a:xfrm>
            <a:off x="5982043" y="4240554"/>
            <a:ext cx="4045158" cy="1009702"/>
          </a:xfrm>
          <a:prstGeom prst="rect">
            <a:avLst/>
          </a:prstGeom>
          <a:effectLst>
            <a:glow rad="228600">
              <a:schemeClr val="accent6">
                <a:satMod val="175000"/>
                <a:alpha val="40000"/>
              </a:schemeClr>
            </a:glow>
          </a:effectLst>
        </p:spPr>
      </p:pic>
      <p:pic>
        <p:nvPicPr>
          <p:cNvPr id="10" name="Picture 9">
            <a:extLst>
              <a:ext uri="{FF2B5EF4-FFF2-40B4-BE49-F238E27FC236}">
                <a16:creationId xmlns:a16="http://schemas.microsoft.com/office/drawing/2014/main" id="{5D90A653-BC7F-9C21-F3CB-64199DE22FAA}"/>
              </a:ext>
            </a:extLst>
          </p:cNvPr>
          <p:cNvPicPr>
            <a:picLocks noChangeAspect="1"/>
          </p:cNvPicPr>
          <p:nvPr/>
        </p:nvPicPr>
        <p:blipFill>
          <a:blip r:embed="rId5"/>
          <a:srcRect t="57638" r="43669"/>
          <a:stretch>
            <a:fillRect/>
          </a:stretch>
        </p:blipFill>
        <p:spPr>
          <a:xfrm>
            <a:off x="70068" y="258127"/>
            <a:ext cx="4716955" cy="3761017"/>
          </a:xfrm>
          <a:prstGeom prst="rect">
            <a:avLst/>
          </a:prstGeom>
        </p:spPr>
      </p:pic>
      <p:sp>
        <p:nvSpPr>
          <p:cNvPr id="11" name="Oval 10">
            <a:extLst>
              <a:ext uri="{FF2B5EF4-FFF2-40B4-BE49-F238E27FC236}">
                <a16:creationId xmlns:a16="http://schemas.microsoft.com/office/drawing/2014/main" id="{3E47A6D0-1D14-6567-B567-762738900856}"/>
              </a:ext>
            </a:extLst>
          </p:cNvPr>
          <p:cNvSpPr/>
          <p:nvPr/>
        </p:nvSpPr>
        <p:spPr>
          <a:xfrm>
            <a:off x="187778" y="258127"/>
            <a:ext cx="2767693" cy="818641"/>
          </a:xfrm>
          <a:prstGeom prst="ellipse">
            <a:avLst/>
          </a:prstGeom>
          <a:noFill/>
          <a:ln>
            <a:solidFill>
              <a:srgbClr val="FFFF00"/>
            </a:solidFill>
          </a:ln>
          <a:effectLst>
            <a:glow rad="139700">
              <a:schemeClr val="accent6">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6A094850-4987-8608-0276-BC9EEB56DAE7}"/>
              </a:ext>
            </a:extLst>
          </p:cNvPr>
          <p:cNvCxnSpPr>
            <a:cxnSpLocks/>
            <a:stCxn id="11" idx="6"/>
            <a:endCxn id="14" idx="1"/>
          </p:cNvCxnSpPr>
          <p:nvPr/>
        </p:nvCxnSpPr>
        <p:spPr>
          <a:xfrm>
            <a:off x="2955471" y="667448"/>
            <a:ext cx="1875169" cy="1081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20F83C1-AF89-66FF-745F-2A72FE0FC8DE}"/>
              </a:ext>
            </a:extLst>
          </p:cNvPr>
          <p:cNvSpPr txBox="1"/>
          <p:nvPr/>
        </p:nvSpPr>
        <p:spPr>
          <a:xfrm>
            <a:off x="4830640" y="452441"/>
            <a:ext cx="5087739" cy="646331"/>
          </a:xfrm>
          <a:prstGeom prst="rect">
            <a:avLst/>
          </a:prstGeom>
          <a:solidFill>
            <a:srgbClr val="FFFF00"/>
          </a:solidFill>
        </p:spPr>
        <p:txBody>
          <a:bodyPr wrap="none" rtlCol="0">
            <a:spAutoFit/>
          </a:bodyPr>
          <a:lstStyle/>
          <a:p>
            <a:r>
              <a:rPr lang="en-US" dirty="0"/>
              <a:t>This will ensure that it will only search if the input is </a:t>
            </a:r>
          </a:p>
          <a:p>
            <a:r>
              <a:rPr lang="en-US" dirty="0"/>
              <a:t>not empty</a:t>
            </a:r>
          </a:p>
        </p:txBody>
      </p:sp>
      <p:sp>
        <p:nvSpPr>
          <p:cNvPr id="16" name="TextBox 15">
            <a:extLst>
              <a:ext uri="{FF2B5EF4-FFF2-40B4-BE49-F238E27FC236}">
                <a16:creationId xmlns:a16="http://schemas.microsoft.com/office/drawing/2014/main" id="{C023DCCC-65EF-3EF5-7A93-FA3CE0F3CBFD}"/>
              </a:ext>
            </a:extLst>
          </p:cNvPr>
          <p:cNvSpPr txBox="1"/>
          <p:nvPr/>
        </p:nvSpPr>
        <p:spPr>
          <a:xfrm>
            <a:off x="4870767" y="1386548"/>
            <a:ext cx="6094638" cy="923330"/>
          </a:xfrm>
          <a:prstGeom prst="rect">
            <a:avLst/>
          </a:prstGeom>
          <a:solidFill>
            <a:srgbClr val="FFC000"/>
          </a:solidFill>
        </p:spPr>
        <p:txBody>
          <a:bodyPr wrap="square">
            <a:spAutoFit/>
          </a:bodyPr>
          <a:lstStyle/>
          <a:p>
            <a:r>
              <a:rPr lang="en-US" dirty="0"/>
              <a:t>The </a:t>
            </a:r>
            <a:r>
              <a:rPr lang="en-US" dirty="0">
                <a:latin typeface="Courier New" panose="02070309020205020404" pitchFamily="49" charset="0"/>
              </a:rPr>
              <a:t>[query, user]</a:t>
            </a:r>
            <a:r>
              <a:rPr lang="en-US" dirty="0"/>
              <a:t> part at the end of the </a:t>
            </a:r>
            <a:r>
              <a:rPr lang="en-US" dirty="0" err="1">
                <a:latin typeface="Courier New" panose="02070309020205020404" pitchFamily="49" charset="0"/>
              </a:rPr>
              <a:t>useEffect</a:t>
            </a:r>
            <a:r>
              <a:rPr lang="en-US" dirty="0"/>
              <a:t> is called the </a:t>
            </a:r>
            <a:r>
              <a:rPr lang="en-US" b="1" dirty="0"/>
              <a:t>dependency array</a:t>
            </a:r>
            <a:r>
              <a:rPr lang="en-US" dirty="0"/>
              <a:t>. It controls </a:t>
            </a:r>
            <a:r>
              <a:rPr lang="en-US" b="1" dirty="0"/>
              <a:t>when the </a:t>
            </a:r>
            <a:r>
              <a:rPr lang="en-US" b="1" dirty="0" err="1">
                <a:latin typeface="Courier New" panose="02070309020205020404" pitchFamily="49" charset="0"/>
              </a:rPr>
              <a:t>useEffect</a:t>
            </a:r>
            <a:r>
              <a:rPr lang="en-US" b="1" dirty="0"/>
              <a:t> runs</a:t>
            </a:r>
            <a:r>
              <a:rPr lang="en-US" dirty="0"/>
              <a:t>.</a:t>
            </a:r>
          </a:p>
        </p:txBody>
      </p:sp>
      <p:cxnSp>
        <p:nvCxnSpPr>
          <p:cNvPr id="17" name="Straight Arrow Connector 16">
            <a:extLst>
              <a:ext uri="{FF2B5EF4-FFF2-40B4-BE49-F238E27FC236}">
                <a16:creationId xmlns:a16="http://schemas.microsoft.com/office/drawing/2014/main" id="{9EDC71F5-D08A-44F2-DF84-989A1EA383AE}"/>
              </a:ext>
            </a:extLst>
          </p:cNvPr>
          <p:cNvCxnSpPr>
            <a:cxnSpLocks/>
            <a:endCxn id="16" idx="1"/>
          </p:cNvCxnSpPr>
          <p:nvPr/>
        </p:nvCxnSpPr>
        <p:spPr>
          <a:xfrm>
            <a:off x="2171700" y="1386548"/>
            <a:ext cx="2699067" cy="461665"/>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5CA7960-A4BC-A5D2-EA39-1570BD750FCD}"/>
              </a:ext>
            </a:extLst>
          </p:cNvPr>
          <p:cNvSpPr txBox="1"/>
          <p:nvPr/>
        </p:nvSpPr>
        <p:spPr>
          <a:xfrm>
            <a:off x="4830640" y="2389331"/>
            <a:ext cx="6094638" cy="646331"/>
          </a:xfrm>
          <a:prstGeom prst="rect">
            <a:avLst/>
          </a:prstGeom>
          <a:solidFill>
            <a:srgbClr val="00B0F0"/>
          </a:solidFill>
        </p:spPr>
        <p:txBody>
          <a:bodyPr wrap="square">
            <a:spAutoFit/>
          </a:bodyPr>
          <a:lstStyle/>
          <a:p>
            <a:r>
              <a:rPr lang="en-US" dirty="0"/>
              <a:t>This updates the state variable </a:t>
            </a:r>
            <a:r>
              <a:rPr lang="en-US" dirty="0">
                <a:latin typeface="Courier New" panose="02070309020205020404" pitchFamily="49" charset="0"/>
              </a:rPr>
              <a:t>query</a:t>
            </a:r>
            <a:r>
              <a:rPr lang="en-US" dirty="0"/>
              <a:t>, which is usually used to trigger the </a:t>
            </a:r>
            <a:r>
              <a:rPr lang="en-US" dirty="0" err="1">
                <a:latin typeface="Courier New" panose="02070309020205020404" pitchFamily="49" charset="0"/>
              </a:rPr>
              <a:t>useEffect</a:t>
            </a:r>
            <a:r>
              <a:rPr lang="en-US" dirty="0"/>
              <a:t> that fetches users.</a:t>
            </a:r>
          </a:p>
        </p:txBody>
      </p:sp>
      <p:cxnSp>
        <p:nvCxnSpPr>
          <p:cNvPr id="21" name="Straight Arrow Connector 20">
            <a:extLst>
              <a:ext uri="{FF2B5EF4-FFF2-40B4-BE49-F238E27FC236}">
                <a16:creationId xmlns:a16="http://schemas.microsoft.com/office/drawing/2014/main" id="{A50EDCB5-739A-FD68-9C60-A876F57BB029}"/>
              </a:ext>
            </a:extLst>
          </p:cNvPr>
          <p:cNvCxnSpPr>
            <a:cxnSpLocks/>
            <a:endCxn id="20" idx="1"/>
          </p:cNvCxnSpPr>
          <p:nvPr/>
        </p:nvCxnSpPr>
        <p:spPr>
          <a:xfrm>
            <a:off x="2228850" y="2485350"/>
            <a:ext cx="2601790" cy="227147"/>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775CD22-E807-6718-2FD3-12539B24561B}"/>
              </a:ext>
            </a:extLst>
          </p:cNvPr>
          <p:cNvSpPr txBox="1"/>
          <p:nvPr/>
        </p:nvSpPr>
        <p:spPr>
          <a:xfrm>
            <a:off x="-32658" y="5728887"/>
            <a:ext cx="12029403" cy="923330"/>
          </a:xfrm>
          <a:prstGeom prst="rect">
            <a:avLst/>
          </a:prstGeom>
          <a:noFill/>
        </p:spPr>
        <p:txBody>
          <a:bodyPr wrap="square">
            <a:spAutoFit/>
          </a:bodyPr>
          <a:lstStyle/>
          <a:p>
            <a:r>
              <a:rPr lang="en-US" dirty="0">
                <a:highlight>
                  <a:srgbClr val="00FFFF"/>
                </a:highlight>
              </a:rPr>
              <a:t>This </a:t>
            </a:r>
            <a:r>
              <a:rPr lang="en-US" dirty="0" err="1">
                <a:highlight>
                  <a:srgbClr val="00FFFF"/>
                </a:highlight>
                <a:latin typeface="Courier New" panose="02070309020205020404" pitchFamily="49" charset="0"/>
              </a:rPr>
              <a:t>handleFollow</a:t>
            </a:r>
            <a:r>
              <a:rPr lang="en-US" dirty="0">
                <a:highlight>
                  <a:srgbClr val="00FFFF"/>
                </a:highlight>
              </a:rPr>
              <a:t> function is used to </a:t>
            </a:r>
            <a:r>
              <a:rPr lang="en-US" b="1" dirty="0">
                <a:highlight>
                  <a:srgbClr val="00FFFF"/>
                </a:highlight>
              </a:rPr>
              <a:t>follow or unfollow a user</a:t>
            </a:r>
            <a:r>
              <a:rPr lang="en-US" dirty="0">
                <a:highlight>
                  <a:srgbClr val="00FFFF"/>
                </a:highlight>
              </a:rPr>
              <a:t>. It sends a POST request to the backend API with the </a:t>
            </a:r>
            <a:r>
              <a:rPr lang="en-US" dirty="0" err="1">
                <a:highlight>
                  <a:srgbClr val="00FFFF"/>
                </a:highlight>
                <a:latin typeface="Courier New" panose="02070309020205020404" pitchFamily="49" charset="0"/>
              </a:rPr>
              <a:t>targetUserId</a:t>
            </a:r>
            <a:r>
              <a:rPr lang="en-US" dirty="0">
                <a:highlight>
                  <a:srgbClr val="00FFFF"/>
                </a:highlight>
              </a:rPr>
              <a:t>. After a successful response, it </a:t>
            </a:r>
            <a:r>
              <a:rPr lang="en-US" b="1" dirty="0">
                <a:highlight>
                  <a:srgbClr val="00FFFF"/>
                </a:highlight>
              </a:rPr>
              <a:t>updates the local </a:t>
            </a:r>
            <a:r>
              <a:rPr lang="en-US" b="1" dirty="0">
                <a:highlight>
                  <a:srgbClr val="00FFFF"/>
                </a:highlight>
                <a:latin typeface="Courier New" panose="02070309020205020404" pitchFamily="49" charset="0"/>
              </a:rPr>
              <a:t>following</a:t>
            </a:r>
            <a:r>
              <a:rPr lang="en-US" b="1" dirty="0">
                <a:highlight>
                  <a:srgbClr val="00FFFF"/>
                </a:highlight>
              </a:rPr>
              <a:t> state</a:t>
            </a:r>
            <a:r>
              <a:rPr lang="en-US" dirty="0">
                <a:highlight>
                  <a:srgbClr val="00FFFF"/>
                </a:highlight>
              </a:rPr>
              <a:t> by toggling the current follow status of that user, so the UI reflects whether the user is now followed or unfollowed. Any errors are silently caught in the </a:t>
            </a:r>
            <a:r>
              <a:rPr lang="en-US" dirty="0">
                <a:highlight>
                  <a:srgbClr val="00FFFF"/>
                </a:highlight>
                <a:latin typeface="Courier New" panose="02070309020205020404" pitchFamily="49" charset="0"/>
              </a:rPr>
              <a:t>catch</a:t>
            </a:r>
            <a:r>
              <a:rPr lang="en-US" dirty="0">
                <a:highlight>
                  <a:srgbClr val="00FFFF"/>
                </a:highlight>
              </a:rPr>
              <a:t> block.</a:t>
            </a:r>
          </a:p>
        </p:txBody>
      </p:sp>
      <p:cxnSp>
        <p:nvCxnSpPr>
          <p:cNvPr id="25" name="Straight Arrow Connector 24">
            <a:extLst>
              <a:ext uri="{FF2B5EF4-FFF2-40B4-BE49-F238E27FC236}">
                <a16:creationId xmlns:a16="http://schemas.microsoft.com/office/drawing/2014/main" id="{2BAC4AAE-4AE0-9C09-7FF1-F491CCE4A212}"/>
              </a:ext>
            </a:extLst>
          </p:cNvPr>
          <p:cNvCxnSpPr>
            <a:cxnSpLocks/>
          </p:cNvCxnSpPr>
          <p:nvPr/>
        </p:nvCxnSpPr>
        <p:spPr>
          <a:xfrm>
            <a:off x="5519946" y="4952108"/>
            <a:ext cx="576054" cy="776779"/>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7EDBE49F-A213-AFE4-E91F-63E03D0A1806}"/>
              </a:ext>
            </a:extLst>
          </p:cNvPr>
          <p:cNvPicPr>
            <a:picLocks noChangeAspect="1"/>
          </p:cNvPicPr>
          <p:nvPr/>
        </p:nvPicPr>
        <p:blipFill>
          <a:blip r:embed="rId6"/>
          <a:srcRect t="21715" r="24536"/>
          <a:stretch>
            <a:fillRect/>
          </a:stretch>
        </p:blipFill>
        <p:spPr>
          <a:xfrm>
            <a:off x="11049149" y="452441"/>
            <a:ext cx="1376099" cy="4697104"/>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351536736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F63C-5961-B50B-2DE1-C1EA5B766710}"/>
              </a:ext>
            </a:extLst>
          </p:cNvPr>
          <p:cNvSpPr>
            <a:spLocks noGrp="1"/>
          </p:cNvSpPr>
          <p:nvPr>
            <p:ph type="title"/>
          </p:nvPr>
        </p:nvSpPr>
        <p:spPr>
          <a:xfrm>
            <a:off x="127907" y="43542"/>
            <a:ext cx="10515600" cy="637495"/>
          </a:xfrm>
        </p:spPr>
        <p:txBody>
          <a:bodyPr>
            <a:normAutofit fontScale="90000"/>
          </a:bodyPr>
          <a:lstStyle/>
          <a:p>
            <a:r>
              <a:rPr lang="en-US" dirty="0" err="1"/>
              <a:t>Explore.jsx</a:t>
            </a:r>
            <a:endParaRPr lang="en-US" dirty="0"/>
          </a:p>
        </p:txBody>
      </p:sp>
      <p:sp>
        <p:nvSpPr>
          <p:cNvPr id="3" name="Content Placeholder 2">
            <a:extLst>
              <a:ext uri="{FF2B5EF4-FFF2-40B4-BE49-F238E27FC236}">
                <a16:creationId xmlns:a16="http://schemas.microsoft.com/office/drawing/2014/main" id="{2171BC74-4A69-0AA7-29F1-B313747D8E5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466D7DD-6FDB-9D66-9CAE-57F41340A730}"/>
              </a:ext>
            </a:extLst>
          </p:cNvPr>
          <p:cNvPicPr>
            <a:picLocks noChangeAspect="1"/>
          </p:cNvPicPr>
          <p:nvPr/>
        </p:nvPicPr>
        <p:blipFill>
          <a:blip r:embed="rId2"/>
          <a:stretch>
            <a:fillRect/>
          </a:stretch>
        </p:blipFill>
        <p:spPr>
          <a:xfrm>
            <a:off x="244929" y="748245"/>
            <a:ext cx="5570764" cy="5753396"/>
          </a:xfrm>
          <a:prstGeom prst="rect">
            <a:avLst/>
          </a:prstGeom>
        </p:spPr>
      </p:pic>
      <p:pic>
        <p:nvPicPr>
          <p:cNvPr id="7" name="Picture 6">
            <a:extLst>
              <a:ext uri="{FF2B5EF4-FFF2-40B4-BE49-F238E27FC236}">
                <a16:creationId xmlns:a16="http://schemas.microsoft.com/office/drawing/2014/main" id="{FC72AF00-87FA-8C8D-2F27-822C55FF9832}"/>
              </a:ext>
            </a:extLst>
          </p:cNvPr>
          <p:cNvPicPr>
            <a:picLocks noChangeAspect="1"/>
          </p:cNvPicPr>
          <p:nvPr/>
        </p:nvPicPr>
        <p:blipFill>
          <a:blip r:embed="rId3"/>
          <a:stretch>
            <a:fillRect/>
          </a:stretch>
        </p:blipFill>
        <p:spPr>
          <a:xfrm>
            <a:off x="5815693" y="1825625"/>
            <a:ext cx="5893613" cy="4427912"/>
          </a:xfrm>
          <a:prstGeom prst="rect">
            <a:avLst/>
          </a:prstGeom>
        </p:spPr>
      </p:pic>
      <p:sp>
        <p:nvSpPr>
          <p:cNvPr id="8" name="TextBox 7">
            <a:extLst>
              <a:ext uri="{FF2B5EF4-FFF2-40B4-BE49-F238E27FC236}">
                <a16:creationId xmlns:a16="http://schemas.microsoft.com/office/drawing/2014/main" id="{6EBF58E2-E6CC-8D61-1671-4E6D5FA115D1}"/>
              </a:ext>
            </a:extLst>
          </p:cNvPr>
          <p:cNvSpPr txBox="1"/>
          <p:nvPr/>
        </p:nvSpPr>
        <p:spPr>
          <a:xfrm>
            <a:off x="6096001" y="604463"/>
            <a:ext cx="4453880" cy="646331"/>
          </a:xfrm>
          <a:prstGeom prst="rect">
            <a:avLst/>
          </a:prstGeom>
          <a:solidFill>
            <a:schemeClr val="tx1"/>
          </a:solidFill>
        </p:spPr>
        <p:txBody>
          <a:bodyPr wrap="square" rtlCol="0">
            <a:spAutoFit/>
          </a:bodyPr>
          <a:lstStyle/>
          <a:p>
            <a:r>
              <a:rPr lang="en-US" dirty="0">
                <a:solidFill>
                  <a:schemeClr val="bg1"/>
                </a:solidFill>
              </a:rPr>
              <a:t>This page fetch the anime </a:t>
            </a:r>
            <a:r>
              <a:rPr lang="en-US" b="1" dirty="0" err="1">
                <a:highlight>
                  <a:srgbClr val="FF0000"/>
                </a:highlight>
              </a:rPr>
              <a:t>api</a:t>
            </a:r>
            <a:r>
              <a:rPr lang="en-US" b="1" dirty="0">
                <a:highlight>
                  <a:srgbClr val="FF0000"/>
                </a:highlight>
              </a:rPr>
              <a:t> and shows </a:t>
            </a:r>
          </a:p>
          <a:p>
            <a:r>
              <a:rPr lang="en-US" b="1" dirty="0">
                <a:highlight>
                  <a:srgbClr val="FF0000"/>
                </a:highlight>
              </a:rPr>
              <a:t>Anime photos</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B2F5F82D-94AC-A904-C7E6-3E3440061250}"/>
                  </a:ext>
                </a:extLst>
              </p14:cNvPr>
              <p14:cNvContentPartPr/>
              <p14:nvPr/>
            </p14:nvContentPartPr>
            <p14:xfrm>
              <a:off x="7047972" y="2236166"/>
              <a:ext cx="50400" cy="47880"/>
            </p14:xfrm>
          </p:contentPart>
        </mc:Choice>
        <mc:Fallback xmlns="">
          <p:pic>
            <p:nvPicPr>
              <p:cNvPr id="4" name="Ink 3">
                <a:extLst>
                  <a:ext uri="{FF2B5EF4-FFF2-40B4-BE49-F238E27FC236}">
                    <a16:creationId xmlns:a16="http://schemas.microsoft.com/office/drawing/2014/main" id="{B2F5F82D-94AC-A904-C7E6-3E3440061250}"/>
                  </a:ext>
                </a:extLst>
              </p:cNvPr>
              <p:cNvPicPr/>
              <p:nvPr/>
            </p:nvPicPr>
            <p:blipFill>
              <a:blip r:embed="rId5"/>
              <a:stretch>
                <a:fillRect/>
              </a:stretch>
            </p:blipFill>
            <p:spPr>
              <a:xfrm>
                <a:off x="7030332" y="2218166"/>
                <a:ext cx="860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77949357-6655-FCBB-9E0E-8EDB24F10271}"/>
                  </a:ext>
                </a:extLst>
              </p14:cNvPr>
              <p14:cNvContentPartPr/>
              <p14:nvPr/>
            </p14:nvContentPartPr>
            <p14:xfrm>
              <a:off x="7562772" y="3124646"/>
              <a:ext cx="732600" cy="268920"/>
            </p14:xfrm>
          </p:contentPart>
        </mc:Choice>
        <mc:Fallback xmlns="">
          <p:pic>
            <p:nvPicPr>
              <p:cNvPr id="14" name="Ink 13">
                <a:extLst>
                  <a:ext uri="{FF2B5EF4-FFF2-40B4-BE49-F238E27FC236}">
                    <a16:creationId xmlns:a16="http://schemas.microsoft.com/office/drawing/2014/main" id="{77949357-6655-FCBB-9E0E-8EDB24F10271}"/>
                  </a:ext>
                </a:extLst>
              </p:cNvPr>
              <p:cNvPicPr/>
              <p:nvPr/>
            </p:nvPicPr>
            <p:blipFill>
              <a:blip r:embed="rId7"/>
              <a:stretch>
                <a:fillRect/>
              </a:stretch>
            </p:blipFill>
            <p:spPr>
              <a:xfrm>
                <a:off x="7500132" y="3061646"/>
                <a:ext cx="85824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98358452-CEF3-677B-0BDF-15A88F75FA64}"/>
                  </a:ext>
                </a:extLst>
              </p14:cNvPr>
              <p14:cNvContentPartPr/>
              <p14:nvPr/>
            </p14:nvContentPartPr>
            <p14:xfrm>
              <a:off x="7605612" y="4752926"/>
              <a:ext cx="903600" cy="245160"/>
            </p14:xfrm>
          </p:contentPart>
        </mc:Choice>
        <mc:Fallback xmlns="">
          <p:pic>
            <p:nvPicPr>
              <p:cNvPr id="15" name="Ink 14">
                <a:extLst>
                  <a:ext uri="{FF2B5EF4-FFF2-40B4-BE49-F238E27FC236}">
                    <a16:creationId xmlns:a16="http://schemas.microsoft.com/office/drawing/2014/main" id="{98358452-CEF3-677B-0BDF-15A88F75FA64}"/>
                  </a:ext>
                </a:extLst>
              </p:cNvPr>
              <p:cNvPicPr/>
              <p:nvPr/>
            </p:nvPicPr>
            <p:blipFill>
              <a:blip r:embed="rId9"/>
              <a:stretch>
                <a:fillRect/>
              </a:stretch>
            </p:blipFill>
            <p:spPr>
              <a:xfrm>
                <a:off x="7542612" y="4689926"/>
                <a:ext cx="102924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1C5FAE5C-D2AA-6437-5C38-1891D02DD663}"/>
                  </a:ext>
                </a:extLst>
              </p14:cNvPr>
              <p14:cNvContentPartPr/>
              <p14:nvPr/>
            </p14:nvContentPartPr>
            <p14:xfrm>
              <a:off x="8932212" y="2847086"/>
              <a:ext cx="637200" cy="400320"/>
            </p14:xfrm>
          </p:contentPart>
        </mc:Choice>
        <mc:Fallback xmlns="">
          <p:pic>
            <p:nvPicPr>
              <p:cNvPr id="16" name="Ink 15">
                <a:extLst>
                  <a:ext uri="{FF2B5EF4-FFF2-40B4-BE49-F238E27FC236}">
                    <a16:creationId xmlns:a16="http://schemas.microsoft.com/office/drawing/2014/main" id="{1C5FAE5C-D2AA-6437-5C38-1891D02DD663}"/>
                  </a:ext>
                </a:extLst>
              </p:cNvPr>
              <p:cNvPicPr/>
              <p:nvPr/>
            </p:nvPicPr>
            <p:blipFill>
              <a:blip r:embed="rId11"/>
              <a:stretch>
                <a:fillRect/>
              </a:stretch>
            </p:blipFill>
            <p:spPr>
              <a:xfrm>
                <a:off x="8869212" y="2784446"/>
                <a:ext cx="762840" cy="525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2A828FF7-12E6-8853-6C0C-C303A136B848}"/>
                  </a:ext>
                </a:extLst>
              </p14:cNvPr>
              <p14:cNvContentPartPr/>
              <p14:nvPr/>
            </p14:nvContentPartPr>
            <p14:xfrm>
              <a:off x="10347012" y="4360886"/>
              <a:ext cx="699120" cy="364680"/>
            </p14:xfrm>
          </p:contentPart>
        </mc:Choice>
        <mc:Fallback xmlns="">
          <p:pic>
            <p:nvPicPr>
              <p:cNvPr id="17" name="Ink 16">
                <a:extLst>
                  <a:ext uri="{FF2B5EF4-FFF2-40B4-BE49-F238E27FC236}">
                    <a16:creationId xmlns:a16="http://schemas.microsoft.com/office/drawing/2014/main" id="{2A828FF7-12E6-8853-6C0C-C303A136B848}"/>
                  </a:ext>
                </a:extLst>
              </p:cNvPr>
              <p:cNvPicPr/>
              <p:nvPr/>
            </p:nvPicPr>
            <p:blipFill>
              <a:blip r:embed="rId13"/>
              <a:stretch>
                <a:fillRect/>
              </a:stretch>
            </p:blipFill>
            <p:spPr>
              <a:xfrm>
                <a:off x="10284372" y="4298246"/>
                <a:ext cx="824760" cy="490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8" name="Ink 17">
                <a:extLst>
                  <a:ext uri="{FF2B5EF4-FFF2-40B4-BE49-F238E27FC236}">
                    <a16:creationId xmlns:a16="http://schemas.microsoft.com/office/drawing/2014/main" id="{782DE4CC-EFE2-D9BE-560E-C6E4647AA8C8}"/>
                  </a:ext>
                </a:extLst>
              </p14:cNvPr>
              <p14:cNvContentPartPr/>
              <p14:nvPr/>
            </p14:nvContentPartPr>
            <p14:xfrm>
              <a:off x="10154772" y="2871566"/>
              <a:ext cx="646200" cy="302760"/>
            </p14:xfrm>
          </p:contentPart>
        </mc:Choice>
        <mc:Fallback xmlns="">
          <p:pic>
            <p:nvPicPr>
              <p:cNvPr id="18" name="Ink 17">
                <a:extLst>
                  <a:ext uri="{FF2B5EF4-FFF2-40B4-BE49-F238E27FC236}">
                    <a16:creationId xmlns:a16="http://schemas.microsoft.com/office/drawing/2014/main" id="{782DE4CC-EFE2-D9BE-560E-C6E4647AA8C8}"/>
                  </a:ext>
                </a:extLst>
              </p:cNvPr>
              <p:cNvPicPr/>
              <p:nvPr/>
            </p:nvPicPr>
            <p:blipFill>
              <a:blip r:embed="rId15"/>
              <a:stretch>
                <a:fillRect/>
              </a:stretch>
            </p:blipFill>
            <p:spPr>
              <a:xfrm>
                <a:off x="10092132" y="2808926"/>
                <a:ext cx="771840" cy="428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9" name="Ink 18">
                <a:extLst>
                  <a:ext uri="{FF2B5EF4-FFF2-40B4-BE49-F238E27FC236}">
                    <a16:creationId xmlns:a16="http://schemas.microsoft.com/office/drawing/2014/main" id="{12169169-F27A-FCAF-E9A2-B1239E067AB6}"/>
                  </a:ext>
                </a:extLst>
              </p14:cNvPr>
              <p14:cNvContentPartPr/>
              <p14:nvPr/>
            </p14:nvContentPartPr>
            <p14:xfrm>
              <a:off x="10375092" y="3395006"/>
              <a:ext cx="407880" cy="136080"/>
            </p14:xfrm>
          </p:contentPart>
        </mc:Choice>
        <mc:Fallback xmlns="">
          <p:pic>
            <p:nvPicPr>
              <p:cNvPr id="19" name="Ink 18">
                <a:extLst>
                  <a:ext uri="{FF2B5EF4-FFF2-40B4-BE49-F238E27FC236}">
                    <a16:creationId xmlns:a16="http://schemas.microsoft.com/office/drawing/2014/main" id="{12169169-F27A-FCAF-E9A2-B1239E067AB6}"/>
                  </a:ext>
                </a:extLst>
              </p:cNvPr>
              <p:cNvPicPr/>
              <p:nvPr/>
            </p:nvPicPr>
            <p:blipFill>
              <a:blip r:embed="rId17"/>
              <a:stretch>
                <a:fillRect/>
              </a:stretch>
            </p:blipFill>
            <p:spPr>
              <a:xfrm>
                <a:off x="10312452" y="3332366"/>
                <a:ext cx="533520" cy="261720"/>
              </a:xfrm>
              <a:prstGeom prst="rect">
                <a:avLst/>
              </a:prstGeom>
            </p:spPr>
          </p:pic>
        </mc:Fallback>
      </mc:AlternateContent>
      <p:grpSp>
        <p:nvGrpSpPr>
          <p:cNvPr id="22" name="Group 21">
            <a:extLst>
              <a:ext uri="{FF2B5EF4-FFF2-40B4-BE49-F238E27FC236}">
                <a16:creationId xmlns:a16="http://schemas.microsoft.com/office/drawing/2014/main" id="{A9ABEAE5-7D6F-493B-8E2F-F463B68AAC72}"/>
              </a:ext>
            </a:extLst>
          </p:cNvPr>
          <p:cNvGrpSpPr/>
          <p:nvPr/>
        </p:nvGrpSpPr>
        <p:grpSpPr>
          <a:xfrm>
            <a:off x="6137892" y="4343606"/>
            <a:ext cx="1077120" cy="305640"/>
            <a:chOff x="6137892" y="4343606"/>
            <a:chExt cx="1077120" cy="305640"/>
          </a:xfrm>
        </p:grpSpPr>
        <mc:AlternateContent xmlns:mc="http://schemas.openxmlformats.org/markup-compatibility/2006" xmlns:p14="http://schemas.microsoft.com/office/powerpoint/2010/main">
          <mc:Choice Requires="p14">
            <p:contentPart p14:bwMode="auto" r:id="rId18">
              <p14:nvContentPartPr>
                <p14:cNvPr id="20" name="Ink 19">
                  <a:extLst>
                    <a:ext uri="{FF2B5EF4-FFF2-40B4-BE49-F238E27FC236}">
                      <a16:creationId xmlns:a16="http://schemas.microsoft.com/office/drawing/2014/main" id="{A831BA53-F58D-1118-41F3-139C10A74A3E}"/>
                    </a:ext>
                  </a:extLst>
                </p14:cNvPr>
                <p14:cNvContentPartPr/>
                <p14:nvPr/>
              </p14:nvContentPartPr>
              <p14:xfrm>
                <a:off x="6137892" y="4389686"/>
                <a:ext cx="513000" cy="259560"/>
              </p14:xfrm>
            </p:contentPart>
          </mc:Choice>
          <mc:Fallback xmlns="">
            <p:pic>
              <p:nvPicPr>
                <p:cNvPr id="20" name="Ink 19">
                  <a:extLst>
                    <a:ext uri="{FF2B5EF4-FFF2-40B4-BE49-F238E27FC236}">
                      <a16:creationId xmlns:a16="http://schemas.microsoft.com/office/drawing/2014/main" id="{A831BA53-F58D-1118-41F3-139C10A74A3E}"/>
                    </a:ext>
                  </a:extLst>
                </p:cNvPr>
                <p:cNvPicPr/>
                <p:nvPr/>
              </p:nvPicPr>
              <p:blipFill>
                <a:blip r:embed="rId19"/>
                <a:stretch>
                  <a:fillRect/>
                </a:stretch>
              </p:blipFill>
              <p:spPr>
                <a:xfrm>
                  <a:off x="6075252" y="4327046"/>
                  <a:ext cx="638640" cy="3852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 name="Ink 20">
                  <a:extLst>
                    <a:ext uri="{FF2B5EF4-FFF2-40B4-BE49-F238E27FC236}">
                      <a16:creationId xmlns:a16="http://schemas.microsoft.com/office/drawing/2014/main" id="{AD77A73E-ED3A-1977-3284-DC30A9A9D872}"/>
                    </a:ext>
                  </a:extLst>
                </p14:cNvPr>
                <p14:cNvContentPartPr/>
                <p14:nvPr/>
              </p14:nvContentPartPr>
              <p14:xfrm>
                <a:off x="6784812" y="4343606"/>
                <a:ext cx="430200" cy="295560"/>
              </p14:xfrm>
            </p:contentPart>
          </mc:Choice>
          <mc:Fallback xmlns="">
            <p:pic>
              <p:nvPicPr>
                <p:cNvPr id="21" name="Ink 20">
                  <a:extLst>
                    <a:ext uri="{FF2B5EF4-FFF2-40B4-BE49-F238E27FC236}">
                      <a16:creationId xmlns:a16="http://schemas.microsoft.com/office/drawing/2014/main" id="{AD77A73E-ED3A-1977-3284-DC30A9A9D872}"/>
                    </a:ext>
                  </a:extLst>
                </p:cNvPr>
                <p:cNvPicPr/>
                <p:nvPr/>
              </p:nvPicPr>
              <p:blipFill>
                <a:blip r:embed="rId21"/>
                <a:stretch>
                  <a:fillRect/>
                </a:stretch>
              </p:blipFill>
              <p:spPr>
                <a:xfrm>
                  <a:off x="6722172" y="4280966"/>
                  <a:ext cx="555840" cy="421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15FD5406-F8AE-8AC4-DE02-E6B8E963657F}"/>
                  </a:ext>
                </a:extLst>
              </p14:cNvPr>
              <p14:cNvContentPartPr/>
              <p14:nvPr/>
            </p14:nvContentPartPr>
            <p14:xfrm>
              <a:off x="9012492" y="5843006"/>
              <a:ext cx="547920" cy="395280"/>
            </p14:xfrm>
          </p:contentPart>
        </mc:Choice>
        <mc:Fallback xmlns="">
          <p:pic>
            <p:nvPicPr>
              <p:cNvPr id="23" name="Ink 22">
                <a:extLst>
                  <a:ext uri="{FF2B5EF4-FFF2-40B4-BE49-F238E27FC236}">
                    <a16:creationId xmlns:a16="http://schemas.microsoft.com/office/drawing/2014/main" id="{15FD5406-F8AE-8AC4-DE02-E6B8E963657F}"/>
                  </a:ext>
                </a:extLst>
              </p:cNvPr>
              <p:cNvPicPr/>
              <p:nvPr/>
            </p:nvPicPr>
            <p:blipFill>
              <a:blip r:embed="rId23"/>
              <a:stretch>
                <a:fillRect/>
              </a:stretch>
            </p:blipFill>
            <p:spPr>
              <a:xfrm>
                <a:off x="8949492" y="5780366"/>
                <a:ext cx="673560" cy="5209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A9EB1E88-3B6F-89F8-0414-2F31EEBCF38D}"/>
                  </a:ext>
                </a:extLst>
              </p14:cNvPr>
              <p14:cNvContentPartPr/>
              <p14:nvPr/>
            </p14:nvContentPartPr>
            <p14:xfrm>
              <a:off x="10544652" y="5902046"/>
              <a:ext cx="418320" cy="298080"/>
            </p14:xfrm>
          </p:contentPart>
        </mc:Choice>
        <mc:Fallback xmlns="">
          <p:pic>
            <p:nvPicPr>
              <p:cNvPr id="24" name="Ink 23">
                <a:extLst>
                  <a:ext uri="{FF2B5EF4-FFF2-40B4-BE49-F238E27FC236}">
                    <a16:creationId xmlns:a16="http://schemas.microsoft.com/office/drawing/2014/main" id="{A9EB1E88-3B6F-89F8-0414-2F31EEBCF38D}"/>
                  </a:ext>
                </a:extLst>
              </p:cNvPr>
              <p:cNvPicPr/>
              <p:nvPr/>
            </p:nvPicPr>
            <p:blipFill>
              <a:blip r:embed="rId25"/>
              <a:stretch>
                <a:fillRect/>
              </a:stretch>
            </p:blipFill>
            <p:spPr>
              <a:xfrm>
                <a:off x="10481652" y="5839046"/>
                <a:ext cx="543960" cy="4237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7414BEF9-795C-D245-A4FA-DC8621E90D0F}"/>
                  </a:ext>
                </a:extLst>
              </p14:cNvPr>
              <p14:cNvContentPartPr/>
              <p14:nvPr/>
            </p14:nvContentPartPr>
            <p14:xfrm>
              <a:off x="9180972" y="5749046"/>
              <a:ext cx="469080" cy="367920"/>
            </p14:xfrm>
          </p:contentPart>
        </mc:Choice>
        <mc:Fallback xmlns="">
          <p:pic>
            <p:nvPicPr>
              <p:cNvPr id="25" name="Ink 24">
                <a:extLst>
                  <a:ext uri="{FF2B5EF4-FFF2-40B4-BE49-F238E27FC236}">
                    <a16:creationId xmlns:a16="http://schemas.microsoft.com/office/drawing/2014/main" id="{7414BEF9-795C-D245-A4FA-DC8621E90D0F}"/>
                  </a:ext>
                </a:extLst>
              </p:cNvPr>
              <p:cNvPicPr/>
              <p:nvPr/>
            </p:nvPicPr>
            <p:blipFill>
              <a:blip r:embed="rId27"/>
              <a:stretch>
                <a:fillRect/>
              </a:stretch>
            </p:blipFill>
            <p:spPr>
              <a:xfrm>
                <a:off x="9117972" y="5686046"/>
                <a:ext cx="594720" cy="4935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A866C577-09E8-8043-D11D-943AB965FAE4}"/>
                  </a:ext>
                </a:extLst>
              </p14:cNvPr>
              <p14:cNvContentPartPr/>
              <p14:nvPr/>
            </p14:nvContentPartPr>
            <p14:xfrm>
              <a:off x="6315012" y="2821886"/>
              <a:ext cx="582120" cy="489600"/>
            </p14:xfrm>
          </p:contentPart>
        </mc:Choice>
        <mc:Fallback xmlns="">
          <p:pic>
            <p:nvPicPr>
              <p:cNvPr id="26" name="Ink 25">
                <a:extLst>
                  <a:ext uri="{FF2B5EF4-FFF2-40B4-BE49-F238E27FC236}">
                    <a16:creationId xmlns:a16="http://schemas.microsoft.com/office/drawing/2014/main" id="{A866C577-09E8-8043-D11D-943AB965FAE4}"/>
                  </a:ext>
                </a:extLst>
              </p:cNvPr>
              <p:cNvPicPr/>
              <p:nvPr/>
            </p:nvPicPr>
            <p:blipFill>
              <a:blip r:embed="rId29"/>
              <a:stretch>
                <a:fillRect/>
              </a:stretch>
            </p:blipFill>
            <p:spPr>
              <a:xfrm>
                <a:off x="6252372" y="2758886"/>
                <a:ext cx="707760" cy="615240"/>
              </a:xfrm>
              <a:prstGeom prst="rect">
                <a:avLst/>
              </a:prstGeom>
            </p:spPr>
          </p:pic>
        </mc:Fallback>
      </mc:AlternateContent>
      <p:grpSp>
        <p:nvGrpSpPr>
          <p:cNvPr id="29" name="Group 28">
            <a:extLst>
              <a:ext uri="{FF2B5EF4-FFF2-40B4-BE49-F238E27FC236}">
                <a16:creationId xmlns:a16="http://schemas.microsoft.com/office/drawing/2014/main" id="{049EB058-7552-F232-9F86-B29A8B2CE901}"/>
              </a:ext>
            </a:extLst>
          </p:cNvPr>
          <p:cNvGrpSpPr/>
          <p:nvPr/>
        </p:nvGrpSpPr>
        <p:grpSpPr>
          <a:xfrm>
            <a:off x="7595532" y="3014126"/>
            <a:ext cx="639000" cy="321120"/>
            <a:chOff x="7595532" y="3014126"/>
            <a:chExt cx="639000" cy="321120"/>
          </a:xfrm>
        </p:grpSpPr>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4B9D736E-57A9-52F8-EDD8-04E06C633D0C}"/>
                    </a:ext>
                  </a:extLst>
                </p14:cNvPr>
                <p14:cNvContentPartPr/>
                <p14:nvPr/>
              </p14:nvContentPartPr>
              <p14:xfrm>
                <a:off x="7824132" y="3148766"/>
                <a:ext cx="376560" cy="186480"/>
              </p14:xfrm>
            </p:contentPart>
          </mc:Choice>
          <mc:Fallback xmlns="">
            <p:pic>
              <p:nvPicPr>
                <p:cNvPr id="27" name="Ink 26">
                  <a:extLst>
                    <a:ext uri="{FF2B5EF4-FFF2-40B4-BE49-F238E27FC236}">
                      <a16:creationId xmlns:a16="http://schemas.microsoft.com/office/drawing/2014/main" id="{4B9D736E-57A9-52F8-EDD8-04E06C633D0C}"/>
                    </a:ext>
                  </a:extLst>
                </p:cNvPr>
                <p:cNvPicPr/>
                <p:nvPr/>
              </p:nvPicPr>
              <p:blipFill>
                <a:blip r:embed="rId31"/>
                <a:stretch>
                  <a:fillRect/>
                </a:stretch>
              </p:blipFill>
              <p:spPr>
                <a:xfrm>
                  <a:off x="7761132" y="3085766"/>
                  <a:ext cx="50220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5213D405-B423-5A18-851C-CCC3A546B4A3}"/>
                    </a:ext>
                  </a:extLst>
                </p14:cNvPr>
                <p14:cNvContentPartPr/>
                <p14:nvPr/>
              </p14:nvContentPartPr>
              <p14:xfrm>
                <a:off x="7595532" y="3014126"/>
                <a:ext cx="639000" cy="199800"/>
              </p14:xfrm>
            </p:contentPart>
          </mc:Choice>
          <mc:Fallback xmlns="">
            <p:pic>
              <p:nvPicPr>
                <p:cNvPr id="28" name="Ink 27">
                  <a:extLst>
                    <a:ext uri="{FF2B5EF4-FFF2-40B4-BE49-F238E27FC236}">
                      <a16:creationId xmlns:a16="http://schemas.microsoft.com/office/drawing/2014/main" id="{5213D405-B423-5A18-851C-CCC3A546B4A3}"/>
                    </a:ext>
                  </a:extLst>
                </p:cNvPr>
                <p:cNvPicPr/>
                <p:nvPr/>
              </p:nvPicPr>
              <p:blipFill>
                <a:blip r:embed="rId33"/>
                <a:stretch>
                  <a:fillRect/>
                </a:stretch>
              </p:blipFill>
              <p:spPr>
                <a:xfrm>
                  <a:off x="7532532" y="2951126"/>
                  <a:ext cx="764640" cy="32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1D645B48-25CF-8508-9B9D-F2DAB7C76207}"/>
                  </a:ext>
                </a:extLst>
              </p14:cNvPr>
              <p14:cNvContentPartPr/>
              <p14:nvPr/>
            </p14:nvContentPartPr>
            <p14:xfrm>
              <a:off x="2416932" y="220526"/>
              <a:ext cx="5400" cy="2520"/>
            </p14:xfrm>
          </p:contentPart>
        </mc:Choice>
        <mc:Fallback xmlns="">
          <p:pic>
            <p:nvPicPr>
              <p:cNvPr id="31" name="Ink 30">
                <a:extLst>
                  <a:ext uri="{FF2B5EF4-FFF2-40B4-BE49-F238E27FC236}">
                    <a16:creationId xmlns:a16="http://schemas.microsoft.com/office/drawing/2014/main" id="{1D645B48-25CF-8508-9B9D-F2DAB7C76207}"/>
                  </a:ext>
                </a:extLst>
              </p:cNvPr>
              <p:cNvPicPr/>
              <p:nvPr/>
            </p:nvPicPr>
            <p:blipFill>
              <a:blip r:embed="rId35"/>
              <a:stretch>
                <a:fillRect/>
              </a:stretch>
            </p:blipFill>
            <p:spPr>
              <a:xfrm>
                <a:off x="2380932" y="184526"/>
                <a:ext cx="770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4" name="Ink 33">
                <a:extLst>
                  <a:ext uri="{FF2B5EF4-FFF2-40B4-BE49-F238E27FC236}">
                    <a16:creationId xmlns:a16="http://schemas.microsoft.com/office/drawing/2014/main" id="{B562B56B-97BB-2D07-47B0-393337A40A7E}"/>
                  </a:ext>
                </a:extLst>
              </p14:cNvPr>
              <p14:cNvContentPartPr/>
              <p14:nvPr/>
            </p14:nvContentPartPr>
            <p14:xfrm>
              <a:off x="2672892" y="277406"/>
              <a:ext cx="4151160" cy="1710720"/>
            </p14:xfrm>
          </p:contentPart>
        </mc:Choice>
        <mc:Fallback xmlns="">
          <p:pic>
            <p:nvPicPr>
              <p:cNvPr id="34" name="Ink 33">
                <a:extLst>
                  <a:ext uri="{FF2B5EF4-FFF2-40B4-BE49-F238E27FC236}">
                    <a16:creationId xmlns:a16="http://schemas.microsoft.com/office/drawing/2014/main" id="{B562B56B-97BB-2D07-47B0-393337A40A7E}"/>
                  </a:ext>
                </a:extLst>
              </p:cNvPr>
              <p:cNvPicPr/>
              <p:nvPr/>
            </p:nvPicPr>
            <p:blipFill>
              <a:blip r:embed="rId37"/>
              <a:stretch>
                <a:fillRect/>
              </a:stretch>
            </p:blipFill>
            <p:spPr>
              <a:xfrm>
                <a:off x="2637252" y="241766"/>
                <a:ext cx="4222800" cy="1782360"/>
              </a:xfrm>
              <a:prstGeom prst="rect">
                <a:avLst/>
              </a:prstGeom>
            </p:spPr>
          </p:pic>
        </mc:Fallback>
      </mc:AlternateContent>
    </p:spTree>
    <p:extLst>
      <p:ext uri="{BB962C8B-B14F-4D97-AF65-F5344CB8AC3E}">
        <p14:creationId xmlns:p14="http://schemas.microsoft.com/office/powerpoint/2010/main" val="147108324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FA5DA-3B57-871D-141D-416F79763AA1}"/>
              </a:ext>
            </a:extLst>
          </p:cNvPr>
          <p:cNvSpPr>
            <a:spLocks noGrp="1"/>
          </p:cNvSpPr>
          <p:nvPr>
            <p:ph type="title"/>
          </p:nvPr>
        </p:nvSpPr>
        <p:spPr>
          <a:xfrm>
            <a:off x="0" y="-83911"/>
            <a:ext cx="10515600" cy="892175"/>
          </a:xfrm>
        </p:spPr>
        <p:txBody>
          <a:bodyPr/>
          <a:lstStyle/>
          <a:p>
            <a:r>
              <a:rPr lang="en-US" dirty="0" err="1"/>
              <a:t>NotificationToast.jxs</a:t>
            </a:r>
            <a:endParaRPr lang="en-US" dirty="0"/>
          </a:p>
        </p:txBody>
      </p:sp>
      <p:pic>
        <p:nvPicPr>
          <p:cNvPr id="9" name="Content Placeholder 8">
            <a:extLst>
              <a:ext uri="{FF2B5EF4-FFF2-40B4-BE49-F238E27FC236}">
                <a16:creationId xmlns:a16="http://schemas.microsoft.com/office/drawing/2014/main" id="{2A710C57-E27E-7AEF-B48D-812C9863CB67}"/>
              </a:ext>
            </a:extLst>
          </p:cNvPr>
          <p:cNvPicPr>
            <a:picLocks noGrp="1" noChangeAspect="1"/>
          </p:cNvPicPr>
          <p:nvPr>
            <p:ph idx="1"/>
          </p:nvPr>
        </p:nvPicPr>
        <p:blipFill>
          <a:blip r:embed="rId2"/>
          <a:stretch>
            <a:fillRect/>
          </a:stretch>
        </p:blipFill>
        <p:spPr>
          <a:xfrm>
            <a:off x="34186" y="1825625"/>
            <a:ext cx="6805956" cy="1126738"/>
          </a:xfrm>
          <a:prstGeom prst="rect">
            <a:avLst/>
          </a:prstGeom>
          <a:effectLst>
            <a:glow rad="139700">
              <a:schemeClr val="accent5">
                <a:satMod val="175000"/>
                <a:alpha val="40000"/>
              </a:schemeClr>
            </a:glow>
          </a:effectLst>
        </p:spPr>
      </p:pic>
      <p:pic>
        <p:nvPicPr>
          <p:cNvPr id="5" name="Picture 4">
            <a:extLst>
              <a:ext uri="{FF2B5EF4-FFF2-40B4-BE49-F238E27FC236}">
                <a16:creationId xmlns:a16="http://schemas.microsoft.com/office/drawing/2014/main" id="{A896E6C0-4F88-4DA8-9FA3-7A4B40F326BD}"/>
              </a:ext>
            </a:extLst>
          </p:cNvPr>
          <p:cNvPicPr>
            <a:picLocks noChangeAspect="1"/>
          </p:cNvPicPr>
          <p:nvPr/>
        </p:nvPicPr>
        <p:blipFill>
          <a:blip r:embed="rId3"/>
          <a:stretch>
            <a:fillRect/>
          </a:stretch>
        </p:blipFill>
        <p:spPr>
          <a:xfrm>
            <a:off x="0" y="700655"/>
            <a:ext cx="6874329" cy="1062764"/>
          </a:xfrm>
          <a:prstGeom prst="rect">
            <a:avLst/>
          </a:prstGeom>
        </p:spPr>
      </p:pic>
      <p:sp>
        <p:nvSpPr>
          <p:cNvPr id="7" name="TextBox 6">
            <a:extLst>
              <a:ext uri="{FF2B5EF4-FFF2-40B4-BE49-F238E27FC236}">
                <a16:creationId xmlns:a16="http://schemas.microsoft.com/office/drawing/2014/main" id="{C8DA6F8C-B868-93DD-DFA7-BD5D06BE4C57}"/>
              </a:ext>
            </a:extLst>
          </p:cNvPr>
          <p:cNvSpPr txBox="1"/>
          <p:nvPr/>
        </p:nvSpPr>
        <p:spPr>
          <a:xfrm>
            <a:off x="7665416" y="408679"/>
            <a:ext cx="4492398" cy="1754326"/>
          </a:xfrm>
          <a:prstGeom prst="rect">
            <a:avLst/>
          </a:prstGeom>
          <a:solidFill>
            <a:schemeClr val="accent1">
              <a:lumMod val="40000"/>
              <a:lumOff val="60000"/>
            </a:schemeClr>
          </a:solidFill>
        </p:spPr>
        <p:txBody>
          <a:bodyPr wrap="square">
            <a:spAutoFit/>
          </a:bodyPr>
          <a:lstStyle/>
          <a:p>
            <a:r>
              <a:rPr lang="en-US" dirty="0"/>
              <a:t>gets the </a:t>
            </a:r>
            <a:r>
              <a:rPr lang="en-US" dirty="0">
                <a:latin typeface="Courier New" panose="02070309020205020404" pitchFamily="49" charset="0"/>
              </a:rPr>
              <a:t>socket</a:t>
            </a:r>
            <a:r>
              <a:rPr lang="en-US" dirty="0"/>
              <a:t> connection from the Redux store so the component can listen for real-time events, and it creates a local state </a:t>
            </a:r>
            <a:r>
              <a:rPr lang="en-US" dirty="0">
                <a:latin typeface="Courier New" panose="02070309020205020404" pitchFamily="49" charset="0"/>
              </a:rPr>
              <a:t>notifications</a:t>
            </a:r>
            <a:r>
              <a:rPr lang="en-US" dirty="0"/>
              <a:t> (an array) to store any incoming notifications, which can then trigger toast messages or other UI updates</a:t>
            </a:r>
          </a:p>
        </p:txBody>
      </p:sp>
      <p:cxnSp>
        <p:nvCxnSpPr>
          <p:cNvPr id="10" name="Straight Arrow Connector 9">
            <a:extLst>
              <a:ext uri="{FF2B5EF4-FFF2-40B4-BE49-F238E27FC236}">
                <a16:creationId xmlns:a16="http://schemas.microsoft.com/office/drawing/2014/main" id="{ED2E580D-B8E3-148A-AE5C-C037167113CC}"/>
              </a:ext>
            </a:extLst>
          </p:cNvPr>
          <p:cNvCxnSpPr>
            <a:cxnSpLocks/>
          </p:cNvCxnSpPr>
          <p:nvPr/>
        </p:nvCxnSpPr>
        <p:spPr>
          <a:xfrm flipV="1">
            <a:off x="6874329" y="1592830"/>
            <a:ext cx="881742" cy="796164"/>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0B4D5E76-3E4C-727E-6921-92EEA7CE58B7}"/>
              </a:ext>
            </a:extLst>
          </p:cNvPr>
          <p:cNvPicPr>
            <a:picLocks noChangeAspect="1"/>
          </p:cNvPicPr>
          <p:nvPr/>
        </p:nvPicPr>
        <p:blipFill>
          <a:blip r:embed="rId4"/>
          <a:stretch>
            <a:fillRect/>
          </a:stretch>
        </p:blipFill>
        <p:spPr>
          <a:xfrm>
            <a:off x="34186" y="2952363"/>
            <a:ext cx="4629388" cy="3416476"/>
          </a:xfrm>
          <a:prstGeom prst="rect">
            <a:avLst/>
          </a:prstGeom>
        </p:spPr>
      </p:pic>
      <p:sp>
        <p:nvSpPr>
          <p:cNvPr id="15" name="TextBox 14">
            <a:extLst>
              <a:ext uri="{FF2B5EF4-FFF2-40B4-BE49-F238E27FC236}">
                <a16:creationId xmlns:a16="http://schemas.microsoft.com/office/drawing/2014/main" id="{96A8292E-F205-90BD-60AB-1F894690E7A7}"/>
              </a:ext>
            </a:extLst>
          </p:cNvPr>
          <p:cNvSpPr txBox="1"/>
          <p:nvPr/>
        </p:nvSpPr>
        <p:spPr>
          <a:xfrm>
            <a:off x="7756071" y="2489670"/>
            <a:ext cx="3981173" cy="2585323"/>
          </a:xfrm>
          <a:prstGeom prst="rect">
            <a:avLst/>
          </a:prstGeom>
          <a:solidFill>
            <a:srgbClr val="FFFF00"/>
          </a:solidFill>
        </p:spPr>
        <p:txBody>
          <a:bodyPr wrap="square">
            <a:spAutoFit/>
          </a:bodyPr>
          <a:lstStyle/>
          <a:p>
            <a:r>
              <a:rPr lang="en-US" dirty="0"/>
              <a:t>his </a:t>
            </a:r>
            <a:r>
              <a:rPr lang="en-US" dirty="0" err="1">
                <a:latin typeface="Courier New" panose="02070309020205020404" pitchFamily="49" charset="0"/>
              </a:rPr>
              <a:t>useEffect</a:t>
            </a:r>
            <a:r>
              <a:rPr lang="en-US" dirty="0"/>
              <a:t> sets up a listener for real-time notifications from the </a:t>
            </a:r>
            <a:r>
              <a:rPr lang="en-US" dirty="0">
                <a:latin typeface="Courier New" panose="02070309020205020404" pitchFamily="49" charset="0"/>
              </a:rPr>
              <a:t>socket</a:t>
            </a:r>
            <a:r>
              <a:rPr lang="en-US" dirty="0"/>
              <a:t>. When a notification arrives, it adds it to the local </a:t>
            </a:r>
            <a:r>
              <a:rPr lang="en-US" dirty="0">
                <a:latin typeface="Courier New" panose="02070309020205020404" pitchFamily="49" charset="0"/>
              </a:rPr>
              <a:t>notifications</a:t>
            </a:r>
            <a:r>
              <a:rPr lang="en-US" dirty="0"/>
              <a:t> state and shows a toast message. The cleanup function removes the listener when the component unmounts or when </a:t>
            </a:r>
            <a:r>
              <a:rPr lang="en-US" dirty="0">
                <a:latin typeface="Courier New" panose="02070309020205020404" pitchFamily="49" charset="0"/>
              </a:rPr>
              <a:t>socket</a:t>
            </a:r>
            <a:r>
              <a:rPr lang="en-US" dirty="0"/>
              <a:t> changes, preventing duplicate listeners.</a:t>
            </a:r>
          </a:p>
        </p:txBody>
      </p:sp>
      <p:cxnSp>
        <p:nvCxnSpPr>
          <p:cNvPr id="16" name="Straight Arrow Connector 15">
            <a:extLst>
              <a:ext uri="{FF2B5EF4-FFF2-40B4-BE49-F238E27FC236}">
                <a16:creationId xmlns:a16="http://schemas.microsoft.com/office/drawing/2014/main" id="{5CE367DC-72CE-FC5F-9E0C-8AE11504FC99}"/>
              </a:ext>
            </a:extLst>
          </p:cNvPr>
          <p:cNvCxnSpPr>
            <a:cxnSpLocks/>
          </p:cNvCxnSpPr>
          <p:nvPr/>
        </p:nvCxnSpPr>
        <p:spPr>
          <a:xfrm flipV="1">
            <a:off x="4663574" y="3073575"/>
            <a:ext cx="3165976" cy="1005526"/>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9" name="Picture 18">
            <a:extLst>
              <a:ext uri="{FF2B5EF4-FFF2-40B4-BE49-F238E27FC236}">
                <a16:creationId xmlns:a16="http://schemas.microsoft.com/office/drawing/2014/main" id="{693D2A58-DBED-FF40-1CC1-635F4FB12F9E}"/>
              </a:ext>
            </a:extLst>
          </p:cNvPr>
          <p:cNvPicPr>
            <a:picLocks noChangeAspect="1"/>
          </p:cNvPicPr>
          <p:nvPr/>
        </p:nvPicPr>
        <p:blipFill>
          <a:blip r:embed="rId5"/>
          <a:stretch>
            <a:fillRect/>
          </a:stretch>
        </p:blipFill>
        <p:spPr>
          <a:xfrm>
            <a:off x="34186" y="6410497"/>
            <a:ext cx="4629388" cy="406682"/>
          </a:xfrm>
          <a:prstGeom prst="rect">
            <a:avLst/>
          </a:prstGeom>
        </p:spPr>
      </p:pic>
      <p:pic>
        <p:nvPicPr>
          <p:cNvPr id="4" name="Picture 3">
            <a:extLst>
              <a:ext uri="{FF2B5EF4-FFF2-40B4-BE49-F238E27FC236}">
                <a16:creationId xmlns:a16="http://schemas.microsoft.com/office/drawing/2014/main" id="{646765F9-A9A5-EC59-55BD-B8CCAB0095DC}"/>
              </a:ext>
            </a:extLst>
          </p:cNvPr>
          <p:cNvPicPr>
            <a:picLocks noChangeAspect="1"/>
          </p:cNvPicPr>
          <p:nvPr/>
        </p:nvPicPr>
        <p:blipFill>
          <a:blip r:embed="rId6"/>
          <a:stretch>
            <a:fillRect/>
          </a:stretch>
        </p:blipFill>
        <p:spPr>
          <a:xfrm>
            <a:off x="5059328" y="5347301"/>
            <a:ext cx="2073343" cy="1021538"/>
          </a:xfrm>
          <a:prstGeom prst="rect">
            <a:avLst/>
          </a:prstGeom>
          <a:effectLst>
            <a:glow rad="228600">
              <a:schemeClr val="accent2">
                <a:satMod val="175000"/>
                <a:alpha val="40000"/>
              </a:schemeClr>
            </a:glow>
          </a:effectLst>
        </p:spPr>
      </p:pic>
      <p:pic>
        <p:nvPicPr>
          <p:cNvPr id="8" name="Picture 7">
            <a:extLst>
              <a:ext uri="{FF2B5EF4-FFF2-40B4-BE49-F238E27FC236}">
                <a16:creationId xmlns:a16="http://schemas.microsoft.com/office/drawing/2014/main" id="{AB3E5309-3D9B-705B-0D9D-16D2F56FB110}"/>
              </a:ext>
            </a:extLst>
          </p:cNvPr>
          <p:cNvPicPr>
            <a:picLocks noChangeAspect="1"/>
          </p:cNvPicPr>
          <p:nvPr/>
        </p:nvPicPr>
        <p:blipFill>
          <a:blip r:embed="rId7"/>
          <a:stretch>
            <a:fillRect/>
          </a:stretch>
        </p:blipFill>
        <p:spPr>
          <a:xfrm>
            <a:off x="7829550" y="5257532"/>
            <a:ext cx="2362321" cy="1111307"/>
          </a:xfrm>
          <a:prstGeom prst="rect">
            <a:avLst/>
          </a:prstGeom>
          <a:effectLst>
            <a:glow rad="228600">
              <a:schemeClr val="accent2">
                <a:satMod val="175000"/>
                <a:alpha val="40000"/>
              </a:schemeClr>
            </a:glow>
          </a:effectLst>
        </p:spPr>
      </p:pic>
    </p:spTree>
    <p:extLst>
      <p:ext uri="{BB962C8B-B14F-4D97-AF65-F5344CB8AC3E}">
        <p14:creationId xmlns:p14="http://schemas.microsoft.com/office/powerpoint/2010/main" val="416794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1600</TotalTime>
  <Words>9481</Words>
  <Application>Microsoft Office PowerPoint</Application>
  <PresentationFormat>Widescreen</PresentationFormat>
  <Paragraphs>818</Paragraphs>
  <Slides>182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182</vt:i4>
      </vt:variant>
    </vt:vector>
  </HeadingPairs>
  <TitlesOfParts>
    <vt:vector size="191" baseType="lpstr">
      <vt:lpstr>Arial</vt:lpstr>
      <vt:lpstr>Arial Unicode MS</vt:lpstr>
      <vt:lpstr>Calibri</vt:lpstr>
      <vt:lpstr>Calibri Light</vt:lpstr>
      <vt:lpstr>Consolas</vt:lpstr>
      <vt:lpstr>Courier New</vt:lpstr>
      <vt:lpstr>Segoe WPC</vt:lpstr>
      <vt:lpstr>Wingdings</vt:lpstr>
      <vt:lpstr>Office Theme</vt:lpstr>
      <vt:lpstr>PowerPoint Presentation</vt:lpstr>
      <vt:lpstr>Step1: npm init-y</vt:lpstr>
      <vt:lpstr>Step2: npm i express mongoose dotenv cors bcryptjs jsonwebtoken nodemon</vt:lpstr>
      <vt:lpstr>PowerPoint Presentation</vt:lpstr>
      <vt:lpstr>PowerPoint Presentation</vt:lpstr>
      <vt:lpstr>Running Nodemon</vt:lpstr>
      <vt:lpstr>index.js</vt:lpstr>
      <vt:lpstr>Cookie parser and url encoded</vt:lpstr>
      <vt:lpstr>CORS(cross origin resourse sharing)</vt:lpstr>
      <vt:lpstr>First API</vt:lpstr>
      <vt:lpstr>Mongodb database working</vt:lpstr>
      <vt:lpstr>PowerPoint Presentation</vt:lpstr>
      <vt:lpstr>PowerPoint Presentation</vt:lpstr>
      <vt:lpstr>PowerPoint Presentation</vt:lpstr>
      <vt:lpstr>PowerPoint Presentation</vt:lpstr>
      <vt:lpstr>PowerPoint Presentation</vt:lpstr>
      <vt:lpstr>PowerPoint Presentation</vt:lpstr>
      <vt:lpstr>Creating env file</vt:lpstr>
      <vt:lpstr>PowerPoint Presentation</vt:lpstr>
      <vt:lpstr>This is the way of accessing the variables of  env file… process.env.variable_name here we have used || means if it is not available then use 5000 </vt:lpstr>
      <vt:lpstr>Connecting with database</vt:lpstr>
      <vt:lpstr>PowerPoint Presentation</vt:lpstr>
      <vt:lpstr>PowerPoint Presentation</vt:lpstr>
      <vt:lpstr>Now we will create models and schema for db</vt:lpstr>
      <vt:lpstr>Creating the userSchema</vt:lpstr>
      <vt:lpstr>PowerPoint Presentation</vt:lpstr>
      <vt:lpstr>Creating post.model.js Schema</vt:lpstr>
      <vt:lpstr>Creating comment Schema</vt:lpstr>
      <vt:lpstr>PowerPoint Presentation</vt:lpstr>
      <vt:lpstr>PowerPoint Presentation</vt:lpstr>
      <vt:lpstr>PowerPoint Presentation</vt:lpstr>
      <vt:lpstr>Now till now the database work is done</vt:lpstr>
      <vt:lpstr>PowerPoint Presentation</vt:lpstr>
      <vt:lpstr>Bcrypt --- Hashing Password</vt:lpstr>
      <vt:lpstr>Bcrypt – compare method</vt:lpstr>
      <vt:lpstr>Token</vt:lpstr>
      <vt:lpstr>Token</vt:lpstr>
      <vt:lpstr>PowerPoint Presentation</vt:lpstr>
      <vt:lpstr>Logout   simply set empty token , maxage = 0</vt:lpstr>
      <vt:lpstr>getProfile function</vt:lpstr>
      <vt:lpstr>Middleware to check authentication</vt:lpstr>
      <vt:lpstr>Cloudinary</vt:lpstr>
      <vt:lpstr>datauri</vt:lpstr>
      <vt:lpstr>PowerPoint Presentation</vt:lpstr>
      <vt:lpstr>EditProfile – Cloudinary and dataUri</vt:lpstr>
      <vt:lpstr>getSuggestedUser </vt:lpstr>
      <vt:lpstr>Follow or unfollow function</vt:lpstr>
      <vt:lpstr>PowerPoint Presentation</vt:lpstr>
      <vt:lpstr>Routes</vt:lpstr>
      <vt:lpstr>Multer</vt:lpstr>
      <vt:lpstr>Multer</vt:lpstr>
      <vt:lpstr>Here we have created the routers</vt:lpstr>
      <vt:lpstr>PowerPoint Presentation</vt:lpstr>
      <vt:lpstr>ThunderClient– Testing the api</vt:lpstr>
      <vt:lpstr>PowerPoint Presentation</vt:lpstr>
      <vt:lpstr>PowerPoint Presentation</vt:lpstr>
      <vt:lpstr>Login api testing</vt:lpstr>
      <vt:lpstr>token</vt:lpstr>
      <vt:lpstr>Logout api testing</vt:lpstr>
      <vt:lpstr>Getting the user details using id</vt:lpstr>
      <vt:lpstr>Edit profile api testing with sending data</vt:lpstr>
      <vt:lpstr>PowerPoint Presentation</vt:lpstr>
      <vt:lpstr>Suggested api testing</vt:lpstr>
      <vt:lpstr>PowerPoint Presentation</vt:lpstr>
      <vt:lpstr>Follow and unfollow api testing</vt:lpstr>
      <vt:lpstr>Now till now we have build and tested the api</vt:lpstr>
      <vt:lpstr>Sharp</vt:lpstr>
      <vt:lpstr>Now we are building post model using sharp, and more</vt:lpstr>
      <vt:lpstr>Adding new post function</vt:lpstr>
      <vt:lpstr>PowerPoint Presentation</vt:lpstr>
      <vt:lpstr>PowerPoint Presentation</vt:lpstr>
      <vt:lpstr>When we highlight a post..then its username and other things are shown..so this is for that</vt:lpstr>
      <vt:lpstr>Updated version of getAllPosts </vt:lpstr>
      <vt:lpstr>PowerPoint Presentation</vt:lpstr>
      <vt:lpstr>getUserPost</vt:lpstr>
      <vt:lpstr>likepost</vt:lpstr>
      <vt:lpstr>PowerPoint Presentation</vt:lpstr>
      <vt:lpstr>dislikePost</vt:lpstr>
      <vt:lpstr>addComment</vt:lpstr>
      <vt:lpstr>Getting coments of post</vt:lpstr>
      <vt:lpstr>DeletePost</vt:lpstr>
      <vt:lpstr>This is the bookmark post logic</vt:lpstr>
      <vt:lpstr>sendMessage</vt:lpstr>
      <vt:lpstr>PowerPoint Presentation</vt:lpstr>
      <vt:lpstr>getMessage function</vt:lpstr>
      <vt:lpstr>PowerPoint Presentation</vt:lpstr>
      <vt:lpstr>SearchUser function</vt:lpstr>
      <vt:lpstr>seeFollowers </vt:lpstr>
      <vt:lpstr>seeFollowing</vt:lpstr>
      <vt:lpstr>removeUser</vt:lpstr>
      <vt:lpstr>PowerPoint Presentation</vt:lpstr>
      <vt:lpstr>Mongodb Transaction session </vt:lpstr>
      <vt:lpstr>RemoveUser with mongodb transaction session</vt:lpstr>
      <vt:lpstr>Message.route.js</vt:lpstr>
      <vt:lpstr>Post routes</vt:lpstr>
      <vt:lpstr>User routes</vt:lpstr>
      <vt:lpstr>Then we will populate to get the details of post</vt:lpstr>
      <vt:lpstr>Now till now we have developed the backend</vt:lpstr>
      <vt:lpstr>ShadCnui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Now after adding all these…</vt:lpstr>
      <vt:lpstr>Adding button</vt:lpstr>
      <vt:lpstr>Sample running of localhost:5173</vt:lpstr>
      <vt:lpstr>Testing the button working</vt:lpstr>
      <vt:lpstr>PowerPoint Presentation</vt:lpstr>
      <vt:lpstr>PowerPoint Presentation</vt:lpstr>
      <vt:lpstr>Supports GET, POST, PUT, DELETE, etc. Handles JSON automatically. Allows setting custom headers and interceptors. Works with async/await for cleaner code. </vt:lpstr>
      <vt:lpstr>Sonner</vt:lpstr>
      <vt:lpstr>PowerPoint Presentation</vt:lpstr>
      <vt:lpstr>PowerPoint Presentation</vt:lpstr>
      <vt:lpstr>Now we are implementing react router dom</vt:lpstr>
      <vt:lpstr>Dialog – shadcn ui component</vt:lpstr>
      <vt:lpstr>import { FaHeart } from "react-icons/fa"; </vt:lpstr>
      <vt:lpstr>React has a problem of state management</vt:lpstr>
      <vt:lpstr>PowerPoint Presentation</vt:lpstr>
      <vt:lpstr>Redux persist</vt:lpstr>
      <vt:lpstr>TextArea -- ShadCnui</vt:lpstr>
      <vt:lpstr>Signup.jsx</vt:lpstr>
      <vt:lpstr>Now implementing socket io </vt:lpstr>
      <vt:lpstr>Now we have installed the socket io for the good work….</vt:lpstr>
      <vt:lpstr>PowerPoint Presentation</vt:lpstr>
      <vt:lpstr>Login page</vt:lpstr>
      <vt:lpstr>REDUX – BIG STORAGE BOX FOR THE APP</vt:lpstr>
      <vt:lpstr>Authslice.js ---- this is a redux file</vt:lpstr>
      <vt:lpstr>PowerPoint Presentation</vt:lpstr>
      <vt:lpstr>PowerPoint Presentation</vt:lpstr>
      <vt:lpstr>PowerPoint Presentation</vt:lpstr>
      <vt:lpstr>PowerPoint Presentation</vt:lpstr>
      <vt:lpstr>Now till now we have created the login page //now we are creating the signup page</vt:lpstr>
      <vt:lpstr>Now building the home page</vt:lpstr>
      <vt:lpstr>PowerPoint Presentation</vt:lpstr>
      <vt:lpstr>useGetAllPosts.jsx    --- inside the hooks folder </vt:lpstr>
      <vt:lpstr>postSlice.js</vt:lpstr>
      <vt:lpstr>useGetSuggestedUsers.js --- inside the hooks folder</vt:lpstr>
      <vt:lpstr>RightSidebar.jsx</vt:lpstr>
      <vt:lpstr>SuggestedUsers.jsx</vt:lpstr>
      <vt:lpstr>SuggestedBox.jsx</vt:lpstr>
      <vt:lpstr>These are the left and right scroll functions</vt:lpstr>
      <vt:lpstr>Profile.jsx</vt:lpstr>
      <vt:lpstr>Profile.jsx</vt:lpstr>
      <vt:lpstr>PowerPoint Presentation</vt:lpstr>
      <vt:lpstr>PowerPoint Presentation</vt:lpstr>
      <vt:lpstr>PowerPoint Presentation</vt:lpstr>
      <vt:lpstr>useGetUserProfile.jsx  ---- file inside the hook folder</vt:lpstr>
      <vt:lpstr>FollowingListDialog</vt:lpstr>
      <vt:lpstr>PowerPoint Presentation</vt:lpstr>
      <vt:lpstr>FollowBox.jsx</vt:lpstr>
      <vt:lpstr>Comment.jsx</vt:lpstr>
      <vt:lpstr>EditProfile.jsx</vt:lpstr>
      <vt:lpstr>EditProfile.jsx</vt:lpstr>
      <vt:lpstr>PowerPoint Presentation</vt:lpstr>
      <vt:lpstr>LeftSideBar.jsx</vt:lpstr>
      <vt:lpstr>PowerPoint Presentation</vt:lpstr>
      <vt:lpstr>rtnSlice.js</vt:lpstr>
      <vt:lpstr>CreatePost.jsx</vt:lpstr>
      <vt:lpstr>PowerPoint Presentation</vt:lpstr>
      <vt:lpstr>PostSlice.js</vt:lpstr>
      <vt:lpstr>Utils.js</vt:lpstr>
      <vt:lpstr>Message.jsx</vt:lpstr>
      <vt:lpstr>useGetAllMessage.jsx --inside the hook folder</vt:lpstr>
      <vt:lpstr>useGetRTM.jsx  --- inside hook folder</vt:lpstr>
      <vt:lpstr>ChatPage.jsx</vt:lpstr>
      <vt:lpstr>PowerPoint Presentation</vt:lpstr>
      <vt:lpstr>chatSlice.js</vt:lpstr>
      <vt:lpstr>CommentDialog.jsx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SearchBox.jsx</vt:lpstr>
      <vt:lpstr>PowerPoint Presentation</vt:lpstr>
      <vt:lpstr>Explore.jsx</vt:lpstr>
      <vt:lpstr>NotificationToast.jxs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sparshs1790@gmail.com</cp:lastModifiedBy>
  <cp:revision>130</cp:revision>
  <dcterms:created xsi:type="dcterms:W3CDTF">2025-09-23T11:13:44Z</dcterms:created>
  <dcterms:modified xsi:type="dcterms:W3CDTF">2025-11-17T03:40:23Z</dcterms:modified>
</cp:coreProperties>
</file>